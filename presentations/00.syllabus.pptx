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35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6.xml.rels" ContentType="application/vnd.openxmlformats-package.relationships+xml"/>
  <Override PartName="/ppt/slideMasters/_rels/slideMaster37.xml.rels" ContentType="application/vnd.openxmlformats-package.relationships+xml"/>
  <Override PartName="/ppt/slideMasters/_rels/slideMaster38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presProps.xml" ContentType="application/vnd.openxmlformats-officedocument.presentationml.presProps+xml"/>
  <Override PartName="/ppt/theme/theme29.xml" ContentType="application/vnd.openxmlformats-officedocument.theme+xml"/>
  <Override PartName="/ppt/theme/theme28.xml" ContentType="application/vnd.openxmlformats-officedocument.theme+xml"/>
  <Override PartName="/ppt/theme/theme27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6.xml" ContentType="application/vnd.openxmlformats-officedocument.theme+xml"/>
  <Override PartName="/ppt/theme/theme33.xml" ContentType="application/vnd.openxmlformats-officedocument.theme+xml"/>
  <Override PartName="/ppt/theme/theme8.xml" ContentType="application/vnd.openxmlformats-officedocument.theme+xml"/>
  <Override PartName="/ppt/theme/theme35.xml" ContentType="application/vnd.openxmlformats-officedocument.them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36.xml" ContentType="application/vnd.openxmlformats-officedocument.theme+xml"/>
  <Override PartName="/ppt/theme/theme2.xml" ContentType="application/vnd.openxmlformats-officedocument.theme+xml"/>
  <Override PartName="/ppt/theme/theme7.xml" ContentType="application/vnd.openxmlformats-officedocument.theme+xml"/>
  <Override PartName="/ppt/theme/theme34.xml" ContentType="application/vnd.openxmlformats-officedocument.theme+xml"/>
  <Override PartName="/ppt/theme/theme37.xml" ContentType="application/vnd.openxmlformats-officedocument.theme+xml"/>
  <Override PartName="/ppt/theme/theme38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30.xml" ContentType="application/vnd.openxmlformats-officedocument.theme+xml"/>
  <Override PartName="/ppt/theme/theme12.xml" ContentType="application/vnd.openxmlformats-officedocument.theme+xml"/>
  <Override PartName="/ppt/theme/theme11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20.xml" ContentType="application/vnd.openxmlformats-officedocument.theme+xml"/>
  <Override PartName="/ppt/theme/theme19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Layouts/slideLayout2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2" r:id="rId34"/>
    <p:sldMasterId id="2147483714" r:id="rId35"/>
    <p:sldMasterId id="2147483716" r:id="rId36"/>
    <p:sldMasterId id="2147483718" r:id="rId37"/>
    <p:sldMasterId id="2147483720" r:id="rId38"/>
    <p:sldMasterId id="2147483722" r:id="rId39"/>
  </p:sldMasterIdLst>
  <p:sldIdLst>
    <p:sldId id="256" r:id="rId40"/>
    <p:sldId id="257" r:id="rId41"/>
    <p:sldId id="258" r:id="rId42"/>
    <p:sldId id="259" r:id="rId43"/>
    <p:sldId id="260" r:id="rId4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" Target="slides/slide1.xml"/><Relationship Id="rId41" Type="http://schemas.openxmlformats.org/officeDocument/2006/relationships/slide" Target="slides/slide2.xml"/><Relationship Id="rId42" Type="http://schemas.openxmlformats.org/officeDocument/2006/relationships/slide" Target="slides/slide3.xml"/><Relationship Id="rId43" Type="http://schemas.openxmlformats.org/officeDocument/2006/relationships/slide" Target="slides/slide4.xml"/><Relationship Id="rId44" Type="http://schemas.openxmlformats.org/officeDocument/2006/relationships/slide" Target="slides/slide5.xml"/><Relationship Id="rId45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216166431899447"/>
          <c:y val="0.0483000770745911"/>
          <c:w val="0.590529851554881"/>
          <c:h val="0.932259998287231"/>
        </c:manualLayout>
      </c:layout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87000">
                    <a:srgbClr val="ff0000"/>
                  </a:gs>
                  <a:gs pos="100000">
                    <a:srgbClr val="b2244c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242e3d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0.3</c:v>
                </c:pt>
                <c:pt idx="1">
                  <c:v>0.7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0.65</c:v>
                </c:pt>
                <c:pt idx="1">
                  <c:v>0.35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0.65</c:v>
                </c:pt>
                <c:pt idx="1">
                  <c:v>0.35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8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çılış T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Yazı+Fotoğraf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T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peratö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I Arz Eder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+Yazı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+Yazı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deo+Yaz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çılış 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4.png"/><Relationship Id="rId7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slideLayout" Target="../slideLayouts/slideLayout34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slideLayout" Target="../slideLayouts/slideLayout35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slideLayout" Target="../slideLayouts/slideLayout37.xml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slideLayout" Target="../slideLayouts/slideLayout3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D92681B-FA2D-409F-BFFA-FC7228383090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Grey_unpressed"/>
          <p:cNvSpPr/>
          <p:nvPr/>
        </p:nvSpPr>
        <p:spPr>
          <a:xfrm>
            <a:off x="2833920" y="2727720"/>
            <a:ext cx="6469200" cy="1517040"/>
          </a:xfrm>
          <a:custGeom>
            <a:avLst/>
            <a:gdLst>
              <a:gd name="textAreaLeft" fmla="*/ 0 w 6469200"/>
              <a:gd name="textAreaRight" fmla="*/ 6474600 w 6469200"/>
              <a:gd name="textAreaTop" fmla="*/ 0 h 1517040"/>
              <a:gd name="textAreaBottom" fmla="*/ 1522440 h 151704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" name="TextBox 4"/>
          <p:cNvSpPr/>
          <p:nvPr/>
        </p:nvSpPr>
        <p:spPr>
          <a:xfrm>
            <a:off x="7392960" y="6313680"/>
            <a:ext cx="57056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Freeform 6"/>
          <p:cNvSpPr/>
          <p:nvPr/>
        </p:nvSpPr>
        <p:spPr>
          <a:xfrm>
            <a:off x="2435040" y="2589840"/>
            <a:ext cx="2434680" cy="2609640"/>
          </a:xfrm>
          <a:custGeom>
            <a:avLst/>
            <a:gdLst>
              <a:gd name="textAreaLeft" fmla="*/ 0 w 2434680"/>
              <a:gd name="textAreaRight" fmla="*/ 2440080 w 2434680"/>
              <a:gd name="textAreaTop" fmla="*/ 0 h 2609640"/>
              <a:gd name="textAreaBottom" fmla="*/ 2615040 h 260964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5" name="Oval 7"/>
          <p:cNvSpPr/>
          <p:nvPr/>
        </p:nvSpPr>
        <p:spPr>
          <a:xfrm>
            <a:off x="3103920" y="3080520"/>
            <a:ext cx="981360" cy="9813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" name="Group 8"/>
          <p:cNvGrpSpPr/>
          <p:nvPr/>
        </p:nvGrpSpPr>
        <p:grpSpPr>
          <a:xfrm>
            <a:off x="4008600" y="3031920"/>
            <a:ext cx="4119480" cy="908640"/>
            <a:chOff x="4008600" y="3031920"/>
            <a:chExt cx="4119480" cy="908640"/>
          </a:xfrm>
        </p:grpSpPr>
        <p:pic>
          <p:nvPicPr>
            <p:cNvPr id="7" name="Picture 9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4994640" y="3031920"/>
              <a:ext cx="3133440" cy="8600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" name="Picture 10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4008600" y="3080520"/>
              <a:ext cx="958320" cy="860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9" name="Rectangle 12"/>
          <p:cNvSpPr/>
          <p:nvPr/>
        </p:nvSpPr>
        <p:spPr>
          <a:xfrm>
            <a:off x="11271960" y="256320"/>
            <a:ext cx="678240" cy="490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0" name="Group 19"/>
          <p:cNvGrpSpPr/>
          <p:nvPr/>
        </p:nvGrpSpPr>
        <p:grpSpPr>
          <a:xfrm>
            <a:off x="1717560" y="6498720"/>
            <a:ext cx="902520" cy="195840"/>
            <a:chOff x="1717560" y="6498720"/>
            <a:chExt cx="902520" cy="195840"/>
          </a:xfrm>
        </p:grpSpPr>
        <p:pic>
          <p:nvPicPr>
            <p:cNvPr id="11" name="Picture 20" descr=""/>
            <p:cNvPicPr/>
            <p:nvPr/>
          </p:nvPicPr>
          <p:blipFill>
            <a:blip r:embed="rId4"/>
            <a:srcRect l="24312" t="0" r="0" b="0"/>
            <a:stretch/>
          </p:blipFill>
          <p:spPr>
            <a:xfrm>
              <a:off x="1934640" y="6498720"/>
              <a:ext cx="685440" cy="1850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2" name="Picture 21" descr=""/>
            <p:cNvPicPr/>
            <p:nvPr/>
          </p:nvPicPr>
          <p:blipFill>
            <a:blip r:embed="rId5"/>
            <a:srcRect l="0" t="0" r="76760" b="0"/>
            <a:stretch/>
          </p:blipFill>
          <p:spPr>
            <a:xfrm>
              <a:off x="1717560" y="6509520"/>
              <a:ext cx="206640" cy="18504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13" name="Picture 22" descr=""/>
          <p:cNvPicPr/>
          <p:nvPr/>
        </p:nvPicPr>
        <p:blipFill>
          <a:blip r:embed="rId6"/>
          <a:stretch/>
        </p:blipFill>
        <p:spPr>
          <a:xfrm>
            <a:off x="169560" y="6469200"/>
            <a:ext cx="1330560" cy="254520"/>
          </a:xfrm>
          <a:prstGeom prst="rect">
            <a:avLst/>
          </a:prstGeom>
          <a:ln w="0">
            <a:noFill/>
          </a:ln>
        </p:spPr>
      </p:pic>
      <p:sp>
        <p:nvSpPr>
          <p:cNvPr id="14" name="TextBox 23"/>
          <p:cNvSpPr/>
          <p:nvPr/>
        </p:nvSpPr>
        <p:spPr>
          <a:xfrm>
            <a:off x="1585440" y="6498720"/>
            <a:ext cx="41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Box 24"/>
          <p:cNvSpPr/>
          <p:nvPr/>
        </p:nvSpPr>
        <p:spPr>
          <a:xfrm>
            <a:off x="1585440" y="6454800"/>
            <a:ext cx="41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Box 25"/>
          <p:cNvSpPr/>
          <p:nvPr/>
        </p:nvSpPr>
        <p:spPr>
          <a:xfrm>
            <a:off x="1585440" y="6509520"/>
            <a:ext cx="41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7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CD2EB42-20AA-47BB-8DB7-158DBF80459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Freeform 6"/>
          <p:cNvSpPr/>
          <p:nvPr/>
        </p:nvSpPr>
        <p:spPr>
          <a:xfrm>
            <a:off x="2395440" y="1946160"/>
            <a:ext cx="1348560" cy="3706200"/>
          </a:xfrm>
          <a:custGeom>
            <a:avLst/>
            <a:gdLst>
              <a:gd name="textAreaLeft" fmla="*/ 0 w 1348560"/>
              <a:gd name="textAreaRight" fmla="*/ 1353960 w 1348560"/>
              <a:gd name="textAreaTop" fmla="*/ 0 h 3706200"/>
              <a:gd name="textAreaBottom" fmla="*/ 3711600 h 3706200"/>
            </a:gdLst>
            <a:ahLst/>
            <a:rect l="textAreaLeft" t="textAreaTop" r="textAreaRight" b="textAreaBottom"/>
            <a:pathLst>
              <a:path w="356" h="974">
                <a:moveTo>
                  <a:pt x="174" y="972"/>
                </a:moveTo>
                <a:cubicBezTo>
                  <a:pt x="274" y="974"/>
                  <a:pt x="356" y="891"/>
                  <a:pt x="356" y="791"/>
                </a:cubicBezTo>
                <a:cubicBezTo>
                  <a:pt x="356" y="182"/>
                  <a:pt x="356" y="182"/>
                  <a:pt x="356" y="182"/>
                </a:cubicBezTo>
                <a:cubicBezTo>
                  <a:pt x="356" y="85"/>
                  <a:pt x="278" y="3"/>
                  <a:pt x="181" y="1"/>
                </a:cubicBezTo>
                <a:cubicBezTo>
                  <a:pt x="82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2" name="Freeform 7"/>
          <p:cNvSpPr/>
          <p:nvPr/>
        </p:nvSpPr>
        <p:spPr>
          <a:xfrm>
            <a:off x="4432320" y="1946160"/>
            <a:ext cx="1355760" cy="3706200"/>
          </a:xfrm>
          <a:custGeom>
            <a:avLst/>
            <a:gdLst>
              <a:gd name="textAreaLeft" fmla="*/ 0 w 1355760"/>
              <a:gd name="textAreaRight" fmla="*/ 1361160 w 1355760"/>
              <a:gd name="textAreaTop" fmla="*/ 0 h 3706200"/>
              <a:gd name="textAreaBottom" fmla="*/ 3711600 h 370620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3" name="Freeform 8"/>
          <p:cNvSpPr/>
          <p:nvPr/>
        </p:nvSpPr>
        <p:spPr>
          <a:xfrm>
            <a:off x="8443800" y="1946160"/>
            <a:ext cx="1347120" cy="3706200"/>
          </a:xfrm>
          <a:custGeom>
            <a:avLst/>
            <a:gdLst>
              <a:gd name="textAreaLeft" fmla="*/ 0 w 1347120"/>
              <a:gd name="textAreaRight" fmla="*/ 1352520 w 1347120"/>
              <a:gd name="textAreaTop" fmla="*/ 0 h 3706200"/>
              <a:gd name="textAreaBottom" fmla="*/ 3711600 h 370620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4" name="Freeform 9"/>
          <p:cNvSpPr/>
          <p:nvPr/>
        </p:nvSpPr>
        <p:spPr>
          <a:xfrm>
            <a:off x="6396840" y="1946160"/>
            <a:ext cx="1357200" cy="3706200"/>
          </a:xfrm>
          <a:custGeom>
            <a:avLst/>
            <a:gdLst>
              <a:gd name="textAreaLeft" fmla="*/ 0 w 1357200"/>
              <a:gd name="textAreaRight" fmla="*/ 1362600 w 1357200"/>
              <a:gd name="textAreaTop" fmla="*/ 0 h 3706200"/>
              <a:gd name="textAreaBottom" fmla="*/ 3711600 h 370620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" name="Rectangle 18"/>
          <p:cNvSpPr/>
          <p:nvPr/>
        </p:nvSpPr>
        <p:spPr>
          <a:xfrm rot="16200000">
            <a:off x="2796480" y="322668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Rectangle 19"/>
          <p:cNvSpPr/>
          <p:nvPr/>
        </p:nvSpPr>
        <p:spPr>
          <a:xfrm rot="16200000">
            <a:off x="4832280" y="424944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Rectangle 20"/>
          <p:cNvSpPr/>
          <p:nvPr/>
        </p:nvSpPr>
        <p:spPr>
          <a:xfrm rot="16200000">
            <a:off x="6807240" y="325044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Rectangle 21"/>
          <p:cNvSpPr/>
          <p:nvPr/>
        </p:nvSpPr>
        <p:spPr>
          <a:xfrm rot="16200000">
            <a:off x="8845560" y="419580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Oval 17"/>
          <p:cNvSpPr/>
          <p:nvPr/>
        </p:nvSpPr>
        <p:spPr>
          <a:xfrm>
            <a:off x="2508840" y="2128320"/>
            <a:ext cx="1099440" cy="10994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0" name="Oval 18"/>
          <p:cNvSpPr/>
          <p:nvPr/>
        </p:nvSpPr>
        <p:spPr>
          <a:xfrm>
            <a:off x="4572000" y="4398840"/>
            <a:ext cx="1099440" cy="10994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1" name="Oval 19"/>
          <p:cNvSpPr/>
          <p:nvPr/>
        </p:nvSpPr>
        <p:spPr>
          <a:xfrm>
            <a:off x="8562240" y="4398840"/>
            <a:ext cx="1099440" cy="10994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2" name="Oval 20"/>
          <p:cNvSpPr/>
          <p:nvPr/>
        </p:nvSpPr>
        <p:spPr>
          <a:xfrm>
            <a:off x="6514920" y="2128320"/>
            <a:ext cx="1099440" cy="10994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3" name="object 384"/>
          <p:cNvSpPr/>
          <p:nvPr/>
        </p:nvSpPr>
        <p:spPr>
          <a:xfrm flipV="1">
            <a:off x="356760" y="671328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object 4"/>
          <p:cNvSpPr/>
          <p:nvPr/>
        </p:nvSpPr>
        <p:spPr>
          <a:xfrm>
            <a:off x="10477800" y="663120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object 384"/>
          <p:cNvSpPr/>
          <p:nvPr/>
        </p:nvSpPr>
        <p:spPr>
          <a:xfrm flipV="1" rot="10800000">
            <a:off x="6101640" y="671868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object 386"/>
          <p:cNvSpPr/>
          <p:nvPr/>
        </p:nvSpPr>
        <p:spPr>
          <a:xfrm>
            <a:off x="5927400" y="651744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Freeform 29"/>
          <p:cNvSpPr/>
          <p:nvPr/>
        </p:nvSpPr>
        <p:spPr>
          <a:xfrm rot="370200">
            <a:off x="-1741680" y="-1069920"/>
            <a:ext cx="12068640" cy="5607000"/>
          </a:xfrm>
          <a:custGeom>
            <a:avLst/>
            <a:gdLst>
              <a:gd name="textAreaLeft" fmla="*/ 0 w 12068640"/>
              <a:gd name="textAreaRight" fmla="*/ 12074040 w 12068640"/>
              <a:gd name="textAreaTop" fmla="*/ 0 h 5607000"/>
              <a:gd name="textAreaBottom" fmla="*/ 5612400 h 5607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38" name="Group 25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39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0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1" name="Rectangle 30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E031FD7-6C2B-418E-A8C6-FF0E1E8B5DF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44" name="Group 4"/>
          <p:cNvGrpSpPr/>
          <p:nvPr/>
        </p:nvGrpSpPr>
        <p:grpSpPr>
          <a:xfrm>
            <a:off x="877320" y="2252880"/>
            <a:ext cx="55080" cy="3384000"/>
            <a:chOff x="877320" y="2252880"/>
            <a:chExt cx="55080" cy="3384000"/>
          </a:xfrm>
        </p:grpSpPr>
        <p:sp>
          <p:nvSpPr>
            <p:cNvPr id="45" name="Freeform 6"/>
            <p:cNvSpPr/>
            <p:nvPr/>
          </p:nvSpPr>
          <p:spPr>
            <a:xfrm>
              <a:off x="877320" y="2257560"/>
              <a:ext cx="55080" cy="3379320"/>
            </a:xfrm>
            <a:custGeom>
              <a:avLst/>
              <a:gdLst>
                <a:gd name="textAreaLeft" fmla="*/ 0 w 55080"/>
                <a:gd name="textAreaRight" fmla="*/ 60480 w 55080"/>
                <a:gd name="textAreaTop" fmla="*/ 0 h 3379320"/>
                <a:gd name="textAreaBottom" fmla="*/ 3384720 h 337932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6" name="Freeform 6"/>
            <p:cNvSpPr/>
            <p:nvPr/>
          </p:nvSpPr>
          <p:spPr>
            <a:xfrm>
              <a:off x="877320" y="2252880"/>
              <a:ext cx="55080" cy="3379320"/>
            </a:xfrm>
            <a:custGeom>
              <a:avLst/>
              <a:gdLst>
                <a:gd name="textAreaLeft" fmla="*/ 0 w 55080"/>
                <a:gd name="textAreaRight" fmla="*/ 60480 w 55080"/>
                <a:gd name="textAreaTop" fmla="*/ 0 h 3379320"/>
                <a:gd name="textAreaBottom" fmla="*/ 3384720 h 337932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" name="Group 8"/>
          <p:cNvGrpSpPr/>
          <p:nvPr/>
        </p:nvGrpSpPr>
        <p:grpSpPr>
          <a:xfrm>
            <a:off x="3442320" y="2233800"/>
            <a:ext cx="55080" cy="3384360"/>
            <a:chOff x="3442320" y="2233800"/>
            <a:chExt cx="55080" cy="3384360"/>
          </a:xfrm>
        </p:grpSpPr>
        <p:sp>
          <p:nvSpPr>
            <p:cNvPr id="48" name="Freeform 6"/>
            <p:cNvSpPr/>
            <p:nvPr/>
          </p:nvSpPr>
          <p:spPr>
            <a:xfrm>
              <a:off x="3442320" y="2238840"/>
              <a:ext cx="55080" cy="3379320"/>
            </a:xfrm>
            <a:custGeom>
              <a:avLst/>
              <a:gdLst>
                <a:gd name="textAreaLeft" fmla="*/ 0 w 55080"/>
                <a:gd name="textAreaRight" fmla="*/ 60480 w 55080"/>
                <a:gd name="textAreaTop" fmla="*/ 0 h 3379320"/>
                <a:gd name="textAreaBottom" fmla="*/ 3384720 h 337932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9" name="Freeform 6"/>
            <p:cNvSpPr/>
            <p:nvPr/>
          </p:nvSpPr>
          <p:spPr>
            <a:xfrm>
              <a:off x="3442320" y="2233800"/>
              <a:ext cx="55080" cy="3379320"/>
            </a:xfrm>
            <a:custGeom>
              <a:avLst/>
              <a:gdLst>
                <a:gd name="textAreaLeft" fmla="*/ 0 w 55080"/>
                <a:gd name="textAreaRight" fmla="*/ 60480 w 55080"/>
                <a:gd name="textAreaTop" fmla="*/ 0 h 3379320"/>
                <a:gd name="textAreaBottom" fmla="*/ 3384720 h 337932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0" name="Group 11"/>
          <p:cNvGrpSpPr/>
          <p:nvPr/>
        </p:nvGrpSpPr>
        <p:grpSpPr>
          <a:xfrm>
            <a:off x="6006960" y="2252880"/>
            <a:ext cx="55080" cy="3384000"/>
            <a:chOff x="6006960" y="2252880"/>
            <a:chExt cx="55080" cy="3384000"/>
          </a:xfrm>
        </p:grpSpPr>
        <p:sp>
          <p:nvSpPr>
            <p:cNvPr id="51" name="Freeform 6"/>
            <p:cNvSpPr/>
            <p:nvPr/>
          </p:nvSpPr>
          <p:spPr>
            <a:xfrm>
              <a:off x="6006960" y="2257560"/>
              <a:ext cx="55080" cy="3379320"/>
            </a:xfrm>
            <a:custGeom>
              <a:avLst/>
              <a:gdLst>
                <a:gd name="textAreaLeft" fmla="*/ 0 w 55080"/>
                <a:gd name="textAreaRight" fmla="*/ 60480 w 55080"/>
                <a:gd name="textAreaTop" fmla="*/ 0 h 3379320"/>
                <a:gd name="textAreaBottom" fmla="*/ 3384720 h 337932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2" name="Freeform 6"/>
            <p:cNvSpPr/>
            <p:nvPr/>
          </p:nvSpPr>
          <p:spPr>
            <a:xfrm>
              <a:off x="6006960" y="2252880"/>
              <a:ext cx="55080" cy="3379320"/>
            </a:xfrm>
            <a:custGeom>
              <a:avLst/>
              <a:gdLst>
                <a:gd name="textAreaLeft" fmla="*/ 0 w 55080"/>
                <a:gd name="textAreaRight" fmla="*/ 60480 w 55080"/>
                <a:gd name="textAreaTop" fmla="*/ 0 h 3379320"/>
                <a:gd name="textAreaBottom" fmla="*/ 3384720 h 337932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3" name="Group 14"/>
          <p:cNvGrpSpPr/>
          <p:nvPr/>
        </p:nvGrpSpPr>
        <p:grpSpPr>
          <a:xfrm>
            <a:off x="8574480" y="2233800"/>
            <a:ext cx="55080" cy="3384360"/>
            <a:chOff x="8574480" y="2233800"/>
            <a:chExt cx="55080" cy="3384360"/>
          </a:xfrm>
        </p:grpSpPr>
        <p:sp>
          <p:nvSpPr>
            <p:cNvPr id="54" name="Freeform 6"/>
            <p:cNvSpPr/>
            <p:nvPr/>
          </p:nvSpPr>
          <p:spPr>
            <a:xfrm>
              <a:off x="8574480" y="2238840"/>
              <a:ext cx="55080" cy="3379320"/>
            </a:xfrm>
            <a:custGeom>
              <a:avLst/>
              <a:gdLst>
                <a:gd name="textAreaLeft" fmla="*/ 0 w 55080"/>
                <a:gd name="textAreaRight" fmla="*/ 60480 w 55080"/>
                <a:gd name="textAreaTop" fmla="*/ 0 h 3379320"/>
                <a:gd name="textAreaBottom" fmla="*/ 3384720 h 337932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5" name="Freeform 6"/>
            <p:cNvSpPr/>
            <p:nvPr/>
          </p:nvSpPr>
          <p:spPr>
            <a:xfrm>
              <a:off x="8574480" y="2233800"/>
              <a:ext cx="55080" cy="3379320"/>
            </a:xfrm>
            <a:custGeom>
              <a:avLst/>
              <a:gdLst>
                <a:gd name="textAreaLeft" fmla="*/ 0 w 55080"/>
                <a:gd name="textAreaRight" fmla="*/ 60480 w 55080"/>
                <a:gd name="textAreaTop" fmla="*/ 0 h 3379320"/>
                <a:gd name="textAreaBottom" fmla="*/ 3384720 h 337932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" name="Group 17"/>
          <p:cNvGrpSpPr/>
          <p:nvPr/>
        </p:nvGrpSpPr>
        <p:grpSpPr>
          <a:xfrm>
            <a:off x="11136960" y="2252880"/>
            <a:ext cx="55080" cy="3384000"/>
            <a:chOff x="11136960" y="2252880"/>
            <a:chExt cx="55080" cy="3384000"/>
          </a:xfrm>
        </p:grpSpPr>
        <p:sp>
          <p:nvSpPr>
            <p:cNvPr id="57" name="Freeform 6"/>
            <p:cNvSpPr/>
            <p:nvPr/>
          </p:nvSpPr>
          <p:spPr>
            <a:xfrm>
              <a:off x="11136960" y="2257560"/>
              <a:ext cx="55080" cy="3379320"/>
            </a:xfrm>
            <a:custGeom>
              <a:avLst/>
              <a:gdLst>
                <a:gd name="textAreaLeft" fmla="*/ 0 w 55080"/>
                <a:gd name="textAreaRight" fmla="*/ 60480 w 55080"/>
                <a:gd name="textAreaTop" fmla="*/ 0 h 3379320"/>
                <a:gd name="textAreaBottom" fmla="*/ 3384720 h 337932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8" name="Freeform 6"/>
            <p:cNvSpPr/>
            <p:nvPr/>
          </p:nvSpPr>
          <p:spPr>
            <a:xfrm>
              <a:off x="11136960" y="2252880"/>
              <a:ext cx="55080" cy="3379320"/>
            </a:xfrm>
            <a:custGeom>
              <a:avLst/>
              <a:gdLst>
                <a:gd name="textAreaLeft" fmla="*/ 0 w 55080"/>
                <a:gd name="textAreaRight" fmla="*/ 60480 w 55080"/>
                <a:gd name="textAreaTop" fmla="*/ 0 h 3379320"/>
                <a:gd name="textAreaBottom" fmla="*/ 3384720 h 337932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9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0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1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2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Freeform 32"/>
          <p:cNvSpPr/>
          <p:nvPr/>
        </p:nvSpPr>
        <p:spPr>
          <a:xfrm>
            <a:off x="-1892160" y="-1089000"/>
            <a:ext cx="7424280" cy="3801960"/>
          </a:xfrm>
          <a:custGeom>
            <a:avLst/>
            <a:gdLst>
              <a:gd name="textAreaLeft" fmla="*/ 0 w 7424280"/>
              <a:gd name="textAreaRight" fmla="*/ 7429680 w 7424280"/>
              <a:gd name="textAreaTop" fmla="*/ 0 h 3801960"/>
              <a:gd name="textAreaBottom" fmla="*/ 3807360 h 3801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4" name="Group 24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65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67" name="Rectangle 33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7BEBF38-8E7C-4289-A20E-1847E3F3665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70" name="Group 7"/>
          <p:cNvGrpSpPr/>
          <p:nvPr/>
        </p:nvGrpSpPr>
        <p:grpSpPr>
          <a:xfrm>
            <a:off x="6215040" y="801720"/>
            <a:ext cx="4687200" cy="5331600"/>
            <a:chOff x="6215040" y="801720"/>
            <a:chExt cx="4687200" cy="5331600"/>
          </a:xfrm>
        </p:grpSpPr>
        <p:sp>
          <p:nvSpPr>
            <p:cNvPr id="71" name="Freeform 8"/>
            <p:cNvSpPr/>
            <p:nvPr/>
          </p:nvSpPr>
          <p:spPr>
            <a:xfrm>
              <a:off x="6215040" y="801720"/>
              <a:ext cx="4687200" cy="5331600"/>
            </a:xfrm>
            <a:custGeom>
              <a:avLst/>
              <a:gdLst>
                <a:gd name="textAreaLeft" fmla="*/ 0 w 4687200"/>
                <a:gd name="textAreaRight" fmla="*/ 4692600 w 4687200"/>
                <a:gd name="textAreaTop" fmla="*/ 0 h 5331600"/>
                <a:gd name="textAreaBottom" fmla="*/ 5337000 h 533160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" name="Freeform 6"/>
            <p:cNvSpPr/>
            <p:nvPr/>
          </p:nvSpPr>
          <p:spPr>
            <a:xfrm>
              <a:off x="6215040" y="801720"/>
              <a:ext cx="4687200" cy="5331600"/>
            </a:xfrm>
            <a:custGeom>
              <a:avLst/>
              <a:gdLst>
                <a:gd name="textAreaLeft" fmla="*/ 0 w 4687200"/>
                <a:gd name="textAreaRight" fmla="*/ 4692600 w 4687200"/>
                <a:gd name="textAreaTop" fmla="*/ 0 h 5331600"/>
                <a:gd name="textAreaBottom" fmla="*/ 5337000 h 533160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3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5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7" name="Freeform 18"/>
          <p:cNvSpPr/>
          <p:nvPr/>
        </p:nvSpPr>
        <p:spPr>
          <a:xfrm rot="237600">
            <a:off x="-1389240" y="-954360"/>
            <a:ext cx="7398720" cy="6142320"/>
          </a:xfrm>
          <a:custGeom>
            <a:avLst/>
            <a:gdLst>
              <a:gd name="textAreaLeft" fmla="*/ 0 w 7398720"/>
              <a:gd name="textAreaRight" fmla="*/ 7404120 w 7398720"/>
              <a:gd name="textAreaTop" fmla="*/ 0 h 6142320"/>
              <a:gd name="textAreaBottom" fmla="*/ 6147720 h 61423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78" name="Group 10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79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0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1" name="Text Placeholder 5"/>
          <p:cNvSpPr/>
          <p:nvPr/>
        </p:nvSpPr>
        <p:spPr>
          <a:xfrm>
            <a:off x="603720" y="805680"/>
            <a:ext cx="4769640" cy="5331600"/>
          </a:xfrm>
          <a:prstGeom prst="roundRect">
            <a:avLst>
              <a:gd name="adj" fmla="val 953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Rectangle 19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4B1FCCE-54DE-42BC-9FCE-C2998F25EF6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5" name="Group 11"/>
          <p:cNvGrpSpPr/>
          <p:nvPr/>
        </p:nvGrpSpPr>
        <p:grpSpPr>
          <a:xfrm>
            <a:off x="9316080" y="1022400"/>
            <a:ext cx="2317680" cy="2319840"/>
            <a:chOff x="9316080" y="1022400"/>
            <a:chExt cx="2317680" cy="2319840"/>
          </a:xfrm>
        </p:grpSpPr>
        <p:sp>
          <p:nvSpPr>
            <p:cNvPr id="86" name="Freeform 6"/>
            <p:cNvSpPr/>
            <p:nvPr/>
          </p:nvSpPr>
          <p:spPr>
            <a:xfrm>
              <a:off x="9316080" y="1022400"/>
              <a:ext cx="2317680" cy="2319840"/>
            </a:xfrm>
            <a:custGeom>
              <a:avLst/>
              <a:gdLst>
                <a:gd name="textAreaLeft" fmla="*/ 0 w 2317680"/>
                <a:gd name="textAreaRight" fmla="*/ 2323080 w 2317680"/>
                <a:gd name="textAreaTop" fmla="*/ 0 h 2319840"/>
                <a:gd name="textAreaBottom" fmla="*/ 2325240 h 2319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7" name="Freeform 6"/>
            <p:cNvSpPr/>
            <p:nvPr/>
          </p:nvSpPr>
          <p:spPr>
            <a:xfrm>
              <a:off x="9316080" y="1022400"/>
              <a:ext cx="2317680" cy="2319840"/>
            </a:xfrm>
            <a:custGeom>
              <a:avLst/>
              <a:gdLst>
                <a:gd name="textAreaLeft" fmla="*/ 0 w 2317680"/>
                <a:gd name="textAreaRight" fmla="*/ 2323080 w 2317680"/>
                <a:gd name="textAreaTop" fmla="*/ 0 h 2319840"/>
                <a:gd name="textAreaBottom" fmla="*/ 2325240 h 2319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8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0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1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92" name="Group 28"/>
          <p:cNvGrpSpPr/>
          <p:nvPr/>
        </p:nvGrpSpPr>
        <p:grpSpPr>
          <a:xfrm>
            <a:off x="6627960" y="1022400"/>
            <a:ext cx="2317680" cy="2319840"/>
            <a:chOff x="6627960" y="1022400"/>
            <a:chExt cx="2317680" cy="2319840"/>
          </a:xfrm>
        </p:grpSpPr>
        <p:sp>
          <p:nvSpPr>
            <p:cNvPr id="93" name="Freeform 6"/>
            <p:cNvSpPr/>
            <p:nvPr/>
          </p:nvSpPr>
          <p:spPr>
            <a:xfrm>
              <a:off x="6627960" y="1022400"/>
              <a:ext cx="2317680" cy="2319840"/>
            </a:xfrm>
            <a:custGeom>
              <a:avLst/>
              <a:gdLst>
                <a:gd name="textAreaLeft" fmla="*/ 0 w 2317680"/>
                <a:gd name="textAreaRight" fmla="*/ 2323080 w 2317680"/>
                <a:gd name="textAreaTop" fmla="*/ 0 h 2319840"/>
                <a:gd name="textAreaBottom" fmla="*/ 2325240 h 2319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4" name="Freeform 6"/>
            <p:cNvSpPr/>
            <p:nvPr/>
          </p:nvSpPr>
          <p:spPr>
            <a:xfrm>
              <a:off x="6627960" y="1022400"/>
              <a:ext cx="2317680" cy="2319840"/>
            </a:xfrm>
            <a:custGeom>
              <a:avLst/>
              <a:gdLst>
                <a:gd name="textAreaLeft" fmla="*/ 0 w 2317680"/>
                <a:gd name="textAreaRight" fmla="*/ 2323080 w 2317680"/>
                <a:gd name="textAreaTop" fmla="*/ 0 h 2319840"/>
                <a:gd name="textAreaBottom" fmla="*/ 2325240 h 2319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95" name="Group 32"/>
          <p:cNvGrpSpPr/>
          <p:nvPr/>
        </p:nvGrpSpPr>
        <p:grpSpPr>
          <a:xfrm>
            <a:off x="9316080" y="3486960"/>
            <a:ext cx="2317680" cy="2319840"/>
            <a:chOff x="9316080" y="3486960"/>
            <a:chExt cx="2317680" cy="2319840"/>
          </a:xfrm>
        </p:grpSpPr>
        <p:sp>
          <p:nvSpPr>
            <p:cNvPr id="96" name="Freeform 6"/>
            <p:cNvSpPr/>
            <p:nvPr/>
          </p:nvSpPr>
          <p:spPr>
            <a:xfrm>
              <a:off x="9316080" y="3486960"/>
              <a:ext cx="2317680" cy="2319840"/>
            </a:xfrm>
            <a:custGeom>
              <a:avLst/>
              <a:gdLst>
                <a:gd name="textAreaLeft" fmla="*/ 0 w 2317680"/>
                <a:gd name="textAreaRight" fmla="*/ 2323080 w 2317680"/>
                <a:gd name="textAreaTop" fmla="*/ 0 h 2319840"/>
                <a:gd name="textAreaBottom" fmla="*/ 2325240 h 2319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7" name="Freeform 6"/>
            <p:cNvSpPr/>
            <p:nvPr/>
          </p:nvSpPr>
          <p:spPr>
            <a:xfrm>
              <a:off x="9316080" y="3486960"/>
              <a:ext cx="2317680" cy="2319840"/>
            </a:xfrm>
            <a:custGeom>
              <a:avLst/>
              <a:gdLst>
                <a:gd name="textAreaLeft" fmla="*/ 0 w 2317680"/>
                <a:gd name="textAreaRight" fmla="*/ 2323080 w 2317680"/>
                <a:gd name="textAreaTop" fmla="*/ 0 h 2319840"/>
                <a:gd name="textAreaBottom" fmla="*/ 2325240 h 2319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98" name="Group 36"/>
          <p:cNvGrpSpPr/>
          <p:nvPr/>
        </p:nvGrpSpPr>
        <p:grpSpPr>
          <a:xfrm>
            <a:off x="6627960" y="3486960"/>
            <a:ext cx="2317680" cy="2319840"/>
            <a:chOff x="6627960" y="3486960"/>
            <a:chExt cx="2317680" cy="2319840"/>
          </a:xfrm>
        </p:grpSpPr>
        <p:sp>
          <p:nvSpPr>
            <p:cNvPr id="99" name="Freeform 6"/>
            <p:cNvSpPr/>
            <p:nvPr/>
          </p:nvSpPr>
          <p:spPr>
            <a:xfrm>
              <a:off x="6627960" y="3486960"/>
              <a:ext cx="2317680" cy="2319840"/>
            </a:xfrm>
            <a:custGeom>
              <a:avLst/>
              <a:gdLst>
                <a:gd name="textAreaLeft" fmla="*/ 0 w 2317680"/>
                <a:gd name="textAreaRight" fmla="*/ 2323080 w 2317680"/>
                <a:gd name="textAreaTop" fmla="*/ 0 h 2319840"/>
                <a:gd name="textAreaBottom" fmla="*/ 2325240 h 2319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0" name="Freeform 6"/>
            <p:cNvSpPr/>
            <p:nvPr/>
          </p:nvSpPr>
          <p:spPr>
            <a:xfrm>
              <a:off x="6627960" y="3486960"/>
              <a:ext cx="2317680" cy="2319840"/>
            </a:xfrm>
            <a:custGeom>
              <a:avLst/>
              <a:gdLst>
                <a:gd name="textAreaLeft" fmla="*/ 0 w 2317680"/>
                <a:gd name="textAreaRight" fmla="*/ 2323080 w 2317680"/>
                <a:gd name="textAreaTop" fmla="*/ 0 h 2319840"/>
                <a:gd name="textAreaBottom" fmla="*/ 2325240 h 2319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1" name="Freeform 45"/>
          <p:cNvSpPr/>
          <p:nvPr/>
        </p:nvSpPr>
        <p:spPr>
          <a:xfrm rot="370200">
            <a:off x="-1693800" y="-682920"/>
            <a:ext cx="12068640" cy="5607000"/>
          </a:xfrm>
          <a:custGeom>
            <a:avLst/>
            <a:gdLst>
              <a:gd name="textAreaLeft" fmla="*/ 0 w 12068640"/>
              <a:gd name="textAreaRight" fmla="*/ 12074040 w 12068640"/>
              <a:gd name="textAreaTop" fmla="*/ 0 h 5607000"/>
              <a:gd name="textAreaBottom" fmla="*/ 5612400 h 5607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02" name="Group 17"/>
          <p:cNvGrpSpPr/>
          <p:nvPr/>
        </p:nvGrpSpPr>
        <p:grpSpPr>
          <a:xfrm>
            <a:off x="581400" y="1022400"/>
            <a:ext cx="4782600" cy="4786920"/>
            <a:chOff x="581400" y="1022400"/>
            <a:chExt cx="4782600" cy="4786920"/>
          </a:xfrm>
        </p:grpSpPr>
        <p:sp>
          <p:nvSpPr>
            <p:cNvPr id="103" name="Freeform 22"/>
            <p:cNvSpPr/>
            <p:nvPr/>
          </p:nvSpPr>
          <p:spPr>
            <a:xfrm>
              <a:off x="581400" y="1022400"/>
              <a:ext cx="4782600" cy="4786920"/>
            </a:xfrm>
            <a:custGeom>
              <a:avLst/>
              <a:gdLst>
                <a:gd name="textAreaLeft" fmla="*/ 0 w 4782600"/>
                <a:gd name="textAreaRight" fmla="*/ 4788000 w 4782600"/>
                <a:gd name="textAreaTop" fmla="*/ 0 h 4786920"/>
                <a:gd name="textAreaBottom" fmla="*/ 4792320 h 47869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4" name="Freeform 6"/>
            <p:cNvSpPr/>
            <p:nvPr/>
          </p:nvSpPr>
          <p:spPr>
            <a:xfrm>
              <a:off x="581400" y="1022400"/>
              <a:ext cx="4782600" cy="4786920"/>
            </a:xfrm>
            <a:custGeom>
              <a:avLst/>
              <a:gdLst>
                <a:gd name="textAreaLeft" fmla="*/ 0 w 4782600"/>
                <a:gd name="textAreaRight" fmla="*/ 4788000 w 4782600"/>
                <a:gd name="textAreaTop" fmla="*/ 0 h 4786920"/>
                <a:gd name="textAreaBottom" fmla="*/ 4792320 h 47869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5" name="Text Placeholder 2"/>
          <p:cNvSpPr/>
          <p:nvPr/>
        </p:nvSpPr>
        <p:spPr>
          <a:xfrm>
            <a:off x="817920" y="1284120"/>
            <a:ext cx="4312440" cy="4274640"/>
          </a:xfrm>
          <a:prstGeom prst="roundRect">
            <a:avLst>
              <a:gd name="adj" fmla="val 6666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06" name="Group 35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107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8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9" name="Rectangle 46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1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A32CEF8-33B5-4BB5-8356-414BAB133BE1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Line 13"/>
          <p:cNvSpPr/>
          <p:nvPr/>
        </p:nvSpPr>
        <p:spPr>
          <a:xfrm>
            <a:off x="1998000" y="3327840"/>
            <a:ext cx="803268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113" name="Group 6"/>
          <p:cNvGrpSpPr/>
          <p:nvPr/>
        </p:nvGrpSpPr>
        <p:grpSpPr>
          <a:xfrm>
            <a:off x="1853640" y="3183480"/>
            <a:ext cx="286560" cy="286560"/>
            <a:chOff x="1853640" y="3183480"/>
            <a:chExt cx="286560" cy="286560"/>
          </a:xfrm>
        </p:grpSpPr>
        <p:sp>
          <p:nvSpPr>
            <p:cNvPr id="114" name="Oval 7"/>
            <p:cNvSpPr/>
            <p:nvPr/>
          </p:nvSpPr>
          <p:spPr>
            <a:xfrm>
              <a:off x="1853640" y="3183480"/>
              <a:ext cx="286560" cy="2865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5" name="Oval 28"/>
            <p:cNvSpPr/>
            <p:nvPr/>
          </p:nvSpPr>
          <p:spPr>
            <a:xfrm>
              <a:off x="1927440" y="3257280"/>
              <a:ext cx="135720" cy="134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16" name="Group 9"/>
          <p:cNvGrpSpPr/>
          <p:nvPr/>
        </p:nvGrpSpPr>
        <p:grpSpPr>
          <a:xfrm>
            <a:off x="3190320" y="3183480"/>
            <a:ext cx="286560" cy="286560"/>
            <a:chOff x="3190320" y="3183480"/>
            <a:chExt cx="286560" cy="286560"/>
          </a:xfrm>
        </p:grpSpPr>
        <p:sp>
          <p:nvSpPr>
            <p:cNvPr id="117" name="Oval 10"/>
            <p:cNvSpPr/>
            <p:nvPr/>
          </p:nvSpPr>
          <p:spPr>
            <a:xfrm>
              <a:off x="3190320" y="3183480"/>
              <a:ext cx="286560" cy="2865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8" name="Oval 28"/>
            <p:cNvSpPr/>
            <p:nvPr/>
          </p:nvSpPr>
          <p:spPr>
            <a:xfrm>
              <a:off x="3264120" y="3257280"/>
              <a:ext cx="135720" cy="134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19" name="Group 12"/>
          <p:cNvGrpSpPr/>
          <p:nvPr/>
        </p:nvGrpSpPr>
        <p:grpSpPr>
          <a:xfrm>
            <a:off x="4525560" y="3183480"/>
            <a:ext cx="286560" cy="286560"/>
            <a:chOff x="4525560" y="3183480"/>
            <a:chExt cx="286560" cy="286560"/>
          </a:xfrm>
        </p:grpSpPr>
        <p:sp>
          <p:nvSpPr>
            <p:cNvPr id="120" name="Oval 13"/>
            <p:cNvSpPr/>
            <p:nvPr/>
          </p:nvSpPr>
          <p:spPr>
            <a:xfrm>
              <a:off x="4525560" y="3183480"/>
              <a:ext cx="286560" cy="2865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1" name="Oval 28"/>
            <p:cNvSpPr/>
            <p:nvPr/>
          </p:nvSpPr>
          <p:spPr>
            <a:xfrm>
              <a:off x="4599360" y="3257280"/>
              <a:ext cx="135720" cy="134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2" name="Group 15"/>
          <p:cNvGrpSpPr/>
          <p:nvPr/>
        </p:nvGrpSpPr>
        <p:grpSpPr>
          <a:xfrm>
            <a:off x="5863680" y="3183480"/>
            <a:ext cx="286560" cy="286560"/>
            <a:chOff x="5863680" y="3183480"/>
            <a:chExt cx="286560" cy="286560"/>
          </a:xfrm>
        </p:grpSpPr>
        <p:sp>
          <p:nvSpPr>
            <p:cNvPr id="123" name="Oval 16"/>
            <p:cNvSpPr/>
            <p:nvPr/>
          </p:nvSpPr>
          <p:spPr>
            <a:xfrm>
              <a:off x="5863680" y="3183480"/>
              <a:ext cx="286560" cy="2865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4" name="Oval 28"/>
            <p:cNvSpPr/>
            <p:nvPr/>
          </p:nvSpPr>
          <p:spPr>
            <a:xfrm>
              <a:off x="5937480" y="3257280"/>
              <a:ext cx="135720" cy="134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5" name="Group 18"/>
          <p:cNvGrpSpPr/>
          <p:nvPr/>
        </p:nvGrpSpPr>
        <p:grpSpPr>
          <a:xfrm>
            <a:off x="7198920" y="3183480"/>
            <a:ext cx="286560" cy="286560"/>
            <a:chOff x="7198920" y="3183480"/>
            <a:chExt cx="286560" cy="286560"/>
          </a:xfrm>
        </p:grpSpPr>
        <p:sp>
          <p:nvSpPr>
            <p:cNvPr id="126" name="Oval 19"/>
            <p:cNvSpPr/>
            <p:nvPr/>
          </p:nvSpPr>
          <p:spPr>
            <a:xfrm>
              <a:off x="7198920" y="3183480"/>
              <a:ext cx="286560" cy="2865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7" name="Oval 28"/>
            <p:cNvSpPr/>
            <p:nvPr/>
          </p:nvSpPr>
          <p:spPr>
            <a:xfrm>
              <a:off x="7272720" y="3257280"/>
              <a:ext cx="135720" cy="134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8" name="Group 21"/>
          <p:cNvGrpSpPr/>
          <p:nvPr/>
        </p:nvGrpSpPr>
        <p:grpSpPr>
          <a:xfrm>
            <a:off x="8547480" y="3183480"/>
            <a:ext cx="286560" cy="286560"/>
            <a:chOff x="8547480" y="3183480"/>
            <a:chExt cx="286560" cy="286560"/>
          </a:xfrm>
        </p:grpSpPr>
        <p:sp>
          <p:nvSpPr>
            <p:cNvPr id="129" name="Oval 22"/>
            <p:cNvSpPr/>
            <p:nvPr/>
          </p:nvSpPr>
          <p:spPr>
            <a:xfrm>
              <a:off x="8547480" y="3183480"/>
              <a:ext cx="286560" cy="2865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0" name="Oval 28"/>
            <p:cNvSpPr/>
            <p:nvPr/>
          </p:nvSpPr>
          <p:spPr>
            <a:xfrm>
              <a:off x="8621280" y="3257280"/>
              <a:ext cx="135720" cy="134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31" name="Group 24"/>
          <p:cNvGrpSpPr/>
          <p:nvPr/>
        </p:nvGrpSpPr>
        <p:grpSpPr>
          <a:xfrm>
            <a:off x="9884880" y="3183480"/>
            <a:ext cx="286560" cy="286560"/>
            <a:chOff x="9884880" y="3183480"/>
            <a:chExt cx="286560" cy="286560"/>
          </a:xfrm>
        </p:grpSpPr>
        <p:sp>
          <p:nvSpPr>
            <p:cNvPr id="132" name="Oval 25"/>
            <p:cNvSpPr/>
            <p:nvPr/>
          </p:nvSpPr>
          <p:spPr>
            <a:xfrm>
              <a:off x="9884880" y="3183480"/>
              <a:ext cx="286560" cy="2865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3" name="Oval 28"/>
            <p:cNvSpPr/>
            <p:nvPr/>
          </p:nvSpPr>
          <p:spPr>
            <a:xfrm>
              <a:off x="9958680" y="3257280"/>
              <a:ext cx="135720" cy="134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34" name="Group 28"/>
          <p:cNvGrpSpPr/>
          <p:nvPr/>
        </p:nvGrpSpPr>
        <p:grpSpPr>
          <a:xfrm>
            <a:off x="8135280" y="1762920"/>
            <a:ext cx="1113120" cy="1266120"/>
            <a:chOff x="8135280" y="1762920"/>
            <a:chExt cx="1113120" cy="1266120"/>
          </a:xfrm>
        </p:grpSpPr>
        <p:sp>
          <p:nvSpPr>
            <p:cNvPr id="135" name="Freeform 28"/>
            <p:cNvSpPr/>
            <p:nvPr/>
          </p:nvSpPr>
          <p:spPr>
            <a:xfrm>
              <a:off x="8141040" y="1762920"/>
              <a:ext cx="1107360" cy="1266120"/>
            </a:xfrm>
            <a:custGeom>
              <a:avLst/>
              <a:gdLst>
                <a:gd name="textAreaLeft" fmla="*/ 0 w 1107360"/>
                <a:gd name="textAreaRight" fmla="*/ 1112760 w 1107360"/>
                <a:gd name="textAreaTop" fmla="*/ 0 h 1266120"/>
                <a:gd name="textAreaBottom" fmla="*/ 1271520 h 126612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6" name="Freeform 28"/>
            <p:cNvSpPr/>
            <p:nvPr/>
          </p:nvSpPr>
          <p:spPr>
            <a:xfrm>
              <a:off x="8135280" y="1762920"/>
              <a:ext cx="1107360" cy="1266120"/>
            </a:xfrm>
            <a:custGeom>
              <a:avLst/>
              <a:gdLst>
                <a:gd name="textAreaLeft" fmla="*/ 0 w 1107360"/>
                <a:gd name="textAreaRight" fmla="*/ 1112760 w 1107360"/>
                <a:gd name="textAreaTop" fmla="*/ 0 h 1266120"/>
                <a:gd name="textAreaBottom" fmla="*/ 1271520 h 126612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37" name="Group 33"/>
          <p:cNvGrpSpPr/>
          <p:nvPr/>
        </p:nvGrpSpPr>
        <p:grpSpPr>
          <a:xfrm>
            <a:off x="5445720" y="1762920"/>
            <a:ext cx="1113120" cy="1266120"/>
            <a:chOff x="5445720" y="1762920"/>
            <a:chExt cx="1113120" cy="1266120"/>
          </a:xfrm>
        </p:grpSpPr>
        <p:sp>
          <p:nvSpPr>
            <p:cNvPr id="138" name="Freeform 28"/>
            <p:cNvSpPr/>
            <p:nvPr/>
          </p:nvSpPr>
          <p:spPr>
            <a:xfrm>
              <a:off x="5451480" y="1762920"/>
              <a:ext cx="1107360" cy="1266120"/>
            </a:xfrm>
            <a:custGeom>
              <a:avLst/>
              <a:gdLst>
                <a:gd name="textAreaLeft" fmla="*/ 0 w 1107360"/>
                <a:gd name="textAreaRight" fmla="*/ 1112760 w 1107360"/>
                <a:gd name="textAreaTop" fmla="*/ 0 h 1266120"/>
                <a:gd name="textAreaBottom" fmla="*/ 1271520 h 126612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9" name="Freeform 28"/>
            <p:cNvSpPr/>
            <p:nvPr/>
          </p:nvSpPr>
          <p:spPr>
            <a:xfrm>
              <a:off x="5445720" y="1762920"/>
              <a:ext cx="1107360" cy="1266120"/>
            </a:xfrm>
            <a:custGeom>
              <a:avLst/>
              <a:gdLst>
                <a:gd name="textAreaLeft" fmla="*/ 0 w 1107360"/>
                <a:gd name="textAreaRight" fmla="*/ 1112760 w 1107360"/>
                <a:gd name="textAreaTop" fmla="*/ 0 h 1266120"/>
                <a:gd name="textAreaBottom" fmla="*/ 1271520 h 126612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0" name="Group 38"/>
          <p:cNvGrpSpPr/>
          <p:nvPr/>
        </p:nvGrpSpPr>
        <p:grpSpPr>
          <a:xfrm>
            <a:off x="6789240" y="3629520"/>
            <a:ext cx="1107360" cy="1270800"/>
            <a:chOff x="6789240" y="3629520"/>
            <a:chExt cx="1107360" cy="1270800"/>
          </a:xfrm>
        </p:grpSpPr>
        <p:sp>
          <p:nvSpPr>
            <p:cNvPr id="141" name="Freeform 34"/>
            <p:cNvSpPr/>
            <p:nvPr/>
          </p:nvSpPr>
          <p:spPr>
            <a:xfrm>
              <a:off x="6789240" y="3629520"/>
              <a:ext cx="1107360" cy="1270800"/>
            </a:xfrm>
            <a:custGeom>
              <a:avLst/>
              <a:gdLst>
                <a:gd name="textAreaLeft" fmla="*/ 0 w 1107360"/>
                <a:gd name="textAreaRight" fmla="*/ 1112760 w 1107360"/>
                <a:gd name="textAreaTop" fmla="*/ 0 h 1270800"/>
                <a:gd name="textAreaBottom" fmla="*/ 1276200 h 127080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2" name="Freeform 34"/>
            <p:cNvSpPr/>
            <p:nvPr/>
          </p:nvSpPr>
          <p:spPr>
            <a:xfrm>
              <a:off x="6789240" y="3629520"/>
              <a:ext cx="1107360" cy="1270800"/>
            </a:xfrm>
            <a:custGeom>
              <a:avLst/>
              <a:gdLst>
                <a:gd name="textAreaLeft" fmla="*/ 0 w 1107360"/>
                <a:gd name="textAreaRight" fmla="*/ 1112760 w 1107360"/>
                <a:gd name="textAreaTop" fmla="*/ 0 h 1270800"/>
                <a:gd name="textAreaBottom" fmla="*/ 1276200 h 127080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3" name="Group 43"/>
          <p:cNvGrpSpPr/>
          <p:nvPr/>
        </p:nvGrpSpPr>
        <p:grpSpPr>
          <a:xfrm>
            <a:off x="1449000" y="3629520"/>
            <a:ext cx="1107360" cy="1270800"/>
            <a:chOff x="1449000" y="3629520"/>
            <a:chExt cx="1107360" cy="1270800"/>
          </a:xfrm>
        </p:grpSpPr>
        <p:sp>
          <p:nvSpPr>
            <p:cNvPr id="144" name="Freeform 34"/>
            <p:cNvSpPr/>
            <p:nvPr/>
          </p:nvSpPr>
          <p:spPr>
            <a:xfrm>
              <a:off x="1449000" y="3629520"/>
              <a:ext cx="1107360" cy="1270800"/>
            </a:xfrm>
            <a:custGeom>
              <a:avLst/>
              <a:gdLst>
                <a:gd name="textAreaLeft" fmla="*/ 0 w 1107360"/>
                <a:gd name="textAreaRight" fmla="*/ 1112760 w 1107360"/>
                <a:gd name="textAreaTop" fmla="*/ 0 h 1270800"/>
                <a:gd name="textAreaBottom" fmla="*/ 1276200 h 127080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5" name="Freeform 34"/>
            <p:cNvSpPr/>
            <p:nvPr/>
          </p:nvSpPr>
          <p:spPr>
            <a:xfrm>
              <a:off x="1449000" y="3629520"/>
              <a:ext cx="1107360" cy="1270800"/>
            </a:xfrm>
            <a:custGeom>
              <a:avLst/>
              <a:gdLst>
                <a:gd name="textAreaLeft" fmla="*/ 0 w 1107360"/>
                <a:gd name="textAreaRight" fmla="*/ 1112760 w 1107360"/>
                <a:gd name="textAreaTop" fmla="*/ 0 h 1270800"/>
                <a:gd name="textAreaBottom" fmla="*/ 1276200 h 127080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6" name="Group 48"/>
          <p:cNvGrpSpPr/>
          <p:nvPr/>
        </p:nvGrpSpPr>
        <p:grpSpPr>
          <a:xfrm>
            <a:off x="4109400" y="3629520"/>
            <a:ext cx="1107360" cy="1270800"/>
            <a:chOff x="4109400" y="3629520"/>
            <a:chExt cx="1107360" cy="1270800"/>
          </a:xfrm>
        </p:grpSpPr>
        <p:sp>
          <p:nvSpPr>
            <p:cNvPr id="147" name="Freeform 34"/>
            <p:cNvSpPr/>
            <p:nvPr/>
          </p:nvSpPr>
          <p:spPr>
            <a:xfrm>
              <a:off x="4109400" y="3629520"/>
              <a:ext cx="1107360" cy="1270800"/>
            </a:xfrm>
            <a:custGeom>
              <a:avLst/>
              <a:gdLst>
                <a:gd name="textAreaLeft" fmla="*/ 0 w 1107360"/>
                <a:gd name="textAreaRight" fmla="*/ 1112760 w 1107360"/>
                <a:gd name="textAreaTop" fmla="*/ 0 h 1270800"/>
                <a:gd name="textAreaBottom" fmla="*/ 1276200 h 127080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8" name="Freeform 34"/>
            <p:cNvSpPr/>
            <p:nvPr/>
          </p:nvSpPr>
          <p:spPr>
            <a:xfrm>
              <a:off x="4109400" y="3629520"/>
              <a:ext cx="1107360" cy="1270800"/>
            </a:xfrm>
            <a:custGeom>
              <a:avLst/>
              <a:gdLst>
                <a:gd name="textAreaLeft" fmla="*/ 0 w 1107360"/>
                <a:gd name="textAreaRight" fmla="*/ 1112760 w 1107360"/>
                <a:gd name="textAreaTop" fmla="*/ 0 h 1270800"/>
                <a:gd name="textAreaBottom" fmla="*/ 1276200 h 127080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9" name="Group 53"/>
          <p:cNvGrpSpPr/>
          <p:nvPr/>
        </p:nvGrpSpPr>
        <p:grpSpPr>
          <a:xfrm>
            <a:off x="2772000" y="1762920"/>
            <a:ext cx="1113120" cy="1266120"/>
            <a:chOff x="2772000" y="1762920"/>
            <a:chExt cx="1113120" cy="1266120"/>
          </a:xfrm>
        </p:grpSpPr>
        <p:sp>
          <p:nvSpPr>
            <p:cNvPr id="150" name="Freeform 28"/>
            <p:cNvSpPr/>
            <p:nvPr/>
          </p:nvSpPr>
          <p:spPr>
            <a:xfrm>
              <a:off x="2777760" y="1762920"/>
              <a:ext cx="1107360" cy="1266120"/>
            </a:xfrm>
            <a:custGeom>
              <a:avLst/>
              <a:gdLst>
                <a:gd name="textAreaLeft" fmla="*/ 0 w 1107360"/>
                <a:gd name="textAreaRight" fmla="*/ 1112760 w 1107360"/>
                <a:gd name="textAreaTop" fmla="*/ 0 h 1266120"/>
                <a:gd name="textAreaBottom" fmla="*/ 1271520 h 126612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51" name="Freeform 28"/>
            <p:cNvSpPr/>
            <p:nvPr/>
          </p:nvSpPr>
          <p:spPr>
            <a:xfrm>
              <a:off x="2772000" y="1762920"/>
              <a:ext cx="1107360" cy="1266120"/>
            </a:xfrm>
            <a:custGeom>
              <a:avLst/>
              <a:gdLst>
                <a:gd name="textAreaLeft" fmla="*/ 0 w 1107360"/>
                <a:gd name="textAreaRight" fmla="*/ 1112760 w 1107360"/>
                <a:gd name="textAreaTop" fmla="*/ 0 h 1266120"/>
                <a:gd name="textAreaBottom" fmla="*/ 1271520 h 126612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52" name="Group 58"/>
          <p:cNvGrpSpPr/>
          <p:nvPr/>
        </p:nvGrpSpPr>
        <p:grpSpPr>
          <a:xfrm>
            <a:off x="9475200" y="3629520"/>
            <a:ext cx="1107360" cy="1270800"/>
            <a:chOff x="9475200" y="3629520"/>
            <a:chExt cx="1107360" cy="1270800"/>
          </a:xfrm>
        </p:grpSpPr>
        <p:sp>
          <p:nvSpPr>
            <p:cNvPr id="153" name="Freeform 34"/>
            <p:cNvSpPr/>
            <p:nvPr/>
          </p:nvSpPr>
          <p:spPr>
            <a:xfrm>
              <a:off x="9475200" y="3629520"/>
              <a:ext cx="1107360" cy="1270800"/>
            </a:xfrm>
            <a:custGeom>
              <a:avLst/>
              <a:gdLst>
                <a:gd name="textAreaLeft" fmla="*/ 0 w 1107360"/>
                <a:gd name="textAreaRight" fmla="*/ 1112760 w 1107360"/>
                <a:gd name="textAreaTop" fmla="*/ 0 h 1270800"/>
                <a:gd name="textAreaBottom" fmla="*/ 1276200 h 127080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54" name="Freeform 34"/>
            <p:cNvSpPr/>
            <p:nvPr/>
          </p:nvSpPr>
          <p:spPr>
            <a:xfrm>
              <a:off x="9475200" y="3629520"/>
              <a:ext cx="1107360" cy="1270800"/>
            </a:xfrm>
            <a:custGeom>
              <a:avLst/>
              <a:gdLst>
                <a:gd name="textAreaLeft" fmla="*/ 0 w 1107360"/>
                <a:gd name="textAreaRight" fmla="*/ 1112760 w 1107360"/>
                <a:gd name="textAreaTop" fmla="*/ 0 h 1270800"/>
                <a:gd name="textAreaBottom" fmla="*/ 1276200 h 127080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55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6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7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8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9" name="Freeform 73"/>
          <p:cNvSpPr/>
          <p:nvPr/>
        </p:nvSpPr>
        <p:spPr>
          <a:xfrm>
            <a:off x="-1861200" y="-1006200"/>
            <a:ext cx="7424280" cy="3801960"/>
          </a:xfrm>
          <a:custGeom>
            <a:avLst/>
            <a:gdLst>
              <a:gd name="textAreaLeft" fmla="*/ 0 w 7424280"/>
              <a:gd name="textAreaRight" fmla="*/ 7429680 w 7424280"/>
              <a:gd name="textAreaTop" fmla="*/ 0 h 3801960"/>
              <a:gd name="textAreaBottom" fmla="*/ 3807360 h 3801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60" name="Group 69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161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62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63" name="Rectangle 74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65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AC0C821-095E-4D33-9B55-1E163BDB960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Freeform 10"/>
          <p:cNvSpPr/>
          <p:nvPr/>
        </p:nvSpPr>
        <p:spPr>
          <a:xfrm>
            <a:off x="2082960" y="3490920"/>
            <a:ext cx="1967760" cy="1558440"/>
          </a:xfrm>
          <a:custGeom>
            <a:avLst/>
            <a:gdLst>
              <a:gd name="textAreaLeft" fmla="*/ 0 w 1967760"/>
              <a:gd name="textAreaRight" fmla="*/ 1973160 w 1967760"/>
              <a:gd name="textAreaTop" fmla="*/ 0 h 1558440"/>
              <a:gd name="textAreaBottom" fmla="*/ 1563840 h 1558440"/>
            </a:gdLst>
            <a:ahLst/>
            <a:rect l="textAreaLeft" t="textAreaTop" r="textAreaRight" b="textAreaBottom"/>
            <a:pathLst>
              <a:path w="518" h="410">
                <a:moveTo>
                  <a:pt x="518" y="354"/>
                </a:moveTo>
                <a:cubicBezTo>
                  <a:pt x="416" y="316"/>
                  <a:pt x="416" y="316"/>
                  <a:pt x="416" y="316"/>
                </a:cubicBezTo>
                <a:cubicBezTo>
                  <a:pt x="418" y="344"/>
                  <a:pt x="418" y="344"/>
                  <a:pt x="418" y="344"/>
                </a:cubicBezTo>
                <a:cubicBezTo>
                  <a:pt x="374" y="345"/>
                  <a:pt x="329" y="342"/>
                  <a:pt x="286" y="331"/>
                </a:cubicBezTo>
                <a:cubicBezTo>
                  <a:pt x="237" y="319"/>
                  <a:pt x="190" y="297"/>
                  <a:pt x="150" y="265"/>
                </a:cubicBezTo>
                <a:cubicBezTo>
                  <a:pt x="110" y="233"/>
                  <a:pt x="77" y="192"/>
                  <a:pt x="52" y="147"/>
                </a:cubicBezTo>
                <a:cubicBezTo>
                  <a:pt x="27" y="102"/>
                  <a:pt x="9" y="52"/>
                  <a:pt x="0" y="0"/>
                </a:cubicBezTo>
                <a:cubicBezTo>
                  <a:pt x="3" y="26"/>
                  <a:pt x="8" y="52"/>
                  <a:pt x="15" y="77"/>
                </a:cubicBezTo>
                <a:cubicBezTo>
                  <a:pt x="23" y="103"/>
                  <a:pt x="32" y="128"/>
                  <a:pt x="43" y="152"/>
                </a:cubicBezTo>
                <a:cubicBezTo>
                  <a:pt x="66" y="199"/>
                  <a:pt x="97" y="244"/>
                  <a:pt x="137" y="280"/>
                </a:cubicBezTo>
                <a:cubicBezTo>
                  <a:pt x="177" y="316"/>
                  <a:pt x="226" y="343"/>
                  <a:pt x="277" y="360"/>
                </a:cubicBezTo>
                <a:cubicBezTo>
                  <a:pt x="297" y="366"/>
                  <a:pt x="297" y="366"/>
                  <a:pt x="297" y="366"/>
                </a:cubicBezTo>
                <a:cubicBezTo>
                  <a:pt x="317" y="371"/>
                  <a:pt x="317" y="371"/>
                  <a:pt x="317" y="371"/>
                </a:cubicBezTo>
                <a:cubicBezTo>
                  <a:pt x="323" y="372"/>
                  <a:pt x="330" y="373"/>
                  <a:pt x="337" y="375"/>
                </a:cubicBezTo>
                <a:cubicBezTo>
                  <a:pt x="343" y="376"/>
                  <a:pt x="350" y="377"/>
                  <a:pt x="357" y="378"/>
                </a:cubicBezTo>
                <a:cubicBezTo>
                  <a:pt x="377" y="380"/>
                  <a:pt x="377" y="380"/>
                  <a:pt x="377" y="380"/>
                </a:cubicBezTo>
                <a:cubicBezTo>
                  <a:pt x="397" y="381"/>
                  <a:pt x="397" y="381"/>
                  <a:pt x="397" y="381"/>
                </a:cubicBezTo>
                <a:cubicBezTo>
                  <a:pt x="408" y="382"/>
                  <a:pt x="408" y="382"/>
                  <a:pt x="408" y="382"/>
                </a:cubicBezTo>
                <a:cubicBezTo>
                  <a:pt x="418" y="382"/>
                  <a:pt x="418" y="382"/>
                  <a:pt x="418" y="382"/>
                </a:cubicBezTo>
                <a:cubicBezTo>
                  <a:pt x="422" y="382"/>
                  <a:pt x="422" y="382"/>
                  <a:pt x="422" y="382"/>
                </a:cubicBezTo>
                <a:cubicBezTo>
                  <a:pt x="424" y="410"/>
                  <a:pt x="424" y="410"/>
                  <a:pt x="424" y="410"/>
                </a:cubicBezTo>
                <a:lnTo>
                  <a:pt x="518" y="354"/>
                </a:lnTo>
                <a:close/>
              </a:path>
            </a:pathLst>
          </a:custGeom>
          <a:gradFill rotWithShape="0">
            <a:gsLst>
              <a:gs pos="0">
                <a:srgbClr val="bf0000"/>
              </a:gs>
              <a:gs pos="50000">
                <a:srgbClr val="a10000"/>
              </a:gs>
              <a:gs pos="100000">
                <a:srgbClr val="710000"/>
              </a:gs>
            </a:gsLst>
            <a:lin ang="18900000"/>
          </a:gradFill>
          <a:ln w="0">
            <a:solidFill>
              <a:srgbClr val="c00000"/>
            </a:solidFill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7" name="Freeform 11"/>
          <p:cNvSpPr/>
          <p:nvPr/>
        </p:nvSpPr>
        <p:spPr>
          <a:xfrm>
            <a:off x="6576840" y="3053520"/>
            <a:ext cx="1880640" cy="1329840"/>
          </a:xfrm>
          <a:custGeom>
            <a:avLst/>
            <a:gdLst>
              <a:gd name="textAreaLeft" fmla="*/ 0 w 1880640"/>
              <a:gd name="textAreaRight" fmla="*/ 1886040 w 1880640"/>
              <a:gd name="textAreaTop" fmla="*/ 0 h 1329840"/>
              <a:gd name="textAreaBottom" fmla="*/ 1335240 h 1329840"/>
            </a:gdLst>
            <a:ahLst/>
            <a:rect l="textAreaLeft" t="textAreaTop" r="textAreaRight" b="textAreaBottom"/>
            <a:pathLst>
              <a:path w="495" h="350">
                <a:moveTo>
                  <a:pt x="495" y="263"/>
                </a:moveTo>
                <a:cubicBezTo>
                  <a:pt x="386" y="268"/>
                  <a:pt x="386" y="268"/>
                  <a:pt x="386" y="268"/>
                </a:cubicBezTo>
                <a:cubicBezTo>
                  <a:pt x="399" y="293"/>
                  <a:pt x="399" y="293"/>
                  <a:pt x="399" y="293"/>
                </a:cubicBezTo>
                <a:cubicBezTo>
                  <a:pt x="358" y="309"/>
                  <a:pt x="313" y="316"/>
                  <a:pt x="269" y="314"/>
                </a:cubicBezTo>
                <a:cubicBezTo>
                  <a:pt x="219" y="311"/>
                  <a:pt x="168" y="296"/>
                  <a:pt x="125" y="269"/>
                </a:cubicBezTo>
                <a:cubicBezTo>
                  <a:pt x="82" y="242"/>
                  <a:pt x="47" y="202"/>
                  <a:pt x="26" y="154"/>
                </a:cubicBezTo>
                <a:cubicBezTo>
                  <a:pt x="16" y="130"/>
                  <a:pt x="10" y="105"/>
                  <a:pt x="7" y="79"/>
                </a:cubicBezTo>
                <a:cubicBezTo>
                  <a:pt x="4" y="53"/>
                  <a:pt x="4" y="26"/>
                  <a:pt x="7" y="0"/>
                </a:cubicBezTo>
                <a:cubicBezTo>
                  <a:pt x="2" y="26"/>
                  <a:pt x="0" y="53"/>
                  <a:pt x="2" y="79"/>
                </a:cubicBezTo>
                <a:cubicBezTo>
                  <a:pt x="3" y="106"/>
                  <a:pt x="8" y="132"/>
                  <a:pt x="17" y="158"/>
                </a:cubicBezTo>
                <a:cubicBezTo>
                  <a:pt x="26" y="183"/>
                  <a:pt x="39" y="207"/>
                  <a:pt x="56" y="229"/>
                </a:cubicBezTo>
                <a:cubicBezTo>
                  <a:pt x="72" y="250"/>
                  <a:pt x="92" y="269"/>
                  <a:pt x="114" y="285"/>
                </a:cubicBezTo>
                <a:cubicBezTo>
                  <a:pt x="158" y="318"/>
                  <a:pt x="211" y="337"/>
                  <a:pt x="266" y="344"/>
                </a:cubicBezTo>
                <a:cubicBezTo>
                  <a:pt x="317" y="350"/>
                  <a:pt x="369" y="344"/>
                  <a:pt x="418" y="328"/>
                </a:cubicBezTo>
                <a:cubicBezTo>
                  <a:pt x="430" y="350"/>
                  <a:pt x="430" y="350"/>
                  <a:pt x="430" y="350"/>
                </a:cubicBezTo>
                <a:lnTo>
                  <a:pt x="495" y="263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8" name="Freeform 12"/>
          <p:cNvSpPr/>
          <p:nvPr/>
        </p:nvSpPr>
        <p:spPr>
          <a:xfrm>
            <a:off x="4175280" y="1803240"/>
            <a:ext cx="1680480" cy="2258280"/>
          </a:xfrm>
          <a:custGeom>
            <a:avLst/>
            <a:gdLst>
              <a:gd name="textAreaLeft" fmla="*/ 0 w 1680480"/>
              <a:gd name="textAreaRight" fmla="*/ 1685880 w 1680480"/>
              <a:gd name="textAreaTop" fmla="*/ 0 h 2258280"/>
              <a:gd name="textAreaBottom" fmla="*/ 2263680 h 2258280"/>
            </a:gdLst>
            <a:ahLst/>
            <a:rect l="textAreaLeft" t="textAreaTop" r="textAreaRight" b="textAreaBottom"/>
            <a:pathLst>
              <a:path w="443" h="594">
                <a:moveTo>
                  <a:pt x="443" y="42"/>
                </a:moveTo>
                <a:cubicBezTo>
                  <a:pt x="341" y="0"/>
                  <a:pt x="341" y="0"/>
                  <a:pt x="341" y="0"/>
                </a:cubicBezTo>
                <a:cubicBezTo>
                  <a:pt x="343" y="29"/>
                  <a:pt x="343" y="29"/>
                  <a:pt x="343" y="29"/>
                </a:cubicBezTo>
                <a:cubicBezTo>
                  <a:pt x="317" y="33"/>
                  <a:pt x="291" y="39"/>
                  <a:pt x="265" y="47"/>
                </a:cubicBezTo>
                <a:cubicBezTo>
                  <a:pt x="234" y="57"/>
                  <a:pt x="205" y="71"/>
                  <a:pt x="177" y="88"/>
                </a:cubicBezTo>
                <a:cubicBezTo>
                  <a:pt x="149" y="104"/>
                  <a:pt x="124" y="125"/>
                  <a:pt x="102" y="149"/>
                </a:cubicBezTo>
                <a:cubicBezTo>
                  <a:pt x="80" y="172"/>
                  <a:pt x="61" y="199"/>
                  <a:pt x="47" y="227"/>
                </a:cubicBezTo>
                <a:cubicBezTo>
                  <a:pt x="17" y="284"/>
                  <a:pt x="4" y="347"/>
                  <a:pt x="2" y="410"/>
                </a:cubicBezTo>
                <a:cubicBezTo>
                  <a:pt x="0" y="473"/>
                  <a:pt x="11" y="536"/>
                  <a:pt x="34" y="594"/>
                </a:cubicBezTo>
                <a:cubicBezTo>
                  <a:pt x="14" y="535"/>
                  <a:pt x="7" y="472"/>
                  <a:pt x="12" y="411"/>
                </a:cubicBezTo>
                <a:cubicBezTo>
                  <a:pt x="17" y="349"/>
                  <a:pt x="34" y="289"/>
                  <a:pt x="64" y="237"/>
                </a:cubicBezTo>
                <a:cubicBezTo>
                  <a:pt x="80" y="211"/>
                  <a:pt x="98" y="187"/>
                  <a:pt x="120" y="166"/>
                </a:cubicBezTo>
                <a:cubicBezTo>
                  <a:pt x="141" y="145"/>
                  <a:pt x="166" y="128"/>
                  <a:pt x="192" y="114"/>
                </a:cubicBezTo>
                <a:cubicBezTo>
                  <a:pt x="218" y="99"/>
                  <a:pt x="246" y="89"/>
                  <a:pt x="275" y="81"/>
                </a:cubicBezTo>
                <a:cubicBezTo>
                  <a:pt x="298" y="75"/>
                  <a:pt x="321" y="71"/>
                  <a:pt x="345" y="68"/>
                </a:cubicBezTo>
                <a:cubicBezTo>
                  <a:pt x="347" y="94"/>
                  <a:pt x="347" y="94"/>
                  <a:pt x="347" y="94"/>
                </a:cubicBezTo>
                <a:lnTo>
                  <a:pt x="443" y="42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9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0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1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2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73" name="Group 24"/>
          <p:cNvGrpSpPr/>
          <p:nvPr/>
        </p:nvGrpSpPr>
        <p:grpSpPr>
          <a:xfrm>
            <a:off x="5927400" y="580320"/>
            <a:ext cx="2219760" cy="2224440"/>
            <a:chOff x="5927400" y="580320"/>
            <a:chExt cx="2219760" cy="2224440"/>
          </a:xfrm>
        </p:grpSpPr>
        <p:sp>
          <p:nvSpPr>
            <p:cNvPr id="174" name="Freeform 25"/>
            <p:cNvSpPr/>
            <p:nvPr/>
          </p:nvSpPr>
          <p:spPr>
            <a:xfrm>
              <a:off x="5927400" y="580320"/>
              <a:ext cx="2219760" cy="2224440"/>
            </a:xfrm>
            <a:custGeom>
              <a:avLst/>
              <a:gdLst>
                <a:gd name="textAreaLeft" fmla="*/ 0 w 2219760"/>
                <a:gd name="textAreaRight" fmla="*/ 2225160 w 2219760"/>
                <a:gd name="textAreaTop" fmla="*/ 0 h 2224440"/>
                <a:gd name="textAreaBottom" fmla="*/ 2229840 h 2224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75" name="Freeform 6"/>
            <p:cNvSpPr/>
            <p:nvPr/>
          </p:nvSpPr>
          <p:spPr>
            <a:xfrm>
              <a:off x="5927400" y="580320"/>
              <a:ext cx="2219760" cy="2224440"/>
            </a:xfrm>
            <a:custGeom>
              <a:avLst/>
              <a:gdLst>
                <a:gd name="textAreaLeft" fmla="*/ 0 w 2219760"/>
                <a:gd name="textAreaRight" fmla="*/ 2225160 w 2219760"/>
                <a:gd name="textAreaTop" fmla="*/ 0 h 2224440"/>
                <a:gd name="textAreaBottom" fmla="*/ 2229840 h 2224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76" name="Group 28"/>
          <p:cNvGrpSpPr/>
          <p:nvPr/>
        </p:nvGrpSpPr>
        <p:grpSpPr>
          <a:xfrm>
            <a:off x="8552520" y="3053520"/>
            <a:ext cx="2219760" cy="2224440"/>
            <a:chOff x="8552520" y="3053520"/>
            <a:chExt cx="2219760" cy="2224440"/>
          </a:xfrm>
        </p:grpSpPr>
        <p:sp>
          <p:nvSpPr>
            <p:cNvPr id="177" name="Freeform 29"/>
            <p:cNvSpPr/>
            <p:nvPr/>
          </p:nvSpPr>
          <p:spPr>
            <a:xfrm>
              <a:off x="8552520" y="3053520"/>
              <a:ext cx="2219760" cy="2224440"/>
            </a:xfrm>
            <a:custGeom>
              <a:avLst/>
              <a:gdLst>
                <a:gd name="textAreaLeft" fmla="*/ 0 w 2219760"/>
                <a:gd name="textAreaRight" fmla="*/ 2225160 w 2219760"/>
                <a:gd name="textAreaTop" fmla="*/ 0 h 2224440"/>
                <a:gd name="textAreaBottom" fmla="*/ 2229840 h 2224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78" name="Freeform 6"/>
            <p:cNvSpPr/>
            <p:nvPr/>
          </p:nvSpPr>
          <p:spPr>
            <a:xfrm>
              <a:off x="8552520" y="3053520"/>
              <a:ext cx="2219760" cy="2224440"/>
            </a:xfrm>
            <a:custGeom>
              <a:avLst/>
              <a:gdLst>
                <a:gd name="textAreaLeft" fmla="*/ 0 w 2219760"/>
                <a:gd name="textAreaRight" fmla="*/ 2225160 w 2219760"/>
                <a:gd name="textAreaTop" fmla="*/ 0 h 2224440"/>
                <a:gd name="textAreaBottom" fmla="*/ 2229840 h 2224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79" name="Group 32"/>
          <p:cNvGrpSpPr/>
          <p:nvPr/>
        </p:nvGrpSpPr>
        <p:grpSpPr>
          <a:xfrm>
            <a:off x="4307040" y="4130640"/>
            <a:ext cx="2219760" cy="2224440"/>
            <a:chOff x="4307040" y="4130640"/>
            <a:chExt cx="2219760" cy="2224440"/>
          </a:xfrm>
        </p:grpSpPr>
        <p:sp>
          <p:nvSpPr>
            <p:cNvPr id="180" name="Freeform 33"/>
            <p:cNvSpPr/>
            <p:nvPr/>
          </p:nvSpPr>
          <p:spPr>
            <a:xfrm>
              <a:off x="4307040" y="4130640"/>
              <a:ext cx="2219760" cy="2224440"/>
            </a:xfrm>
            <a:custGeom>
              <a:avLst/>
              <a:gdLst>
                <a:gd name="textAreaLeft" fmla="*/ 0 w 2219760"/>
                <a:gd name="textAreaRight" fmla="*/ 2225160 w 2219760"/>
                <a:gd name="textAreaTop" fmla="*/ 0 h 2224440"/>
                <a:gd name="textAreaBottom" fmla="*/ 2229840 h 2224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1" name="Freeform 6"/>
            <p:cNvSpPr/>
            <p:nvPr/>
          </p:nvSpPr>
          <p:spPr>
            <a:xfrm>
              <a:off x="4307040" y="4130640"/>
              <a:ext cx="2219760" cy="2224440"/>
            </a:xfrm>
            <a:custGeom>
              <a:avLst/>
              <a:gdLst>
                <a:gd name="textAreaLeft" fmla="*/ 0 w 2219760"/>
                <a:gd name="textAreaRight" fmla="*/ 2225160 w 2219760"/>
                <a:gd name="textAreaTop" fmla="*/ 0 h 2224440"/>
                <a:gd name="textAreaBottom" fmla="*/ 2229840 h 2224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82" name="Freeform 44"/>
          <p:cNvSpPr/>
          <p:nvPr/>
        </p:nvSpPr>
        <p:spPr>
          <a:xfrm>
            <a:off x="-2009880" y="-1276200"/>
            <a:ext cx="7424280" cy="3801960"/>
          </a:xfrm>
          <a:custGeom>
            <a:avLst/>
            <a:gdLst>
              <a:gd name="textAreaLeft" fmla="*/ 0 w 7424280"/>
              <a:gd name="textAreaRight" fmla="*/ 7429680 w 7424280"/>
              <a:gd name="textAreaTop" fmla="*/ 0 h 3801960"/>
              <a:gd name="textAreaBottom" fmla="*/ 3807360 h 3801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83" name="Group 36"/>
          <p:cNvGrpSpPr/>
          <p:nvPr/>
        </p:nvGrpSpPr>
        <p:grpSpPr>
          <a:xfrm>
            <a:off x="970200" y="1405440"/>
            <a:ext cx="2219760" cy="2224440"/>
            <a:chOff x="970200" y="1405440"/>
            <a:chExt cx="2219760" cy="2224440"/>
          </a:xfrm>
        </p:grpSpPr>
        <p:sp>
          <p:nvSpPr>
            <p:cNvPr id="184" name="Freeform 37"/>
            <p:cNvSpPr/>
            <p:nvPr/>
          </p:nvSpPr>
          <p:spPr>
            <a:xfrm>
              <a:off x="970200" y="1405440"/>
              <a:ext cx="2219760" cy="2224440"/>
            </a:xfrm>
            <a:custGeom>
              <a:avLst/>
              <a:gdLst>
                <a:gd name="textAreaLeft" fmla="*/ 0 w 2219760"/>
                <a:gd name="textAreaRight" fmla="*/ 2225160 w 2219760"/>
                <a:gd name="textAreaTop" fmla="*/ 0 h 2224440"/>
                <a:gd name="textAreaBottom" fmla="*/ 2229840 h 2224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5" name="Freeform 6"/>
            <p:cNvSpPr/>
            <p:nvPr/>
          </p:nvSpPr>
          <p:spPr>
            <a:xfrm>
              <a:off x="970200" y="1405440"/>
              <a:ext cx="2219760" cy="2224440"/>
            </a:xfrm>
            <a:custGeom>
              <a:avLst/>
              <a:gdLst>
                <a:gd name="textAreaLeft" fmla="*/ 0 w 2219760"/>
                <a:gd name="textAreaRight" fmla="*/ 2225160 w 2219760"/>
                <a:gd name="textAreaTop" fmla="*/ 0 h 2224440"/>
                <a:gd name="textAreaBottom" fmla="*/ 2229840 h 2224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86" name="Group 27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187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8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89" name="Rectangle 45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A5BE300-926D-445B-B00A-ABE86DB93551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Freeform 10"/>
          <p:cNvSpPr/>
          <p:nvPr/>
        </p:nvSpPr>
        <p:spPr>
          <a:xfrm>
            <a:off x="2082960" y="3490920"/>
            <a:ext cx="1967760" cy="1558440"/>
          </a:xfrm>
          <a:custGeom>
            <a:avLst/>
            <a:gdLst>
              <a:gd name="textAreaLeft" fmla="*/ 0 w 1967760"/>
              <a:gd name="textAreaRight" fmla="*/ 1973160 w 1967760"/>
              <a:gd name="textAreaTop" fmla="*/ 0 h 1558440"/>
              <a:gd name="textAreaBottom" fmla="*/ 1563840 h 1558440"/>
            </a:gdLst>
            <a:ahLst/>
            <a:rect l="textAreaLeft" t="textAreaTop" r="textAreaRight" b="textAreaBottom"/>
            <a:pathLst>
              <a:path w="518" h="410">
                <a:moveTo>
                  <a:pt x="518" y="354"/>
                </a:moveTo>
                <a:cubicBezTo>
                  <a:pt x="416" y="316"/>
                  <a:pt x="416" y="316"/>
                  <a:pt x="416" y="316"/>
                </a:cubicBezTo>
                <a:cubicBezTo>
                  <a:pt x="418" y="344"/>
                  <a:pt x="418" y="344"/>
                  <a:pt x="418" y="344"/>
                </a:cubicBezTo>
                <a:cubicBezTo>
                  <a:pt x="374" y="345"/>
                  <a:pt x="329" y="342"/>
                  <a:pt x="286" y="331"/>
                </a:cubicBezTo>
                <a:cubicBezTo>
                  <a:pt x="237" y="319"/>
                  <a:pt x="190" y="297"/>
                  <a:pt x="150" y="265"/>
                </a:cubicBezTo>
                <a:cubicBezTo>
                  <a:pt x="110" y="233"/>
                  <a:pt x="77" y="192"/>
                  <a:pt x="52" y="147"/>
                </a:cubicBezTo>
                <a:cubicBezTo>
                  <a:pt x="27" y="102"/>
                  <a:pt x="9" y="52"/>
                  <a:pt x="0" y="0"/>
                </a:cubicBezTo>
                <a:cubicBezTo>
                  <a:pt x="3" y="26"/>
                  <a:pt x="8" y="52"/>
                  <a:pt x="15" y="77"/>
                </a:cubicBezTo>
                <a:cubicBezTo>
                  <a:pt x="23" y="103"/>
                  <a:pt x="32" y="128"/>
                  <a:pt x="43" y="152"/>
                </a:cubicBezTo>
                <a:cubicBezTo>
                  <a:pt x="66" y="199"/>
                  <a:pt x="97" y="244"/>
                  <a:pt x="137" y="280"/>
                </a:cubicBezTo>
                <a:cubicBezTo>
                  <a:pt x="177" y="316"/>
                  <a:pt x="226" y="343"/>
                  <a:pt x="277" y="360"/>
                </a:cubicBezTo>
                <a:cubicBezTo>
                  <a:pt x="297" y="366"/>
                  <a:pt x="297" y="366"/>
                  <a:pt x="297" y="366"/>
                </a:cubicBezTo>
                <a:cubicBezTo>
                  <a:pt x="317" y="371"/>
                  <a:pt x="317" y="371"/>
                  <a:pt x="317" y="371"/>
                </a:cubicBezTo>
                <a:cubicBezTo>
                  <a:pt x="323" y="372"/>
                  <a:pt x="330" y="373"/>
                  <a:pt x="337" y="375"/>
                </a:cubicBezTo>
                <a:cubicBezTo>
                  <a:pt x="343" y="376"/>
                  <a:pt x="350" y="377"/>
                  <a:pt x="357" y="378"/>
                </a:cubicBezTo>
                <a:cubicBezTo>
                  <a:pt x="377" y="380"/>
                  <a:pt x="377" y="380"/>
                  <a:pt x="377" y="380"/>
                </a:cubicBezTo>
                <a:cubicBezTo>
                  <a:pt x="397" y="381"/>
                  <a:pt x="397" y="381"/>
                  <a:pt x="397" y="381"/>
                </a:cubicBezTo>
                <a:cubicBezTo>
                  <a:pt x="408" y="382"/>
                  <a:pt x="408" y="382"/>
                  <a:pt x="408" y="382"/>
                </a:cubicBezTo>
                <a:cubicBezTo>
                  <a:pt x="418" y="382"/>
                  <a:pt x="418" y="382"/>
                  <a:pt x="418" y="382"/>
                </a:cubicBezTo>
                <a:cubicBezTo>
                  <a:pt x="422" y="382"/>
                  <a:pt x="422" y="382"/>
                  <a:pt x="422" y="382"/>
                </a:cubicBezTo>
                <a:cubicBezTo>
                  <a:pt x="424" y="410"/>
                  <a:pt x="424" y="410"/>
                  <a:pt x="424" y="410"/>
                </a:cubicBezTo>
                <a:lnTo>
                  <a:pt x="518" y="354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3" name="Freeform 11"/>
          <p:cNvSpPr/>
          <p:nvPr/>
        </p:nvSpPr>
        <p:spPr>
          <a:xfrm>
            <a:off x="6552720" y="3029760"/>
            <a:ext cx="1880640" cy="1329840"/>
          </a:xfrm>
          <a:custGeom>
            <a:avLst/>
            <a:gdLst>
              <a:gd name="textAreaLeft" fmla="*/ 0 w 1880640"/>
              <a:gd name="textAreaRight" fmla="*/ 1886040 w 1880640"/>
              <a:gd name="textAreaTop" fmla="*/ 0 h 1329840"/>
              <a:gd name="textAreaBottom" fmla="*/ 1335240 h 1329840"/>
            </a:gdLst>
            <a:ahLst/>
            <a:rect l="textAreaLeft" t="textAreaTop" r="textAreaRight" b="textAreaBottom"/>
            <a:pathLst>
              <a:path w="495" h="350">
                <a:moveTo>
                  <a:pt x="495" y="263"/>
                </a:moveTo>
                <a:cubicBezTo>
                  <a:pt x="386" y="268"/>
                  <a:pt x="386" y="268"/>
                  <a:pt x="386" y="268"/>
                </a:cubicBezTo>
                <a:cubicBezTo>
                  <a:pt x="399" y="293"/>
                  <a:pt x="399" y="293"/>
                  <a:pt x="399" y="293"/>
                </a:cubicBezTo>
                <a:cubicBezTo>
                  <a:pt x="358" y="309"/>
                  <a:pt x="313" y="316"/>
                  <a:pt x="269" y="314"/>
                </a:cubicBezTo>
                <a:cubicBezTo>
                  <a:pt x="219" y="311"/>
                  <a:pt x="168" y="296"/>
                  <a:pt x="125" y="269"/>
                </a:cubicBezTo>
                <a:cubicBezTo>
                  <a:pt x="82" y="242"/>
                  <a:pt x="47" y="202"/>
                  <a:pt x="26" y="154"/>
                </a:cubicBezTo>
                <a:cubicBezTo>
                  <a:pt x="16" y="130"/>
                  <a:pt x="10" y="105"/>
                  <a:pt x="7" y="79"/>
                </a:cubicBezTo>
                <a:cubicBezTo>
                  <a:pt x="4" y="53"/>
                  <a:pt x="4" y="26"/>
                  <a:pt x="7" y="0"/>
                </a:cubicBezTo>
                <a:cubicBezTo>
                  <a:pt x="2" y="26"/>
                  <a:pt x="0" y="53"/>
                  <a:pt x="2" y="79"/>
                </a:cubicBezTo>
                <a:cubicBezTo>
                  <a:pt x="3" y="106"/>
                  <a:pt x="8" y="132"/>
                  <a:pt x="17" y="158"/>
                </a:cubicBezTo>
                <a:cubicBezTo>
                  <a:pt x="26" y="183"/>
                  <a:pt x="39" y="207"/>
                  <a:pt x="56" y="229"/>
                </a:cubicBezTo>
                <a:cubicBezTo>
                  <a:pt x="72" y="250"/>
                  <a:pt x="92" y="269"/>
                  <a:pt x="114" y="285"/>
                </a:cubicBezTo>
                <a:cubicBezTo>
                  <a:pt x="158" y="318"/>
                  <a:pt x="211" y="337"/>
                  <a:pt x="266" y="344"/>
                </a:cubicBezTo>
                <a:cubicBezTo>
                  <a:pt x="317" y="350"/>
                  <a:pt x="369" y="344"/>
                  <a:pt x="418" y="328"/>
                </a:cubicBezTo>
                <a:cubicBezTo>
                  <a:pt x="430" y="350"/>
                  <a:pt x="430" y="350"/>
                  <a:pt x="430" y="350"/>
                </a:cubicBezTo>
                <a:lnTo>
                  <a:pt x="495" y="263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4" name="Freeform 12"/>
          <p:cNvSpPr/>
          <p:nvPr/>
        </p:nvSpPr>
        <p:spPr>
          <a:xfrm>
            <a:off x="4175280" y="1803240"/>
            <a:ext cx="1680480" cy="2258280"/>
          </a:xfrm>
          <a:custGeom>
            <a:avLst/>
            <a:gdLst>
              <a:gd name="textAreaLeft" fmla="*/ 0 w 1680480"/>
              <a:gd name="textAreaRight" fmla="*/ 1685880 w 1680480"/>
              <a:gd name="textAreaTop" fmla="*/ 0 h 2258280"/>
              <a:gd name="textAreaBottom" fmla="*/ 2263680 h 2258280"/>
            </a:gdLst>
            <a:ahLst/>
            <a:rect l="textAreaLeft" t="textAreaTop" r="textAreaRight" b="textAreaBottom"/>
            <a:pathLst>
              <a:path w="443" h="594">
                <a:moveTo>
                  <a:pt x="443" y="42"/>
                </a:moveTo>
                <a:cubicBezTo>
                  <a:pt x="341" y="0"/>
                  <a:pt x="341" y="0"/>
                  <a:pt x="341" y="0"/>
                </a:cubicBezTo>
                <a:cubicBezTo>
                  <a:pt x="343" y="29"/>
                  <a:pt x="343" y="29"/>
                  <a:pt x="343" y="29"/>
                </a:cubicBezTo>
                <a:cubicBezTo>
                  <a:pt x="317" y="33"/>
                  <a:pt x="291" y="39"/>
                  <a:pt x="265" y="47"/>
                </a:cubicBezTo>
                <a:cubicBezTo>
                  <a:pt x="234" y="57"/>
                  <a:pt x="205" y="71"/>
                  <a:pt x="177" y="88"/>
                </a:cubicBezTo>
                <a:cubicBezTo>
                  <a:pt x="149" y="104"/>
                  <a:pt x="124" y="125"/>
                  <a:pt x="102" y="149"/>
                </a:cubicBezTo>
                <a:cubicBezTo>
                  <a:pt x="80" y="172"/>
                  <a:pt x="61" y="199"/>
                  <a:pt x="47" y="227"/>
                </a:cubicBezTo>
                <a:cubicBezTo>
                  <a:pt x="17" y="284"/>
                  <a:pt x="4" y="347"/>
                  <a:pt x="2" y="410"/>
                </a:cubicBezTo>
                <a:cubicBezTo>
                  <a:pt x="0" y="473"/>
                  <a:pt x="11" y="536"/>
                  <a:pt x="34" y="594"/>
                </a:cubicBezTo>
                <a:cubicBezTo>
                  <a:pt x="14" y="535"/>
                  <a:pt x="7" y="472"/>
                  <a:pt x="12" y="411"/>
                </a:cubicBezTo>
                <a:cubicBezTo>
                  <a:pt x="17" y="349"/>
                  <a:pt x="34" y="289"/>
                  <a:pt x="64" y="237"/>
                </a:cubicBezTo>
                <a:cubicBezTo>
                  <a:pt x="80" y="211"/>
                  <a:pt x="98" y="187"/>
                  <a:pt x="120" y="166"/>
                </a:cubicBezTo>
                <a:cubicBezTo>
                  <a:pt x="141" y="145"/>
                  <a:pt x="166" y="128"/>
                  <a:pt x="192" y="114"/>
                </a:cubicBezTo>
                <a:cubicBezTo>
                  <a:pt x="218" y="99"/>
                  <a:pt x="246" y="89"/>
                  <a:pt x="275" y="81"/>
                </a:cubicBezTo>
                <a:cubicBezTo>
                  <a:pt x="298" y="75"/>
                  <a:pt x="321" y="71"/>
                  <a:pt x="345" y="68"/>
                </a:cubicBezTo>
                <a:cubicBezTo>
                  <a:pt x="347" y="94"/>
                  <a:pt x="347" y="94"/>
                  <a:pt x="347" y="94"/>
                </a:cubicBezTo>
                <a:lnTo>
                  <a:pt x="443" y="42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5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6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7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8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99" name="Group 27"/>
          <p:cNvGrpSpPr/>
          <p:nvPr/>
        </p:nvGrpSpPr>
        <p:grpSpPr>
          <a:xfrm>
            <a:off x="5955120" y="495360"/>
            <a:ext cx="2219760" cy="2224440"/>
            <a:chOff x="5955120" y="495360"/>
            <a:chExt cx="2219760" cy="2224440"/>
          </a:xfrm>
        </p:grpSpPr>
        <p:sp>
          <p:nvSpPr>
            <p:cNvPr id="200" name="Freeform 28"/>
            <p:cNvSpPr/>
            <p:nvPr/>
          </p:nvSpPr>
          <p:spPr>
            <a:xfrm>
              <a:off x="5955120" y="495360"/>
              <a:ext cx="2219760" cy="2224440"/>
            </a:xfrm>
            <a:custGeom>
              <a:avLst/>
              <a:gdLst>
                <a:gd name="textAreaLeft" fmla="*/ 0 w 2219760"/>
                <a:gd name="textAreaRight" fmla="*/ 2225160 w 2219760"/>
                <a:gd name="textAreaTop" fmla="*/ 0 h 2224440"/>
                <a:gd name="textAreaBottom" fmla="*/ 2229840 h 2224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1" name="Freeform 6"/>
            <p:cNvSpPr/>
            <p:nvPr/>
          </p:nvSpPr>
          <p:spPr>
            <a:xfrm>
              <a:off x="5955120" y="495360"/>
              <a:ext cx="2219760" cy="2224440"/>
            </a:xfrm>
            <a:custGeom>
              <a:avLst/>
              <a:gdLst>
                <a:gd name="textAreaLeft" fmla="*/ 0 w 2219760"/>
                <a:gd name="textAreaRight" fmla="*/ 2225160 w 2219760"/>
                <a:gd name="textAreaTop" fmla="*/ 0 h 2224440"/>
                <a:gd name="textAreaBottom" fmla="*/ 2229840 h 2224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02" name="Group 30"/>
          <p:cNvGrpSpPr/>
          <p:nvPr/>
        </p:nvGrpSpPr>
        <p:grpSpPr>
          <a:xfrm>
            <a:off x="8549280" y="3029760"/>
            <a:ext cx="2219760" cy="2224440"/>
            <a:chOff x="8549280" y="3029760"/>
            <a:chExt cx="2219760" cy="2224440"/>
          </a:xfrm>
        </p:grpSpPr>
        <p:sp>
          <p:nvSpPr>
            <p:cNvPr id="203" name="Freeform 31"/>
            <p:cNvSpPr/>
            <p:nvPr/>
          </p:nvSpPr>
          <p:spPr>
            <a:xfrm>
              <a:off x="8549280" y="3029760"/>
              <a:ext cx="2219760" cy="2224440"/>
            </a:xfrm>
            <a:custGeom>
              <a:avLst/>
              <a:gdLst>
                <a:gd name="textAreaLeft" fmla="*/ 0 w 2219760"/>
                <a:gd name="textAreaRight" fmla="*/ 2225160 w 2219760"/>
                <a:gd name="textAreaTop" fmla="*/ 0 h 2224440"/>
                <a:gd name="textAreaBottom" fmla="*/ 2229840 h 2224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4" name="Freeform 6"/>
            <p:cNvSpPr/>
            <p:nvPr/>
          </p:nvSpPr>
          <p:spPr>
            <a:xfrm>
              <a:off x="8549280" y="3029760"/>
              <a:ext cx="2219760" cy="2224440"/>
            </a:xfrm>
            <a:custGeom>
              <a:avLst/>
              <a:gdLst>
                <a:gd name="textAreaLeft" fmla="*/ 0 w 2219760"/>
                <a:gd name="textAreaRight" fmla="*/ 2225160 w 2219760"/>
                <a:gd name="textAreaTop" fmla="*/ 0 h 2224440"/>
                <a:gd name="textAreaBottom" fmla="*/ 2229840 h 2224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05" name="Group 33"/>
          <p:cNvGrpSpPr/>
          <p:nvPr/>
        </p:nvGrpSpPr>
        <p:grpSpPr>
          <a:xfrm>
            <a:off x="4201200" y="4067280"/>
            <a:ext cx="2219760" cy="2224440"/>
            <a:chOff x="4201200" y="4067280"/>
            <a:chExt cx="2219760" cy="2224440"/>
          </a:xfrm>
        </p:grpSpPr>
        <p:sp>
          <p:nvSpPr>
            <p:cNvPr id="206" name="Freeform 34"/>
            <p:cNvSpPr/>
            <p:nvPr/>
          </p:nvSpPr>
          <p:spPr>
            <a:xfrm>
              <a:off x="4201200" y="4067280"/>
              <a:ext cx="2219760" cy="2224440"/>
            </a:xfrm>
            <a:custGeom>
              <a:avLst/>
              <a:gdLst>
                <a:gd name="textAreaLeft" fmla="*/ 0 w 2219760"/>
                <a:gd name="textAreaRight" fmla="*/ 2225160 w 2219760"/>
                <a:gd name="textAreaTop" fmla="*/ 0 h 2224440"/>
                <a:gd name="textAreaBottom" fmla="*/ 2229840 h 2224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7" name="Freeform 6"/>
            <p:cNvSpPr/>
            <p:nvPr/>
          </p:nvSpPr>
          <p:spPr>
            <a:xfrm>
              <a:off x="4201200" y="4067280"/>
              <a:ext cx="2219760" cy="2224440"/>
            </a:xfrm>
            <a:custGeom>
              <a:avLst/>
              <a:gdLst>
                <a:gd name="textAreaLeft" fmla="*/ 0 w 2219760"/>
                <a:gd name="textAreaRight" fmla="*/ 2225160 w 2219760"/>
                <a:gd name="textAreaTop" fmla="*/ 0 h 2224440"/>
                <a:gd name="textAreaBottom" fmla="*/ 2229840 h 2224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08" name="Text Placeholder 2"/>
          <p:cNvSpPr/>
          <p:nvPr/>
        </p:nvSpPr>
        <p:spPr>
          <a:xfrm>
            <a:off x="6068880" y="615240"/>
            <a:ext cx="1974240" cy="199800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 Placeholder 2"/>
          <p:cNvSpPr/>
          <p:nvPr/>
        </p:nvSpPr>
        <p:spPr>
          <a:xfrm>
            <a:off x="8672040" y="3143160"/>
            <a:ext cx="1974240" cy="199800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Placeholder 2"/>
          <p:cNvSpPr/>
          <p:nvPr/>
        </p:nvSpPr>
        <p:spPr>
          <a:xfrm>
            <a:off x="4323960" y="4203000"/>
            <a:ext cx="1974240" cy="199800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Freeform 42"/>
          <p:cNvSpPr/>
          <p:nvPr/>
        </p:nvSpPr>
        <p:spPr>
          <a:xfrm rot="370200">
            <a:off x="-2192400" y="-1223280"/>
            <a:ext cx="12068640" cy="5607000"/>
          </a:xfrm>
          <a:custGeom>
            <a:avLst/>
            <a:gdLst>
              <a:gd name="textAreaLeft" fmla="*/ 0 w 12068640"/>
              <a:gd name="textAreaRight" fmla="*/ 12074040 w 12068640"/>
              <a:gd name="textAreaTop" fmla="*/ 0 h 5607000"/>
              <a:gd name="textAreaBottom" fmla="*/ 5612400 h 5607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212" name="Group 23"/>
          <p:cNvGrpSpPr/>
          <p:nvPr/>
        </p:nvGrpSpPr>
        <p:grpSpPr>
          <a:xfrm>
            <a:off x="970200" y="1238040"/>
            <a:ext cx="2219760" cy="2224440"/>
            <a:chOff x="970200" y="1238040"/>
            <a:chExt cx="2219760" cy="2224440"/>
          </a:xfrm>
        </p:grpSpPr>
        <p:sp>
          <p:nvSpPr>
            <p:cNvPr id="213" name="Freeform 24"/>
            <p:cNvSpPr/>
            <p:nvPr/>
          </p:nvSpPr>
          <p:spPr>
            <a:xfrm>
              <a:off x="970200" y="1238040"/>
              <a:ext cx="2219760" cy="2224440"/>
            </a:xfrm>
            <a:custGeom>
              <a:avLst/>
              <a:gdLst>
                <a:gd name="textAreaLeft" fmla="*/ 0 w 2219760"/>
                <a:gd name="textAreaRight" fmla="*/ 2225160 w 2219760"/>
                <a:gd name="textAreaTop" fmla="*/ 0 h 2224440"/>
                <a:gd name="textAreaBottom" fmla="*/ 2229840 h 2224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14" name="Freeform 6"/>
            <p:cNvSpPr/>
            <p:nvPr/>
          </p:nvSpPr>
          <p:spPr>
            <a:xfrm>
              <a:off x="970200" y="1238040"/>
              <a:ext cx="2219760" cy="2224440"/>
            </a:xfrm>
            <a:custGeom>
              <a:avLst/>
              <a:gdLst>
                <a:gd name="textAreaLeft" fmla="*/ 0 w 2219760"/>
                <a:gd name="textAreaRight" fmla="*/ 2225160 w 2219760"/>
                <a:gd name="textAreaTop" fmla="*/ 0 h 2224440"/>
                <a:gd name="textAreaBottom" fmla="*/ 2229840 h 2224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15" name="Text Placeholder 2"/>
          <p:cNvSpPr/>
          <p:nvPr/>
        </p:nvSpPr>
        <p:spPr>
          <a:xfrm>
            <a:off x="1089000" y="1362240"/>
            <a:ext cx="1974240" cy="199800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16" name="Group 26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217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18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19" name="Rectangle 43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2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94C593E-554D-4B67-B615-23124CAC48E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3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4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5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226" name="Group 25"/>
          <p:cNvGrpSpPr/>
          <p:nvPr/>
        </p:nvGrpSpPr>
        <p:grpSpPr>
          <a:xfrm>
            <a:off x="5057280" y="834120"/>
            <a:ext cx="1734840" cy="1645560"/>
            <a:chOff x="5057280" y="834120"/>
            <a:chExt cx="1734840" cy="1645560"/>
          </a:xfrm>
        </p:grpSpPr>
        <p:sp>
          <p:nvSpPr>
            <p:cNvPr id="227" name="Freeform 6"/>
            <p:cNvSpPr/>
            <p:nvPr/>
          </p:nvSpPr>
          <p:spPr>
            <a:xfrm>
              <a:off x="5057280" y="834120"/>
              <a:ext cx="1728000" cy="1645560"/>
            </a:xfrm>
            <a:custGeom>
              <a:avLst/>
              <a:gdLst>
                <a:gd name="textAreaLeft" fmla="*/ 0 w 1728000"/>
                <a:gd name="textAreaRight" fmla="*/ 1733400 w 1728000"/>
                <a:gd name="textAreaTop" fmla="*/ 0 h 1645560"/>
                <a:gd name="textAreaBottom" fmla="*/ 1650960 h 164556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1" y="417"/>
                    <a:pt x="81" y="417"/>
                    <a:pt x="81" y="417"/>
                  </a:cubicBezTo>
                  <a:cubicBezTo>
                    <a:pt x="84" y="426"/>
                    <a:pt x="92" y="433"/>
                    <a:pt x="102" y="433"/>
                  </a:cubicBezTo>
                  <a:cubicBezTo>
                    <a:pt x="353" y="433"/>
                    <a:pt x="353" y="433"/>
                    <a:pt x="353" y="433"/>
                  </a:cubicBezTo>
                  <a:cubicBezTo>
                    <a:pt x="363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28" name="Freeform 6"/>
            <p:cNvSpPr/>
            <p:nvPr/>
          </p:nvSpPr>
          <p:spPr>
            <a:xfrm>
              <a:off x="5064120" y="834120"/>
              <a:ext cx="1728000" cy="1645560"/>
            </a:xfrm>
            <a:custGeom>
              <a:avLst/>
              <a:gdLst>
                <a:gd name="textAreaLeft" fmla="*/ 0 w 1728000"/>
                <a:gd name="textAreaRight" fmla="*/ 1733400 w 1728000"/>
                <a:gd name="textAreaTop" fmla="*/ 0 h 1645560"/>
                <a:gd name="textAreaBottom" fmla="*/ 1650960 h 164556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1" y="417"/>
                    <a:pt x="81" y="417"/>
                    <a:pt x="81" y="417"/>
                  </a:cubicBezTo>
                  <a:cubicBezTo>
                    <a:pt x="84" y="426"/>
                    <a:pt x="92" y="433"/>
                    <a:pt x="102" y="433"/>
                  </a:cubicBezTo>
                  <a:cubicBezTo>
                    <a:pt x="353" y="433"/>
                    <a:pt x="353" y="433"/>
                    <a:pt x="353" y="433"/>
                  </a:cubicBezTo>
                  <a:cubicBezTo>
                    <a:pt x="363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29" name="Group 28"/>
          <p:cNvGrpSpPr/>
          <p:nvPr/>
        </p:nvGrpSpPr>
        <p:grpSpPr>
          <a:xfrm>
            <a:off x="6671520" y="2019960"/>
            <a:ext cx="1730520" cy="1640880"/>
            <a:chOff x="6671520" y="2019960"/>
            <a:chExt cx="1730520" cy="1640880"/>
          </a:xfrm>
        </p:grpSpPr>
        <p:sp>
          <p:nvSpPr>
            <p:cNvPr id="230" name="Freeform 7"/>
            <p:cNvSpPr/>
            <p:nvPr/>
          </p:nvSpPr>
          <p:spPr>
            <a:xfrm>
              <a:off x="6671520" y="2019960"/>
              <a:ext cx="1723320" cy="1640880"/>
            </a:xfrm>
            <a:custGeom>
              <a:avLst/>
              <a:gdLst>
                <a:gd name="textAreaLeft" fmla="*/ 0 w 1723320"/>
                <a:gd name="textAreaRight" fmla="*/ 1728720 w 1723320"/>
                <a:gd name="textAreaTop" fmla="*/ 0 h 1640880"/>
                <a:gd name="textAreaBottom" fmla="*/ 1646280 h 1640880"/>
              </a:gdLst>
              <a:ahLst/>
              <a:rect l="textAreaLeft" t="textAreaTop" r="textAreaRight" b="textAreaBottom"/>
              <a:pathLst>
                <a:path w="454" h="432">
                  <a:moveTo>
                    <a:pt x="3" y="179"/>
                  </a:moveTo>
                  <a:cubicBezTo>
                    <a:pt x="80" y="416"/>
                    <a:pt x="80" y="416"/>
                    <a:pt x="80" y="416"/>
                  </a:cubicBezTo>
                  <a:cubicBezTo>
                    <a:pt x="83" y="426"/>
                    <a:pt x="92" y="432"/>
                    <a:pt x="102" y="432"/>
                  </a:cubicBezTo>
                  <a:cubicBezTo>
                    <a:pt x="352" y="432"/>
                    <a:pt x="352" y="432"/>
                    <a:pt x="352" y="432"/>
                  </a:cubicBezTo>
                  <a:cubicBezTo>
                    <a:pt x="362" y="432"/>
                    <a:pt x="371" y="426"/>
                    <a:pt x="374" y="416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4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1" name="Freeform 7"/>
            <p:cNvSpPr/>
            <p:nvPr/>
          </p:nvSpPr>
          <p:spPr>
            <a:xfrm>
              <a:off x="6678720" y="2019960"/>
              <a:ext cx="1723320" cy="1640880"/>
            </a:xfrm>
            <a:custGeom>
              <a:avLst/>
              <a:gdLst>
                <a:gd name="textAreaLeft" fmla="*/ 0 w 1723320"/>
                <a:gd name="textAreaRight" fmla="*/ 1728720 w 1723320"/>
                <a:gd name="textAreaTop" fmla="*/ 0 h 1640880"/>
                <a:gd name="textAreaBottom" fmla="*/ 1646280 h 1640880"/>
              </a:gdLst>
              <a:ahLst/>
              <a:rect l="textAreaLeft" t="textAreaTop" r="textAreaRight" b="textAreaBottom"/>
              <a:pathLst>
                <a:path w="454" h="432">
                  <a:moveTo>
                    <a:pt x="3" y="179"/>
                  </a:moveTo>
                  <a:cubicBezTo>
                    <a:pt x="80" y="416"/>
                    <a:pt x="80" y="416"/>
                    <a:pt x="80" y="416"/>
                  </a:cubicBezTo>
                  <a:cubicBezTo>
                    <a:pt x="83" y="426"/>
                    <a:pt x="92" y="432"/>
                    <a:pt x="102" y="432"/>
                  </a:cubicBezTo>
                  <a:cubicBezTo>
                    <a:pt x="352" y="432"/>
                    <a:pt x="352" y="432"/>
                    <a:pt x="352" y="432"/>
                  </a:cubicBezTo>
                  <a:cubicBezTo>
                    <a:pt x="362" y="432"/>
                    <a:pt x="371" y="426"/>
                    <a:pt x="374" y="416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4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2" name="Group 31"/>
          <p:cNvGrpSpPr/>
          <p:nvPr/>
        </p:nvGrpSpPr>
        <p:grpSpPr>
          <a:xfrm>
            <a:off x="3398400" y="2019960"/>
            <a:ext cx="1733400" cy="1640880"/>
            <a:chOff x="3398400" y="2019960"/>
            <a:chExt cx="1733400" cy="1640880"/>
          </a:xfrm>
        </p:grpSpPr>
        <p:sp>
          <p:nvSpPr>
            <p:cNvPr id="233" name="Freeform 8"/>
            <p:cNvSpPr/>
            <p:nvPr/>
          </p:nvSpPr>
          <p:spPr>
            <a:xfrm>
              <a:off x="3398400" y="2019960"/>
              <a:ext cx="1726560" cy="1640880"/>
            </a:xfrm>
            <a:custGeom>
              <a:avLst/>
              <a:gdLst>
                <a:gd name="textAreaLeft" fmla="*/ 0 w 1726560"/>
                <a:gd name="textAreaRight" fmla="*/ 1731960 w 1726560"/>
                <a:gd name="textAreaTop" fmla="*/ 0 h 1640880"/>
                <a:gd name="textAreaBottom" fmla="*/ 1646280 h 1640880"/>
              </a:gdLst>
              <a:ahLst/>
              <a:rect l="textAreaLeft" t="textAreaTop" r="textAreaRight" b="textAreaBottom"/>
              <a:pathLst>
                <a:path w="455" h="432">
                  <a:moveTo>
                    <a:pt x="4" y="179"/>
                  </a:moveTo>
                  <a:cubicBezTo>
                    <a:pt x="81" y="416"/>
                    <a:pt x="81" y="416"/>
                    <a:pt x="81" y="416"/>
                  </a:cubicBezTo>
                  <a:cubicBezTo>
                    <a:pt x="84" y="426"/>
                    <a:pt x="93" y="432"/>
                    <a:pt x="103" y="432"/>
                  </a:cubicBezTo>
                  <a:cubicBezTo>
                    <a:pt x="353" y="432"/>
                    <a:pt x="353" y="432"/>
                    <a:pt x="353" y="432"/>
                  </a:cubicBezTo>
                  <a:cubicBezTo>
                    <a:pt x="363" y="432"/>
                    <a:pt x="372" y="426"/>
                    <a:pt x="375" y="416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2" y="159"/>
                    <a:pt x="444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4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4" name="Freeform 8"/>
            <p:cNvSpPr/>
            <p:nvPr/>
          </p:nvSpPr>
          <p:spPr>
            <a:xfrm>
              <a:off x="3405240" y="2019960"/>
              <a:ext cx="1726560" cy="1640880"/>
            </a:xfrm>
            <a:custGeom>
              <a:avLst/>
              <a:gdLst>
                <a:gd name="textAreaLeft" fmla="*/ 0 w 1726560"/>
                <a:gd name="textAreaRight" fmla="*/ 1731960 w 1726560"/>
                <a:gd name="textAreaTop" fmla="*/ 0 h 1640880"/>
                <a:gd name="textAreaBottom" fmla="*/ 1646280 h 1640880"/>
              </a:gdLst>
              <a:ahLst/>
              <a:rect l="textAreaLeft" t="textAreaTop" r="textAreaRight" b="textAreaBottom"/>
              <a:pathLst>
                <a:path w="455" h="432">
                  <a:moveTo>
                    <a:pt x="4" y="179"/>
                  </a:moveTo>
                  <a:cubicBezTo>
                    <a:pt x="81" y="416"/>
                    <a:pt x="81" y="416"/>
                    <a:pt x="81" y="416"/>
                  </a:cubicBezTo>
                  <a:cubicBezTo>
                    <a:pt x="84" y="426"/>
                    <a:pt x="93" y="432"/>
                    <a:pt x="103" y="432"/>
                  </a:cubicBezTo>
                  <a:cubicBezTo>
                    <a:pt x="353" y="432"/>
                    <a:pt x="353" y="432"/>
                    <a:pt x="353" y="432"/>
                  </a:cubicBezTo>
                  <a:cubicBezTo>
                    <a:pt x="363" y="432"/>
                    <a:pt x="372" y="426"/>
                    <a:pt x="375" y="416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2" y="159"/>
                    <a:pt x="444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4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5" name="Group 34"/>
          <p:cNvGrpSpPr/>
          <p:nvPr/>
        </p:nvGrpSpPr>
        <p:grpSpPr>
          <a:xfrm>
            <a:off x="4038120" y="3927960"/>
            <a:ext cx="1733400" cy="1644120"/>
            <a:chOff x="4038120" y="3927960"/>
            <a:chExt cx="1733400" cy="1644120"/>
          </a:xfrm>
        </p:grpSpPr>
        <p:sp>
          <p:nvSpPr>
            <p:cNvPr id="236" name="Freeform 9"/>
            <p:cNvSpPr/>
            <p:nvPr/>
          </p:nvSpPr>
          <p:spPr>
            <a:xfrm>
              <a:off x="4038120" y="3927960"/>
              <a:ext cx="1726560" cy="1644120"/>
            </a:xfrm>
            <a:custGeom>
              <a:avLst/>
              <a:gdLst>
                <a:gd name="textAreaLeft" fmla="*/ 0 w 1726560"/>
                <a:gd name="textAreaRight" fmla="*/ 1731960 w 1726560"/>
                <a:gd name="textAreaTop" fmla="*/ 0 h 1644120"/>
                <a:gd name="textAreaBottom" fmla="*/ 1649520 h 164412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7" name="Freeform 9"/>
            <p:cNvSpPr/>
            <p:nvPr/>
          </p:nvSpPr>
          <p:spPr>
            <a:xfrm>
              <a:off x="4044960" y="3927960"/>
              <a:ext cx="1726560" cy="1644120"/>
            </a:xfrm>
            <a:custGeom>
              <a:avLst/>
              <a:gdLst>
                <a:gd name="textAreaLeft" fmla="*/ 0 w 1726560"/>
                <a:gd name="textAreaRight" fmla="*/ 1731960 w 1726560"/>
                <a:gd name="textAreaTop" fmla="*/ 0 h 1644120"/>
                <a:gd name="textAreaBottom" fmla="*/ 1649520 h 164412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8" name="Group 37"/>
          <p:cNvGrpSpPr/>
          <p:nvPr/>
        </p:nvGrpSpPr>
        <p:grpSpPr>
          <a:xfrm>
            <a:off x="6055560" y="3927960"/>
            <a:ext cx="1733760" cy="1644120"/>
            <a:chOff x="6055560" y="3927960"/>
            <a:chExt cx="1733760" cy="1644120"/>
          </a:xfrm>
        </p:grpSpPr>
        <p:sp>
          <p:nvSpPr>
            <p:cNvPr id="239" name="Freeform 10"/>
            <p:cNvSpPr/>
            <p:nvPr/>
          </p:nvSpPr>
          <p:spPr>
            <a:xfrm>
              <a:off x="6055560" y="3927960"/>
              <a:ext cx="1726560" cy="1644120"/>
            </a:xfrm>
            <a:custGeom>
              <a:avLst/>
              <a:gdLst>
                <a:gd name="textAreaLeft" fmla="*/ 0 w 1726560"/>
                <a:gd name="textAreaRight" fmla="*/ 1731960 w 1726560"/>
                <a:gd name="textAreaTop" fmla="*/ 0 h 1644120"/>
                <a:gd name="textAreaBottom" fmla="*/ 1649520 h 164412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40" name="Freeform 10"/>
            <p:cNvSpPr/>
            <p:nvPr/>
          </p:nvSpPr>
          <p:spPr>
            <a:xfrm>
              <a:off x="6062760" y="3927960"/>
              <a:ext cx="1726560" cy="1644120"/>
            </a:xfrm>
            <a:custGeom>
              <a:avLst/>
              <a:gdLst>
                <a:gd name="textAreaLeft" fmla="*/ 0 w 1726560"/>
                <a:gd name="textAreaRight" fmla="*/ 1731960 w 1726560"/>
                <a:gd name="textAreaTop" fmla="*/ 0 h 1644120"/>
                <a:gd name="textAreaBottom" fmla="*/ 1649520 h 164412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pic>
        <p:nvPicPr>
          <p:cNvPr id="241" name="Picture 60" descr=""/>
          <p:cNvPicPr/>
          <p:nvPr/>
        </p:nvPicPr>
        <p:blipFill>
          <a:blip r:embed="rId2"/>
          <a:srcRect l="0" t="0" r="76273" b="0"/>
          <a:stretch/>
        </p:blipFill>
        <p:spPr>
          <a:xfrm>
            <a:off x="5283720" y="2795400"/>
            <a:ext cx="1133640" cy="996480"/>
          </a:xfrm>
          <a:prstGeom prst="rect">
            <a:avLst/>
          </a:prstGeom>
          <a:ln w="0">
            <a:noFill/>
          </a:ln>
        </p:spPr>
      </p:pic>
      <p:sp>
        <p:nvSpPr>
          <p:cNvPr id="242" name="Freeform 48"/>
          <p:cNvSpPr/>
          <p:nvPr/>
        </p:nvSpPr>
        <p:spPr>
          <a:xfrm>
            <a:off x="-1935720" y="-1011960"/>
            <a:ext cx="7424280" cy="3801960"/>
          </a:xfrm>
          <a:custGeom>
            <a:avLst/>
            <a:gdLst>
              <a:gd name="textAreaLeft" fmla="*/ 0 w 7424280"/>
              <a:gd name="textAreaRight" fmla="*/ 7429680 w 7424280"/>
              <a:gd name="textAreaTop" fmla="*/ 0 h 3801960"/>
              <a:gd name="textAreaBottom" fmla="*/ 3807360 h 3801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243" name="Group 44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244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45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46" name="Rectangle 49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4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F0957FC-7EB0-48E5-9DD3-A961671DB26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Freeform 27"/>
          <p:cNvSpPr/>
          <p:nvPr/>
        </p:nvSpPr>
        <p:spPr>
          <a:xfrm rot="370200">
            <a:off x="-2529000" y="-1317600"/>
            <a:ext cx="12068640" cy="5607000"/>
          </a:xfrm>
          <a:custGeom>
            <a:avLst/>
            <a:gdLst>
              <a:gd name="textAreaLeft" fmla="*/ 0 w 12068640"/>
              <a:gd name="textAreaRight" fmla="*/ 12074040 w 12068640"/>
              <a:gd name="textAreaTop" fmla="*/ 0 h 5607000"/>
              <a:gd name="textAreaBottom" fmla="*/ 5612400 h 5607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50" name="Freeform 7"/>
          <p:cNvSpPr/>
          <p:nvPr/>
        </p:nvSpPr>
        <p:spPr>
          <a:xfrm>
            <a:off x="9197280" y="1239120"/>
            <a:ext cx="1897920" cy="1899720"/>
          </a:xfrm>
          <a:custGeom>
            <a:avLst/>
            <a:gdLst>
              <a:gd name="textAreaLeft" fmla="*/ 0 w 1897920"/>
              <a:gd name="textAreaRight" fmla="*/ 1903320 w 1897920"/>
              <a:gd name="textAreaTop" fmla="*/ 0 h 1899720"/>
              <a:gd name="textAreaBottom" fmla="*/ 1905120 h 189972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251" name="Group 6"/>
          <p:cNvGrpSpPr/>
          <p:nvPr/>
        </p:nvGrpSpPr>
        <p:grpSpPr>
          <a:xfrm>
            <a:off x="6915960" y="1239120"/>
            <a:ext cx="1904760" cy="1899720"/>
            <a:chOff x="6915960" y="1239120"/>
            <a:chExt cx="1904760" cy="1899720"/>
          </a:xfrm>
        </p:grpSpPr>
        <p:sp>
          <p:nvSpPr>
            <p:cNvPr id="252" name="Freeform 6"/>
            <p:cNvSpPr/>
            <p:nvPr/>
          </p:nvSpPr>
          <p:spPr>
            <a:xfrm>
              <a:off x="6922800" y="1239120"/>
              <a:ext cx="1897920" cy="1899720"/>
            </a:xfrm>
            <a:custGeom>
              <a:avLst/>
              <a:gdLst>
                <a:gd name="textAreaLeft" fmla="*/ 0 w 1897920"/>
                <a:gd name="textAreaRight" fmla="*/ 1903320 w 1897920"/>
                <a:gd name="textAreaTop" fmla="*/ 0 h 1899720"/>
                <a:gd name="textAreaBottom" fmla="*/ 1905120 h 189972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53" name="Freeform 6"/>
            <p:cNvSpPr/>
            <p:nvPr/>
          </p:nvSpPr>
          <p:spPr>
            <a:xfrm>
              <a:off x="6915960" y="1239120"/>
              <a:ext cx="1897920" cy="1899720"/>
            </a:xfrm>
            <a:custGeom>
              <a:avLst/>
              <a:gdLst>
                <a:gd name="textAreaLeft" fmla="*/ 0 w 1897920"/>
                <a:gd name="textAreaRight" fmla="*/ 1903320 w 1897920"/>
                <a:gd name="textAreaTop" fmla="*/ 0 h 1899720"/>
                <a:gd name="textAreaBottom" fmla="*/ 1905120 h 189972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54" name="Group 9"/>
          <p:cNvGrpSpPr/>
          <p:nvPr/>
        </p:nvGrpSpPr>
        <p:grpSpPr>
          <a:xfrm>
            <a:off x="9161280" y="3479760"/>
            <a:ext cx="1905480" cy="1900440"/>
            <a:chOff x="9161280" y="3479760"/>
            <a:chExt cx="1905480" cy="1900440"/>
          </a:xfrm>
        </p:grpSpPr>
        <p:sp>
          <p:nvSpPr>
            <p:cNvPr id="255" name="Freeform 8"/>
            <p:cNvSpPr/>
            <p:nvPr/>
          </p:nvSpPr>
          <p:spPr>
            <a:xfrm>
              <a:off x="9161280" y="3480480"/>
              <a:ext cx="1897920" cy="1899720"/>
            </a:xfrm>
            <a:custGeom>
              <a:avLst/>
              <a:gdLst>
                <a:gd name="textAreaLeft" fmla="*/ 0 w 1897920"/>
                <a:gd name="textAreaRight" fmla="*/ 1903320 w 1897920"/>
                <a:gd name="textAreaTop" fmla="*/ 0 h 1899720"/>
                <a:gd name="textAreaBottom" fmla="*/ 1905120 h 189972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56" name="Freeform 8"/>
            <p:cNvSpPr/>
            <p:nvPr/>
          </p:nvSpPr>
          <p:spPr>
            <a:xfrm>
              <a:off x="9168840" y="3479760"/>
              <a:ext cx="1897920" cy="1899720"/>
            </a:xfrm>
            <a:custGeom>
              <a:avLst/>
              <a:gdLst>
                <a:gd name="textAreaLeft" fmla="*/ 0 w 1897920"/>
                <a:gd name="textAreaRight" fmla="*/ 1903320 w 1897920"/>
                <a:gd name="textAreaTop" fmla="*/ 0 h 1899720"/>
                <a:gd name="textAreaBottom" fmla="*/ 1905120 h 189972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57" name="Freeform 9"/>
          <p:cNvSpPr/>
          <p:nvPr/>
        </p:nvSpPr>
        <p:spPr>
          <a:xfrm>
            <a:off x="6958800" y="3480480"/>
            <a:ext cx="1897920" cy="1899720"/>
          </a:xfrm>
          <a:custGeom>
            <a:avLst/>
            <a:gdLst>
              <a:gd name="textAreaLeft" fmla="*/ 0 w 1897920"/>
              <a:gd name="textAreaRight" fmla="*/ 1903320 w 1897920"/>
              <a:gd name="textAreaTop" fmla="*/ 0 h 1899720"/>
              <a:gd name="textAreaBottom" fmla="*/ 1905120 h 189972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8" name="Freeform 7"/>
          <p:cNvSpPr/>
          <p:nvPr/>
        </p:nvSpPr>
        <p:spPr>
          <a:xfrm>
            <a:off x="1149120" y="1060560"/>
            <a:ext cx="4419360" cy="4422960"/>
          </a:xfrm>
          <a:custGeom>
            <a:avLst/>
            <a:gdLst>
              <a:gd name="textAreaLeft" fmla="*/ 0 w 4419360"/>
              <a:gd name="textAreaRight" fmla="*/ 4424760 w 4419360"/>
              <a:gd name="textAreaTop" fmla="*/ 0 h 4422960"/>
              <a:gd name="textAreaBottom" fmla="*/ 4428360 h 442296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9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0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1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2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3" name="Freeform 28"/>
          <p:cNvSpPr/>
          <p:nvPr/>
        </p:nvSpPr>
        <p:spPr>
          <a:xfrm>
            <a:off x="-1855800" y="-1338480"/>
            <a:ext cx="7424280" cy="3801960"/>
          </a:xfrm>
          <a:custGeom>
            <a:avLst/>
            <a:gdLst>
              <a:gd name="textAreaLeft" fmla="*/ 0 w 7424280"/>
              <a:gd name="textAreaRight" fmla="*/ 7429680 w 7424280"/>
              <a:gd name="textAreaTop" fmla="*/ 0 h 3801960"/>
              <a:gd name="textAreaBottom" fmla="*/ 3807360 h 3801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64" name="Text Placeholder 2"/>
          <p:cNvSpPr/>
          <p:nvPr/>
        </p:nvSpPr>
        <p:spPr>
          <a:xfrm>
            <a:off x="1149480" y="1060560"/>
            <a:ext cx="4419000" cy="4423680"/>
          </a:xfrm>
          <a:prstGeom prst="roundRect">
            <a:avLst>
              <a:gd name="adj" fmla="val 875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65" name="Group 19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266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67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68" name="Rectangle 29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7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77A0667-0C07-4F2B-B481-F4772B1C60B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Freeform 27"/>
          <p:cNvSpPr/>
          <p:nvPr/>
        </p:nvSpPr>
        <p:spPr>
          <a:xfrm rot="370200">
            <a:off x="-2738160" y="-1566000"/>
            <a:ext cx="12068640" cy="5607000"/>
          </a:xfrm>
          <a:custGeom>
            <a:avLst/>
            <a:gdLst>
              <a:gd name="textAreaLeft" fmla="*/ 0 w 12068640"/>
              <a:gd name="textAreaRight" fmla="*/ 12074040 w 12068640"/>
              <a:gd name="textAreaTop" fmla="*/ 0 h 5607000"/>
              <a:gd name="textAreaBottom" fmla="*/ 5612400 h 5607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72" name="Freeform 7"/>
          <p:cNvSpPr/>
          <p:nvPr/>
        </p:nvSpPr>
        <p:spPr>
          <a:xfrm>
            <a:off x="9197280" y="1239120"/>
            <a:ext cx="1897920" cy="1899720"/>
          </a:xfrm>
          <a:custGeom>
            <a:avLst/>
            <a:gdLst>
              <a:gd name="textAreaLeft" fmla="*/ 0 w 1897920"/>
              <a:gd name="textAreaRight" fmla="*/ 1903320 w 1897920"/>
              <a:gd name="textAreaTop" fmla="*/ 0 h 1899720"/>
              <a:gd name="textAreaBottom" fmla="*/ 1905120 h 189972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273" name="Group 6"/>
          <p:cNvGrpSpPr/>
          <p:nvPr/>
        </p:nvGrpSpPr>
        <p:grpSpPr>
          <a:xfrm>
            <a:off x="6915960" y="1239120"/>
            <a:ext cx="1904760" cy="1899720"/>
            <a:chOff x="6915960" y="1239120"/>
            <a:chExt cx="1904760" cy="1899720"/>
          </a:xfrm>
        </p:grpSpPr>
        <p:sp>
          <p:nvSpPr>
            <p:cNvPr id="274" name="Freeform 6"/>
            <p:cNvSpPr/>
            <p:nvPr/>
          </p:nvSpPr>
          <p:spPr>
            <a:xfrm>
              <a:off x="6922800" y="1239120"/>
              <a:ext cx="1897920" cy="1899720"/>
            </a:xfrm>
            <a:custGeom>
              <a:avLst/>
              <a:gdLst>
                <a:gd name="textAreaLeft" fmla="*/ 0 w 1897920"/>
                <a:gd name="textAreaRight" fmla="*/ 1903320 w 1897920"/>
                <a:gd name="textAreaTop" fmla="*/ 0 h 1899720"/>
                <a:gd name="textAreaBottom" fmla="*/ 1905120 h 189972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75" name="Freeform 6"/>
            <p:cNvSpPr/>
            <p:nvPr/>
          </p:nvSpPr>
          <p:spPr>
            <a:xfrm>
              <a:off x="6915960" y="1239120"/>
              <a:ext cx="1897920" cy="1899720"/>
            </a:xfrm>
            <a:custGeom>
              <a:avLst/>
              <a:gdLst>
                <a:gd name="textAreaLeft" fmla="*/ 0 w 1897920"/>
                <a:gd name="textAreaRight" fmla="*/ 1903320 w 1897920"/>
                <a:gd name="textAreaTop" fmla="*/ 0 h 1899720"/>
                <a:gd name="textAreaBottom" fmla="*/ 1905120 h 189972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76" name="Group 9"/>
          <p:cNvGrpSpPr/>
          <p:nvPr/>
        </p:nvGrpSpPr>
        <p:grpSpPr>
          <a:xfrm>
            <a:off x="9161280" y="3479760"/>
            <a:ext cx="1905480" cy="1900440"/>
            <a:chOff x="9161280" y="3479760"/>
            <a:chExt cx="1905480" cy="1900440"/>
          </a:xfrm>
        </p:grpSpPr>
        <p:sp>
          <p:nvSpPr>
            <p:cNvPr id="277" name="Freeform 8"/>
            <p:cNvSpPr/>
            <p:nvPr/>
          </p:nvSpPr>
          <p:spPr>
            <a:xfrm>
              <a:off x="9161280" y="3480480"/>
              <a:ext cx="1897920" cy="1899720"/>
            </a:xfrm>
            <a:custGeom>
              <a:avLst/>
              <a:gdLst>
                <a:gd name="textAreaLeft" fmla="*/ 0 w 1897920"/>
                <a:gd name="textAreaRight" fmla="*/ 1903320 w 1897920"/>
                <a:gd name="textAreaTop" fmla="*/ 0 h 1899720"/>
                <a:gd name="textAreaBottom" fmla="*/ 1905120 h 189972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78" name="Freeform 8"/>
            <p:cNvSpPr/>
            <p:nvPr/>
          </p:nvSpPr>
          <p:spPr>
            <a:xfrm>
              <a:off x="9168840" y="3479760"/>
              <a:ext cx="1897920" cy="1899720"/>
            </a:xfrm>
            <a:custGeom>
              <a:avLst/>
              <a:gdLst>
                <a:gd name="textAreaLeft" fmla="*/ 0 w 1897920"/>
                <a:gd name="textAreaRight" fmla="*/ 1903320 w 1897920"/>
                <a:gd name="textAreaTop" fmla="*/ 0 h 1899720"/>
                <a:gd name="textAreaBottom" fmla="*/ 1905120 h 189972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79" name="Freeform 9"/>
          <p:cNvSpPr/>
          <p:nvPr/>
        </p:nvSpPr>
        <p:spPr>
          <a:xfrm>
            <a:off x="6958800" y="3480480"/>
            <a:ext cx="1897920" cy="1899720"/>
          </a:xfrm>
          <a:custGeom>
            <a:avLst/>
            <a:gdLst>
              <a:gd name="textAreaLeft" fmla="*/ 0 w 1897920"/>
              <a:gd name="textAreaRight" fmla="*/ 1903320 w 1897920"/>
              <a:gd name="textAreaTop" fmla="*/ 0 h 1899720"/>
              <a:gd name="textAreaBottom" fmla="*/ 1905120 h 189972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80" name="Freeform 7"/>
          <p:cNvSpPr/>
          <p:nvPr/>
        </p:nvSpPr>
        <p:spPr>
          <a:xfrm>
            <a:off x="1149120" y="1060560"/>
            <a:ext cx="4419360" cy="4422960"/>
          </a:xfrm>
          <a:custGeom>
            <a:avLst/>
            <a:gdLst>
              <a:gd name="textAreaLeft" fmla="*/ 0 w 4419360"/>
              <a:gd name="textAreaRight" fmla="*/ 4424760 w 4419360"/>
              <a:gd name="textAreaTop" fmla="*/ 0 h 4422960"/>
              <a:gd name="textAreaBottom" fmla="*/ 4428360 h 442296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81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2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3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4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5" name="Freeform 28"/>
          <p:cNvSpPr/>
          <p:nvPr/>
        </p:nvSpPr>
        <p:spPr>
          <a:xfrm>
            <a:off x="-1855800" y="-1338480"/>
            <a:ext cx="7424280" cy="3801960"/>
          </a:xfrm>
          <a:custGeom>
            <a:avLst/>
            <a:gdLst>
              <a:gd name="textAreaLeft" fmla="*/ 0 w 7424280"/>
              <a:gd name="textAreaRight" fmla="*/ 7429680 w 7424280"/>
              <a:gd name="textAreaTop" fmla="*/ 0 h 3801960"/>
              <a:gd name="textAreaBottom" fmla="*/ 3807360 h 3801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86" name="Text Placeholder 2"/>
          <p:cNvSpPr/>
          <p:nvPr/>
        </p:nvSpPr>
        <p:spPr>
          <a:xfrm>
            <a:off x="1149480" y="1060560"/>
            <a:ext cx="4419000" cy="4423680"/>
          </a:xfrm>
          <a:prstGeom prst="roundRect">
            <a:avLst>
              <a:gd name="adj" fmla="val 875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87" name="Group 19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288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89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90" name="Rectangle 29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92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235785E-BBD3-4411-A619-61BCA148134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Box 9"/>
          <p:cNvSpPr/>
          <p:nvPr/>
        </p:nvSpPr>
        <p:spPr>
          <a:xfrm>
            <a:off x="4515120" y="4888800"/>
            <a:ext cx="3476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Grey_unpressed"/>
          <p:cNvSpPr/>
          <p:nvPr/>
        </p:nvSpPr>
        <p:spPr>
          <a:xfrm>
            <a:off x="2833920" y="2727720"/>
            <a:ext cx="6469200" cy="1517040"/>
          </a:xfrm>
          <a:custGeom>
            <a:avLst/>
            <a:gdLst>
              <a:gd name="textAreaLeft" fmla="*/ 0 w 6469200"/>
              <a:gd name="textAreaRight" fmla="*/ 6474600 w 6469200"/>
              <a:gd name="textAreaTop" fmla="*/ 0 h 1517040"/>
              <a:gd name="textAreaBottom" fmla="*/ 1522440 h 151704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95" name="Freeform 11"/>
          <p:cNvSpPr/>
          <p:nvPr/>
        </p:nvSpPr>
        <p:spPr>
          <a:xfrm>
            <a:off x="2435040" y="2589840"/>
            <a:ext cx="2434680" cy="2609640"/>
          </a:xfrm>
          <a:custGeom>
            <a:avLst/>
            <a:gdLst>
              <a:gd name="textAreaLeft" fmla="*/ 0 w 2434680"/>
              <a:gd name="textAreaRight" fmla="*/ 2440080 w 2434680"/>
              <a:gd name="textAreaTop" fmla="*/ 0 h 2609640"/>
              <a:gd name="textAreaBottom" fmla="*/ 2615040 h 260964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96" name="Oval 12"/>
          <p:cNvSpPr/>
          <p:nvPr/>
        </p:nvSpPr>
        <p:spPr>
          <a:xfrm>
            <a:off x="3103920" y="3080520"/>
            <a:ext cx="981360" cy="9813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97" name="TextBox 13"/>
          <p:cNvSpPr/>
          <p:nvPr/>
        </p:nvSpPr>
        <p:spPr>
          <a:xfrm>
            <a:off x="4090680" y="3134880"/>
            <a:ext cx="1018368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TEŞEKKÜRLER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98" name="Group 14"/>
          <p:cNvGrpSpPr/>
          <p:nvPr/>
        </p:nvGrpSpPr>
        <p:grpSpPr>
          <a:xfrm>
            <a:off x="1717560" y="6498720"/>
            <a:ext cx="902520" cy="195840"/>
            <a:chOff x="1717560" y="6498720"/>
            <a:chExt cx="902520" cy="195840"/>
          </a:xfrm>
        </p:grpSpPr>
        <p:pic>
          <p:nvPicPr>
            <p:cNvPr id="299" name="Picture 15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934640" y="6498720"/>
              <a:ext cx="685440" cy="1850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300" name="Picture 16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717560" y="6509520"/>
              <a:ext cx="206640" cy="18504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301" name="Picture 4" descr=""/>
          <p:cNvPicPr/>
          <p:nvPr/>
        </p:nvPicPr>
        <p:blipFill>
          <a:blip r:embed="rId4"/>
          <a:stretch/>
        </p:blipFill>
        <p:spPr>
          <a:xfrm>
            <a:off x="169560" y="6469200"/>
            <a:ext cx="1330560" cy="254520"/>
          </a:xfrm>
          <a:prstGeom prst="rect">
            <a:avLst/>
          </a:prstGeom>
          <a:ln w="0">
            <a:noFill/>
          </a:ln>
        </p:spPr>
      </p:pic>
      <p:sp>
        <p:nvSpPr>
          <p:cNvPr id="302" name="TextBox 5"/>
          <p:cNvSpPr/>
          <p:nvPr/>
        </p:nvSpPr>
        <p:spPr>
          <a:xfrm>
            <a:off x="1585440" y="6498720"/>
            <a:ext cx="41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TextBox 18"/>
          <p:cNvSpPr/>
          <p:nvPr/>
        </p:nvSpPr>
        <p:spPr>
          <a:xfrm>
            <a:off x="1585440" y="6454800"/>
            <a:ext cx="41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19"/>
          <p:cNvSpPr/>
          <p:nvPr/>
        </p:nvSpPr>
        <p:spPr>
          <a:xfrm>
            <a:off x="1585440" y="6509520"/>
            <a:ext cx="41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TextBox 17"/>
          <p:cNvSpPr/>
          <p:nvPr/>
        </p:nvSpPr>
        <p:spPr>
          <a:xfrm>
            <a:off x="7392960" y="6313680"/>
            <a:ext cx="57056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Rectangle 20"/>
          <p:cNvSpPr/>
          <p:nvPr/>
        </p:nvSpPr>
        <p:spPr>
          <a:xfrm>
            <a:off x="11271960" y="256320"/>
            <a:ext cx="678240" cy="490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5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0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024D825-4EA0-438E-AEBD-D99134BAE31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Freeform 13"/>
          <p:cNvSpPr/>
          <p:nvPr/>
        </p:nvSpPr>
        <p:spPr>
          <a:xfrm rot="370200">
            <a:off x="-1923480" y="-907920"/>
            <a:ext cx="12068640" cy="5607000"/>
          </a:xfrm>
          <a:custGeom>
            <a:avLst/>
            <a:gdLst>
              <a:gd name="textAreaLeft" fmla="*/ 0 w 12068640"/>
              <a:gd name="textAreaRight" fmla="*/ 12074040 w 12068640"/>
              <a:gd name="textAreaTop" fmla="*/ 0 h 5607000"/>
              <a:gd name="textAreaBottom" fmla="*/ 5612400 h 5607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10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1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2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3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14" name="Group 9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315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16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17" name="Rectangle 14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1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5DC0BA7-BAD2-4146-AF88-B244CB2606A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Freeform 58"/>
          <p:cNvSpPr/>
          <p:nvPr/>
        </p:nvSpPr>
        <p:spPr>
          <a:xfrm>
            <a:off x="-1972440" y="-1311480"/>
            <a:ext cx="7424280" cy="3801960"/>
          </a:xfrm>
          <a:custGeom>
            <a:avLst/>
            <a:gdLst>
              <a:gd name="textAreaLeft" fmla="*/ 0 w 7424280"/>
              <a:gd name="textAreaRight" fmla="*/ 7429680 w 7424280"/>
              <a:gd name="textAreaTop" fmla="*/ 0 h 3801960"/>
              <a:gd name="textAreaBottom" fmla="*/ 3807360 h 3801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21" name="Freeform 11"/>
          <p:cNvSpPr/>
          <p:nvPr/>
        </p:nvSpPr>
        <p:spPr>
          <a:xfrm>
            <a:off x="23760" y="1996920"/>
            <a:ext cx="1631160" cy="1426680"/>
          </a:xfrm>
          <a:custGeom>
            <a:avLst/>
            <a:gdLst>
              <a:gd name="textAreaLeft" fmla="*/ 0 w 1631160"/>
              <a:gd name="textAreaRight" fmla="*/ 1636560 w 1631160"/>
              <a:gd name="textAreaTop" fmla="*/ 0 h 1426680"/>
              <a:gd name="textAreaBottom" fmla="*/ 1432080 h 1426680"/>
            </a:gdLst>
            <a:ahLst/>
            <a:rect l="textAreaLeft" t="textAreaTop" r="textAreaRight" b="textAreaBottom"/>
            <a:pathLst>
              <a:path w="430" h="376">
                <a:moveTo>
                  <a:pt x="430" y="0"/>
                </a:moveTo>
                <a:cubicBezTo>
                  <a:pt x="430" y="208"/>
                  <a:pt x="430" y="208"/>
                  <a:pt x="430" y="208"/>
                </a:cubicBezTo>
                <a:cubicBezTo>
                  <a:pt x="337" y="208"/>
                  <a:pt x="262" y="283"/>
                  <a:pt x="262" y="376"/>
                </a:cubicBezTo>
                <a:cubicBezTo>
                  <a:pt x="0" y="376"/>
                  <a:pt x="0" y="376"/>
                  <a:pt x="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2" name="Freeform 12"/>
          <p:cNvSpPr/>
          <p:nvPr/>
        </p:nvSpPr>
        <p:spPr>
          <a:xfrm>
            <a:off x="2281320" y="3429000"/>
            <a:ext cx="1631160" cy="1426680"/>
          </a:xfrm>
          <a:custGeom>
            <a:avLst/>
            <a:gdLst>
              <a:gd name="textAreaLeft" fmla="*/ 0 w 1631160"/>
              <a:gd name="textAreaRight" fmla="*/ 1636560 w 1631160"/>
              <a:gd name="textAreaTop" fmla="*/ 0 h 1426680"/>
              <a:gd name="textAreaBottom" fmla="*/ 1432080 h 1426680"/>
            </a:gdLst>
            <a:ahLst/>
            <a:rect l="textAreaLeft" t="textAreaTop" r="textAreaRight" b="textAreaBottom"/>
            <a:pathLst>
              <a:path w="430" h="376">
                <a:moveTo>
                  <a:pt x="0" y="0"/>
                </a:moveTo>
                <a:cubicBezTo>
                  <a:pt x="262" y="0"/>
                  <a:pt x="262" y="0"/>
                  <a:pt x="262" y="0"/>
                </a:cubicBezTo>
                <a:cubicBezTo>
                  <a:pt x="262" y="93"/>
                  <a:pt x="337" y="168"/>
                  <a:pt x="430" y="168"/>
                </a:cubicBezTo>
                <a:cubicBezTo>
                  <a:pt x="430" y="376"/>
                  <a:pt x="430" y="376"/>
                  <a:pt x="43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3" name="Freeform 13"/>
          <p:cNvSpPr/>
          <p:nvPr/>
        </p:nvSpPr>
        <p:spPr>
          <a:xfrm>
            <a:off x="4541760" y="1996920"/>
            <a:ext cx="1631160" cy="1426680"/>
          </a:xfrm>
          <a:custGeom>
            <a:avLst/>
            <a:gdLst>
              <a:gd name="textAreaLeft" fmla="*/ 0 w 1631160"/>
              <a:gd name="textAreaRight" fmla="*/ 1636560 w 1631160"/>
              <a:gd name="textAreaTop" fmla="*/ 0 h 1426680"/>
              <a:gd name="textAreaBottom" fmla="*/ 1432080 h 1426680"/>
            </a:gdLst>
            <a:ahLst/>
            <a:rect l="textAreaLeft" t="textAreaTop" r="textAreaRight" b="textAreaBottom"/>
            <a:pathLst>
              <a:path w="430" h="376">
                <a:moveTo>
                  <a:pt x="0" y="376"/>
                </a:moveTo>
                <a:cubicBezTo>
                  <a:pt x="262" y="376"/>
                  <a:pt x="262" y="376"/>
                  <a:pt x="262" y="376"/>
                </a:cubicBezTo>
                <a:cubicBezTo>
                  <a:pt x="262" y="283"/>
                  <a:pt x="337" y="208"/>
                  <a:pt x="430" y="208"/>
                </a:cubicBezTo>
                <a:cubicBezTo>
                  <a:pt x="430" y="0"/>
                  <a:pt x="430" y="0"/>
                  <a:pt x="430" y="0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4" name="Freeform 14"/>
          <p:cNvSpPr/>
          <p:nvPr/>
        </p:nvSpPr>
        <p:spPr>
          <a:xfrm>
            <a:off x="6799320" y="3429000"/>
            <a:ext cx="1631160" cy="1426680"/>
          </a:xfrm>
          <a:custGeom>
            <a:avLst/>
            <a:gdLst>
              <a:gd name="textAreaLeft" fmla="*/ 0 w 1631160"/>
              <a:gd name="textAreaRight" fmla="*/ 1636560 w 1631160"/>
              <a:gd name="textAreaTop" fmla="*/ 0 h 1426680"/>
              <a:gd name="textAreaBottom" fmla="*/ 1432080 h 1426680"/>
            </a:gdLst>
            <a:ahLst/>
            <a:rect l="textAreaLeft" t="textAreaTop" r="textAreaRight" b="textAreaBottom"/>
            <a:pathLst>
              <a:path w="430" h="376">
                <a:moveTo>
                  <a:pt x="0" y="0"/>
                </a:moveTo>
                <a:cubicBezTo>
                  <a:pt x="262" y="0"/>
                  <a:pt x="262" y="0"/>
                  <a:pt x="262" y="0"/>
                </a:cubicBezTo>
                <a:cubicBezTo>
                  <a:pt x="262" y="93"/>
                  <a:pt x="337" y="168"/>
                  <a:pt x="430" y="168"/>
                </a:cubicBezTo>
                <a:cubicBezTo>
                  <a:pt x="430" y="376"/>
                  <a:pt x="430" y="376"/>
                  <a:pt x="43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5" name="Freeform 15"/>
          <p:cNvSpPr/>
          <p:nvPr/>
        </p:nvSpPr>
        <p:spPr>
          <a:xfrm>
            <a:off x="9056520" y="1996920"/>
            <a:ext cx="1631160" cy="1426680"/>
          </a:xfrm>
          <a:custGeom>
            <a:avLst/>
            <a:gdLst>
              <a:gd name="textAreaLeft" fmla="*/ 0 w 1631160"/>
              <a:gd name="textAreaRight" fmla="*/ 1636560 w 1631160"/>
              <a:gd name="textAreaTop" fmla="*/ 0 h 1426680"/>
              <a:gd name="textAreaBottom" fmla="*/ 1432080 h 1426680"/>
            </a:gdLst>
            <a:ahLst/>
            <a:rect l="textAreaLeft" t="textAreaTop" r="textAreaRight" b="textAreaBottom"/>
            <a:pathLst>
              <a:path w="430" h="376">
                <a:moveTo>
                  <a:pt x="0" y="376"/>
                </a:moveTo>
                <a:cubicBezTo>
                  <a:pt x="262" y="376"/>
                  <a:pt x="262" y="376"/>
                  <a:pt x="262" y="376"/>
                </a:cubicBezTo>
                <a:cubicBezTo>
                  <a:pt x="262" y="283"/>
                  <a:pt x="337" y="208"/>
                  <a:pt x="430" y="208"/>
                </a:cubicBezTo>
                <a:cubicBezTo>
                  <a:pt x="430" y="0"/>
                  <a:pt x="430" y="0"/>
                  <a:pt x="430" y="0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6" name="Line 16"/>
          <p:cNvSpPr/>
          <p:nvPr/>
        </p:nvSpPr>
        <p:spPr>
          <a:xfrm>
            <a:off x="11337840" y="3429000"/>
            <a:ext cx="866520" cy="360"/>
          </a:xfrm>
          <a:prstGeom prst="line">
            <a:avLst/>
          </a:prstGeom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327" name="Group 11"/>
          <p:cNvGrpSpPr/>
          <p:nvPr/>
        </p:nvGrpSpPr>
        <p:grpSpPr>
          <a:xfrm>
            <a:off x="1544400" y="2684880"/>
            <a:ext cx="216000" cy="216000"/>
            <a:chOff x="1544400" y="2684880"/>
            <a:chExt cx="216000" cy="216000"/>
          </a:xfrm>
        </p:grpSpPr>
        <p:sp>
          <p:nvSpPr>
            <p:cNvPr id="328" name="Oval 12"/>
            <p:cNvSpPr/>
            <p:nvPr/>
          </p:nvSpPr>
          <p:spPr>
            <a:xfrm>
              <a:off x="1544400" y="2684880"/>
              <a:ext cx="216000" cy="2160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29" name="Oval 28"/>
            <p:cNvSpPr/>
            <p:nvPr/>
          </p:nvSpPr>
          <p:spPr>
            <a:xfrm>
              <a:off x="1600200" y="2741040"/>
              <a:ext cx="101880" cy="1004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280" bIns="35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0" name="Group 14"/>
          <p:cNvGrpSpPr/>
          <p:nvPr/>
        </p:nvGrpSpPr>
        <p:grpSpPr>
          <a:xfrm>
            <a:off x="3807720" y="3997800"/>
            <a:ext cx="216000" cy="216000"/>
            <a:chOff x="3807720" y="3997800"/>
            <a:chExt cx="216000" cy="216000"/>
          </a:xfrm>
        </p:grpSpPr>
        <p:sp>
          <p:nvSpPr>
            <p:cNvPr id="331" name="Oval 15"/>
            <p:cNvSpPr/>
            <p:nvPr/>
          </p:nvSpPr>
          <p:spPr>
            <a:xfrm>
              <a:off x="3807720" y="3997800"/>
              <a:ext cx="216000" cy="2160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2" name="Oval 28"/>
            <p:cNvSpPr/>
            <p:nvPr/>
          </p:nvSpPr>
          <p:spPr>
            <a:xfrm>
              <a:off x="3863880" y="4053600"/>
              <a:ext cx="101880" cy="1004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280" bIns="35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3" name="Group 17"/>
          <p:cNvGrpSpPr/>
          <p:nvPr/>
        </p:nvGrpSpPr>
        <p:grpSpPr>
          <a:xfrm>
            <a:off x="6057360" y="2685960"/>
            <a:ext cx="216000" cy="216000"/>
            <a:chOff x="6057360" y="2685960"/>
            <a:chExt cx="216000" cy="216000"/>
          </a:xfrm>
        </p:grpSpPr>
        <p:sp>
          <p:nvSpPr>
            <p:cNvPr id="334" name="Oval 18"/>
            <p:cNvSpPr/>
            <p:nvPr/>
          </p:nvSpPr>
          <p:spPr>
            <a:xfrm>
              <a:off x="6057360" y="2685960"/>
              <a:ext cx="216000" cy="2160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5" name="Oval 28"/>
            <p:cNvSpPr/>
            <p:nvPr/>
          </p:nvSpPr>
          <p:spPr>
            <a:xfrm>
              <a:off x="6113520" y="2741760"/>
              <a:ext cx="101880" cy="1004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280" bIns="35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6" name="Group 20"/>
          <p:cNvGrpSpPr/>
          <p:nvPr/>
        </p:nvGrpSpPr>
        <p:grpSpPr>
          <a:xfrm>
            <a:off x="8325360" y="3995280"/>
            <a:ext cx="216000" cy="216000"/>
            <a:chOff x="8325360" y="3995280"/>
            <a:chExt cx="216000" cy="216000"/>
          </a:xfrm>
        </p:grpSpPr>
        <p:sp>
          <p:nvSpPr>
            <p:cNvPr id="337" name="Oval 21"/>
            <p:cNvSpPr/>
            <p:nvPr/>
          </p:nvSpPr>
          <p:spPr>
            <a:xfrm>
              <a:off x="8325360" y="3995280"/>
              <a:ext cx="216000" cy="2160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8" name="Oval 28"/>
            <p:cNvSpPr/>
            <p:nvPr/>
          </p:nvSpPr>
          <p:spPr>
            <a:xfrm>
              <a:off x="8381160" y="4051440"/>
              <a:ext cx="101880" cy="1004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280" bIns="35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9" name="Group 23"/>
          <p:cNvGrpSpPr/>
          <p:nvPr/>
        </p:nvGrpSpPr>
        <p:grpSpPr>
          <a:xfrm>
            <a:off x="10582560" y="2683080"/>
            <a:ext cx="216000" cy="216000"/>
            <a:chOff x="10582560" y="2683080"/>
            <a:chExt cx="216000" cy="216000"/>
          </a:xfrm>
        </p:grpSpPr>
        <p:sp>
          <p:nvSpPr>
            <p:cNvPr id="340" name="Oval 24"/>
            <p:cNvSpPr/>
            <p:nvPr/>
          </p:nvSpPr>
          <p:spPr>
            <a:xfrm>
              <a:off x="10582560" y="2683080"/>
              <a:ext cx="216000" cy="2160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1" name="Oval 28"/>
            <p:cNvSpPr/>
            <p:nvPr/>
          </p:nvSpPr>
          <p:spPr>
            <a:xfrm>
              <a:off x="10638720" y="2739240"/>
              <a:ext cx="101880" cy="1004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280" bIns="35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42" name="Group 27"/>
          <p:cNvGrpSpPr/>
          <p:nvPr/>
        </p:nvGrpSpPr>
        <p:grpSpPr>
          <a:xfrm>
            <a:off x="10225080" y="2946600"/>
            <a:ext cx="930960" cy="930960"/>
            <a:chOff x="10225080" y="2946600"/>
            <a:chExt cx="930960" cy="930960"/>
          </a:xfrm>
        </p:grpSpPr>
        <p:sp>
          <p:nvSpPr>
            <p:cNvPr id="343" name="Oval 29"/>
            <p:cNvSpPr/>
            <p:nvPr/>
          </p:nvSpPr>
          <p:spPr>
            <a:xfrm>
              <a:off x="10225080" y="2946600"/>
              <a:ext cx="930960" cy="93096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4" name="Oval 30"/>
            <p:cNvSpPr/>
            <p:nvPr/>
          </p:nvSpPr>
          <p:spPr>
            <a:xfrm>
              <a:off x="10225080" y="2946600"/>
              <a:ext cx="930960" cy="93096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45" name="Group 32"/>
          <p:cNvGrpSpPr/>
          <p:nvPr/>
        </p:nvGrpSpPr>
        <p:grpSpPr>
          <a:xfrm>
            <a:off x="1195560" y="2946600"/>
            <a:ext cx="930960" cy="930960"/>
            <a:chOff x="1195560" y="2946600"/>
            <a:chExt cx="930960" cy="930960"/>
          </a:xfrm>
        </p:grpSpPr>
        <p:sp>
          <p:nvSpPr>
            <p:cNvPr id="346" name="Oval 34"/>
            <p:cNvSpPr/>
            <p:nvPr/>
          </p:nvSpPr>
          <p:spPr>
            <a:xfrm>
              <a:off x="1195560" y="2946600"/>
              <a:ext cx="930960" cy="93096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7" name="Oval 35"/>
            <p:cNvSpPr/>
            <p:nvPr/>
          </p:nvSpPr>
          <p:spPr>
            <a:xfrm>
              <a:off x="1195560" y="2946600"/>
              <a:ext cx="930960" cy="93096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48" name="Group 37"/>
          <p:cNvGrpSpPr/>
          <p:nvPr/>
        </p:nvGrpSpPr>
        <p:grpSpPr>
          <a:xfrm>
            <a:off x="3443400" y="2946600"/>
            <a:ext cx="930960" cy="930960"/>
            <a:chOff x="3443400" y="2946600"/>
            <a:chExt cx="930960" cy="930960"/>
          </a:xfrm>
        </p:grpSpPr>
        <p:sp>
          <p:nvSpPr>
            <p:cNvPr id="349" name="Oval 39"/>
            <p:cNvSpPr/>
            <p:nvPr/>
          </p:nvSpPr>
          <p:spPr>
            <a:xfrm>
              <a:off x="3443400" y="2946600"/>
              <a:ext cx="930960" cy="93096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0" name="Oval 40"/>
            <p:cNvSpPr/>
            <p:nvPr/>
          </p:nvSpPr>
          <p:spPr>
            <a:xfrm>
              <a:off x="3443400" y="2946600"/>
              <a:ext cx="930960" cy="93096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1" name="Group 42"/>
          <p:cNvGrpSpPr/>
          <p:nvPr/>
        </p:nvGrpSpPr>
        <p:grpSpPr>
          <a:xfrm>
            <a:off x="5710320" y="2946600"/>
            <a:ext cx="930960" cy="930960"/>
            <a:chOff x="5710320" y="2946600"/>
            <a:chExt cx="930960" cy="930960"/>
          </a:xfrm>
        </p:grpSpPr>
        <p:sp>
          <p:nvSpPr>
            <p:cNvPr id="352" name="Oval 44"/>
            <p:cNvSpPr/>
            <p:nvPr/>
          </p:nvSpPr>
          <p:spPr>
            <a:xfrm>
              <a:off x="5710320" y="2946600"/>
              <a:ext cx="930960" cy="93096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3" name="Oval 45"/>
            <p:cNvSpPr/>
            <p:nvPr/>
          </p:nvSpPr>
          <p:spPr>
            <a:xfrm>
              <a:off x="5710320" y="2946600"/>
              <a:ext cx="930960" cy="93096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4" name="Group 47"/>
          <p:cNvGrpSpPr/>
          <p:nvPr/>
        </p:nvGrpSpPr>
        <p:grpSpPr>
          <a:xfrm>
            <a:off x="7970400" y="2946600"/>
            <a:ext cx="930960" cy="930960"/>
            <a:chOff x="7970400" y="2946600"/>
            <a:chExt cx="930960" cy="930960"/>
          </a:xfrm>
        </p:grpSpPr>
        <p:sp>
          <p:nvSpPr>
            <p:cNvPr id="355" name="Oval 49"/>
            <p:cNvSpPr/>
            <p:nvPr/>
          </p:nvSpPr>
          <p:spPr>
            <a:xfrm>
              <a:off x="7970400" y="2946600"/>
              <a:ext cx="930960" cy="93096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6" name="Oval 50"/>
            <p:cNvSpPr/>
            <p:nvPr/>
          </p:nvSpPr>
          <p:spPr>
            <a:xfrm>
              <a:off x="7970400" y="2946600"/>
              <a:ext cx="930960" cy="93096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57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8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9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0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61" name="Group 46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362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63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64" name="Rectangle 59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66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D582576-109B-4802-97A1-2B99E1BC5373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Freeform 59"/>
          <p:cNvSpPr/>
          <p:nvPr/>
        </p:nvSpPr>
        <p:spPr>
          <a:xfrm>
            <a:off x="-1935720" y="-1011960"/>
            <a:ext cx="7424280" cy="3801960"/>
          </a:xfrm>
          <a:custGeom>
            <a:avLst/>
            <a:gdLst>
              <a:gd name="textAreaLeft" fmla="*/ 0 w 7424280"/>
              <a:gd name="textAreaRight" fmla="*/ 7429680 w 7424280"/>
              <a:gd name="textAreaTop" fmla="*/ 0 h 3801960"/>
              <a:gd name="textAreaBottom" fmla="*/ 3807360 h 3801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368" name="Group 6"/>
          <p:cNvGrpSpPr/>
          <p:nvPr/>
        </p:nvGrpSpPr>
        <p:grpSpPr>
          <a:xfrm>
            <a:off x="8416800" y="2606400"/>
            <a:ext cx="1323360" cy="1324800"/>
            <a:chOff x="8416800" y="2606400"/>
            <a:chExt cx="1323360" cy="1324800"/>
          </a:xfrm>
        </p:grpSpPr>
        <p:sp>
          <p:nvSpPr>
            <p:cNvPr id="369" name="Freeform 14"/>
            <p:cNvSpPr/>
            <p:nvPr/>
          </p:nvSpPr>
          <p:spPr>
            <a:xfrm>
              <a:off x="8416800" y="2606400"/>
              <a:ext cx="1323360" cy="1324800"/>
            </a:xfrm>
            <a:custGeom>
              <a:avLst/>
              <a:gdLst>
                <a:gd name="textAreaLeft" fmla="*/ 0 w 1323360"/>
                <a:gd name="textAreaRight" fmla="*/ 1328760 w 1323360"/>
                <a:gd name="textAreaTop" fmla="*/ 0 h 1324800"/>
                <a:gd name="textAreaBottom" fmla="*/ 1330200 h 132480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0" name="Freeform 14"/>
            <p:cNvSpPr/>
            <p:nvPr/>
          </p:nvSpPr>
          <p:spPr>
            <a:xfrm>
              <a:off x="8416800" y="2606400"/>
              <a:ext cx="1323360" cy="1324800"/>
            </a:xfrm>
            <a:custGeom>
              <a:avLst/>
              <a:gdLst>
                <a:gd name="textAreaLeft" fmla="*/ 0 w 1323360"/>
                <a:gd name="textAreaRight" fmla="*/ 1328760 w 1323360"/>
                <a:gd name="textAreaTop" fmla="*/ 0 h 1324800"/>
                <a:gd name="textAreaBottom" fmla="*/ 1330200 h 132480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1" name="Group 14"/>
          <p:cNvGrpSpPr/>
          <p:nvPr/>
        </p:nvGrpSpPr>
        <p:grpSpPr>
          <a:xfrm>
            <a:off x="6778800" y="986040"/>
            <a:ext cx="1335960" cy="1337400"/>
            <a:chOff x="6778800" y="986040"/>
            <a:chExt cx="1335960" cy="1337400"/>
          </a:xfrm>
        </p:grpSpPr>
        <p:sp>
          <p:nvSpPr>
            <p:cNvPr id="372" name="Freeform 6"/>
            <p:cNvSpPr/>
            <p:nvPr/>
          </p:nvSpPr>
          <p:spPr>
            <a:xfrm>
              <a:off x="6778800" y="986040"/>
              <a:ext cx="1335960" cy="1337400"/>
            </a:xfrm>
            <a:custGeom>
              <a:avLst/>
              <a:gdLst>
                <a:gd name="textAreaLeft" fmla="*/ 0 w 1335960"/>
                <a:gd name="textAreaRight" fmla="*/ 1341360 w 1335960"/>
                <a:gd name="textAreaTop" fmla="*/ 0 h 1337400"/>
                <a:gd name="textAreaBottom" fmla="*/ 1342800 h 1337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3" name="Freeform 6"/>
            <p:cNvSpPr/>
            <p:nvPr/>
          </p:nvSpPr>
          <p:spPr>
            <a:xfrm>
              <a:off x="6778800" y="986040"/>
              <a:ext cx="1335960" cy="1337400"/>
            </a:xfrm>
            <a:custGeom>
              <a:avLst/>
              <a:gdLst>
                <a:gd name="textAreaLeft" fmla="*/ 0 w 1335960"/>
                <a:gd name="textAreaRight" fmla="*/ 1341360 w 1335960"/>
                <a:gd name="textAreaTop" fmla="*/ 0 h 1337400"/>
                <a:gd name="textAreaBottom" fmla="*/ 1342800 h 1337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4" name="Group 19"/>
          <p:cNvGrpSpPr/>
          <p:nvPr/>
        </p:nvGrpSpPr>
        <p:grpSpPr>
          <a:xfrm>
            <a:off x="8404200" y="986040"/>
            <a:ext cx="1335960" cy="1337400"/>
            <a:chOff x="8404200" y="986040"/>
            <a:chExt cx="1335960" cy="1337400"/>
          </a:xfrm>
        </p:grpSpPr>
        <p:sp>
          <p:nvSpPr>
            <p:cNvPr id="375" name="Freeform 6"/>
            <p:cNvSpPr/>
            <p:nvPr/>
          </p:nvSpPr>
          <p:spPr>
            <a:xfrm>
              <a:off x="8404200" y="986040"/>
              <a:ext cx="1335960" cy="1337400"/>
            </a:xfrm>
            <a:custGeom>
              <a:avLst/>
              <a:gdLst>
                <a:gd name="textAreaLeft" fmla="*/ 0 w 1335960"/>
                <a:gd name="textAreaRight" fmla="*/ 1341360 w 1335960"/>
                <a:gd name="textAreaTop" fmla="*/ 0 h 1337400"/>
                <a:gd name="textAreaBottom" fmla="*/ 1342800 h 1337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6" name="Freeform 6"/>
            <p:cNvSpPr/>
            <p:nvPr/>
          </p:nvSpPr>
          <p:spPr>
            <a:xfrm>
              <a:off x="8404200" y="986040"/>
              <a:ext cx="1335960" cy="1337400"/>
            </a:xfrm>
            <a:custGeom>
              <a:avLst/>
              <a:gdLst>
                <a:gd name="textAreaLeft" fmla="*/ 0 w 1335960"/>
                <a:gd name="textAreaRight" fmla="*/ 1341360 w 1335960"/>
                <a:gd name="textAreaTop" fmla="*/ 0 h 1337400"/>
                <a:gd name="textAreaBottom" fmla="*/ 1342800 h 1337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7" name="Group 24"/>
          <p:cNvGrpSpPr/>
          <p:nvPr/>
        </p:nvGrpSpPr>
        <p:grpSpPr>
          <a:xfrm>
            <a:off x="10012320" y="986040"/>
            <a:ext cx="1335960" cy="1337400"/>
            <a:chOff x="10012320" y="986040"/>
            <a:chExt cx="1335960" cy="1337400"/>
          </a:xfrm>
        </p:grpSpPr>
        <p:sp>
          <p:nvSpPr>
            <p:cNvPr id="378" name="Freeform 6"/>
            <p:cNvSpPr/>
            <p:nvPr/>
          </p:nvSpPr>
          <p:spPr>
            <a:xfrm>
              <a:off x="10012320" y="986040"/>
              <a:ext cx="1335960" cy="1337400"/>
            </a:xfrm>
            <a:custGeom>
              <a:avLst/>
              <a:gdLst>
                <a:gd name="textAreaLeft" fmla="*/ 0 w 1335960"/>
                <a:gd name="textAreaRight" fmla="*/ 1341360 w 1335960"/>
                <a:gd name="textAreaTop" fmla="*/ 0 h 1337400"/>
                <a:gd name="textAreaBottom" fmla="*/ 1342800 h 1337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9" name="Freeform 6"/>
            <p:cNvSpPr/>
            <p:nvPr/>
          </p:nvSpPr>
          <p:spPr>
            <a:xfrm>
              <a:off x="10012320" y="986040"/>
              <a:ext cx="1335960" cy="1337400"/>
            </a:xfrm>
            <a:custGeom>
              <a:avLst/>
              <a:gdLst>
                <a:gd name="textAreaLeft" fmla="*/ 0 w 1335960"/>
                <a:gd name="textAreaRight" fmla="*/ 1341360 w 1335960"/>
                <a:gd name="textAreaTop" fmla="*/ 0 h 1337400"/>
                <a:gd name="textAreaBottom" fmla="*/ 1342800 h 1337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0" name="Group 29"/>
          <p:cNvGrpSpPr/>
          <p:nvPr/>
        </p:nvGrpSpPr>
        <p:grpSpPr>
          <a:xfrm>
            <a:off x="6778800" y="4192920"/>
            <a:ext cx="1335960" cy="1337400"/>
            <a:chOff x="6778800" y="4192920"/>
            <a:chExt cx="1335960" cy="1337400"/>
          </a:xfrm>
        </p:grpSpPr>
        <p:sp>
          <p:nvSpPr>
            <p:cNvPr id="381" name="Freeform 6"/>
            <p:cNvSpPr/>
            <p:nvPr/>
          </p:nvSpPr>
          <p:spPr>
            <a:xfrm>
              <a:off x="6778800" y="4192920"/>
              <a:ext cx="1335960" cy="1337400"/>
            </a:xfrm>
            <a:custGeom>
              <a:avLst/>
              <a:gdLst>
                <a:gd name="textAreaLeft" fmla="*/ 0 w 1335960"/>
                <a:gd name="textAreaRight" fmla="*/ 1341360 w 1335960"/>
                <a:gd name="textAreaTop" fmla="*/ 0 h 1337400"/>
                <a:gd name="textAreaBottom" fmla="*/ 1342800 h 1337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2" name="Freeform 6"/>
            <p:cNvSpPr/>
            <p:nvPr/>
          </p:nvSpPr>
          <p:spPr>
            <a:xfrm>
              <a:off x="6778800" y="4192920"/>
              <a:ext cx="1335960" cy="1337400"/>
            </a:xfrm>
            <a:custGeom>
              <a:avLst/>
              <a:gdLst>
                <a:gd name="textAreaLeft" fmla="*/ 0 w 1335960"/>
                <a:gd name="textAreaRight" fmla="*/ 1341360 w 1335960"/>
                <a:gd name="textAreaTop" fmla="*/ 0 h 1337400"/>
                <a:gd name="textAreaBottom" fmla="*/ 1342800 h 1337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3" name="Group 34"/>
          <p:cNvGrpSpPr/>
          <p:nvPr/>
        </p:nvGrpSpPr>
        <p:grpSpPr>
          <a:xfrm>
            <a:off x="8404200" y="4192920"/>
            <a:ext cx="1335960" cy="1337400"/>
            <a:chOff x="8404200" y="4192920"/>
            <a:chExt cx="1335960" cy="1337400"/>
          </a:xfrm>
        </p:grpSpPr>
        <p:sp>
          <p:nvSpPr>
            <p:cNvPr id="384" name="Freeform 6"/>
            <p:cNvSpPr/>
            <p:nvPr/>
          </p:nvSpPr>
          <p:spPr>
            <a:xfrm>
              <a:off x="8404200" y="4192920"/>
              <a:ext cx="1335960" cy="1337400"/>
            </a:xfrm>
            <a:custGeom>
              <a:avLst/>
              <a:gdLst>
                <a:gd name="textAreaLeft" fmla="*/ 0 w 1335960"/>
                <a:gd name="textAreaRight" fmla="*/ 1341360 w 1335960"/>
                <a:gd name="textAreaTop" fmla="*/ 0 h 1337400"/>
                <a:gd name="textAreaBottom" fmla="*/ 1342800 h 1337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5" name="Freeform 6"/>
            <p:cNvSpPr/>
            <p:nvPr/>
          </p:nvSpPr>
          <p:spPr>
            <a:xfrm>
              <a:off x="8404200" y="4192920"/>
              <a:ext cx="1335960" cy="1337400"/>
            </a:xfrm>
            <a:custGeom>
              <a:avLst/>
              <a:gdLst>
                <a:gd name="textAreaLeft" fmla="*/ 0 w 1335960"/>
                <a:gd name="textAreaRight" fmla="*/ 1341360 w 1335960"/>
                <a:gd name="textAreaTop" fmla="*/ 0 h 1337400"/>
                <a:gd name="textAreaBottom" fmla="*/ 1342800 h 1337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6" name="Group 40"/>
          <p:cNvGrpSpPr/>
          <p:nvPr/>
        </p:nvGrpSpPr>
        <p:grpSpPr>
          <a:xfrm>
            <a:off x="10012320" y="4192920"/>
            <a:ext cx="1335960" cy="1337400"/>
            <a:chOff x="10012320" y="4192920"/>
            <a:chExt cx="1335960" cy="1337400"/>
          </a:xfrm>
        </p:grpSpPr>
        <p:sp>
          <p:nvSpPr>
            <p:cNvPr id="387" name="Freeform 6"/>
            <p:cNvSpPr/>
            <p:nvPr/>
          </p:nvSpPr>
          <p:spPr>
            <a:xfrm>
              <a:off x="10012320" y="4192920"/>
              <a:ext cx="1335960" cy="1337400"/>
            </a:xfrm>
            <a:custGeom>
              <a:avLst/>
              <a:gdLst>
                <a:gd name="textAreaLeft" fmla="*/ 0 w 1335960"/>
                <a:gd name="textAreaRight" fmla="*/ 1341360 w 1335960"/>
                <a:gd name="textAreaTop" fmla="*/ 0 h 1337400"/>
                <a:gd name="textAreaBottom" fmla="*/ 1342800 h 1337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8" name="Freeform 6"/>
            <p:cNvSpPr/>
            <p:nvPr/>
          </p:nvSpPr>
          <p:spPr>
            <a:xfrm>
              <a:off x="10012320" y="4192920"/>
              <a:ext cx="1335960" cy="1337400"/>
            </a:xfrm>
            <a:custGeom>
              <a:avLst/>
              <a:gdLst>
                <a:gd name="textAreaLeft" fmla="*/ 0 w 1335960"/>
                <a:gd name="textAreaRight" fmla="*/ 1341360 w 1335960"/>
                <a:gd name="textAreaTop" fmla="*/ 0 h 1337400"/>
                <a:gd name="textAreaBottom" fmla="*/ 1342800 h 1337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9" name="Group 45"/>
          <p:cNvGrpSpPr/>
          <p:nvPr/>
        </p:nvGrpSpPr>
        <p:grpSpPr>
          <a:xfrm>
            <a:off x="6778800" y="2602440"/>
            <a:ext cx="1335960" cy="1337400"/>
            <a:chOff x="6778800" y="2602440"/>
            <a:chExt cx="1335960" cy="1337400"/>
          </a:xfrm>
        </p:grpSpPr>
        <p:sp>
          <p:nvSpPr>
            <p:cNvPr id="390" name="Freeform 6"/>
            <p:cNvSpPr/>
            <p:nvPr/>
          </p:nvSpPr>
          <p:spPr>
            <a:xfrm>
              <a:off x="6778800" y="2602440"/>
              <a:ext cx="1335960" cy="1337400"/>
            </a:xfrm>
            <a:custGeom>
              <a:avLst/>
              <a:gdLst>
                <a:gd name="textAreaLeft" fmla="*/ 0 w 1335960"/>
                <a:gd name="textAreaRight" fmla="*/ 1341360 w 1335960"/>
                <a:gd name="textAreaTop" fmla="*/ 0 h 1337400"/>
                <a:gd name="textAreaBottom" fmla="*/ 1342800 h 1337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1" name="Freeform 6"/>
            <p:cNvSpPr/>
            <p:nvPr/>
          </p:nvSpPr>
          <p:spPr>
            <a:xfrm>
              <a:off x="6778800" y="2602440"/>
              <a:ext cx="1335960" cy="1337400"/>
            </a:xfrm>
            <a:custGeom>
              <a:avLst/>
              <a:gdLst>
                <a:gd name="textAreaLeft" fmla="*/ 0 w 1335960"/>
                <a:gd name="textAreaRight" fmla="*/ 1341360 w 1335960"/>
                <a:gd name="textAreaTop" fmla="*/ 0 h 1337400"/>
                <a:gd name="textAreaBottom" fmla="*/ 1342800 h 1337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92" name="Group 50"/>
          <p:cNvGrpSpPr/>
          <p:nvPr/>
        </p:nvGrpSpPr>
        <p:grpSpPr>
          <a:xfrm>
            <a:off x="10012320" y="2602440"/>
            <a:ext cx="1335960" cy="1337400"/>
            <a:chOff x="10012320" y="2602440"/>
            <a:chExt cx="1335960" cy="1337400"/>
          </a:xfrm>
        </p:grpSpPr>
        <p:sp>
          <p:nvSpPr>
            <p:cNvPr id="393" name="Freeform 6"/>
            <p:cNvSpPr/>
            <p:nvPr/>
          </p:nvSpPr>
          <p:spPr>
            <a:xfrm>
              <a:off x="10012320" y="2602440"/>
              <a:ext cx="1335960" cy="1337400"/>
            </a:xfrm>
            <a:custGeom>
              <a:avLst/>
              <a:gdLst>
                <a:gd name="textAreaLeft" fmla="*/ 0 w 1335960"/>
                <a:gd name="textAreaRight" fmla="*/ 1341360 w 1335960"/>
                <a:gd name="textAreaTop" fmla="*/ 0 h 1337400"/>
                <a:gd name="textAreaBottom" fmla="*/ 1342800 h 1337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4" name="Freeform 6"/>
            <p:cNvSpPr/>
            <p:nvPr/>
          </p:nvSpPr>
          <p:spPr>
            <a:xfrm>
              <a:off x="10012320" y="2602440"/>
              <a:ext cx="1335960" cy="1337400"/>
            </a:xfrm>
            <a:custGeom>
              <a:avLst/>
              <a:gdLst>
                <a:gd name="textAreaLeft" fmla="*/ 0 w 1335960"/>
                <a:gd name="textAreaRight" fmla="*/ 1341360 w 1335960"/>
                <a:gd name="textAreaTop" fmla="*/ 0 h 1337400"/>
                <a:gd name="textAreaBottom" fmla="*/ 1342800 h 1337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pic>
        <p:nvPicPr>
          <p:cNvPr id="395" name="Picture 33" descr=""/>
          <p:cNvPicPr/>
          <p:nvPr/>
        </p:nvPicPr>
        <p:blipFill>
          <a:blip r:embed="rId2"/>
          <a:srcRect l="0" t="0" r="76273" b="0"/>
          <a:stretch/>
        </p:blipFill>
        <p:spPr>
          <a:xfrm>
            <a:off x="8470800" y="2760120"/>
            <a:ext cx="1133640" cy="996480"/>
          </a:xfrm>
          <a:prstGeom prst="rect">
            <a:avLst/>
          </a:prstGeom>
          <a:ln w="0">
            <a:noFill/>
          </a:ln>
        </p:spPr>
      </p:pic>
      <p:sp>
        <p:nvSpPr>
          <p:cNvPr id="396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7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8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9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00" name="Group 49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401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02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03" name="Rectangle 60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05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395D1AE-7649-486B-91DC-B3DCA12EA89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" name="Freeform 8"/>
          <p:cNvSpPr/>
          <p:nvPr/>
        </p:nvSpPr>
        <p:spPr>
          <a:xfrm rot="18117000">
            <a:off x="2336400" y="4885200"/>
            <a:ext cx="7442640" cy="2424600"/>
          </a:xfrm>
          <a:custGeom>
            <a:avLst/>
            <a:gdLst>
              <a:gd name="textAreaLeft" fmla="*/ 0 w 7442640"/>
              <a:gd name="textAreaRight" fmla="*/ 7448040 w 7442640"/>
              <a:gd name="textAreaTop" fmla="*/ 0 h 2424600"/>
              <a:gd name="textAreaBottom" fmla="*/ 2430000 h 2424600"/>
            </a:gdLst>
            <a:ahLst/>
            <a:rect l="textAreaLeft" t="textAreaTop" r="textAreaRight" b="textAreaBottom"/>
            <a:pathLst>
              <a:path w="9418037" h="2429992">
                <a:moveTo>
                  <a:pt x="689691" y="804567"/>
                </a:moveTo>
                <a:cubicBezTo>
                  <a:pt x="916962" y="924084"/>
                  <a:pt x="2726928" y="823574"/>
                  <a:pt x="2627787" y="1057254"/>
                </a:cubicBezTo>
                <a:cubicBezTo>
                  <a:pt x="2528646" y="1290934"/>
                  <a:pt x="432010" y="1981122"/>
                  <a:pt x="94843" y="2206648"/>
                </a:cubicBezTo>
                <a:cubicBezTo>
                  <a:pt x="-242324" y="2432174"/>
                  <a:pt x="413087" y="2381633"/>
                  <a:pt x="604784" y="2410409"/>
                </a:cubicBezTo>
                <a:cubicBezTo>
                  <a:pt x="796482" y="2439185"/>
                  <a:pt x="1020626" y="2441981"/>
                  <a:pt x="1245028" y="2379303"/>
                </a:cubicBezTo>
                <a:cubicBezTo>
                  <a:pt x="1469430" y="2316625"/>
                  <a:pt x="1705942" y="2124838"/>
                  <a:pt x="1951198" y="2034342"/>
                </a:cubicBezTo>
                <a:cubicBezTo>
                  <a:pt x="2196454" y="1943846"/>
                  <a:pt x="2451266" y="1860856"/>
                  <a:pt x="2716563" y="1836327"/>
                </a:cubicBezTo>
                <a:cubicBezTo>
                  <a:pt x="2981860" y="1811798"/>
                  <a:pt x="3207578" y="1913398"/>
                  <a:pt x="3542982" y="1887166"/>
                </a:cubicBezTo>
                <a:cubicBezTo>
                  <a:pt x="3878386" y="1860934"/>
                  <a:pt x="4276313" y="1737784"/>
                  <a:pt x="4728986" y="1678936"/>
                </a:cubicBezTo>
                <a:cubicBezTo>
                  <a:pt x="5181659" y="1620088"/>
                  <a:pt x="5652440" y="1577838"/>
                  <a:pt x="6259022" y="1534080"/>
                </a:cubicBezTo>
                <a:cubicBezTo>
                  <a:pt x="6865604" y="1490322"/>
                  <a:pt x="7970127" y="1659320"/>
                  <a:pt x="8368479" y="1416385"/>
                </a:cubicBezTo>
                <a:cubicBezTo>
                  <a:pt x="8766831" y="1173450"/>
                  <a:pt x="10343644" y="280175"/>
                  <a:pt x="8649137" y="76472"/>
                </a:cubicBezTo>
                <a:cubicBezTo>
                  <a:pt x="6954630" y="-127231"/>
                  <a:pt x="2067340" y="135581"/>
                  <a:pt x="836511" y="179528"/>
                </a:cubicBezTo>
                <a:cubicBezTo>
                  <a:pt x="-394318" y="223475"/>
                  <a:pt x="1527886" y="218156"/>
                  <a:pt x="1264164" y="340154"/>
                </a:cubicBezTo>
                <a:cubicBezTo>
                  <a:pt x="1000442" y="462152"/>
                  <a:pt x="462420" y="685050"/>
                  <a:pt x="689691" y="804567"/>
                </a:cubicBezTo>
                <a:close/>
              </a:path>
            </a:pathLst>
          </a:custGeom>
          <a:gradFill rotWithShape="0">
            <a:gsLst>
              <a:gs pos="9000">
                <a:srgbClr val="566eaa"/>
              </a:gs>
              <a:gs pos="18000">
                <a:srgbClr val="18386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407" name="Freeform 9"/>
          <p:cNvSpPr/>
          <p:nvPr/>
        </p:nvSpPr>
        <p:spPr>
          <a:xfrm rot="3674400">
            <a:off x="2695680" y="928440"/>
            <a:ext cx="6389280" cy="2345400"/>
          </a:xfrm>
          <a:custGeom>
            <a:avLst/>
            <a:gdLst>
              <a:gd name="textAreaLeft" fmla="*/ 0 w 6389280"/>
              <a:gd name="textAreaRight" fmla="*/ 6394680 w 6389280"/>
              <a:gd name="textAreaTop" fmla="*/ 0 h 2345400"/>
              <a:gd name="textAreaBottom" fmla="*/ 2350800 h 2345400"/>
            </a:gdLst>
            <a:ahLst/>
            <a:rect l="textAreaLeft" t="textAreaTop" r="textAreaRight" b="textAreaBottom"/>
            <a:pathLst>
              <a:path w="8085950" h="2350830">
                <a:moveTo>
                  <a:pt x="813307" y="1490610"/>
                </a:moveTo>
                <a:cubicBezTo>
                  <a:pt x="756250" y="1634839"/>
                  <a:pt x="66965" y="1968342"/>
                  <a:pt x="6894" y="2069024"/>
                </a:cubicBezTo>
                <a:cubicBezTo>
                  <a:pt x="-53177" y="2169706"/>
                  <a:pt x="294781" y="2097742"/>
                  <a:pt x="452883" y="2094703"/>
                </a:cubicBezTo>
                <a:cubicBezTo>
                  <a:pt x="610985" y="2091664"/>
                  <a:pt x="892097" y="2008129"/>
                  <a:pt x="955505" y="2050791"/>
                </a:cubicBezTo>
                <a:cubicBezTo>
                  <a:pt x="1018913" y="2093453"/>
                  <a:pt x="735999" y="2358187"/>
                  <a:pt x="833332" y="2350674"/>
                </a:cubicBezTo>
                <a:cubicBezTo>
                  <a:pt x="930665" y="2343161"/>
                  <a:pt x="1294246" y="2096209"/>
                  <a:pt x="1539502" y="2005713"/>
                </a:cubicBezTo>
                <a:cubicBezTo>
                  <a:pt x="1784758" y="1915217"/>
                  <a:pt x="2039570" y="1832227"/>
                  <a:pt x="2304867" y="1807698"/>
                </a:cubicBezTo>
                <a:cubicBezTo>
                  <a:pt x="2570164" y="1783169"/>
                  <a:pt x="2795882" y="1884769"/>
                  <a:pt x="3131286" y="1858537"/>
                </a:cubicBezTo>
                <a:cubicBezTo>
                  <a:pt x="3466690" y="1832305"/>
                  <a:pt x="3864617" y="1709155"/>
                  <a:pt x="4317290" y="1650307"/>
                </a:cubicBezTo>
                <a:cubicBezTo>
                  <a:pt x="4769963" y="1591459"/>
                  <a:pt x="5240744" y="1549209"/>
                  <a:pt x="5847326" y="1505451"/>
                </a:cubicBezTo>
                <a:cubicBezTo>
                  <a:pt x="6453908" y="1461693"/>
                  <a:pt x="7631478" y="1564171"/>
                  <a:pt x="7956783" y="1387756"/>
                </a:cubicBezTo>
                <a:cubicBezTo>
                  <a:pt x="8282088" y="1211342"/>
                  <a:pt x="7365615" y="642797"/>
                  <a:pt x="7799155" y="446964"/>
                </a:cubicBezTo>
                <a:cubicBezTo>
                  <a:pt x="7405669" y="273233"/>
                  <a:pt x="8806227" y="125627"/>
                  <a:pt x="7550675" y="50595"/>
                </a:cubicBezTo>
                <a:cubicBezTo>
                  <a:pt x="6295123" y="-24437"/>
                  <a:pt x="2573389" y="-12246"/>
                  <a:pt x="1387153" y="62307"/>
                </a:cubicBezTo>
                <a:cubicBezTo>
                  <a:pt x="200917" y="136860"/>
                  <a:pt x="193051" y="312190"/>
                  <a:pt x="433260" y="497911"/>
                </a:cubicBezTo>
                <a:cubicBezTo>
                  <a:pt x="673469" y="683632"/>
                  <a:pt x="373786" y="935937"/>
                  <a:pt x="349235" y="1203649"/>
                </a:cubicBezTo>
                <a:cubicBezTo>
                  <a:pt x="296655" y="1477110"/>
                  <a:pt x="870364" y="1346381"/>
                  <a:pt x="813307" y="1490610"/>
                </a:cubicBezTo>
                <a:close/>
              </a:path>
            </a:pathLst>
          </a:custGeom>
          <a:gradFill rotWithShape="0">
            <a:gsLst>
              <a:gs pos="9000">
                <a:srgbClr val="566eaa"/>
              </a:gs>
              <a:gs pos="18000">
                <a:srgbClr val="18386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pic>
        <p:nvPicPr>
          <p:cNvPr id="408" name="Picture 11" descr=""/>
          <p:cNvPicPr/>
          <p:nvPr/>
        </p:nvPicPr>
        <p:blipFill>
          <a:blip r:embed="rId2"/>
          <a:stretch/>
        </p:blipFill>
        <p:spPr>
          <a:xfrm>
            <a:off x="-123120" y="-124920"/>
            <a:ext cx="7304400" cy="7340760"/>
          </a:xfrm>
          <a:prstGeom prst="rect">
            <a:avLst/>
          </a:prstGeom>
          <a:ln w="0">
            <a:noFill/>
          </a:ln>
        </p:spPr>
      </p:pic>
      <p:sp>
        <p:nvSpPr>
          <p:cNvPr id="409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0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1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2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3" name="Rectangle 10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15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8C59725-B2CA-4FD9-AAAE-84362C2DB8F4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Freeform 66"/>
          <p:cNvSpPr/>
          <p:nvPr/>
        </p:nvSpPr>
        <p:spPr>
          <a:xfrm rot="370200">
            <a:off x="-2565000" y="-1208160"/>
            <a:ext cx="12068640" cy="5607000"/>
          </a:xfrm>
          <a:custGeom>
            <a:avLst/>
            <a:gdLst>
              <a:gd name="textAreaLeft" fmla="*/ 0 w 12068640"/>
              <a:gd name="textAreaRight" fmla="*/ 12074040 w 12068640"/>
              <a:gd name="textAreaTop" fmla="*/ 0 h 5607000"/>
              <a:gd name="textAreaBottom" fmla="*/ 5612400 h 5607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417" name="Freeform 5"/>
          <p:cNvSpPr/>
          <p:nvPr/>
        </p:nvSpPr>
        <p:spPr>
          <a:xfrm>
            <a:off x="2153880" y="3953880"/>
            <a:ext cx="8054280" cy="1210680"/>
          </a:xfrm>
          <a:custGeom>
            <a:avLst/>
            <a:gdLst>
              <a:gd name="textAreaLeft" fmla="*/ 0 w 8054280"/>
              <a:gd name="textAreaRight" fmla="*/ 8059680 w 8054280"/>
              <a:gd name="textAreaTop" fmla="*/ 0 h 1210680"/>
              <a:gd name="textAreaBottom" fmla="*/ 1216080 h 1210680"/>
            </a:gdLst>
            <a:ahLst/>
            <a:rect l="textAreaLeft" t="textAreaTop" r="textAreaRight" b="textAreaBottom"/>
            <a:pathLst>
              <a:path w="2116" h="319">
                <a:moveTo>
                  <a:pt x="2116" y="0"/>
                </a:moveTo>
                <a:cubicBezTo>
                  <a:pt x="2116" y="131"/>
                  <a:pt x="2010" y="237"/>
                  <a:pt x="1879" y="237"/>
                </a:cubicBezTo>
                <a:cubicBezTo>
                  <a:pt x="179" y="237"/>
                  <a:pt x="179" y="237"/>
                  <a:pt x="179" y="237"/>
                </a:cubicBezTo>
                <a:cubicBezTo>
                  <a:pt x="107" y="237"/>
                  <a:pt x="43" y="268"/>
                  <a:pt x="0" y="319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418" name="Freeform 6"/>
          <p:cNvSpPr/>
          <p:nvPr/>
        </p:nvSpPr>
        <p:spPr>
          <a:xfrm>
            <a:off x="1933200" y="2153520"/>
            <a:ext cx="8274960" cy="1794960"/>
          </a:xfrm>
          <a:custGeom>
            <a:avLst/>
            <a:gdLst>
              <a:gd name="textAreaLeft" fmla="*/ 0 w 8274960"/>
              <a:gd name="textAreaRight" fmla="*/ 8280360 w 8274960"/>
              <a:gd name="textAreaTop" fmla="*/ 0 h 1794960"/>
              <a:gd name="textAreaBottom" fmla="*/ 1800360 h 1794960"/>
            </a:gdLst>
            <a:ahLst/>
            <a:rect l="textAreaLeft" t="textAreaTop" r="textAreaRight" b="textAreaBottom"/>
            <a:pathLst>
              <a:path w="2174" h="472"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130"/>
                  <a:pt x="106" y="236"/>
                  <a:pt x="237" y="236"/>
                </a:cubicBezTo>
                <a:cubicBezTo>
                  <a:pt x="1937" y="236"/>
                  <a:pt x="1937" y="236"/>
                  <a:pt x="1937" y="236"/>
                </a:cubicBezTo>
                <a:cubicBezTo>
                  <a:pt x="2068" y="236"/>
                  <a:pt x="2174" y="342"/>
                  <a:pt x="2174" y="472"/>
                </a:cubicBezTo>
                <a:cubicBezTo>
                  <a:pt x="2174" y="472"/>
                  <a:pt x="2174" y="472"/>
                  <a:pt x="2174" y="472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419" name="Freeform 7"/>
          <p:cNvSpPr/>
          <p:nvPr/>
        </p:nvSpPr>
        <p:spPr>
          <a:xfrm>
            <a:off x="1933200" y="617040"/>
            <a:ext cx="8225640" cy="1531440"/>
          </a:xfrm>
          <a:custGeom>
            <a:avLst/>
            <a:gdLst>
              <a:gd name="textAreaLeft" fmla="*/ 0 w 8225640"/>
              <a:gd name="textAreaRight" fmla="*/ 8231040 w 8225640"/>
              <a:gd name="textAreaTop" fmla="*/ 0 h 1531440"/>
              <a:gd name="textAreaBottom" fmla="*/ 1536840 h 1531440"/>
            </a:gdLst>
            <a:ahLst/>
            <a:rect l="textAreaLeft" t="textAreaTop" r="textAreaRight" b="textAreaBottom"/>
            <a:pathLst>
              <a:path w="2161" h="403">
                <a:moveTo>
                  <a:pt x="2161" y="0"/>
                </a:moveTo>
                <a:cubicBezTo>
                  <a:pt x="2131" y="96"/>
                  <a:pt x="2041" y="166"/>
                  <a:pt x="1935" y="166"/>
                </a:cubicBezTo>
                <a:cubicBezTo>
                  <a:pt x="237" y="166"/>
                  <a:pt x="237" y="166"/>
                  <a:pt x="237" y="166"/>
                </a:cubicBezTo>
                <a:cubicBezTo>
                  <a:pt x="106" y="166"/>
                  <a:pt x="0" y="272"/>
                  <a:pt x="0" y="403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420" name="Group 10"/>
          <p:cNvGrpSpPr/>
          <p:nvPr/>
        </p:nvGrpSpPr>
        <p:grpSpPr>
          <a:xfrm>
            <a:off x="3841200" y="4700880"/>
            <a:ext cx="300240" cy="300240"/>
            <a:chOff x="3841200" y="4700880"/>
            <a:chExt cx="300240" cy="300240"/>
          </a:xfrm>
        </p:grpSpPr>
        <p:sp>
          <p:nvSpPr>
            <p:cNvPr id="421" name="Oval 11"/>
            <p:cNvSpPr/>
            <p:nvPr/>
          </p:nvSpPr>
          <p:spPr>
            <a:xfrm>
              <a:off x="3841200" y="4700880"/>
              <a:ext cx="300240" cy="300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22" name="Oval 28"/>
            <p:cNvSpPr/>
            <p:nvPr/>
          </p:nvSpPr>
          <p:spPr>
            <a:xfrm>
              <a:off x="3918600" y="4777920"/>
              <a:ext cx="142560" cy="1407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23" name="Group 13"/>
          <p:cNvGrpSpPr/>
          <p:nvPr/>
        </p:nvGrpSpPr>
        <p:grpSpPr>
          <a:xfrm>
            <a:off x="5922360" y="4700880"/>
            <a:ext cx="300240" cy="300240"/>
            <a:chOff x="5922360" y="4700880"/>
            <a:chExt cx="300240" cy="300240"/>
          </a:xfrm>
        </p:grpSpPr>
        <p:sp>
          <p:nvSpPr>
            <p:cNvPr id="424" name="Oval 14"/>
            <p:cNvSpPr/>
            <p:nvPr/>
          </p:nvSpPr>
          <p:spPr>
            <a:xfrm>
              <a:off x="5922360" y="4700880"/>
              <a:ext cx="300240" cy="300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25" name="Oval 28"/>
            <p:cNvSpPr/>
            <p:nvPr/>
          </p:nvSpPr>
          <p:spPr>
            <a:xfrm>
              <a:off x="5999400" y="4777920"/>
              <a:ext cx="142560" cy="1407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26" name="Group 16"/>
          <p:cNvGrpSpPr/>
          <p:nvPr/>
        </p:nvGrpSpPr>
        <p:grpSpPr>
          <a:xfrm>
            <a:off x="7984080" y="4700880"/>
            <a:ext cx="300240" cy="300240"/>
            <a:chOff x="7984080" y="4700880"/>
            <a:chExt cx="300240" cy="300240"/>
          </a:xfrm>
        </p:grpSpPr>
        <p:sp>
          <p:nvSpPr>
            <p:cNvPr id="427" name="Oval 17"/>
            <p:cNvSpPr/>
            <p:nvPr/>
          </p:nvSpPr>
          <p:spPr>
            <a:xfrm>
              <a:off x="7984080" y="4700880"/>
              <a:ext cx="300240" cy="300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28" name="Oval 28"/>
            <p:cNvSpPr/>
            <p:nvPr/>
          </p:nvSpPr>
          <p:spPr>
            <a:xfrm>
              <a:off x="8061120" y="4777920"/>
              <a:ext cx="142560" cy="1407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29" name="Group 19"/>
          <p:cNvGrpSpPr/>
          <p:nvPr/>
        </p:nvGrpSpPr>
        <p:grpSpPr>
          <a:xfrm>
            <a:off x="10055520" y="3793320"/>
            <a:ext cx="300240" cy="300240"/>
            <a:chOff x="10055520" y="3793320"/>
            <a:chExt cx="300240" cy="300240"/>
          </a:xfrm>
        </p:grpSpPr>
        <p:sp>
          <p:nvSpPr>
            <p:cNvPr id="430" name="Oval 20"/>
            <p:cNvSpPr/>
            <p:nvPr/>
          </p:nvSpPr>
          <p:spPr>
            <a:xfrm>
              <a:off x="10055520" y="3793320"/>
              <a:ext cx="300240" cy="300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1" name="Oval 28"/>
            <p:cNvSpPr/>
            <p:nvPr/>
          </p:nvSpPr>
          <p:spPr>
            <a:xfrm>
              <a:off x="10132920" y="3870360"/>
              <a:ext cx="142560" cy="1407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2" name="Group 22"/>
          <p:cNvGrpSpPr/>
          <p:nvPr/>
        </p:nvGrpSpPr>
        <p:grpSpPr>
          <a:xfrm>
            <a:off x="3847680" y="2889360"/>
            <a:ext cx="300240" cy="300240"/>
            <a:chOff x="3847680" y="2889360"/>
            <a:chExt cx="300240" cy="300240"/>
          </a:xfrm>
        </p:grpSpPr>
        <p:sp>
          <p:nvSpPr>
            <p:cNvPr id="433" name="Oval 23"/>
            <p:cNvSpPr/>
            <p:nvPr/>
          </p:nvSpPr>
          <p:spPr>
            <a:xfrm>
              <a:off x="3847680" y="2889360"/>
              <a:ext cx="300240" cy="300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4" name="Oval 28"/>
            <p:cNvSpPr/>
            <p:nvPr/>
          </p:nvSpPr>
          <p:spPr>
            <a:xfrm>
              <a:off x="3925080" y="2966400"/>
              <a:ext cx="142560" cy="1407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5" name="Group 25"/>
          <p:cNvGrpSpPr/>
          <p:nvPr/>
        </p:nvGrpSpPr>
        <p:grpSpPr>
          <a:xfrm>
            <a:off x="5912640" y="2895480"/>
            <a:ext cx="300240" cy="300240"/>
            <a:chOff x="5912640" y="2895480"/>
            <a:chExt cx="300240" cy="300240"/>
          </a:xfrm>
        </p:grpSpPr>
        <p:sp>
          <p:nvSpPr>
            <p:cNvPr id="436" name="Oval 26"/>
            <p:cNvSpPr/>
            <p:nvPr/>
          </p:nvSpPr>
          <p:spPr>
            <a:xfrm>
              <a:off x="5912640" y="2895480"/>
              <a:ext cx="300240" cy="300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7" name="Oval 28"/>
            <p:cNvSpPr/>
            <p:nvPr/>
          </p:nvSpPr>
          <p:spPr>
            <a:xfrm>
              <a:off x="5990040" y="2972880"/>
              <a:ext cx="142560" cy="1407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8" name="Group 28"/>
          <p:cNvGrpSpPr/>
          <p:nvPr/>
        </p:nvGrpSpPr>
        <p:grpSpPr>
          <a:xfrm>
            <a:off x="7974360" y="2895480"/>
            <a:ext cx="300240" cy="300240"/>
            <a:chOff x="7974360" y="2895480"/>
            <a:chExt cx="300240" cy="300240"/>
          </a:xfrm>
        </p:grpSpPr>
        <p:sp>
          <p:nvSpPr>
            <p:cNvPr id="439" name="Oval 29"/>
            <p:cNvSpPr/>
            <p:nvPr/>
          </p:nvSpPr>
          <p:spPr>
            <a:xfrm>
              <a:off x="7974360" y="2895480"/>
              <a:ext cx="300240" cy="300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0" name="Oval 28"/>
            <p:cNvSpPr/>
            <p:nvPr/>
          </p:nvSpPr>
          <p:spPr>
            <a:xfrm>
              <a:off x="8051760" y="2972880"/>
              <a:ext cx="142560" cy="1407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1" name="Group 31"/>
          <p:cNvGrpSpPr/>
          <p:nvPr/>
        </p:nvGrpSpPr>
        <p:grpSpPr>
          <a:xfrm>
            <a:off x="3847680" y="1094760"/>
            <a:ext cx="300240" cy="300240"/>
            <a:chOff x="3847680" y="1094760"/>
            <a:chExt cx="300240" cy="300240"/>
          </a:xfrm>
        </p:grpSpPr>
        <p:sp>
          <p:nvSpPr>
            <p:cNvPr id="442" name="Oval 32"/>
            <p:cNvSpPr/>
            <p:nvPr/>
          </p:nvSpPr>
          <p:spPr>
            <a:xfrm>
              <a:off x="3847680" y="1094760"/>
              <a:ext cx="300240" cy="300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3" name="Oval 28"/>
            <p:cNvSpPr/>
            <p:nvPr/>
          </p:nvSpPr>
          <p:spPr>
            <a:xfrm>
              <a:off x="3925080" y="1172160"/>
              <a:ext cx="142560" cy="1407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4" name="Group 34"/>
          <p:cNvGrpSpPr/>
          <p:nvPr/>
        </p:nvGrpSpPr>
        <p:grpSpPr>
          <a:xfrm>
            <a:off x="5912640" y="1101240"/>
            <a:ext cx="300240" cy="300240"/>
            <a:chOff x="5912640" y="1101240"/>
            <a:chExt cx="300240" cy="300240"/>
          </a:xfrm>
        </p:grpSpPr>
        <p:sp>
          <p:nvSpPr>
            <p:cNvPr id="445" name="Oval 35"/>
            <p:cNvSpPr/>
            <p:nvPr/>
          </p:nvSpPr>
          <p:spPr>
            <a:xfrm>
              <a:off x="5912640" y="1101240"/>
              <a:ext cx="300240" cy="300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6" name="Oval 28"/>
            <p:cNvSpPr/>
            <p:nvPr/>
          </p:nvSpPr>
          <p:spPr>
            <a:xfrm>
              <a:off x="5990040" y="1178280"/>
              <a:ext cx="142560" cy="1407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7" name="Group 37"/>
          <p:cNvGrpSpPr/>
          <p:nvPr/>
        </p:nvGrpSpPr>
        <p:grpSpPr>
          <a:xfrm>
            <a:off x="7974360" y="1101240"/>
            <a:ext cx="300240" cy="300240"/>
            <a:chOff x="7974360" y="1101240"/>
            <a:chExt cx="300240" cy="300240"/>
          </a:xfrm>
        </p:grpSpPr>
        <p:sp>
          <p:nvSpPr>
            <p:cNvPr id="448" name="Oval 38"/>
            <p:cNvSpPr/>
            <p:nvPr/>
          </p:nvSpPr>
          <p:spPr>
            <a:xfrm>
              <a:off x="7974360" y="1101240"/>
              <a:ext cx="300240" cy="300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9" name="Oval 28"/>
            <p:cNvSpPr/>
            <p:nvPr/>
          </p:nvSpPr>
          <p:spPr>
            <a:xfrm>
              <a:off x="8051760" y="1178280"/>
              <a:ext cx="142560" cy="1407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50" name="Group 40"/>
          <p:cNvGrpSpPr/>
          <p:nvPr/>
        </p:nvGrpSpPr>
        <p:grpSpPr>
          <a:xfrm>
            <a:off x="1781280" y="1999080"/>
            <a:ext cx="300240" cy="300240"/>
            <a:chOff x="1781280" y="1999080"/>
            <a:chExt cx="300240" cy="300240"/>
          </a:xfrm>
        </p:grpSpPr>
        <p:sp>
          <p:nvSpPr>
            <p:cNvPr id="451" name="Oval 41"/>
            <p:cNvSpPr/>
            <p:nvPr/>
          </p:nvSpPr>
          <p:spPr>
            <a:xfrm>
              <a:off x="1781280" y="1999080"/>
              <a:ext cx="300240" cy="300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52" name="Oval 28"/>
            <p:cNvSpPr/>
            <p:nvPr/>
          </p:nvSpPr>
          <p:spPr>
            <a:xfrm>
              <a:off x="1858320" y="2076120"/>
              <a:ext cx="142560" cy="1407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453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4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5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6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57" name="Group 62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458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59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60" name="Rectangle 67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62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2A73B44-54F7-41AD-B1E6-2D31FD7A91F1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Freeform 25"/>
          <p:cNvSpPr/>
          <p:nvPr/>
        </p:nvSpPr>
        <p:spPr>
          <a:xfrm>
            <a:off x="-1935720" y="-1011960"/>
            <a:ext cx="7424280" cy="3801960"/>
          </a:xfrm>
          <a:custGeom>
            <a:avLst/>
            <a:gdLst>
              <a:gd name="textAreaLeft" fmla="*/ 0 w 7424280"/>
              <a:gd name="textAreaRight" fmla="*/ 7429680 w 7424280"/>
              <a:gd name="textAreaTop" fmla="*/ 0 h 3801960"/>
              <a:gd name="textAreaBottom" fmla="*/ 3807360 h 3801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464" name="Group 9"/>
          <p:cNvGrpSpPr/>
          <p:nvPr/>
        </p:nvGrpSpPr>
        <p:grpSpPr>
          <a:xfrm>
            <a:off x="278280" y="1993320"/>
            <a:ext cx="2703240" cy="2705760"/>
            <a:chOff x="278280" y="1993320"/>
            <a:chExt cx="2703240" cy="2705760"/>
          </a:xfrm>
        </p:grpSpPr>
        <p:sp>
          <p:nvSpPr>
            <p:cNvPr id="465" name="Freeform 6"/>
            <p:cNvSpPr/>
            <p:nvPr/>
          </p:nvSpPr>
          <p:spPr>
            <a:xfrm>
              <a:off x="278280" y="1993320"/>
              <a:ext cx="2703240" cy="2705760"/>
            </a:xfrm>
            <a:custGeom>
              <a:avLst/>
              <a:gdLst>
                <a:gd name="textAreaLeft" fmla="*/ 0 w 2703240"/>
                <a:gd name="textAreaRight" fmla="*/ 2708640 w 2703240"/>
                <a:gd name="textAreaTop" fmla="*/ 0 h 2705760"/>
                <a:gd name="textAreaBottom" fmla="*/ 2711160 h 2705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66" name="Freeform 6"/>
            <p:cNvSpPr/>
            <p:nvPr/>
          </p:nvSpPr>
          <p:spPr>
            <a:xfrm>
              <a:off x="278280" y="1993320"/>
              <a:ext cx="2703240" cy="2705760"/>
            </a:xfrm>
            <a:custGeom>
              <a:avLst/>
              <a:gdLst>
                <a:gd name="textAreaLeft" fmla="*/ 0 w 2703240"/>
                <a:gd name="textAreaRight" fmla="*/ 2708640 w 2703240"/>
                <a:gd name="textAreaTop" fmla="*/ 0 h 2705760"/>
                <a:gd name="textAreaBottom" fmla="*/ 2711160 h 2705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67" name="Group 12"/>
          <p:cNvGrpSpPr/>
          <p:nvPr/>
        </p:nvGrpSpPr>
        <p:grpSpPr>
          <a:xfrm>
            <a:off x="3215520" y="1993320"/>
            <a:ext cx="2703240" cy="2705760"/>
            <a:chOff x="3215520" y="1993320"/>
            <a:chExt cx="2703240" cy="2705760"/>
          </a:xfrm>
        </p:grpSpPr>
        <p:sp>
          <p:nvSpPr>
            <p:cNvPr id="468" name="Freeform 6"/>
            <p:cNvSpPr/>
            <p:nvPr/>
          </p:nvSpPr>
          <p:spPr>
            <a:xfrm>
              <a:off x="3215520" y="1993320"/>
              <a:ext cx="2703240" cy="2705760"/>
            </a:xfrm>
            <a:custGeom>
              <a:avLst/>
              <a:gdLst>
                <a:gd name="textAreaLeft" fmla="*/ 0 w 2703240"/>
                <a:gd name="textAreaRight" fmla="*/ 2708640 w 2703240"/>
                <a:gd name="textAreaTop" fmla="*/ 0 h 2705760"/>
                <a:gd name="textAreaBottom" fmla="*/ 2711160 h 2705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69" name="Freeform 6"/>
            <p:cNvSpPr/>
            <p:nvPr/>
          </p:nvSpPr>
          <p:spPr>
            <a:xfrm>
              <a:off x="3215520" y="1993320"/>
              <a:ext cx="2703240" cy="2705760"/>
            </a:xfrm>
            <a:custGeom>
              <a:avLst/>
              <a:gdLst>
                <a:gd name="textAreaLeft" fmla="*/ 0 w 2703240"/>
                <a:gd name="textAreaRight" fmla="*/ 2708640 w 2703240"/>
                <a:gd name="textAreaTop" fmla="*/ 0 h 2705760"/>
                <a:gd name="textAreaBottom" fmla="*/ 2711160 h 2705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0" name="Group 15"/>
          <p:cNvGrpSpPr/>
          <p:nvPr/>
        </p:nvGrpSpPr>
        <p:grpSpPr>
          <a:xfrm>
            <a:off x="6266880" y="1993320"/>
            <a:ext cx="2703240" cy="2705760"/>
            <a:chOff x="6266880" y="1993320"/>
            <a:chExt cx="2703240" cy="2705760"/>
          </a:xfrm>
        </p:grpSpPr>
        <p:sp>
          <p:nvSpPr>
            <p:cNvPr id="471" name="Freeform 6"/>
            <p:cNvSpPr/>
            <p:nvPr/>
          </p:nvSpPr>
          <p:spPr>
            <a:xfrm>
              <a:off x="6266880" y="1993320"/>
              <a:ext cx="2703240" cy="2705760"/>
            </a:xfrm>
            <a:custGeom>
              <a:avLst/>
              <a:gdLst>
                <a:gd name="textAreaLeft" fmla="*/ 0 w 2703240"/>
                <a:gd name="textAreaRight" fmla="*/ 2708640 w 2703240"/>
                <a:gd name="textAreaTop" fmla="*/ 0 h 2705760"/>
                <a:gd name="textAreaBottom" fmla="*/ 2711160 h 2705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2" name="Freeform 6"/>
            <p:cNvSpPr/>
            <p:nvPr/>
          </p:nvSpPr>
          <p:spPr>
            <a:xfrm>
              <a:off x="6266880" y="1993320"/>
              <a:ext cx="2703240" cy="2705760"/>
            </a:xfrm>
            <a:custGeom>
              <a:avLst/>
              <a:gdLst>
                <a:gd name="textAreaLeft" fmla="*/ 0 w 2703240"/>
                <a:gd name="textAreaRight" fmla="*/ 2708640 w 2703240"/>
                <a:gd name="textAreaTop" fmla="*/ 0 h 2705760"/>
                <a:gd name="textAreaBottom" fmla="*/ 2711160 h 2705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3" name="Group 18"/>
          <p:cNvGrpSpPr/>
          <p:nvPr/>
        </p:nvGrpSpPr>
        <p:grpSpPr>
          <a:xfrm>
            <a:off x="9318240" y="1993320"/>
            <a:ext cx="2703240" cy="2705760"/>
            <a:chOff x="9318240" y="1993320"/>
            <a:chExt cx="2703240" cy="2705760"/>
          </a:xfrm>
        </p:grpSpPr>
        <p:sp>
          <p:nvSpPr>
            <p:cNvPr id="474" name="Freeform 6"/>
            <p:cNvSpPr/>
            <p:nvPr/>
          </p:nvSpPr>
          <p:spPr>
            <a:xfrm>
              <a:off x="9318240" y="1993320"/>
              <a:ext cx="2703240" cy="2705760"/>
            </a:xfrm>
            <a:custGeom>
              <a:avLst/>
              <a:gdLst>
                <a:gd name="textAreaLeft" fmla="*/ 0 w 2703240"/>
                <a:gd name="textAreaRight" fmla="*/ 2708640 w 2703240"/>
                <a:gd name="textAreaTop" fmla="*/ 0 h 2705760"/>
                <a:gd name="textAreaBottom" fmla="*/ 2711160 h 2705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5" name="Freeform 6"/>
            <p:cNvSpPr/>
            <p:nvPr/>
          </p:nvSpPr>
          <p:spPr>
            <a:xfrm>
              <a:off x="9318240" y="1993320"/>
              <a:ext cx="2703240" cy="2705760"/>
            </a:xfrm>
            <a:custGeom>
              <a:avLst/>
              <a:gdLst>
                <a:gd name="textAreaLeft" fmla="*/ 0 w 2703240"/>
                <a:gd name="textAreaRight" fmla="*/ 2708640 w 2703240"/>
                <a:gd name="textAreaTop" fmla="*/ 0 h 2705760"/>
                <a:gd name="textAreaBottom" fmla="*/ 2711160 h 2705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76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7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8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9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80" name="Group 21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481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82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83" name="Rectangle 26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85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8BCB0C5-A69F-4B22-966B-C003B7EEDA51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Freeform 44"/>
          <p:cNvSpPr/>
          <p:nvPr/>
        </p:nvSpPr>
        <p:spPr>
          <a:xfrm rot="370200">
            <a:off x="-2180520" y="-1526040"/>
            <a:ext cx="12068640" cy="5607000"/>
          </a:xfrm>
          <a:custGeom>
            <a:avLst/>
            <a:gdLst>
              <a:gd name="textAreaLeft" fmla="*/ 0 w 12068640"/>
              <a:gd name="textAreaRight" fmla="*/ 12074040 w 12068640"/>
              <a:gd name="textAreaTop" fmla="*/ 0 h 5607000"/>
              <a:gd name="textAreaBottom" fmla="*/ 5612400 h 5607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487" name="Group 41"/>
          <p:cNvGrpSpPr/>
          <p:nvPr/>
        </p:nvGrpSpPr>
        <p:grpSpPr>
          <a:xfrm>
            <a:off x="228600" y="1959840"/>
            <a:ext cx="11729520" cy="3596040"/>
            <a:chOff x="228600" y="1959840"/>
            <a:chExt cx="11729520" cy="3596040"/>
          </a:xfrm>
        </p:grpSpPr>
        <p:grpSp>
          <p:nvGrpSpPr>
            <p:cNvPr id="488" name="Group 5"/>
            <p:cNvGrpSpPr/>
            <p:nvPr/>
          </p:nvGrpSpPr>
          <p:grpSpPr>
            <a:xfrm>
              <a:off x="228600" y="1959840"/>
              <a:ext cx="2283480" cy="3596040"/>
              <a:chOff x="228600" y="1959840"/>
              <a:chExt cx="2283480" cy="3596040"/>
            </a:xfrm>
          </p:grpSpPr>
          <p:grpSp>
            <p:nvGrpSpPr>
              <p:cNvPr id="489" name="Group 6"/>
              <p:cNvGrpSpPr/>
              <p:nvPr/>
            </p:nvGrpSpPr>
            <p:grpSpPr>
              <a:xfrm>
                <a:off x="228600" y="1959840"/>
                <a:ext cx="2283480" cy="3596040"/>
                <a:chOff x="228600" y="1959840"/>
                <a:chExt cx="2283480" cy="3596040"/>
              </a:xfrm>
            </p:grpSpPr>
            <p:sp>
              <p:nvSpPr>
                <p:cNvPr id="490" name="Freeform 9"/>
                <p:cNvSpPr/>
                <p:nvPr/>
              </p:nvSpPr>
              <p:spPr>
                <a:xfrm>
                  <a:off x="228600" y="1959840"/>
                  <a:ext cx="2283480" cy="3596040"/>
                </a:xfrm>
                <a:custGeom>
                  <a:avLst/>
                  <a:gdLst>
                    <a:gd name="textAreaLeft" fmla="*/ 0 w 2283480"/>
                    <a:gd name="textAreaRight" fmla="*/ 2288880 w 2283480"/>
                    <a:gd name="textAreaTop" fmla="*/ 0 h 3596040"/>
                    <a:gd name="textAreaBottom" fmla="*/ 3601440 h 3596040"/>
                  </a:gdLst>
                  <a:ahLst/>
                  <a:rect l="textAreaLeft" t="textAreaTop" r="textAreaRight" b="textAreaBottom"/>
                  <a:pathLst>
                    <a:path w="459" h="722">
                      <a:moveTo>
                        <a:pt x="404" y="722"/>
                      </a:moveTo>
                      <a:cubicBezTo>
                        <a:pt x="55" y="722"/>
                        <a:pt x="55" y="722"/>
                        <a:pt x="55" y="722"/>
                      </a:cubicBezTo>
                      <a:cubicBezTo>
                        <a:pt x="24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4" y="0"/>
                        <a:pt x="55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4" y="0"/>
                        <a:pt x="459" y="25"/>
                        <a:pt x="459" y="56"/>
                      </a:cubicBezTo>
                      <a:cubicBezTo>
                        <a:pt x="459" y="666"/>
                        <a:pt x="459" y="666"/>
                        <a:pt x="459" y="666"/>
                      </a:cubicBezTo>
                      <a:cubicBezTo>
                        <a:pt x="459" y="697"/>
                        <a:pt x="434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491" name="Freeform 9"/>
                <p:cNvSpPr/>
                <p:nvPr/>
              </p:nvSpPr>
              <p:spPr>
                <a:xfrm>
                  <a:off x="228600" y="1959840"/>
                  <a:ext cx="2283480" cy="3596040"/>
                </a:xfrm>
                <a:custGeom>
                  <a:avLst/>
                  <a:gdLst>
                    <a:gd name="textAreaLeft" fmla="*/ 0 w 2283480"/>
                    <a:gd name="textAreaRight" fmla="*/ 2288880 w 2283480"/>
                    <a:gd name="textAreaTop" fmla="*/ 0 h 3596040"/>
                    <a:gd name="textAreaBottom" fmla="*/ 3601440 h 3596040"/>
                  </a:gdLst>
                  <a:ahLst/>
                  <a:rect l="textAreaLeft" t="textAreaTop" r="textAreaRight" b="textAreaBottom"/>
                  <a:pathLst>
                    <a:path w="459" h="722">
                      <a:moveTo>
                        <a:pt x="404" y="722"/>
                      </a:moveTo>
                      <a:cubicBezTo>
                        <a:pt x="55" y="722"/>
                        <a:pt x="55" y="722"/>
                        <a:pt x="55" y="722"/>
                      </a:cubicBezTo>
                      <a:cubicBezTo>
                        <a:pt x="24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4" y="0"/>
                        <a:pt x="55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4" y="0"/>
                        <a:pt x="459" y="25"/>
                        <a:pt x="459" y="56"/>
                      </a:cubicBezTo>
                      <a:cubicBezTo>
                        <a:pt x="459" y="666"/>
                        <a:pt x="459" y="666"/>
                        <a:pt x="459" y="666"/>
                      </a:cubicBezTo>
                      <a:cubicBezTo>
                        <a:pt x="459" y="697"/>
                        <a:pt x="434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492" name="Oval 7"/>
              <p:cNvSpPr/>
              <p:nvPr/>
            </p:nvSpPr>
            <p:spPr>
              <a:xfrm>
                <a:off x="658800" y="2261160"/>
                <a:ext cx="1437840" cy="143784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493" name="Group 10"/>
            <p:cNvGrpSpPr/>
            <p:nvPr/>
          </p:nvGrpSpPr>
          <p:grpSpPr>
            <a:xfrm>
              <a:off x="3373200" y="1959840"/>
              <a:ext cx="2287440" cy="3596040"/>
              <a:chOff x="3373200" y="1959840"/>
              <a:chExt cx="2287440" cy="3596040"/>
            </a:xfrm>
          </p:grpSpPr>
          <p:grpSp>
            <p:nvGrpSpPr>
              <p:cNvPr id="494" name="Group 11"/>
              <p:cNvGrpSpPr/>
              <p:nvPr/>
            </p:nvGrpSpPr>
            <p:grpSpPr>
              <a:xfrm>
                <a:off x="3373200" y="1959840"/>
                <a:ext cx="2287440" cy="3596040"/>
                <a:chOff x="3373200" y="1959840"/>
                <a:chExt cx="2287440" cy="3596040"/>
              </a:xfrm>
            </p:grpSpPr>
            <p:sp>
              <p:nvSpPr>
                <p:cNvPr id="495" name="Freeform 13"/>
                <p:cNvSpPr/>
                <p:nvPr/>
              </p:nvSpPr>
              <p:spPr>
                <a:xfrm>
                  <a:off x="3373200" y="1959840"/>
                  <a:ext cx="2287440" cy="3596040"/>
                </a:xfrm>
                <a:custGeom>
                  <a:avLst/>
                  <a:gdLst>
                    <a:gd name="textAreaLeft" fmla="*/ 0 w 2287440"/>
                    <a:gd name="textAreaRight" fmla="*/ 2292840 w 2287440"/>
                    <a:gd name="textAreaTop" fmla="*/ 0 h 3596040"/>
                    <a:gd name="textAreaBottom" fmla="*/ 3601440 h 359604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496" name="Freeform 13"/>
                <p:cNvSpPr/>
                <p:nvPr/>
              </p:nvSpPr>
              <p:spPr>
                <a:xfrm>
                  <a:off x="3373200" y="1959840"/>
                  <a:ext cx="2287440" cy="3596040"/>
                </a:xfrm>
                <a:custGeom>
                  <a:avLst/>
                  <a:gdLst>
                    <a:gd name="textAreaLeft" fmla="*/ 0 w 2287440"/>
                    <a:gd name="textAreaRight" fmla="*/ 2292840 w 2287440"/>
                    <a:gd name="textAreaTop" fmla="*/ 0 h 3596040"/>
                    <a:gd name="textAreaBottom" fmla="*/ 3601440 h 359604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497" name="Oval 12"/>
              <p:cNvSpPr/>
              <p:nvPr/>
            </p:nvSpPr>
            <p:spPr>
              <a:xfrm>
                <a:off x="3801240" y="2261160"/>
                <a:ext cx="1437840" cy="143784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498" name="Group 15"/>
            <p:cNvGrpSpPr/>
            <p:nvPr/>
          </p:nvGrpSpPr>
          <p:grpSpPr>
            <a:xfrm>
              <a:off x="6523920" y="1959840"/>
              <a:ext cx="2285640" cy="3596040"/>
              <a:chOff x="6523920" y="1959840"/>
              <a:chExt cx="2285640" cy="3596040"/>
            </a:xfrm>
          </p:grpSpPr>
          <p:grpSp>
            <p:nvGrpSpPr>
              <p:cNvPr id="499" name="Group 16"/>
              <p:cNvGrpSpPr/>
              <p:nvPr/>
            </p:nvGrpSpPr>
            <p:grpSpPr>
              <a:xfrm>
                <a:off x="6523920" y="1959840"/>
                <a:ext cx="2285640" cy="3596040"/>
                <a:chOff x="6523920" y="1959840"/>
                <a:chExt cx="2285640" cy="3596040"/>
              </a:xfrm>
            </p:grpSpPr>
            <p:sp>
              <p:nvSpPr>
                <p:cNvPr id="500" name="Freeform 17"/>
                <p:cNvSpPr/>
                <p:nvPr/>
              </p:nvSpPr>
              <p:spPr>
                <a:xfrm>
                  <a:off x="6523920" y="1959840"/>
                  <a:ext cx="2285640" cy="3596040"/>
                </a:xfrm>
                <a:custGeom>
                  <a:avLst/>
                  <a:gdLst>
                    <a:gd name="textAreaLeft" fmla="*/ 0 w 2285640"/>
                    <a:gd name="textAreaRight" fmla="*/ 2291040 w 2285640"/>
                    <a:gd name="textAreaTop" fmla="*/ 0 h 3596040"/>
                    <a:gd name="textAreaBottom" fmla="*/ 3601440 h 359604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501" name="Freeform 17"/>
                <p:cNvSpPr/>
                <p:nvPr/>
              </p:nvSpPr>
              <p:spPr>
                <a:xfrm>
                  <a:off x="6523920" y="1959840"/>
                  <a:ext cx="2285640" cy="3596040"/>
                </a:xfrm>
                <a:custGeom>
                  <a:avLst/>
                  <a:gdLst>
                    <a:gd name="textAreaLeft" fmla="*/ 0 w 2285640"/>
                    <a:gd name="textAreaRight" fmla="*/ 2291040 w 2285640"/>
                    <a:gd name="textAreaTop" fmla="*/ 0 h 3596040"/>
                    <a:gd name="textAreaBottom" fmla="*/ 3601440 h 359604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502" name="Oval 17"/>
              <p:cNvSpPr/>
              <p:nvPr/>
            </p:nvSpPr>
            <p:spPr>
              <a:xfrm>
                <a:off x="6953040" y="2261160"/>
                <a:ext cx="1437840" cy="143784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503" name="Group 20"/>
            <p:cNvGrpSpPr/>
            <p:nvPr/>
          </p:nvGrpSpPr>
          <p:grpSpPr>
            <a:xfrm>
              <a:off x="9672480" y="1959840"/>
              <a:ext cx="2285640" cy="3596040"/>
              <a:chOff x="9672480" y="1959840"/>
              <a:chExt cx="2285640" cy="3596040"/>
            </a:xfrm>
          </p:grpSpPr>
          <p:grpSp>
            <p:nvGrpSpPr>
              <p:cNvPr id="504" name="Group 21"/>
              <p:cNvGrpSpPr/>
              <p:nvPr/>
            </p:nvGrpSpPr>
            <p:grpSpPr>
              <a:xfrm>
                <a:off x="9672480" y="1959840"/>
                <a:ext cx="2285640" cy="3596040"/>
                <a:chOff x="9672480" y="1959840"/>
                <a:chExt cx="2285640" cy="3596040"/>
              </a:xfrm>
            </p:grpSpPr>
            <p:sp>
              <p:nvSpPr>
                <p:cNvPr id="505" name="Freeform 20"/>
                <p:cNvSpPr/>
                <p:nvPr/>
              </p:nvSpPr>
              <p:spPr>
                <a:xfrm>
                  <a:off x="9672480" y="1959840"/>
                  <a:ext cx="2285640" cy="3596040"/>
                </a:xfrm>
                <a:custGeom>
                  <a:avLst/>
                  <a:gdLst>
                    <a:gd name="textAreaLeft" fmla="*/ 0 w 2285640"/>
                    <a:gd name="textAreaRight" fmla="*/ 2291040 w 2285640"/>
                    <a:gd name="textAreaTop" fmla="*/ 0 h 3596040"/>
                    <a:gd name="textAreaBottom" fmla="*/ 3601440 h 359604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506" name="Freeform 20"/>
                <p:cNvSpPr/>
                <p:nvPr/>
              </p:nvSpPr>
              <p:spPr>
                <a:xfrm>
                  <a:off x="9672480" y="1959840"/>
                  <a:ext cx="2285640" cy="3596040"/>
                </a:xfrm>
                <a:custGeom>
                  <a:avLst/>
                  <a:gdLst>
                    <a:gd name="textAreaLeft" fmla="*/ 0 w 2285640"/>
                    <a:gd name="textAreaRight" fmla="*/ 2291040 w 2285640"/>
                    <a:gd name="textAreaTop" fmla="*/ 0 h 3596040"/>
                    <a:gd name="textAreaBottom" fmla="*/ 3601440 h 359604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507" name="Oval 22"/>
              <p:cNvSpPr/>
              <p:nvPr/>
            </p:nvSpPr>
            <p:spPr>
              <a:xfrm>
                <a:off x="10102680" y="2261160"/>
                <a:ext cx="1437840" cy="143784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sp>
        <p:nvSpPr>
          <p:cNvPr id="508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09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0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1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12" name="Group 34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513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14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15" name="Rectangle 43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1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4F07F5D-B477-4242-9951-2545104A28D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Freeform 30"/>
          <p:cNvSpPr/>
          <p:nvPr/>
        </p:nvSpPr>
        <p:spPr>
          <a:xfrm>
            <a:off x="-1935720" y="-1011960"/>
            <a:ext cx="7424280" cy="3801960"/>
          </a:xfrm>
          <a:custGeom>
            <a:avLst/>
            <a:gdLst>
              <a:gd name="textAreaLeft" fmla="*/ 0 w 7424280"/>
              <a:gd name="textAreaRight" fmla="*/ 7429680 w 7424280"/>
              <a:gd name="textAreaTop" fmla="*/ 0 h 3801960"/>
              <a:gd name="textAreaBottom" fmla="*/ 3807360 h 3801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519" name="Group 5"/>
          <p:cNvGrpSpPr/>
          <p:nvPr/>
        </p:nvGrpSpPr>
        <p:grpSpPr>
          <a:xfrm>
            <a:off x="811800" y="1545120"/>
            <a:ext cx="2892960" cy="4029480"/>
            <a:chOff x="811800" y="1545120"/>
            <a:chExt cx="2892960" cy="4029480"/>
          </a:xfrm>
        </p:grpSpPr>
        <p:sp>
          <p:nvSpPr>
            <p:cNvPr id="520" name="Freeform 6"/>
            <p:cNvSpPr/>
            <p:nvPr/>
          </p:nvSpPr>
          <p:spPr>
            <a:xfrm>
              <a:off x="811800" y="1545120"/>
              <a:ext cx="2892960" cy="4029480"/>
            </a:xfrm>
            <a:custGeom>
              <a:avLst/>
              <a:gdLst>
                <a:gd name="textAreaLeft" fmla="*/ 0 w 2892960"/>
                <a:gd name="textAreaRight" fmla="*/ 2898360 w 2892960"/>
                <a:gd name="textAreaTop" fmla="*/ 0 h 4029480"/>
                <a:gd name="textAreaBottom" fmla="*/ 4034880 h 402948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21" name="Freeform 30"/>
            <p:cNvSpPr/>
            <p:nvPr/>
          </p:nvSpPr>
          <p:spPr>
            <a:xfrm>
              <a:off x="811800" y="1545120"/>
              <a:ext cx="2892960" cy="4029480"/>
            </a:xfrm>
            <a:custGeom>
              <a:avLst/>
              <a:gdLst>
                <a:gd name="textAreaLeft" fmla="*/ 0 w 2892960"/>
                <a:gd name="textAreaRight" fmla="*/ 2898360 w 2892960"/>
                <a:gd name="textAreaTop" fmla="*/ 0 h 4029480"/>
                <a:gd name="textAreaBottom" fmla="*/ 4034880 h 402948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22" name="Text Placeholder 2"/>
          <p:cNvSpPr/>
          <p:nvPr/>
        </p:nvSpPr>
        <p:spPr>
          <a:xfrm>
            <a:off x="825120" y="1545120"/>
            <a:ext cx="2892960" cy="402948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4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5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6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27" name="Group 20"/>
          <p:cNvGrpSpPr/>
          <p:nvPr/>
        </p:nvGrpSpPr>
        <p:grpSpPr>
          <a:xfrm>
            <a:off x="4573440" y="1545120"/>
            <a:ext cx="2892960" cy="4029480"/>
            <a:chOff x="4573440" y="1545120"/>
            <a:chExt cx="2892960" cy="4029480"/>
          </a:xfrm>
        </p:grpSpPr>
        <p:sp>
          <p:nvSpPr>
            <p:cNvPr id="528" name="Freeform 21"/>
            <p:cNvSpPr/>
            <p:nvPr/>
          </p:nvSpPr>
          <p:spPr>
            <a:xfrm>
              <a:off x="4573440" y="1545120"/>
              <a:ext cx="2892960" cy="4029480"/>
            </a:xfrm>
            <a:custGeom>
              <a:avLst/>
              <a:gdLst>
                <a:gd name="textAreaLeft" fmla="*/ 0 w 2892960"/>
                <a:gd name="textAreaRight" fmla="*/ 2898360 w 2892960"/>
                <a:gd name="textAreaTop" fmla="*/ 0 h 4029480"/>
                <a:gd name="textAreaBottom" fmla="*/ 4034880 h 402948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29" name="Freeform 30"/>
            <p:cNvSpPr/>
            <p:nvPr/>
          </p:nvSpPr>
          <p:spPr>
            <a:xfrm>
              <a:off x="4573440" y="1545120"/>
              <a:ext cx="2892960" cy="4029480"/>
            </a:xfrm>
            <a:custGeom>
              <a:avLst/>
              <a:gdLst>
                <a:gd name="textAreaLeft" fmla="*/ 0 w 2892960"/>
                <a:gd name="textAreaRight" fmla="*/ 2898360 w 2892960"/>
                <a:gd name="textAreaTop" fmla="*/ 0 h 4029480"/>
                <a:gd name="textAreaBottom" fmla="*/ 4034880 h 402948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30" name="Text Placeholder 2"/>
          <p:cNvSpPr/>
          <p:nvPr/>
        </p:nvSpPr>
        <p:spPr>
          <a:xfrm>
            <a:off x="4587120" y="1545120"/>
            <a:ext cx="2892960" cy="402948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31" name="Group 24"/>
          <p:cNvGrpSpPr/>
          <p:nvPr/>
        </p:nvGrpSpPr>
        <p:grpSpPr>
          <a:xfrm>
            <a:off x="8362080" y="1545120"/>
            <a:ext cx="2892960" cy="4029480"/>
            <a:chOff x="8362080" y="1545120"/>
            <a:chExt cx="2892960" cy="4029480"/>
          </a:xfrm>
        </p:grpSpPr>
        <p:sp>
          <p:nvSpPr>
            <p:cNvPr id="532" name="Freeform 25"/>
            <p:cNvSpPr/>
            <p:nvPr/>
          </p:nvSpPr>
          <p:spPr>
            <a:xfrm>
              <a:off x="8362080" y="1545120"/>
              <a:ext cx="2892960" cy="4029480"/>
            </a:xfrm>
            <a:custGeom>
              <a:avLst/>
              <a:gdLst>
                <a:gd name="textAreaLeft" fmla="*/ 0 w 2892960"/>
                <a:gd name="textAreaRight" fmla="*/ 2898360 w 2892960"/>
                <a:gd name="textAreaTop" fmla="*/ 0 h 4029480"/>
                <a:gd name="textAreaBottom" fmla="*/ 4034880 h 402948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3" name="Freeform 30"/>
            <p:cNvSpPr/>
            <p:nvPr/>
          </p:nvSpPr>
          <p:spPr>
            <a:xfrm>
              <a:off x="8362080" y="1545120"/>
              <a:ext cx="2892960" cy="4029480"/>
            </a:xfrm>
            <a:custGeom>
              <a:avLst/>
              <a:gdLst>
                <a:gd name="textAreaLeft" fmla="*/ 0 w 2892960"/>
                <a:gd name="textAreaRight" fmla="*/ 2898360 w 2892960"/>
                <a:gd name="textAreaTop" fmla="*/ 0 h 4029480"/>
                <a:gd name="textAreaBottom" fmla="*/ 4034880 h 402948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34" name="Text Placeholder 2"/>
          <p:cNvSpPr/>
          <p:nvPr/>
        </p:nvSpPr>
        <p:spPr>
          <a:xfrm>
            <a:off x="8375760" y="1545120"/>
            <a:ext cx="2892960" cy="402948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35" name="Group 18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536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7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38" name="Rectangle 31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4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40CDBC54-A15A-4C86-A747-97E442B0615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Freeform 51"/>
          <p:cNvSpPr/>
          <p:nvPr/>
        </p:nvSpPr>
        <p:spPr>
          <a:xfrm>
            <a:off x="-1935720" y="-1011960"/>
            <a:ext cx="7424280" cy="3801960"/>
          </a:xfrm>
          <a:custGeom>
            <a:avLst/>
            <a:gdLst>
              <a:gd name="textAreaLeft" fmla="*/ 0 w 7424280"/>
              <a:gd name="textAreaRight" fmla="*/ 7429680 w 7424280"/>
              <a:gd name="textAreaTop" fmla="*/ 0 h 3801960"/>
              <a:gd name="textAreaBottom" fmla="*/ 3807360 h 3801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542" name="Group 5"/>
          <p:cNvGrpSpPr/>
          <p:nvPr/>
        </p:nvGrpSpPr>
        <p:grpSpPr>
          <a:xfrm>
            <a:off x="10181520" y="3993840"/>
            <a:ext cx="347040" cy="352440"/>
            <a:chOff x="10181520" y="3993840"/>
            <a:chExt cx="347040" cy="352440"/>
          </a:xfrm>
        </p:grpSpPr>
        <p:sp>
          <p:nvSpPr>
            <p:cNvPr id="543" name="Oval 12"/>
            <p:cNvSpPr/>
            <p:nvPr/>
          </p:nvSpPr>
          <p:spPr>
            <a:xfrm>
              <a:off x="10272600" y="4090320"/>
              <a:ext cx="159840" cy="15984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44" name="Oval 16"/>
            <p:cNvSpPr/>
            <p:nvPr/>
          </p:nvSpPr>
          <p:spPr>
            <a:xfrm>
              <a:off x="10181520" y="3993840"/>
              <a:ext cx="347040" cy="35244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45" name="Group 8"/>
          <p:cNvGrpSpPr/>
          <p:nvPr/>
        </p:nvGrpSpPr>
        <p:grpSpPr>
          <a:xfrm>
            <a:off x="7273080" y="3992760"/>
            <a:ext cx="347040" cy="352440"/>
            <a:chOff x="7273080" y="3992760"/>
            <a:chExt cx="347040" cy="352440"/>
          </a:xfrm>
        </p:grpSpPr>
        <p:sp>
          <p:nvSpPr>
            <p:cNvPr id="546" name="Oval 13"/>
            <p:cNvSpPr/>
            <p:nvPr/>
          </p:nvSpPr>
          <p:spPr>
            <a:xfrm>
              <a:off x="7363800" y="4089240"/>
              <a:ext cx="165240" cy="15984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47" name="Oval 17"/>
            <p:cNvSpPr/>
            <p:nvPr/>
          </p:nvSpPr>
          <p:spPr>
            <a:xfrm>
              <a:off x="7273080" y="3992760"/>
              <a:ext cx="347040" cy="35244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48" name="Group 11"/>
          <p:cNvGrpSpPr/>
          <p:nvPr/>
        </p:nvGrpSpPr>
        <p:grpSpPr>
          <a:xfrm>
            <a:off x="4402440" y="3992760"/>
            <a:ext cx="352440" cy="352440"/>
            <a:chOff x="4402440" y="3992760"/>
            <a:chExt cx="352440" cy="352440"/>
          </a:xfrm>
        </p:grpSpPr>
        <p:sp>
          <p:nvSpPr>
            <p:cNvPr id="549" name="Oval 14"/>
            <p:cNvSpPr/>
            <p:nvPr/>
          </p:nvSpPr>
          <p:spPr>
            <a:xfrm>
              <a:off x="4498920" y="4089240"/>
              <a:ext cx="159840" cy="15984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50" name="Oval 18"/>
            <p:cNvSpPr/>
            <p:nvPr/>
          </p:nvSpPr>
          <p:spPr>
            <a:xfrm>
              <a:off x="4402440" y="3992760"/>
              <a:ext cx="352440" cy="35244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51" name="Group 14"/>
          <p:cNvGrpSpPr/>
          <p:nvPr/>
        </p:nvGrpSpPr>
        <p:grpSpPr>
          <a:xfrm>
            <a:off x="1364760" y="3992760"/>
            <a:ext cx="352440" cy="352440"/>
            <a:chOff x="1364760" y="3992760"/>
            <a:chExt cx="352440" cy="352440"/>
          </a:xfrm>
        </p:grpSpPr>
        <p:sp>
          <p:nvSpPr>
            <p:cNvPr id="552" name="Oval 15"/>
            <p:cNvSpPr/>
            <p:nvPr/>
          </p:nvSpPr>
          <p:spPr>
            <a:xfrm>
              <a:off x="1459440" y="4089240"/>
              <a:ext cx="161640" cy="15984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53" name="Oval 19"/>
            <p:cNvSpPr/>
            <p:nvPr/>
          </p:nvSpPr>
          <p:spPr>
            <a:xfrm>
              <a:off x="1364760" y="3992760"/>
              <a:ext cx="352440" cy="35244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554" name="Freeform 20"/>
          <p:cNvSpPr/>
          <p:nvPr/>
        </p:nvSpPr>
        <p:spPr>
          <a:xfrm>
            <a:off x="10322280" y="3063240"/>
            <a:ext cx="65520" cy="850320"/>
          </a:xfrm>
          <a:custGeom>
            <a:avLst/>
            <a:gdLst>
              <a:gd name="textAreaLeft" fmla="*/ 0 w 65520"/>
              <a:gd name="textAreaRight" fmla="*/ 70920 w 65520"/>
              <a:gd name="textAreaTop" fmla="*/ 0 h 850320"/>
              <a:gd name="textAreaBottom" fmla="*/ 855720 h 85032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4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3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3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4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4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3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3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4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4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3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3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4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4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3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3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4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4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3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3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4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4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3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3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4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5" name="Freeform 21"/>
          <p:cNvSpPr/>
          <p:nvPr/>
        </p:nvSpPr>
        <p:spPr>
          <a:xfrm>
            <a:off x="7413840" y="3048840"/>
            <a:ext cx="65520" cy="850320"/>
          </a:xfrm>
          <a:custGeom>
            <a:avLst/>
            <a:gdLst>
              <a:gd name="textAreaLeft" fmla="*/ 0 w 65520"/>
              <a:gd name="textAreaRight" fmla="*/ 70920 w 65520"/>
              <a:gd name="textAreaTop" fmla="*/ 0 h 850320"/>
              <a:gd name="textAreaBottom" fmla="*/ 855720 h 85032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3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3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3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3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3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3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3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3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3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3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3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3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6" name="Freeform 22"/>
          <p:cNvSpPr/>
          <p:nvPr/>
        </p:nvSpPr>
        <p:spPr>
          <a:xfrm>
            <a:off x="4550040" y="3059640"/>
            <a:ext cx="63720" cy="850320"/>
          </a:xfrm>
          <a:custGeom>
            <a:avLst/>
            <a:gdLst>
              <a:gd name="textAreaLeft" fmla="*/ 0 w 63720"/>
              <a:gd name="textAreaRight" fmla="*/ 69120 w 63720"/>
              <a:gd name="textAreaTop" fmla="*/ 0 h 850320"/>
              <a:gd name="textAreaBottom" fmla="*/ 855720 h 85032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3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3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3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3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3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3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3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3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3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3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3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3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7" name="Freeform 23"/>
          <p:cNvSpPr/>
          <p:nvPr/>
        </p:nvSpPr>
        <p:spPr>
          <a:xfrm>
            <a:off x="1504800" y="3054240"/>
            <a:ext cx="63720" cy="850320"/>
          </a:xfrm>
          <a:custGeom>
            <a:avLst/>
            <a:gdLst>
              <a:gd name="textAreaLeft" fmla="*/ 0 w 63720"/>
              <a:gd name="textAreaRight" fmla="*/ 69120 w 63720"/>
              <a:gd name="textAreaTop" fmla="*/ 0 h 850320"/>
              <a:gd name="textAreaBottom" fmla="*/ 855720 h 85032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4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4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4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4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4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4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4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4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4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4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4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4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558" name="Group 54"/>
          <p:cNvGrpSpPr/>
          <p:nvPr/>
        </p:nvGrpSpPr>
        <p:grpSpPr>
          <a:xfrm>
            <a:off x="524520" y="986040"/>
            <a:ext cx="2171160" cy="2172960"/>
            <a:chOff x="524520" y="986040"/>
            <a:chExt cx="2171160" cy="2172960"/>
          </a:xfrm>
        </p:grpSpPr>
        <p:sp>
          <p:nvSpPr>
            <p:cNvPr id="559" name="Freeform 6"/>
            <p:cNvSpPr/>
            <p:nvPr/>
          </p:nvSpPr>
          <p:spPr>
            <a:xfrm>
              <a:off x="524520" y="986040"/>
              <a:ext cx="2171160" cy="2172960"/>
            </a:xfrm>
            <a:custGeom>
              <a:avLst/>
              <a:gdLst>
                <a:gd name="textAreaLeft" fmla="*/ 0 w 2171160"/>
                <a:gd name="textAreaRight" fmla="*/ 2176560 w 2171160"/>
                <a:gd name="textAreaTop" fmla="*/ 0 h 2172960"/>
                <a:gd name="textAreaBottom" fmla="*/ 2178360 h 21729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0" name="Freeform 6"/>
            <p:cNvSpPr/>
            <p:nvPr/>
          </p:nvSpPr>
          <p:spPr>
            <a:xfrm>
              <a:off x="524520" y="986040"/>
              <a:ext cx="2171160" cy="2172960"/>
            </a:xfrm>
            <a:custGeom>
              <a:avLst/>
              <a:gdLst>
                <a:gd name="textAreaLeft" fmla="*/ 0 w 2171160"/>
                <a:gd name="textAreaRight" fmla="*/ 2176560 w 2171160"/>
                <a:gd name="textAreaTop" fmla="*/ 0 h 2172960"/>
                <a:gd name="textAreaBottom" fmla="*/ 2178360 h 21729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1" name="Group 58"/>
          <p:cNvGrpSpPr/>
          <p:nvPr/>
        </p:nvGrpSpPr>
        <p:grpSpPr>
          <a:xfrm>
            <a:off x="3493080" y="979920"/>
            <a:ext cx="2171160" cy="2172960"/>
            <a:chOff x="3493080" y="979920"/>
            <a:chExt cx="2171160" cy="2172960"/>
          </a:xfrm>
        </p:grpSpPr>
        <p:sp>
          <p:nvSpPr>
            <p:cNvPr id="562" name="Freeform 6"/>
            <p:cNvSpPr/>
            <p:nvPr/>
          </p:nvSpPr>
          <p:spPr>
            <a:xfrm>
              <a:off x="3493080" y="979920"/>
              <a:ext cx="2171160" cy="2172960"/>
            </a:xfrm>
            <a:custGeom>
              <a:avLst/>
              <a:gdLst>
                <a:gd name="textAreaLeft" fmla="*/ 0 w 2171160"/>
                <a:gd name="textAreaRight" fmla="*/ 2176560 w 2171160"/>
                <a:gd name="textAreaTop" fmla="*/ 0 h 2172960"/>
                <a:gd name="textAreaBottom" fmla="*/ 2178360 h 21729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3" name="Freeform 6"/>
            <p:cNvSpPr/>
            <p:nvPr/>
          </p:nvSpPr>
          <p:spPr>
            <a:xfrm>
              <a:off x="3493080" y="979920"/>
              <a:ext cx="2171160" cy="2172960"/>
            </a:xfrm>
            <a:custGeom>
              <a:avLst/>
              <a:gdLst>
                <a:gd name="textAreaLeft" fmla="*/ 0 w 2171160"/>
                <a:gd name="textAreaRight" fmla="*/ 2176560 w 2171160"/>
                <a:gd name="textAreaTop" fmla="*/ 0 h 2172960"/>
                <a:gd name="textAreaBottom" fmla="*/ 2178360 h 21729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4" name="Group 62"/>
          <p:cNvGrpSpPr/>
          <p:nvPr/>
        </p:nvGrpSpPr>
        <p:grpSpPr>
          <a:xfrm>
            <a:off x="6459120" y="979920"/>
            <a:ext cx="2171160" cy="2172960"/>
            <a:chOff x="6459120" y="979920"/>
            <a:chExt cx="2171160" cy="2172960"/>
          </a:xfrm>
        </p:grpSpPr>
        <p:sp>
          <p:nvSpPr>
            <p:cNvPr id="565" name="Freeform 6"/>
            <p:cNvSpPr/>
            <p:nvPr/>
          </p:nvSpPr>
          <p:spPr>
            <a:xfrm>
              <a:off x="6459120" y="979920"/>
              <a:ext cx="2171160" cy="2172960"/>
            </a:xfrm>
            <a:custGeom>
              <a:avLst/>
              <a:gdLst>
                <a:gd name="textAreaLeft" fmla="*/ 0 w 2171160"/>
                <a:gd name="textAreaRight" fmla="*/ 2176560 w 2171160"/>
                <a:gd name="textAreaTop" fmla="*/ 0 h 2172960"/>
                <a:gd name="textAreaBottom" fmla="*/ 2178360 h 21729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6" name="Freeform 6"/>
            <p:cNvSpPr/>
            <p:nvPr/>
          </p:nvSpPr>
          <p:spPr>
            <a:xfrm>
              <a:off x="6459120" y="979920"/>
              <a:ext cx="2171160" cy="2172960"/>
            </a:xfrm>
            <a:custGeom>
              <a:avLst/>
              <a:gdLst>
                <a:gd name="textAreaLeft" fmla="*/ 0 w 2171160"/>
                <a:gd name="textAreaRight" fmla="*/ 2176560 w 2171160"/>
                <a:gd name="textAreaTop" fmla="*/ 0 h 2172960"/>
                <a:gd name="textAreaBottom" fmla="*/ 2178360 h 21729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7" name="Group 66"/>
          <p:cNvGrpSpPr/>
          <p:nvPr/>
        </p:nvGrpSpPr>
        <p:grpSpPr>
          <a:xfrm>
            <a:off x="9425160" y="979920"/>
            <a:ext cx="2171160" cy="2172960"/>
            <a:chOff x="9425160" y="979920"/>
            <a:chExt cx="2171160" cy="2172960"/>
          </a:xfrm>
        </p:grpSpPr>
        <p:sp>
          <p:nvSpPr>
            <p:cNvPr id="568" name="Freeform 6"/>
            <p:cNvSpPr/>
            <p:nvPr/>
          </p:nvSpPr>
          <p:spPr>
            <a:xfrm>
              <a:off x="9425160" y="979920"/>
              <a:ext cx="2171160" cy="2172960"/>
            </a:xfrm>
            <a:custGeom>
              <a:avLst/>
              <a:gdLst>
                <a:gd name="textAreaLeft" fmla="*/ 0 w 2171160"/>
                <a:gd name="textAreaRight" fmla="*/ 2176560 w 2171160"/>
                <a:gd name="textAreaTop" fmla="*/ 0 h 2172960"/>
                <a:gd name="textAreaBottom" fmla="*/ 2178360 h 21729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9" name="Freeform 6"/>
            <p:cNvSpPr/>
            <p:nvPr/>
          </p:nvSpPr>
          <p:spPr>
            <a:xfrm>
              <a:off x="9425160" y="979920"/>
              <a:ext cx="2171160" cy="2172960"/>
            </a:xfrm>
            <a:custGeom>
              <a:avLst/>
              <a:gdLst>
                <a:gd name="textAreaLeft" fmla="*/ 0 w 2171160"/>
                <a:gd name="textAreaRight" fmla="*/ 2176560 w 2171160"/>
                <a:gd name="textAreaTop" fmla="*/ 0 h 2172960"/>
                <a:gd name="textAreaBottom" fmla="*/ 2178360 h 21729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70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1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2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3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74" name="Group 47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575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76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77" name="Rectangle 52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7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7FEAC1C-2337-4FAD-A451-2FCE56B74E20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" name="Freeform 97"/>
          <p:cNvSpPr/>
          <p:nvPr/>
        </p:nvSpPr>
        <p:spPr>
          <a:xfrm rot="370200">
            <a:off x="-2117520" y="-1533960"/>
            <a:ext cx="12068640" cy="5607000"/>
          </a:xfrm>
          <a:custGeom>
            <a:avLst/>
            <a:gdLst>
              <a:gd name="textAreaLeft" fmla="*/ 0 w 12068640"/>
              <a:gd name="textAreaRight" fmla="*/ 12074040 w 12068640"/>
              <a:gd name="textAreaTop" fmla="*/ 0 h 5607000"/>
              <a:gd name="textAreaBottom" fmla="*/ 5612400 h 5607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581" name="Freeform 13"/>
          <p:cNvSpPr/>
          <p:nvPr/>
        </p:nvSpPr>
        <p:spPr>
          <a:xfrm>
            <a:off x="10452240" y="3330720"/>
            <a:ext cx="978840" cy="92880"/>
          </a:xfrm>
          <a:custGeom>
            <a:avLst/>
            <a:gdLst>
              <a:gd name="textAreaLeft" fmla="*/ 0 w 978840"/>
              <a:gd name="textAreaRight" fmla="*/ 984240 w 978840"/>
              <a:gd name="textAreaTop" fmla="*/ 0 h 92880"/>
              <a:gd name="textAreaBottom" fmla="*/ 98280 h 92880"/>
            </a:gdLst>
            <a:ahLst/>
            <a:rect l="textAreaLeft" t="textAreaTop" r="textAreaRight" b="textAreaBottom"/>
            <a:pathLst>
              <a:path w="259" h="26">
                <a:moveTo>
                  <a:pt x="259" y="26"/>
                </a:moveTo>
                <a:cubicBezTo>
                  <a:pt x="26" y="26"/>
                  <a:pt x="26" y="26"/>
                  <a:pt x="26" y="26"/>
                </a:cubicBezTo>
                <a:cubicBezTo>
                  <a:pt x="26" y="12"/>
                  <a:pt x="14" y="0"/>
                  <a:pt x="0" y="0"/>
                </a:cubicBezTo>
              </a:path>
            </a:pathLst>
          </a:custGeom>
          <a:noFill/>
          <a:ln cap="rnd" w="3810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582" name="Group 6"/>
          <p:cNvGrpSpPr/>
          <p:nvPr/>
        </p:nvGrpSpPr>
        <p:grpSpPr>
          <a:xfrm>
            <a:off x="1744560" y="2349360"/>
            <a:ext cx="1164240" cy="1074240"/>
            <a:chOff x="1744560" y="2349360"/>
            <a:chExt cx="1164240" cy="1074240"/>
          </a:xfrm>
        </p:grpSpPr>
        <p:sp>
          <p:nvSpPr>
            <p:cNvPr id="583" name="Freeform 6"/>
            <p:cNvSpPr/>
            <p:nvPr/>
          </p:nvSpPr>
          <p:spPr>
            <a:xfrm>
              <a:off x="1744560" y="2441520"/>
              <a:ext cx="1083600" cy="982080"/>
            </a:xfrm>
            <a:custGeom>
              <a:avLst/>
              <a:gdLst>
                <a:gd name="textAreaLeft" fmla="*/ 0 w 1083600"/>
                <a:gd name="textAreaRight" fmla="*/ 1089000 w 1083600"/>
                <a:gd name="textAreaTop" fmla="*/ 0 h 982080"/>
                <a:gd name="textAreaBottom" fmla="*/ 987480 h 98208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2" y="233"/>
                    <a:pt x="260" y="245"/>
                    <a:pt x="260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84" name="Group 8"/>
            <p:cNvGrpSpPr/>
            <p:nvPr/>
          </p:nvGrpSpPr>
          <p:grpSpPr>
            <a:xfrm>
              <a:off x="2743560" y="2349360"/>
              <a:ext cx="165240" cy="165240"/>
              <a:chOff x="2743560" y="2349360"/>
              <a:chExt cx="165240" cy="165240"/>
            </a:xfrm>
          </p:grpSpPr>
          <p:sp>
            <p:nvSpPr>
              <p:cNvPr id="585" name="Oval 9"/>
              <p:cNvSpPr/>
              <p:nvPr/>
            </p:nvSpPr>
            <p:spPr>
              <a:xfrm>
                <a:off x="2743560" y="2349360"/>
                <a:ext cx="165240" cy="16524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86" name="Oval 28"/>
              <p:cNvSpPr/>
              <p:nvPr/>
            </p:nvSpPr>
            <p:spPr>
              <a:xfrm>
                <a:off x="2786760" y="2392560"/>
                <a:ext cx="77040" cy="7632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000" bIns="27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87" name="Group 11"/>
          <p:cNvGrpSpPr/>
          <p:nvPr/>
        </p:nvGrpSpPr>
        <p:grpSpPr>
          <a:xfrm>
            <a:off x="3921120" y="2349360"/>
            <a:ext cx="1168920" cy="1074240"/>
            <a:chOff x="3921120" y="2349360"/>
            <a:chExt cx="1168920" cy="1074240"/>
          </a:xfrm>
        </p:grpSpPr>
        <p:sp>
          <p:nvSpPr>
            <p:cNvPr id="588" name="Freeform 7"/>
            <p:cNvSpPr/>
            <p:nvPr/>
          </p:nvSpPr>
          <p:spPr>
            <a:xfrm>
              <a:off x="3921120" y="2441520"/>
              <a:ext cx="1083600" cy="982080"/>
            </a:xfrm>
            <a:custGeom>
              <a:avLst/>
              <a:gdLst>
                <a:gd name="textAreaLeft" fmla="*/ 0 w 1083600"/>
                <a:gd name="textAreaRight" fmla="*/ 1089000 w 1083600"/>
                <a:gd name="textAreaTop" fmla="*/ 0 h 982080"/>
                <a:gd name="textAreaBottom" fmla="*/ 987480 h 98208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60" y="245"/>
                    <a:pt x="260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89" name="Group 13"/>
            <p:cNvGrpSpPr/>
            <p:nvPr/>
          </p:nvGrpSpPr>
          <p:grpSpPr>
            <a:xfrm>
              <a:off x="4924800" y="2349360"/>
              <a:ext cx="165240" cy="165240"/>
              <a:chOff x="4924800" y="2349360"/>
              <a:chExt cx="165240" cy="165240"/>
            </a:xfrm>
          </p:grpSpPr>
          <p:sp>
            <p:nvSpPr>
              <p:cNvPr id="590" name="Oval 14"/>
              <p:cNvSpPr/>
              <p:nvPr/>
            </p:nvSpPr>
            <p:spPr>
              <a:xfrm>
                <a:off x="4924800" y="2349360"/>
                <a:ext cx="165240" cy="16524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91" name="Oval 28"/>
              <p:cNvSpPr/>
              <p:nvPr/>
            </p:nvSpPr>
            <p:spPr>
              <a:xfrm>
                <a:off x="4968000" y="2392560"/>
                <a:ext cx="77040" cy="7632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000" bIns="27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92" name="Group 16"/>
          <p:cNvGrpSpPr/>
          <p:nvPr/>
        </p:nvGrpSpPr>
        <p:grpSpPr>
          <a:xfrm>
            <a:off x="6097680" y="2349360"/>
            <a:ext cx="1160280" cy="1074240"/>
            <a:chOff x="6097680" y="2349360"/>
            <a:chExt cx="1160280" cy="1074240"/>
          </a:xfrm>
        </p:grpSpPr>
        <p:sp>
          <p:nvSpPr>
            <p:cNvPr id="593" name="Freeform 8"/>
            <p:cNvSpPr/>
            <p:nvPr/>
          </p:nvSpPr>
          <p:spPr>
            <a:xfrm>
              <a:off x="6097680" y="2441520"/>
              <a:ext cx="1083600" cy="982080"/>
            </a:xfrm>
            <a:custGeom>
              <a:avLst/>
              <a:gdLst>
                <a:gd name="textAreaLeft" fmla="*/ 0 w 1083600"/>
                <a:gd name="textAreaRight" fmla="*/ 1089000 w 1083600"/>
                <a:gd name="textAreaTop" fmla="*/ 0 h 982080"/>
                <a:gd name="textAreaBottom" fmla="*/ 987480 h 98208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59" y="245"/>
                    <a:pt x="259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94" name="Group 18"/>
            <p:cNvGrpSpPr/>
            <p:nvPr/>
          </p:nvGrpSpPr>
          <p:grpSpPr>
            <a:xfrm>
              <a:off x="7092720" y="2349360"/>
              <a:ext cx="165240" cy="165240"/>
              <a:chOff x="7092720" y="2349360"/>
              <a:chExt cx="165240" cy="165240"/>
            </a:xfrm>
          </p:grpSpPr>
          <p:sp>
            <p:nvSpPr>
              <p:cNvPr id="595" name="Oval 19"/>
              <p:cNvSpPr/>
              <p:nvPr/>
            </p:nvSpPr>
            <p:spPr>
              <a:xfrm>
                <a:off x="7092720" y="2349360"/>
                <a:ext cx="165240" cy="16524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96" name="Oval 28"/>
              <p:cNvSpPr/>
              <p:nvPr/>
            </p:nvSpPr>
            <p:spPr>
              <a:xfrm>
                <a:off x="7135920" y="2392560"/>
                <a:ext cx="77040" cy="7632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000" bIns="27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97" name="Group 21"/>
          <p:cNvGrpSpPr/>
          <p:nvPr/>
        </p:nvGrpSpPr>
        <p:grpSpPr>
          <a:xfrm>
            <a:off x="8273880" y="2349360"/>
            <a:ext cx="1158120" cy="1074240"/>
            <a:chOff x="8273880" y="2349360"/>
            <a:chExt cx="1158120" cy="1074240"/>
          </a:xfrm>
        </p:grpSpPr>
        <p:sp>
          <p:nvSpPr>
            <p:cNvPr id="598" name="Freeform 15"/>
            <p:cNvSpPr/>
            <p:nvPr/>
          </p:nvSpPr>
          <p:spPr>
            <a:xfrm>
              <a:off x="8273880" y="2441520"/>
              <a:ext cx="1083600" cy="982080"/>
            </a:xfrm>
            <a:custGeom>
              <a:avLst/>
              <a:gdLst>
                <a:gd name="textAreaLeft" fmla="*/ 0 w 1083600"/>
                <a:gd name="textAreaRight" fmla="*/ 1089000 w 1083600"/>
                <a:gd name="textAreaTop" fmla="*/ 0 h 982080"/>
                <a:gd name="textAreaBottom" fmla="*/ 987480 h 98208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59" y="245"/>
                    <a:pt x="259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99" name="Group 23"/>
            <p:cNvGrpSpPr/>
            <p:nvPr/>
          </p:nvGrpSpPr>
          <p:grpSpPr>
            <a:xfrm>
              <a:off x="9266760" y="2349360"/>
              <a:ext cx="165240" cy="165240"/>
              <a:chOff x="9266760" y="2349360"/>
              <a:chExt cx="165240" cy="165240"/>
            </a:xfrm>
          </p:grpSpPr>
          <p:sp>
            <p:nvSpPr>
              <p:cNvPr id="600" name="Oval 24"/>
              <p:cNvSpPr/>
              <p:nvPr/>
            </p:nvSpPr>
            <p:spPr>
              <a:xfrm>
                <a:off x="9266760" y="2349360"/>
                <a:ext cx="165240" cy="16524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01" name="Oval 28"/>
              <p:cNvSpPr/>
              <p:nvPr/>
            </p:nvSpPr>
            <p:spPr>
              <a:xfrm>
                <a:off x="9309960" y="2392560"/>
                <a:ext cx="77040" cy="7632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000" bIns="27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02" name="Group 26"/>
          <p:cNvGrpSpPr/>
          <p:nvPr/>
        </p:nvGrpSpPr>
        <p:grpSpPr>
          <a:xfrm>
            <a:off x="758880" y="3429000"/>
            <a:ext cx="1063080" cy="1064520"/>
            <a:chOff x="758880" y="3429000"/>
            <a:chExt cx="1063080" cy="1064520"/>
          </a:xfrm>
        </p:grpSpPr>
        <p:sp>
          <p:nvSpPr>
            <p:cNvPr id="603" name="Freeform 9"/>
            <p:cNvSpPr/>
            <p:nvPr/>
          </p:nvSpPr>
          <p:spPr>
            <a:xfrm>
              <a:off x="758880" y="3429000"/>
              <a:ext cx="980280" cy="985320"/>
            </a:xfrm>
            <a:custGeom>
              <a:avLst/>
              <a:gdLst>
                <a:gd name="textAreaLeft" fmla="*/ 0 w 980280"/>
                <a:gd name="textAreaRight" fmla="*/ 985680 w 980280"/>
                <a:gd name="textAreaTop" fmla="*/ 0 h 985320"/>
                <a:gd name="textAreaBottom" fmla="*/ 990720 h 985320"/>
              </a:gdLst>
              <a:ahLst/>
              <a:rect l="textAreaLeft" t="textAreaTop" r="textAreaRight" b="textAreaBottom"/>
              <a:pathLst>
                <a:path w="259" h="260">
                  <a:moveTo>
                    <a:pt x="259" y="260"/>
                  </a:moveTo>
                  <a:cubicBezTo>
                    <a:pt x="259" y="27"/>
                    <a:pt x="259" y="27"/>
                    <a:pt x="259" y="27"/>
                  </a:cubicBezTo>
                  <a:cubicBezTo>
                    <a:pt x="245" y="27"/>
                    <a:pt x="233" y="15"/>
                    <a:pt x="23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04" name="Group 28"/>
            <p:cNvGrpSpPr/>
            <p:nvPr/>
          </p:nvGrpSpPr>
          <p:grpSpPr>
            <a:xfrm>
              <a:off x="1656720" y="4328280"/>
              <a:ext cx="165240" cy="165240"/>
              <a:chOff x="1656720" y="4328280"/>
              <a:chExt cx="165240" cy="165240"/>
            </a:xfrm>
          </p:grpSpPr>
          <p:sp>
            <p:nvSpPr>
              <p:cNvPr id="605" name="Oval 29"/>
              <p:cNvSpPr/>
              <p:nvPr/>
            </p:nvSpPr>
            <p:spPr>
              <a:xfrm>
                <a:off x="1656720" y="4328280"/>
                <a:ext cx="165240" cy="16524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06" name="Oval 28"/>
              <p:cNvSpPr/>
              <p:nvPr/>
            </p:nvSpPr>
            <p:spPr>
              <a:xfrm>
                <a:off x="1699560" y="4371480"/>
                <a:ext cx="77040" cy="7632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000" bIns="27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07" name="Group 31"/>
          <p:cNvGrpSpPr/>
          <p:nvPr/>
        </p:nvGrpSpPr>
        <p:grpSpPr>
          <a:xfrm>
            <a:off x="2833560" y="3432240"/>
            <a:ext cx="1169640" cy="1061280"/>
            <a:chOff x="2833560" y="3432240"/>
            <a:chExt cx="1169640" cy="1061280"/>
          </a:xfrm>
        </p:grpSpPr>
        <p:sp>
          <p:nvSpPr>
            <p:cNvPr id="608" name="Freeform 10"/>
            <p:cNvSpPr/>
            <p:nvPr/>
          </p:nvSpPr>
          <p:spPr>
            <a:xfrm>
              <a:off x="2833560" y="3432240"/>
              <a:ext cx="1082160" cy="982080"/>
            </a:xfrm>
            <a:custGeom>
              <a:avLst/>
              <a:gdLst>
                <a:gd name="textAreaLeft" fmla="*/ 0 w 1082160"/>
                <a:gd name="textAreaRight" fmla="*/ 1087560 w 1082160"/>
                <a:gd name="textAreaTop" fmla="*/ 0 h 982080"/>
                <a:gd name="textAreaBottom" fmla="*/ 987480 h 98208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60" y="14"/>
                    <a:pt x="260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09" name="Group 33"/>
            <p:cNvGrpSpPr/>
            <p:nvPr/>
          </p:nvGrpSpPr>
          <p:grpSpPr>
            <a:xfrm>
              <a:off x="3837960" y="4328280"/>
              <a:ext cx="165240" cy="165240"/>
              <a:chOff x="3837960" y="4328280"/>
              <a:chExt cx="165240" cy="165240"/>
            </a:xfrm>
          </p:grpSpPr>
          <p:sp>
            <p:nvSpPr>
              <p:cNvPr id="610" name="Oval 34"/>
              <p:cNvSpPr/>
              <p:nvPr/>
            </p:nvSpPr>
            <p:spPr>
              <a:xfrm>
                <a:off x="3837960" y="4328280"/>
                <a:ext cx="165240" cy="16524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11" name="Oval 28"/>
              <p:cNvSpPr/>
              <p:nvPr/>
            </p:nvSpPr>
            <p:spPr>
              <a:xfrm>
                <a:off x="3880800" y="4371480"/>
                <a:ext cx="77040" cy="7632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000" bIns="27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12" name="Group 36"/>
          <p:cNvGrpSpPr/>
          <p:nvPr/>
        </p:nvGrpSpPr>
        <p:grpSpPr>
          <a:xfrm>
            <a:off x="5010120" y="3432240"/>
            <a:ext cx="1160640" cy="1061280"/>
            <a:chOff x="5010120" y="3432240"/>
            <a:chExt cx="1160640" cy="1061280"/>
          </a:xfrm>
        </p:grpSpPr>
        <p:sp>
          <p:nvSpPr>
            <p:cNvPr id="613" name="Freeform 11"/>
            <p:cNvSpPr/>
            <p:nvPr/>
          </p:nvSpPr>
          <p:spPr>
            <a:xfrm>
              <a:off x="5010120" y="3432240"/>
              <a:ext cx="1082160" cy="982080"/>
            </a:xfrm>
            <a:custGeom>
              <a:avLst/>
              <a:gdLst>
                <a:gd name="textAreaLeft" fmla="*/ 0 w 1082160"/>
                <a:gd name="textAreaRight" fmla="*/ 1087560 w 1082160"/>
                <a:gd name="textAreaTop" fmla="*/ 0 h 982080"/>
                <a:gd name="textAreaBottom" fmla="*/ 987480 h 98208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14" name="Group 38"/>
            <p:cNvGrpSpPr/>
            <p:nvPr/>
          </p:nvGrpSpPr>
          <p:grpSpPr>
            <a:xfrm>
              <a:off x="6005520" y="4328280"/>
              <a:ext cx="165240" cy="165240"/>
              <a:chOff x="6005520" y="4328280"/>
              <a:chExt cx="165240" cy="165240"/>
            </a:xfrm>
          </p:grpSpPr>
          <p:sp>
            <p:nvSpPr>
              <p:cNvPr id="615" name="Oval 39"/>
              <p:cNvSpPr/>
              <p:nvPr/>
            </p:nvSpPr>
            <p:spPr>
              <a:xfrm>
                <a:off x="6005520" y="4328280"/>
                <a:ext cx="165240" cy="16524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16" name="Oval 28"/>
              <p:cNvSpPr/>
              <p:nvPr/>
            </p:nvSpPr>
            <p:spPr>
              <a:xfrm>
                <a:off x="6048720" y="4371480"/>
                <a:ext cx="77040" cy="7632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000" bIns="27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17" name="Group 41"/>
          <p:cNvGrpSpPr/>
          <p:nvPr/>
        </p:nvGrpSpPr>
        <p:grpSpPr>
          <a:xfrm>
            <a:off x="7186680" y="3432240"/>
            <a:ext cx="1158120" cy="1061280"/>
            <a:chOff x="7186680" y="3432240"/>
            <a:chExt cx="1158120" cy="1061280"/>
          </a:xfrm>
        </p:grpSpPr>
        <p:sp>
          <p:nvSpPr>
            <p:cNvPr id="618" name="Freeform 12"/>
            <p:cNvSpPr/>
            <p:nvPr/>
          </p:nvSpPr>
          <p:spPr>
            <a:xfrm>
              <a:off x="7186680" y="3432240"/>
              <a:ext cx="1082160" cy="982080"/>
            </a:xfrm>
            <a:custGeom>
              <a:avLst/>
              <a:gdLst>
                <a:gd name="textAreaLeft" fmla="*/ 0 w 1082160"/>
                <a:gd name="textAreaRight" fmla="*/ 1087560 w 1082160"/>
                <a:gd name="textAreaTop" fmla="*/ 0 h 982080"/>
                <a:gd name="textAreaBottom" fmla="*/ 987480 h 98208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19" name="Group 43"/>
            <p:cNvGrpSpPr/>
            <p:nvPr/>
          </p:nvGrpSpPr>
          <p:grpSpPr>
            <a:xfrm>
              <a:off x="8179560" y="4328280"/>
              <a:ext cx="165240" cy="165240"/>
              <a:chOff x="8179560" y="4328280"/>
              <a:chExt cx="165240" cy="165240"/>
            </a:xfrm>
          </p:grpSpPr>
          <p:sp>
            <p:nvSpPr>
              <p:cNvPr id="620" name="Oval 44"/>
              <p:cNvSpPr/>
              <p:nvPr/>
            </p:nvSpPr>
            <p:spPr>
              <a:xfrm>
                <a:off x="8179560" y="4328280"/>
                <a:ext cx="165240" cy="16524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21" name="Oval 28"/>
              <p:cNvSpPr/>
              <p:nvPr/>
            </p:nvSpPr>
            <p:spPr>
              <a:xfrm>
                <a:off x="8222760" y="4371480"/>
                <a:ext cx="77040" cy="7632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000" bIns="27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22" name="Group 46"/>
          <p:cNvGrpSpPr/>
          <p:nvPr/>
        </p:nvGrpSpPr>
        <p:grpSpPr>
          <a:xfrm>
            <a:off x="1656720" y="3344760"/>
            <a:ext cx="165240" cy="165240"/>
            <a:chOff x="1656720" y="3344760"/>
            <a:chExt cx="165240" cy="165240"/>
          </a:xfrm>
        </p:grpSpPr>
        <p:sp>
          <p:nvSpPr>
            <p:cNvPr id="623" name="Oval 47"/>
            <p:cNvSpPr/>
            <p:nvPr/>
          </p:nvSpPr>
          <p:spPr>
            <a:xfrm>
              <a:off x="1656720" y="3344760"/>
              <a:ext cx="165240" cy="165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24" name="Oval 28"/>
            <p:cNvSpPr/>
            <p:nvPr/>
          </p:nvSpPr>
          <p:spPr>
            <a:xfrm>
              <a:off x="1699560" y="3387960"/>
              <a:ext cx="77040" cy="763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000" bIns="27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25" name="Group 49"/>
          <p:cNvGrpSpPr/>
          <p:nvPr/>
        </p:nvGrpSpPr>
        <p:grpSpPr>
          <a:xfrm>
            <a:off x="2746800" y="3344760"/>
            <a:ext cx="165240" cy="165240"/>
            <a:chOff x="2746800" y="3344760"/>
            <a:chExt cx="165240" cy="165240"/>
          </a:xfrm>
        </p:grpSpPr>
        <p:sp>
          <p:nvSpPr>
            <p:cNvPr id="626" name="Oval 50"/>
            <p:cNvSpPr/>
            <p:nvPr/>
          </p:nvSpPr>
          <p:spPr>
            <a:xfrm>
              <a:off x="2746800" y="3344760"/>
              <a:ext cx="165240" cy="165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27" name="Oval 28"/>
            <p:cNvSpPr/>
            <p:nvPr/>
          </p:nvSpPr>
          <p:spPr>
            <a:xfrm>
              <a:off x="2790000" y="3387960"/>
              <a:ext cx="77040" cy="763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000" bIns="27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28" name="Group 52"/>
          <p:cNvGrpSpPr/>
          <p:nvPr/>
        </p:nvGrpSpPr>
        <p:grpSpPr>
          <a:xfrm>
            <a:off x="3832200" y="3344760"/>
            <a:ext cx="165240" cy="165240"/>
            <a:chOff x="3832200" y="3344760"/>
            <a:chExt cx="165240" cy="165240"/>
          </a:xfrm>
        </p:grpSpPr>
        <p:sp>
          <p:nvSpPr>
            <p:cNvPr id="629" name="Oval 53"/>
            <p:cNvSpPr/>
            <p:nvPr/>
          </p:nvSpPr>
          <p:spPr>
            <a:xfrm>
              <a:off x="3832200" y="3344760"/>
              <a:ext cx="165240" cy="165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0" name="Oval 28"/>
            <p:cNvSpPr/>
            <p:nvPr/>
          </p:nvSpPr>
          <p:spPr>
            <a:xfrm>
              <a:off x="3875400" y="3387960"/>
              <a:ext cx="77040" cy="763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000" bIns="27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1" name="Group 55"/>
          <p:cNvGrpSpPr/>
          <p:nvPr/>
        </p:nvGrpSpPr>
        <p:grpSpPr>
          <a:xfrm>
            <a:off x="4921200" y="3344760"/>
            <a:ext cx="165240" cy="165240"/>
            <a:chOff x="4921200" y="3344760"/>
            <a:chExt cx="165240" cy="165240"/>
          </a:xfrm>
        </p:grpSpPr>
        <p:sp>
          <p:nvSpPr>
            <p:cNvPr id="632" name="Oval 56"/>
            <p:cNvSpPr/>
            <p:nvPr/>
          </p:nvSpPr>
          <p:spPr>
            <a:xfrm>
              <a:off x="4921200" y="3344760"/>
              <a:ext cx="165240" cy="165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3" name="Oval 28"/>
            <p:cNvSpPr/>
            <p:nvPr/>
          </p:nvSpPr>
          <p:spPr>
            <a:xfrm>
              <a:off x="4964400" y="3387960"/>
              <a:ext cx="77040" cy="763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000" bIns="27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4" name="Group 58"/>
          <p:cNvGrpSpPr/>
          <p:nvPr/>
        </p:nvGrpSpPr>
        <p:grpSpPr>
          <a:xfrm>
            <a:off x="6014880" y="3344760"/>
            <a:ext cx="165240" cy="165240"/>
            <a:chOff x="6014880" y="3344760"/>
            <a:chExt cx="165240" cy="165240"/>
          </a:xfrm>
        </p:grpSpPr>
        <p:sp>
          <p:nvSpPr>
            <p:cNvPr id="635" name="Oval 59"/>
            <p:cNvSpPr/>
            <p:nvPr/>
          </p:nvSpPr>
          <p:spPr>
            <a:xfrm>
              <a:off x="6014880" y="3344760"/>
              <a:ext cx="165240" cy="165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6" name="Oval 28"/>
            <p:cNvSpPr/>
            <p:nvPr/>
          </p:nvSpPr>
          <p:spPr>
            <a:xfrm>
              <a:off x="6058080" y="3387960"/>
              <a:ext cx="77040" cy="763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000" bIns="27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7" name="Group 61"/>
          <p:cNvGrpSpPr/>
          <p:nvPr/>
        </p:nvGrpSpPr>
        <p:grpSpPr>
          <a:xfrm>
            <a:off x="7098840" y="3344760"/>
            <a:ext cx="165240" cy="165240"/>
            <a:chOff x="7098840" y="3344760"/>
            <a:chExt cx="165240" cy="165240"/>
          </a:xfrm>
        </p:grpSpPr>
        <p:sp>
          <p:nvSpPr>
            <p:cNvPr id="638" name="Oval 62"/>
            <p:cNvSpPr/>
            <p:nvPr/>
          </p:nvSpPr>
          <p:spPr>
            <a:xfrm>
              <a:off x="7098840" y="3344760"/>
              <a:ext cx="165240" cy="165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9" name="Oval 28"/>
            <p:cNvSpPr/>
            <p:nvPr/>
          </p:nvSpPr>
          <p:spPr>
            <a:xfrm>
              <a:off x="7142040" y="3387960"/>
              <a:ext cx="77040" cy="763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000" bIns="27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40" name="Group 64"/>
          <p:cNvGrpSpPr/>
          <p:nvPr/>
        </p:nvGrpSpPr>
        <p:grpSpPr>
          <a:xfrm>
            <a:off x="8182800" y="3344760"/>
            <a:ext cx="165240" cy="165240"/>
            <a:chOff x="8182800" y="3344760"/>
            <a:chExt cx="165240" cy="165240"/>
          </a:xfrm>
        </p:grpSpPr>
        <p:sp>
          <p:nvSpPr>
            <p:cNvPr id="641" name="Oval 65"/>
            <p:cNvSpPr/>
            <p:nvPr/>
          </p:nvSpPr>
          <p:spPr>
            <a:xfrm>
              <a:off x="8182800" y="3344760"/>
              <a:ext cx="165240" cy="165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42" name="Oval 28"/>
            <p:cNvSpPr/>
            <p:nvPr/>
          </p:nvSpPr>
          <p:spPr>
            <a:xfrm>
              <a:off x="8226000" y="3387960"/>
              <a:ext cx="77040" cy="763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000" bIns="27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43" name="Group 67"/>
          <p:cNvGrpSpPr/>
          <p:nvPr/>
        </p:nvGrpSpPr>
        <p:grpSpPr>
          <a:xfrm>
            <a:off x="9363240" y="3432240"/>
            <a:ext cx="1161720" cy="1061280"/>
            <a:chOff x="9363240" y="3432240"/>
            <a:chExt cx="1161720" cy="1061280"/>
          </a:xfrm>
        </p:grpSpPr>
        <p:sp>
          <p:nvSpPr>
            <p:cNvPr id="644" name="Freeform 14"/>
            <p:cNvSpPr/>
            <p:nvPr/>
          </p:nvSpPr>
          <p:spPr>
            <a:xfrm>
              <a:off x="9363240" y="3432240"/>
              <a:ext cx="1083600" cy="982080"/>
            </a:xfrm>
            <a:custGeom>
              <a:avLst/>
              <a:gdLst>
                <a:gd name="textAreaLeft" fmla="*/ 0 w 1083600"/>
                <a:gd name="textAreaRight" fmla="*/ 1089000 w 1083600"/>
                <a:gd name="textAreaTop" fmla="*/ 0 h 982080"/>
                <a:gd name="textAreaBottom" fmla="*/ 987480 h 98208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26" y="14"/>
                    <a:pt x="14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45" name="Group 69"/>
            <p:cNvGrpSpPr/>
            <p:nvPr/>
          </p:nvGrpSpPr>
          <p:grpSpPr>
            <a:xfrm>
              <a:off x="10359720" y="4328280"/>
              <a:ext cx="165240" cy="165240"/>
              <a:chOff x="10359720" y="4328280"/>
              <a:chExt cx="165240" cy="165240"/>
            </a:xfrm>
          </p:grpSpPr>
          <p:sp>
            <p:nvSpPr>
              <p:cNvPr id="646" name="Oval 70"/>
              <p:cNvSpPr/>
              <p:nvPr/>
            </p:nvSpPr>
            <p:spPr>
              <a:xfrm>
                <a:off x="10359720" y="4328280"/>
                <a:ext cx="165240" cy="16524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47" name="Oval 28"/>
              <p:cNvSpPr/>
              <p:nvPr/>
            </p:nvSpPr>
            <p:spPr>
              <a:xfrm>
                <a:off x="10402920" y="4371480"/>
                <a:ext cx="77040" cy="7632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000" bIns="27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48" name="Group 72"/>
          <p:cNvGrpSpPr/>
          <p:nvPr/>
        </p:nvGrpSpPr>
        <p:grpSpPr>
          <a:xfrm>
            <a:off x="9272880" y="3344760"/>
            <a:ext cx="165240" cy="165240"/>
            <a:chOff x="9272880" y="3344760"/>
            <a:chExt cx="165240" cy="165240"/>
          </a:xfrm>
        </p:grpSpPr>
        <p:sp>
          <p:nvSpPr>
            <p:cNvPr id="649" name="Oval 73"/>
            <p:cNvSpPr/>
            <p:nvPr/>
          </p:nvSpPr>
          <p:spPr>
            <a:xfrm>
              <a:off x="9272880" y="3344760"/>
              <a:ext cx="165240" cy="165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0" name="Oval 28"/>
            <p:cNvSpPr/>
            <p:nvPr/>
          </p:nvSpPr>
          <p:spPr>
            <a:xfrm>
              <a:off x="9316080" y="3387960"/>
              <a:ext cx="77040" cy="763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000" bIns="27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1" name="Group 75"/>
          <p:cNvGrpSpPr/>
          <p:nvPr/>
        </p:nvGrpSpPr>
        <p:grpSpPr>
          <a:xfrm>
            <a:off x="10358640" y="3344760"/>
            <a:ext cx="165240" cy="165240"/>
            <a:chOff x="10358640" y="3344760"/>
            <a:chExt cx="165240" cy="165240"/>
          </a:xfrm>
        </p:grpSpPr>
        <p:sp>
          <p:nvSpPr>
            <p:cNvPr id="652" name="Oval 76"/>
            <p:cNvSpPr/>
            <p:nvPr/>
          </p:nvSpPr>
          <p:spPr>
            <a:xfrm>
              <a:off x="10358640" y="3344760"/>
              <a:ext cx="165240" cy="165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3" name="Oval 28"/>
            <p:cNvSpPr/>
            <p:nvPr/>
          </p:nvSpPr>
          <p:spPr>
            <a:xfrm>
              <a:off x="10401840" y="3387960"/>
              <a:ext cx="77040" cy="763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000" bIns="27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4" name="Group 78"/>
          <p:cNvGrpSpPr/>
          <p:nvPr/>
        </p:nvGrpSpPr>
        <p:grpSpPr>
          <a:xfrm>
            <a:off x="11351880" y="3344760"/>
            <a:ext cx="165240" cy="165240"/>
            <a:chOff x="11351880" y="3344760"/>
            <a:chExt cx="165240" cy="165240"/>
          </a:xfrm>
        </p:grpSpPr>
        <p:sp>
          <p:nvSpPr>
            <p:cNvPr id="655" name="Oval 79"/>
            <p:cNvSpPr/>
            <p:nvPr/>
          </p:nvSpPr>
          <p:spPr>
            <a:xfrm>
              <a:off x="11351880" y="3344760"/>
              <a:ext cx="165240" cy="165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6" name="Oval 28"/>
            <p:cNvSpPr/>
            <p:nvPr/>
          </p:nvSpPr>
          <p:spPr>
            <a:xfrm>
              <a:off x="11395080" y="3387960"/>
              <a:ext cx="77040" cy="763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000" bIns="27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7" name="Group 112"/>
          <p:cNvGrpSpPr/>
          <p:nvPr/>
        </p:nvGrpSpPr>
        <p:grpSpPr>
          <a:xfrm>
            <a:off x="673560" y="3344760"/>
            <a:ext cx="165240" cy="165240"/>
            <a:chOff x="673560" y="3344760"/>
            <a:chExt cx="165240" cy="165240"/>
          </a:xfrm>
        </p:grpSpPr>
        <p:sp>
          <p:nvSpPr>
            <p:cNvPr id="658" name="Oval 113"/>
            <p:cNvSpPr/>
            <p:nvPr/>
          </p:nvSpPr>
          <p:spPr>
            <a:xfrm>
              <a:off x="673560" y="3344760"/>
              <a:ext cx="165240" cy="165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9" name="Oval 28"/>
            <p:cNvSpPr/>
            <p:nvPr/>
          </p:nvSpPr>
          <p:spPr>
            <a:xfrm>
              <a:off x="716760" y="3387960"/>
              <a:ext cx="77040" cy="763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000" bIns="27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660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1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2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3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664" name="Group 93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665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6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667" name="Rectangle 98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6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52C544C-CCD5-4F10-8740-06B4D04620C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0" name="TextBox 9"/>
          <p:cNvSpPr/>
          <p:nvPr/>
        </p:nvSpPr>
        <p:spPr>
          <a:xfrm>
            <a:off x="4515120" y="4888800"/>
            <a:ext cx="3476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Grey_unpressed"/>
          <p:cNvSpPr/>
          <p:nvPr/>
        </p:nvSpPr>
        <p:spPr>
          <a:xfrm>
            <a:off x="2833920" y="2727720"/>
            <a:ext cx="6469200" cy="1517040"/>
          </a:xfrm>
          <a:custGeom>
            <a:avLst/>
            <a:gdLst>
              <a:gd name="textAreaLeft" fmla="*/ 0 w 6469200"/>
              <a:gd name="textAreaRight" fmla="*/ 6474600 w 6469200"/>
              <a:gd name="textAreaTop" fmla="*/ 0 h 1517040"/>
              <a:gd name="textAreaBottom" fmla="*/ 1522440 h 151704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672" name="Freeform 11"/>
          <p:cNvSpPr/>
          <p:nvPr/>
        </p:nvSpPr>
        <p:spPr>
          <a:xfrm>
            <a:off x="2435040" y="2589840"/>
            <a:ext cx="2434680" cy="2609640"/>
          </a:xfrm>
          <a:custGeom>
            <a:avLst/>
            <a:gdLst>
              <a:gd name="textAreaLeft" fmla="*/ 0 w 2434680"/>
              <a:gd name="textAreaRight" fmla="*/ 2440080 w 2434680"/>
              <a:gd name="textAreaTop" fmla="*/ 0 h 2609640"/>
              <a:gd name="textAreaBottom" fmla="*/ 2615040 h 260964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673" name="Oval 12"/>
          <p:cNvSpPr/>
          <p:nvPr/>
        </p:nvSpPr>
        <p:spPr>
          <a:xfrm>
            <a:off x="3103920" y="3080520"/>
            <a:ext cx="981360" cy="9813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674" name="TextBox 13"/>
          <p:cNvSpPr/>
          <p:nvPr/>
        </p:nvSpPr>
        <p:spPr>
          <a:xfrm>
            <a:off x="4591800" y="3215160"/>
            <a:ext cx="339948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ARZ EDERİM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675" name="Group 14"/>
          <p:cNvGrpSpPr/>
          <p:nvPr/>
        </p:nvGrpSpPr>
        <p:grpSpPr>
          <a:xfrm>
            <a:off x="1717560" y="6498720"/>
            <a:ext cx="902520" cy="195840"/>
            <a:chOff x="1717560" y="6498720"/>
            <a:chExt cx="902520" cy="195840"/>
          </a:xfrm>
        </p:grpSpPr>
        <p:pic>
          <p:nvPicPr>
            <p:cNvPr id="676" name="Picture 15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934640" y="6498720"/>
              <a:ext cx="685440" cy="1850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677" name="Picture 16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717560" y="6509520"/>
              <a:ext cx="206640" cy="18504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678" name="Picture 4" descr=""/>
          <p:cNvPicPr/>
          <p:nvPr/>
        </p:nvPicPr>
        <p:blipFill>
          <a:blip r:embed="rId4"/>
          <a:stretch/>
        </p:blipFill>
        <p:spPr>
          <a:xfrm>
            <a:off x="169560" y="6469200"/>
            <a:ext cx="1330560" cy="254520"/>
          </a:xfrm>
          <a:prstGeom prst="rect">
            <a:avLst/>
          </a:prstGeom>
          <a:ln w="0">
            <a:noFill/>
          </a:ln>
        </p:spPr>
      </p:pic>
      <p:sp>
        <p:nvSpPr>
          <p:cNvPr id="679" name="TextBox 5"/>
          <p:cNvSpPr/>
          <p:nvPr/>
        </p:nvSpPr>
        <p:spPr>
          <a:xfrm>
            <a:off x="1585440" y="6498720"/>
            <a:ext cx="41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0" name="TextBox 18"/>
          <p:cNvSpPr/>
          <p:nvPr/>
        </p:nvSpPr>
        <p:spPr>
          <a:xfrm>
            <a:off x="1585440" y="6454800"/>
            <a:ext cx="41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1" name="TextBox 19"/>
          <p:cNvSpPr/>
          <p:nvPr/>
        </p:nvSpPr>
        <p:spPr>
          <a:xfrm>
            <a:off x="1585440" y="6509520"/>
            <a:ext cx="41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TextBox 17"/>
          <p:cNvSpPr/>
          <p:nvPr/>
        </p:nvSpPr>
        <p:spPr>
          <a:xfrm>
            <a:off x="7392960" y="6313680"/>
            <a:ext cx="57056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Rectangle 1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5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85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11EB071E-DBA9-4EFB-954F-856D6179768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Freeform 32"/>
          <p:cNvSpPr/>
          <p:nvPr/>
        </p:nvSpPr>
        <p:spPr>
          <a:xfrm>
            <a:off x="-1935720" y="-1011960"/>
            <a:ext cx="7424280" cy="3801960"/>
          </a:xfrm>
          <a:custGeom>
            <a:avLst/>
            <a:gdLst>
              <a:gd name="textAreaLeft" fmla="*/ 0 w 7424280"/>
              <a:gd name="textAreaRight" fmla="*/ 7429680 w 7424280"/>
              <a:gd name="textAreaTop" fmla="*/ 0 h 3801960"/>
              <a:gd name="textAreaBottom" fmla="*/ 3807360 h 3801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87" name="Group 5"/>
          <p:cNvGrpSpPr/>
          <p:nvPr/>
        </p:nvGrpSpPr>
        <p:grpSpPr>
          <a:xfrm>
            <a:off x="837360" y="1394280"/>
            <a:ext cx="5004720" cy="1195920"/>
            <a:chOff x="837360" y="1394280"/>
            <a:chExt cx="5004720" cy="1195920"/>
          </a:xfrm>
        </p:grpSpPr>
        <p:sp>
          <p:nvSpPr>
            <p:cNvPr id="688" name="Freeform 6"/>
            <p:cNvSpPr/>
            <p:nvPr/>
          </p:nvSpPr>
          <p:spPr>
            <a:xfrm>
              <a:off x="837360" y="1397160"/>
              <a:ext cx="5004720" cy="1193040"/>
            </a:xfrm>
            <a:custGeom>
              <a:avLst/>
              <a:gdLst>
                <a:gd name="textAreaLeft" fmla="*/ 0 w 5004720"/>
                <a:gd name="textAreaRight" fmla="*/ 5010120 w 5004720"/>
                <a:gd name="textAreaTop" fmla="*/ 0 h 1193040"/>
                <a:gd name="textAreaBottom" fmla="*/ 1198440 h 119304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89" name="Freeform 6"/>
            <p:cNvSpPr/>
            <p:nvPr/>
          </p:nvSpPr>
          <p:spPr>
            <a:xfrm>
              <a:off x="837360" y="1394280"/>
              <a:ext cx="5004720" cy="1193040"/>
            </a:xfrm>
            <a:custGeom>
              <a:avLst/>
              <a:gdLst>
                <a:gd name="textAreaLeft" fmla="*/ 0 w 5004720"/>
                <a:gd name="textAreaRight" fmla="*/ 5010120 w 5004720"/>
                <a:gd name="textAreaTop" fmla="*/ 0 h 1193040"/>
                <a:gd name="textAreaBottom" fmla="*/ 1198440 h 119304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0" name="Group 8"/>
          <p:cNvGrpSpPr/>
          <p:nvPr/>
        </p:nvGrpSpPr>
        <p:grpSpPr>
          <a:xfrm>
            <a:off x="837360" y="2912040"/>
            <a:ext cx="5004720" cy="1195920"/>
            <a:chOff x="837360" y="2912040"/>
            <a:chExt cx="5004720" cy="1195920"/>
          </a:xfrm>
        </p:grpSpPr>
        <p:sp>
          <p:nvSpPr>
            <p:cNvPr id="691" name="Freeform 6"/>
            <p:cNvSpPr/>
            <p:nvPr/>
          </p:nvSpPr>
          <p:spPr>
            <a:xfrm>
              <a:off x="837360" y="2914920"/>
              <a:ext cx="5004720" cy="1193040"/>
            </a:xfrm>
            <a:custGeom>
              <a:avLst/>
              <a:gdLst>
                <a:gd name="textAreaLeft" fmla="*/ 0 w 5004720"/>
                <a:gd name="textAreaRight" fmla="*/ 5010120 w 5004720"/>
                <a:gd name="textAreaTop" fmla="*/ 0 h 1193040"/>
                <a:gd name="textAreaBottom" fmla="*/ 1198440 h 119304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2" name="Freeform 6"/>
            <p:cNvSpPr/>
            <p:nvPr/>
          </p:nvSpPr>
          <p:spPr>
            <a:xfrm>
              <a:off x="837360" y="2912040"/>
              <a:ext cx="5004720" cy="1193040"/>
            </a:xfrm>
            <a:custGeom>
              <a:avLst/>
              <a:gdLst>
                <a:gd name="textAreaLeft" fmla="*/ 0 w 5004720"/>
                <a:gd name="textAreaRight" fmla="*/ 5010120 w 5004720"/>
                <a:gd name="textAreaTop" fmla="*/ 0 h 1193040"/>
                <a:gd name="textAreaBottom" fmla="*/ 1198440 h 119304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3" name="Group 11"/>
          <p:cNvGrpSpPr/>
          <p:nvPr/>
        </p:nvGrpSpPr>
        <p:grpSpPr>
          <a:xfrm>
            <a:off x="837360" y="4462200"/>
            <a:ext cx="5004720" cy="1196280"/>
            <a:chOff x="837360" y="4462200"/>
            <a:chExt cx="5004720" cy="1196280"/>
          </a:xfrm>
        </p:grpSpPr>
        <p:sp>
          <p:nvSpPr>
            <p:cNvPr id="694" name="Freeform 6"/>
            <p:cNvSpPr/>
            <p:nvPr/>
          </p:nvSpPr>
          <p:spPr>
            <a:xfrm>
              <a:off x="837360" y="4465440"/>
              <a:ext cx="5004720" cy="1193040"/>
            </a:xfrm>
            <a:custGeom>
              <a:avLst/>
              <a:gdLst>
                <a:gd name="textAreaLeft" fmla="*/ 0 w 5004720"/>
                <a:gd name="textAreaRight" fmla="*/ 5010120 w 5004720"/>
                <a:gd name="textAreaTop" fmla="*/ 0 h 1193040"/>
                <a:gd name="textAreaBottom" fmla="*/ 1198440 h 119304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5" name="Freeform 6"/>
            <p:cNvSpPr/>
            <p:nvPr/>
          </p:nvSpPr>
          <p:spPr>
            <a:xfrm>
              <a:off x="837360" y="4462200"/>
              <a:ext cx="5004720" cy="1193040"/>
            </a:xfrm>
            <a:custGeom>
              <a:avLst/>
              <a:gdLst>
                <a:gd name="textAreaLeft" fmla="*/ 0 w 5004720"/>
                <a:gd name="textAreaRight" fmla="*/ 5010120 w 5004720"/>
                <a:gd name="textAreaTop" fmla="*/ 0 h 1193040"/>
                <a:gd name="textAreaBottom" fmla="*/ 1198440 h 119304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6" name="Group 18"/>
          <p:cNvGrpSpPr/>
          <p:nvPr/>
        </p:nvGrpSpPr>
        <p:grpSpPr>
          <a:xfrm>
            <a:off x="6685200" y="1352160"/>
            <a:ext cx="4687200" cy="4303080"/>
            <a:chOff x="6685200" y="1352160"/>
            <a:chExt cx="4687200" cy="4303080"/>
          </a:xfrm>
        </p:grpSpPr>
        <p:sp>
          <p:nvSpPr>
            <p:cNvPr id="697" name="Freeform 19"/>
            <p:cNvSpPr/>
            <p:nvPr/>
          </p:nvSpPr>
          <p:spPr>
            <a:xfrm>
              <a:off x="6685200" y="1352160"/>
              <a:ext cx="4687200" cy="4303080"/>
            </a:xfrm>
            <a:custGeom>
              <a:avLst/>
              <a:gdLst>
                <a:gd name="textAreaLeft" fmla="*/ 0 w 4687200"/>
                <a:gd name="textAreaRight" fmla="*/ 4692600 w 4687200"/>
                <a:gd name="textAreaTop" fmla="*/ 0 h 4303080"/>
                <a:gd name="textAreaBottom" fmla="*/ 4308480 h 430308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8" name="Freeform 6"/>
            <p:cNvSpPr/>
            <p:nvPr/>
          </p:nvSpPr>
          <p:spPr>
            <a:xfrm>
              <a:off x="6685200" y="1352160"/>
              <a:ext cx="4687200" cy="4303080"/>
            </a:xfrm>
            <a:custGeom>
              <a:avLst/>
              <a:gdLst>
                <a:gd name="textAreaLeft" fmla="*/ 0 w 4687200"/>
                <a:gd name="textAreaRight" fmla="*/ 4692600 w 4687200"/>
                <a:gd name="textAreaTop" fmla="*/ 0 h 4303080"/>
                <a:gd name="textAreaBottom" fmla="*/ 4308480 h 430308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699" name="Text Placeholder 6"/>
          <p:cNvSpPr/>
          <p:nvPr/>
        </p:nvSpPr>
        <p:spPr>
          <a:xfrm>
            <a:off x="6685200" y="1352160"/>
            <a:ext cx="4687200" cy="4303080"/>
          </a:xfrm>
          <a:prstGeom prst="roundRect">
            <a:avLst>
              <a:gd name="adj" fmla="val 10328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1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2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3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704" name="Group 28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705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06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07" name="Rectangle 33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0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4703F84-0CF0-406B-94C1-611D81AAC87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0" name="Freeform 55"/>
          <p:cNvSpPr/>
          <p:nvPr/>
        </p:nvSpPr>
        <p:spPr>
          <a:xfrm>
            <a:off x="-1935720" y="-1011960"/>
            <a:ext cx="7424280" cy="3801960"/>
          </a:xfrm>
          <a:custGeom>
            <a:avLst/>
            <a:gdLst>
              <a:gd name="textAreaLeft" fmla="*/ 0 w 7424280"/>
              <a:gd name="textAreaRight" fmla="*/ 7429680 w 7424280"/>
              <a:gd name="textAreaTop" fmla="*/ 0 h 3801960"/>
              <a:gd name="textAreaBottom" fmla="*/ 3807360 h 3801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11" name="Line 6"/>
          <p:cNvSpPr/>
          <p:nvPr/>
        </p:nvSpPr>
        <p:spPr>
          <a:xfrm>
            <a:off x="2403720" y="3870720"/>
            <a:ext cx="716760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712" name="Group 6"/>
          <p:cNvGrpSpPr/>
          <p:nvPr/>
        </p:nvGrpSpPr>
        <p:grpSpPr>
          <a:xfrm>
            <a:off x="2272320" y="3737520"/>
            <a:ext cx="250200" cy="250200"/>
            <a:chOff x="2272320" y="3737520"/>
            <a:chExt cx="250200" cy="250200"/>
          </a:xfrm>
        </p:grpSpPr>
        <p:sp>
          <p:nvSpPr>
            <p:cNvPr id="713" name="Oval 7"/>
            <p:cNvSpPr/>
            <p:nvPr/>
          </p:nvSpPr>
          <p:spPr>
            <a:xfrm>
              <a:off x="2272320" y="3737520"/>
              <a:ext cx="250200" cy="250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14" name="Oval 28"/>
            <p:cNvSpPr/>
            <p:nvPr/>
          </p:nvSpPr>
          <p:spPr>
            <a:xfrm>
              <a:off x="2336760" y="3802320"/>
              <a:ext cx="118080" cy="117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15" name="Group 9"/>
          <p:cNvGrpSpPr/>
          <p:nvPr/>
        </p:nvGrpSpPr>
        <p:grpSpPr>
          <a:xfrm>
            <a:off x="4667040" y="3737520"/>
            <a:ext cx="250200" cy="250200"/>
            <a:chOff x="4667040" y="3737520"/>
            <a:chExt cx="250200" cy="250200"/>
          </a:xfrm>
        </p:grpSpPr>
        <p:sp>
          <p:nvSpPr>
            <p:cNvPr id="716" name="Oval 10"/>
            <p:cNvSpPr/>
            <p:nvPr/>
          </p:nvSpPr>
          <p:spPr>
            <a:xfrm>
              <a:off x="4667040" y="3737520"/>
              <a:ext cx="250200" cy="250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17" name="Oval 28"/>
            <p:cNvSpPr/>
            <p:nvPr/>
          </p:nvSpPr>
          <p:spPr>
            <a:xfrm>
              <a:off x="4731480" y="3802320"/>
              <a:ext cx="118080" cy="117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18" name="Group 12"/>
          <p:cNvGrpSpPr/>
          <p:nvPr/>
        </p:nvGrpSpPr>
        <p:grpSpPr>
          <a:xfrm>
            <a:off x="7063200" y="3737520"/>
            <a:ext cx="250200" cy="250200"/>
            <a:chOff x="7063200" y="3737520"/>
            <a:chExt cx="250200" cy="250200"/>
          </a:xfrm>
        </p:grpSpPr>
        <p:sp>
          <p:nvSpPr>
            <p:cNvPr id="719" name="Oval 13"/>
            <p:cNvSpPr/>
            <p:nvPr/>
          </p:nvSpPr>
          <p:spPr>
            <a:xfrm>
              <a:off x="7063200" y="3737520"/>
              <a:ext cx="250200" cy="250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0" name="Oval 28"/>
            <p:cNvSpPr/>
            <p:nvPr/>
          </p:nvSpPr>
          <p:spPr>
            <a:xfrm>
              <a:off x="7128000" y="3802320"/>
              <a:ext cx="118080" cy="117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1" name="Group 15"/>
          <p:cNvGrpSpPr/>
          <p:nvPr/>
        </p:nvGrpSpPr>
        <p:grpSpPr>
          <a:xfrm>
            <a:off x="9452520" y="3737520"/>
            <a:ext cx="250200" cy="250200"/>
            <a:chOff x="9452520" y="3737520"/>
            <a:chExt cx="250200" cy="250200"/>
          </a:xfrm>
        </p:grpSpPr>
        <p:sp>
          <p:nvSpPr>
            <p:cNvPr id="722" name="Oval 16"/>
            <p:cNvSpPr/>
            <p:nvPr/>
          </p:nvSpPr>
          <p:spPr>
            <a:xfrm>
              <a:off x="9452520" y="3737520"/>
              <a:ext cx="250200" cy="250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3" name="Oval 28"/>
            <p:cNvSpPr/>
            <p:nvPr/>
          </p:nvSpPr>
          <p:spPr>
            <a:xfrm>
              <a:off x="9517320" y="3802320"/>
              <a:ext cx="118080" cy="117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4" name="Group 19"/>
          <p:cNvGrpSpPr/>
          <p:nvPr/>
        </p:nvGrpSpPr>
        <p:grpSpPr>
          <a:xfrm>
            <a:off x="1460880" y="1296720"/>
            <a:ext cx="1891800" cy="1893960"/>
            <a:chOff x="1460880" y="1296720"/>
            <a:chExt cx="1891800" cy="1893960"/>
          </a:xfrm>
        </p:grpSpPr>
        <p:sp>
          <p:nvSpPr>
            <p:cNvPr id="725" name="Freeform 14"/>
            <p:cNvSpPr/>
            <p:nvPr/>
          </p:nvSpPr>
          <p:spPr>
            <a:xfrm>
              <a:off x="1460880" y="1296720"/>
              <a:ext cx="1891800" cy="1893960"/>
            </a:xfrm>
            <a:custGeom>
              <a:avLst/>
              <a:gdLst>
                <a:gd name="textAreaLeft" fmla="*/ 0 w 1891800"/>
                <a:gd name="textAreaRight" fmla="*/ 1897200 w 1891800"/>
                <a:gd name="textAreaTop" fmla="*/ 0 h 1893960"/>
                <a:gd name="textAreaBottom" fmla="*/ 1899360 h 1893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6" name="Freeform 14"/>
            <p:cNvSpPr/>
            <p:nvPr/>
          </p:nvSpPr>
          <p:spPr>
            <a:xfrm>
              <a:off x="1460880" y="1296720"/>
              <a:ext cx="1891800" cy="1893960"/>
            </a:xfrm>
            <a:custGeom>
              <a:avLst/>
              <a:gdLst>
                <a:gd name="textAreaLeft" fmla="*/ 0 w 1891800"/>
                <a:gd name="textAreaRight" fmla="*/ 1897200 w 1891800"/>
                <a:gd name="textAreaTop" fmla="*/ 0 h 1893960"/>
                <a:gd name="textAreaBottom" fmla="*/ 1899360 h 1893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27" name="Group 26"/>
          <p:cNvGrpSpPr/>
          <p:nvPr/>
        </p:nvGrpSpPr>
        <p:grpSpPr>
          <a:xfrm>
            <a:off x="3823920" y="1296720"/>
            <a:ext cx="1891800" cy="1893960"/>
            <a:chOff x="3823920" y="1296720"/>
            <a:chExt cx="1891800" cy="1893960"/>
          </a:xfrm>
        </p:grpSpPr>
        <p:sp>
          <p:nvSpPr>
            <p:cNvPr id="728" name="Freeform 14"/>
            <p:cNvSpPr/>
            <p:nvPr/>
          </p:nvSpPr>
          <p:spPr>
            <a:xfrm>
              <a:off x="3823920" y="1296720"/>
              <a:ext cx="1891800" cy="1893960"/>
            </a:xfrm>
            <a:custGeom>
              <a:avLst/>
              <a:gdLst>
                <a:gd name="textAreaLeft" fmla="*/ 0 w 1891800"/>
                <a:gd name="textAreaRight" fmla="*/ 1897200 w 1891800"/>
                <a:gd name="textAreaTop" fmla="*/ 0 h 1893960"/>
                <a:gd name="textAreaBottom" fmla="*/ 1899360 h 1893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9" name="Freeform 14"/>
            <p:cNvSpPr/>
            <p:nvPr/>
          </p:nvSpPr>
          <p:spPr>
            <a:xfrm>
              <a:off x="3823920" y="1296720"/>
              <a:ext cx="1891800" cy="1893960"/>
            </a:xfrm>
            <a:custGeom>
              <a:avLst/>
              <a:gdLst>
                <a:gd name="textAreaLeft" fmla="*/ 0 w 1891800"/>
                <a:gd name="textAreaRight" fmla="*/ 1897200 w 1891800"/>
                <a:gd name="textAreaTop" fmla="*/ 0 h 1893960"/>
                <a:gd name="textAreaBottom" fmla="*/ 1899360 h 1893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30" name="Group 33"/>
          <p:cNvGrpSpPr/>
          <p:nvPr/>
        </p:nvGrpSpPr>
        <p:grpSpPr>
          <a:xfrm>
            <a:off x="6215760" y="1296720"/>
            <a:ext cx="1891800" cy="1893960"/>
            <a:chOff x="6215760" y="1296720"/>
            <a:chExt cx="1891800" cy="1893960"/>
          </a:xfrm>
        </p:grpSpPr>
        <p:sp>
          <p:nvSpPr>
            <p:cNvPr id="731" name="Freeform 14"/>
            <p:cNvSpPr/>
            <p:nvPr/>
          </p:nvSpPr>
          <p:spPr>
            <a:xfrm>
              <a:off x="6215760" y="1296720"/>
              <a:ext cx="1891800" cy="1893960"/>
            </a:xfrm>
            <a:custGeom>
              <a:avLst/>
              <a:gdLst>
                <a:gd name="textAreaLeft" fmla="*/ 0 w 1891800"/>
                <a:gd name="textAreaRight" fmla="*/ 1897200 w 1891800"/>
                <a:gd name="textAreaTop" fmla="*/ 0 h 1893960"/>
                <a:gd name="textAreaBottom" fmla="*/ 1899360 h 1893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2" name="Freeform 14"/>
            <p:cNvSpPr/>
            <p:nvPr/>
          </p:nvSpPr>
          <p:spPr>
            <a:xfrm>
              <a:off x="6215760" y="1296720"/>
              <a:ext cx="1891800" cy="1893960"/>
            </a:xfrm>
            <a:custGeom>
              <a:avLst/>
              <a:gdLst>
                <a:gd name="textAreaLeft" fmla="*/ 0 w 1891800"/>
                <a:gd name="textAreaRight" fmla="*/ 1897200 w 1891800"/>
                <a:gd name="textAreaTop" fmla="*/ 0 h 1893960"/>
                <a:gd name="textAreaBottom" fmla="*/ 1899360 h 1893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33" name="Group 40"/>
          <p:cNvGrpSpPr/>
          <p:nvPr/>
        </p:nvGrpSpPr>
        <p:grpSpPr>
          <a:xfrm>
            <a:off x="8571240" y="1296720"/>
            <a:ext cx="1891800" cy="1893960"/>
            <a:chOff x="8571240" y="1296720"/>
            <a:chExt cx="1891800" cy="1893960"/>
          </a:xfrm>
        </p:grpSpPr>
        <p:sp>
          <p:nvSpPr>
            <p:cNvPr id="734" name="Freeform 14"/>
            <p:cNvSpPr/>
            <p:nvPr/>
          </p:nvSpPr>
          <p:spPr>
            <a:xfrm>
              <a:off x="8571240" y="1296720"/>
              <a:ext cx="1891800" cy="1893960"/>
            </a:xfrm>
            <a:custGeom>
              <a:avLst/>
              <a:gdLst>
                <a:gd name="textAreaLeft" fmla="*/ 0 w 1891800"/>
                <a:gd name="textAreaRight" fmla="*/ 1897200 w 1891800"/>
                <a:gd name="textAreaTop" fmla="*/ 0 h 1893960"/>
                <a:gd name="textAreaBottom" fmla="*/ 1899360 h 1893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5" name="Freeform 14"/>
            <p:cNvSpPr/>
            <p:nvPr/>
          </p:nvSpPr>
          <p:spPr>
            <a:xfrm>
              <a:off x="8571240" y="1296720"/>
              <a:ext cx="1891800" cy="1893960"/>
            </a:xfrm>
            <a:custGeom>
              <a:avLst/>
              <a:gdLst>
                <a:gd name="textAreaLeft" fmla="*/ 0 w 1891800"/>
                <a:gd name="textAreaRight" fmla="*/ 1897200 w 1891800"/>
                <a:gd name="textAreaTop" fmla="*/ 0 h 1893960"/>
                <a:gd name="textAreaBottom" fmla="*/ 1899360 h 1893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36" name="Text Placeholder 48"/>
          <p:cNvSpPr/>
          <p:nvPr/>
        </p:nvSpPr>
        <p:spPr>
          <a:xfrm>
            <a:off x="1460880" y="4126680"/>
            <a:ext cx="1891080" cy="164232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7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38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39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0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1" name="Text Placeholder 48"/>
          <p:cNvSpPr/>
          <p:nvPr/>
        </p:nvSpPr>
        <p:spPr>
          <a:xfrm>
            <a:off x="3823920" y="4136040"/>
            <a:ext cx="1891080" cy="164232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2" name="Text Placeholder 48"/>
          <p:cNvSpPr/>
          <p:nvPr/>
        </p:nvSpPr>
        <p:spPr>
          <a:xfrm>
            <a:off x="6208560" y="4126680"/>
            <a:ext cx="1891080" cy="164232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3" name="Text Placeholder 48"/>
          <p:cNvSpPr/>
          <p:nvPr/>
        </p:nvSpPr>
        <p:spPr>
          <a:xfrm>
            <a:off x="8571240" y="4136040"/>
            <a:ext cx="1891080" cy="164232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744" name="Group 49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745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46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47" name="Rectangle 56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4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FC15B36-BC5C-4272-8A4A-AD3404E221D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Freeform 44"/>
          <p:cNvSpPr/>
          <p:nvPr/>
        </p:nvSpPr>
        <p:spPr>
          <a:xfrm rot="370200">
            <a:off x="-2064600" y="-1333440"/>
            <a:ext cx="12068640" cy="5607000"/>
          </a:xfrm>
          <a:custGeom>
            <a:avLst/>
            <a:gdLst>
              <a:gd name="textAreaLeft" fmla="*/ 0 w 12068640"/>
              <a:gd name="textAreaRight" fmla="*/ 12074040 w 12068640"/>
              <a:gd name="textAreaTop" fmla="*/ 0 h 5607000"/>
              <a:gd name="textAreaBottom" fmla="*/ 5612400 h 5607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51" name="Line 6"/>
          <p:cNvSpPr/>
          <p:nvPr/>
        </p:nvSpPr>
        <p:spPr>
          <a:xfrm>
            <a:off x="2509560" y="5557680"/>
            <a:ext cx="716760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752" name="Group 6"/>
          <p:cNvGrpSpPr/>
          <p:nvPr/>
        </p:nvGrpSpPr>
        <p:grpSpPr>
          <a:xfrm>
            <a:off x="2378160" y="5424480"/>
            <a:ext cx="250200" cy="250200"/>
            <a:chOff x="2378160" y="5424480"/>
            <a:chExt cx="250200" cy="250200"/>
          </a:xfrm>
        </p:grpSpPr>
        <p:sp>
          <p:nvSpPr>
            <p:cNvPr id="753" name="Oval 7"/>
            <p:cNvSpPr/>
            <p:nvPr/>
          </p:nvSpPr>
          <p:spPr>
            <a:xfrm>
              <a:off x="2378160" y="5424480"/>
              <a:ext cx="250200" cy="250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54" name="Oval 28"/>
            <p:cNvSpPr/>
            <p:nvPr/>
          </p:nvSpPr>
          <p:spPr>
            <a:xfrm>
              <a:off x="2442600" y="5488920"/>
              <a:ext cx="118080" cy="117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55" name="Group 9"/>
          <p:cNvGrpSpPr/>
          <p:nvPr/>
        </p:nvGrpSpPr>
        <p:grpSpPr>
          <a:xfrm>
            <a:off x="4772880" y="5424480"/>
            <a:ext cx="250200" cy="250200"/>
            <a:chOff x="4772880" y="5424480"/>
            <a:chExt cx="250200" cy="250200"/>
          </a:xfrm>
        </p:grpSpPr>
        <p:sp>
          <p:nvSpPr>
            <p:cNvPr id="756" name="Oval 10"/>
            <p:cNvSpPr/>
            <p:nvPr/>
          </p:nvSpPr>
          <p:spPr>
            <a:xfrm>
              <a:off x="4772880" y="5424480"/>
              <a:ext cx="250200" cy="250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57" name="Oval 28"/>
            <p:cNvSpPr/>
            <p:nvPr/>
          </p:nvSpPr>
          <p:spPr>
            <a:xfrm>
              <a:off x="4837320" y="5488920"/>
              <a:ext cx="118080" cy="117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58" name="Group 12"/>
          <p:cNvGrpSpPr/>
          <p:nvPr/>
        </p:nvGrpSpPr>
        <p:grpSpPr>
          <a:xfrm>
            <a:off x="7169040" y="5424480"/>
            <a:ext cx="250200" cy="250200"/>
            <a:chOff x="7169040" y="5424480"/>
            <a:chExt cx="250200" cy="250200"/>
          </a:xfrm>
        </p:grpSpPr>
        <p:sp>
          <p:nvSpPr>
            <p:cNvPr id="759" name="Oval 13"/>
            <p:cNvSpPr/>
            <p:nvPr/>
          </p:nvSpPr>
          <p:spPr>
            <a:xfrm>
              <a:off x="7169040" y="5424480"/>
              <a:ext cx="250200" cy="250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0" name="Oval 28"/>
            <p:cNvSpPr/>
            <p:nvPr/>
          </p:nvSpPr>
          <p:spPr>
            <a:xfrm>
              <a:off x="7233840" y="5488920"/>
              <a:ext cx="118080" cy="117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1" name="Group 15"/>
          <p:cNvGrpSpPr/>
          <p:nvPr/>
        </p:nvGrpSpPr>
        <p:grpSpPr>
          <a:xfrm>
            <a:off x="9558360" y="5424480"/>
            <a:ext cx="250200" cy="250200"/>
            <a:chOff x="9558360" y="5424480"/>
            <a:chExt cx="250200" cy="250200"/>
          </a:xfrm>
        </p:grpSpPr>
        <p:sp>
          <p:nvSpPr>
            <p:cNvPr id="762" name="Oval 16"/>
            <p:cNvSpPr/>
            <p:nvPr/>
          </p:nvSpPr>
          <p:spPr>
            <a:xfrm>
              <a:off x="9558360" y="5424480"/>
              <a:ext cx="250200" cy="250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3" name="Oval 28"/>
            <p:cNvSpPr/>
            <p:nvPr/>
          </p:nvSpPr>
          <p:spPr>
            <a:xfrm>
              <a:off x="9622800" y="5488920"/>
              <a:ext cx="118080" cy="117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4" name="Group 19"/>
          <p:cNvGrpSpPr/>
          <p:nvPr/>
        </p:nvGrpSpPr>
        <p:grpSpPr>
          <a:xfrm>
            <a:off x="1566720" y="2983680"/>
            <a:ext cx="1891800" cy="1893960"/>
            <a:chOff x="1566720" y="2983680"/>
            <a:chExt cx="1891800" cy="1893960"/>
          </a:xfrm>
        </p:grpSpPr>
        <p:sp>
          <p:nvSpPr>
            <p:cNvPr id="765" name="Freeform 14"/>
            <p:cNvSpPr/>
            <p:nvPr/>
          </p:nvSpPr>
          <p:spPr>
            <a:xfrm>
              <a:off x="1566720" y="2983680"/>
              <a:ext cx="1891800" cy="1893960"/>
            </a:xfrm>
            <a:custGeom>
              <a:avLst/>
              <a:gdLst>
                <a:gd name="textAreaLeft" fmla="*/ 0 w 1891800"/>
                <a:gd name="textAreaRight" fmla="*/ 1897200 w 1891800"/>
                <a:gd name="textAreaTop" fmla="*/ 0 h 1893960"/>
                <a:gd name="textAreaBottom" fmla="*/ 1899360 h 1893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6" name="Freeform 14"/>
            <p:cNvSpPr/>
            <p:nvPr/>
          </p:nvSpPr>
          <p:spPr>
            <a:xfrm>
              <a:off x="1566720" y="2983680"/>
              <a:ext cx="1891800" cy="1893960"/>
            </a:xfrm>
            <a:custGeom>
              <a:avLst/>
              <a:gdLst>
                <a:gd name="textAreaLeft" fmla="*/ 0 w 1891800"/>
                <a:gd name="textAreaRight" fmla="*/ 1897200 w 1891800"/>
                <a:gd name="textAreaTop" fmla="*/ 0 h 1893960"/>
                <a:gd name="textAreaBottom" fmla="*/ 1899360 h 1893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67" name="Group 26"/>
          <p:cNvGrpSpPr/>
          <p:nvPr/>
        </p:nvGrpSpPr>
        <p:grpSpPr>
          <a:xfrm>
            <a:off x="3929760" y="2983680"/>
            <a:ext cx="1891800" cy="1893960"/>
            <a:chOff x="3929760" y="2983680"/>
            <a:chExt cx="1891800" cy="1893960"/>
          </a:xfrm>
        </p:grpSpPr>
        <p:sp>
          <p:nvSpPr>
            <p:cNvPr id="768" name="Freeform 14"/>
            <p:cNvSpPr/>
            <p:nvPr/>
          </p:nvSpPr>
          <p:spPr>
            <a:xfrm>
              <a:off x="3929760" y="2983680"/>
              <a:ext cx="1891800" cy="1893960"/>
            </a:xfrm>
            <a:custGeom>
              <a:avLst/>
              <a:gdLst>
                <a:gd name="textAreaLeft" fmla="*/ 0 w 1891800"/>
                <a:gd name="textAreaRight" fmla="*/ 1897200 w 1891800"/>
                <a:gd name="textAreaTop" fmla="*/ 0 h 1893960"/>
                <a:gd name="textAreaBottom" fmla="*/ 1899360 h 1893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9" name="Freeform 14"/>
            <p:cNvSpPr/>
            <p:nvPr/>
          </p:nvSpPr>
          <p:spPr>
            <a:xfrm>
              <a:off x="3929760" y="2983680"/>
              <a:ext cx="1891800" cy="1893960"/>
            </a:xfrm>
            <a:custGeom>
              <a:avLst/>
              <a:gdLst>
                <a:gd name="textAreaLeft" fmla="*/ 0 w 1891800"/>
                <a:gd name="textAreaRight" fmla="*/ 1897200 w 1891800"/>
                <a:gd name="textAreaTop" fmla="*/ 0 h 1893960"/>
                <a:gd name="textAreaBottom" fmla="*/ 1899360 h 1893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70" name="Group 33"/>
          <p:cNvGrpSpPr/>
          <p:nvPr/>
        </p:nvGrpSpPr>
        <p:grpSpPr>
          <a:xfrm>
            <a:off x="6321600" y="2983680"/>
            <a:ext cx="1891800" cy="1893960"/>
            <a:chOff x="6321600" y="2983680"/>
            <a:chExt cx="1891800" cy="1893960"/>
          </a:xfrm>
        </p:grpSpPr>
        <p:sp>
          <p:nvSpPr>
            <p:cNvPr id="771" name="Freeform 14"/>
            <p:cNvSpPr/>
            <p:nvPr/>
          </p:nvSpPr>
          <p:spPr>
            <a:xfrm>
              <a:off x="6321600" y="2983680"/>
              <a:ext cx="1891800" cy="1893960"/>
            </a:xfrm>
            <a:custGeom>
              <a:avLst/>
              <a:gdLst>
                <a:gd name="textAreaLeft" fmla="*/ 0 w 1891800"/>
                <a:gd name="textAreaRight" fmla="*/ 1897200 w 1891800"/>
                <a:gd name="textAreaTop" fmla="*/ 0 h 1893960"/>
                <a:gd name="textAreaBottom" fmla="*/ 1899360 h 1893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2" name="Freeform 14"/>
            <p:cNvSpPr/>
            <p:nvPr/>
          </p:nvSpPr>
          <p:spPr>
            <a:xfrm>
              <a:off x="6321600" y="2983680"/>
              <a:ext cx="1891800" cy="1893960"/>
            </a:xfrm>
            <a:custGeom>
              <a:avLst/>
              <a:gdLst>
                <a:gd name="textAreaLeft" fmla="*/ 0 w 1891800"/>
                <a:gd name="textAreaRight" fmla="*/ 1897200 w 1891800"/>
                <a:gd name="textAreaTop" fmla="*/ 0 h 1893960"/>
                <a:gd name="textAreaBottom" fmla="*/ 1899360 h 1893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73" name="Group 40"/>
          <p:cNvGrpSpPr/>
          <p:nvPr/>
        </p:nvGrpSpPr>
        <p:grpSpPr>
          <a:xfrm>
            <a:off x="8677080" y="2983680"/>
            <a:ext cx="1891800" cy="1893960"/>
            <a:chOff x="8677080" y="2983680"/>
            <a:chExt cx="1891800" cy="1893960"/>
          </a:xfrm>
        </p:grpSpPr>
        <p:sp>
          <p:nvSpPr>
            <p:cNvPr id="774" name="Freeform 14"/>
            <p:cNvSpPr/>
            <p:nvPr/>
          </p:nvSpPr>
          <p:spPr>
            <a:xfrm>
              <a:off x="8677080" y="2983680"/>
              <a:ext cx="1891800" cy="1893960"/>
            </a:xfrm>
            <a:custGeom>
              <a:avLst/>
              <a:gdLst>
                <a:gd name="textAreaLeft" fmla="*/ 0 w 1891800"/>
                <a:gd name="textAreaRight" fmla="*/ 1897200 w 1891800"/>
                <a:gd name="textAreaTop" fmla="*/ 0 h 1893960"/>
                <a:gd name="textAreaBottom" fmla="*/ 1899360 h 1893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5" name="Freeform 14"/>
            <p:cNvSpPr/>
            <p:nvPr/>
          </p:nvSpPr>
          <p:spPr>
            <a:xfrm>
              <a:off x="8677080" y="2983680"/>
              <a:ext cx="1891800" cy="1893960"/>
            </a:xfrm>
            <a:custGeom>
              <a:avLst/>
              <a:gdLst>
                <a:gd name="textAreaLeft" fmla="*/ 0 w 1891800"/>
                <a:gd name="textAreaRight" fmla="*/ 1897200 w 1891800"/>
                <a:gd name="textAreaTop" fmla="*/ 0 h 1893960"/>
                <a:gd name="textAreaBottom" fmla="*/ 1899360 h 1893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76" name="Text Placeholder 51"/>
          <p:cNvSpPr/>
          <p:nvPr/>
        </p:nvSpPr>
        <p:spPr>
          <a:xfrm>
            <a:off x="1566720" y="2984400"/>
            <a:ext cx="1891800" cy="189324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7" name="Text Placeholder 51"/>
          <p:cNvSpPr/>
          <p:nvPr/>
        </p:nvSpPr>
        <p:spPr>
          <a:xfrm>
            <a:off x="3929760" y="2984400"/>
            <a:ext cx="1891800" cy="189324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Text Placeholder 51"/>
          <p:cNvSpPr/>
          <p:nvPr/>
        </p:nvSpPr>
        <p:spPr>
          <a:xfrm>
            <a:off x="6321600" y="2984400"/>
            <a:ext cx="1891800" cy="189324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Text Placeholder 51"/>
          <p:cNvSpPr/>
          <p:nvPr/>
        </p:nvSpPr>
        <p:spPr>
          <a:xfrm>
            <a:off x="8677440" y="2984400"/>
            <a:ext cx="1891800" cy="189324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1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2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3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784" name="Group 39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785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86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87" name="Rectangle 47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8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6AB1E68-9E6F-4EA2-ADB6-B89A628FF07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0" name="Freeform 27"/>
          <p:cNvSpPr/>
          <p:nvPr/>
        </p:nvSpPr>
        <p:spPr>
          <a:xfrm rot="370200">
            <a:off x="-2221200" y="-1020600"/>
            <a:ext cx="12068640" cy="5607000"/>
          </a:xfrm>
          <a:custGeom>
            <a:avLst/>
            <a:gdLst>
              <a:gd name="textAreaLeft" fmla="*/ 0 w 12068640"/>
              <a:gd name="textAreaRight" fmla="*/ 12074040 w 12068640"/>
              <a:gd name="textAreaTop" fmla="*/ 0 h 5607000"/>
              <a:gd name="textAreaBottom" fmla="*/ 5612400 h 5607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91" name="Freeform 7"/>
          <p:cNvSpPr/>
          <p:nvPr/>
        </p:nvSpPr>
        <p:spPr>
          <a:xfrm>
            <a:off x="6723000" y="1060560"/>
            <a:ext cx="4419000" cy="4445280"/>
          </a:xfrm>
          <a:custGeom>
            <a:avLst/>
            <a:gdLst>
              <a:gd name="textAreaLeft" fmla="*/ 0 w 4419000"/>
              <a:gd name="textAreaRight" fmla="*/ 4424400 w 4419000"/>
              <a:gd name="textAreaTop" fmla="*/ 0 h 4445280"/>
              <a:gd name="textAreaBottom" fmla="*/ 4450680 h 444528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792" name="Freeform 7"/>
          <p:cNvSpPr/>
          <p:nvPr/>
        </p:nvSpPr>
        <p:spPr>
          <a:xfrm>
            <a:off x="1149120" y="1060560"/>
            <a:ext cx="4419360" cy="4422960"/>
          </a:xfrm>
          <a:custGeom>
            <a:avLst/>
            <a:gdLst>
              <a:gd name="textAreaLeft" fmla="*/ 0 w 4419360"/>
              <a:gd name="textAreaRight" fmla="*/ 4424760 w 4419360"/>
              <a:gd name="textAreaTop" fmla="*/ 0 h 4422960"/>
              <a:gd name="textAreaBottom" fmla="*/ 4428360 h 442296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793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4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5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6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7" name="Freeform 28"/>
          <p:cNvSpPr/>
          <p:nvPr/>
        </p:nvSpPr>
        <p:spPr>
          <a:xfrm>
            <a:off x="-1855800" y="-1338480"/>
            <a:ext cx="7424280" cy="3801960"/>
          </a:xfrm>
          <a:custGeom>
            <a:avLst/>
            <a:gdLst>
              <a:gd name="textAreaLeft" fmla="*/ 0 w 7424280"/>
              <a:gd name="textAreaRight" fmla="*/ 7429680 w 7424280"/>
              <a:gd name="textAreaTop" fmla="*/ 0 h 3801960"/>
              <a:gd name="textAreaBottom" fmla="*/ 3807360 h 3801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798" name="Group 19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799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00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01" name="Text Placeholder 14"/>
          <p:cNvSpPr/>
          <p:nvPr/>
        </p:nvSpPr>
        <p:spPr>
          <a:xfrm>
            <a:off x="6747120" y="1060560"/>
            <a:ext cx="4371480" cy="4423680"/>
          </a:xfrm>
          <a:prstGeom prst="roundRect">
            <a:avLst>
              <a:gd name="adj" fmla="val 10626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Rectangle 15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0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7C0C47D-07D2-4292-A8FE-A89C4F77FC11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Grey_unpressed"/>
          <p:cNvSpPr/>
          <p:nvPr/>
        </p:nvSpPr>
        <p:spPr>
          <a:xfrm>
            <a:off x="2833920" y="2727720"/>
            <a:ext cx="6469200" cy="1517040"/>
          </a:xfrm>
          <a:custGeom>
            <a:avLst/>
            <a:gdLst>
              <a:gd name="textAreaLeft" fmla="*/ 0 w 6469200"/>
              <a:gd name="textAreaRight" fmla="*/ 6474600 w 6469200"/>
              <a:gd name="textAreaTop" fmla="*/ 0 h 1517040"/>
              <a:gd name="textAreaBottom" fmla="*/ 1522440 h 151704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06" name="Freeform 6"/>
          <p:cNvSpPr/>
          <p:nvPr/>
        </p:nvSpPr>
        <p:spPr>
          <a:xfrm>
            <a:off x="2435040" y="2589840"/>
            <a:ext cx="2434680" cy="2609640"/>
          </a:xfrm>
          <a:custGeom>
            <a:avLst/>
            <a:gdLst>
              <a:gd name="textAreaLeft" fmla="*/ 0 w 2434680"/>
              <a:gd name="textAreaRight" fmla="*/ 2440080 w 2434680"/>
              <a:gd name="textAreaTop" fmla="*/ 0 h 2609640"/>
              <a:gd name="textAreaBottom" fmla="*/ 2615040 h 260964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07" name="Oval 7"/>
          <p:cNvSpPr/>
          <p:nvPr/>
        </p:nvSpPr>
        <p:spPr>
          <a:xfrm>
            <a:off x="3103920" y="3080520"/>
            <a:ext cx="981360" cy="9813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08" name="Group 8"/>
          <p:cNvGrpSpPr/>
          <p:nvPr/>
        </p:nvGrpSpPr>
        <p:grpSpPr>
          <a:xfrm>
            <a:off x="4008600" y="3031920"/>
            <a:ext cx="4119480" cy="908640"/>
            <a:chOff x="4008600" y="3031920"/>
            <a:chExt cx="4119480" cy="908640"/>
          </a:xfrm>
        </p:grpSpPr>
        <p:pic>
          <p:nvPicPr>
            <p:cNvPr id="809" name="Picture 9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4994640" y="3031920"/>
              <a:ext cx="3133440" cy="8600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10" name="Picture 10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4008600" y="3080520"/>
              <a:ext cx="958320" cy="860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11" name="Rectangle 12"/>
          <p:cNvSpPr/>
          <p:nvPr/>
        </p:nvSpPr>
        <p:spPr>
          <a:xfrm>
            <a:off x="11271960" y="256320"/>
            <a:ext cx="678240" cy="490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12" name="Group 11"/>
          <p:cNvGrpSpPr/>
          <p:nvPr/>
        </p:nvGrpSpPr>
        <p:grpSpPr>
          <a:xfrm>
            <a:off x="1527120" y="6498720"/>
            <a:ext cx="902520" cy="195840"/>
            <a:chOff x="1527120" y="6498720"/>
            <a:chExt cx="902520" cy="195840"/>
          </a:xfrm>
        </p:grpSpPr>
        <p:pic>
          <p:nvPicPr>
            <p:cNvPr id="813" name="Picture 13" descr=""/>
            <p:cNvPicPr/>
            <p:nvPr/>
          </p:nvPicPr>
          <p:blipFill>
            <a:blip r:embed="rId4"/>
            <a:srcRect l="24312" t="0" r="0" b="0"/>
            <a:stretch/>
          </p:blipFill>
          <p:spPr>
            <a:xfrm>
              <a:off x="1744200" y="6498720"/>
              <a:ext cx="685440" cy="1850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14" name="Picture 14" descr=""/>
            <p:cNvPicPr/>
            <p:nvPr/>
          </p:nvPicPr>
          <p:blipFill>
            <a:blip r:embed="rId5"/>
            <a:srcRect l="0" t="0" r="76760" b="0"/>
            <a:stretch/>
          </p:blipFill>
          <p:spPr>
            <a:xfrm>
              <a:off x="1527120" y="6509520"/>
              <a:ext cx="206640" cy="185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15" name="TextBox 16"/>
          <p:cNvSpPr/>
          <p:nvPr/>
        </p:nvSpPr>
        <p:spPr>
          <a:xfrm>
            <a:off x="1395000" y="6498720"/>
            <a:ext cx="41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6" name="TextBox 17"/>
          <p:cNvSpPr/>
          <p:nvPr/>
        </p:nvSpPr>
        <p:spPr>
          <a:xfrm>
            <a:off x="1395000" y="6454800"/>
            <a:ext cx="41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7" name="TextBox 18"/>
          <p:cNvSpPr/>
          <p:nvPr/>
        </p:nvSpPr>
        <p:spPr>
          <a:xfrm>
            <a:off x="1395000" y="6509520"/>
            <a:ext cx="41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8" name="TextBox 19"/>
          <p:cNvSpPr/>
          <p:nvPr/>
        </p:nvSpPr>
        <p:spPr>
          <a:xfrm>
            <a:off x="6386040" y="6313680"/>
            <a:ext cx="57056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The content of this document is the intellectual property of HAVELSAN. It is forbidden to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copy </a:t>
            </a:r>
            <a:r>
              <a:rPr b="0" lang="tr-TR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 </a:t>
            </a: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or give all or part of this document to someone else without HAVELSAN’s permission</a:t>
            </a:r>
            <a:r>
              <a:rPr b="0" lang="tr-TR" sz="1050" spc="-1" strike="noStrike">
                <a:solidFill>
                  <a:schemeClr val="dk1"/>
                </a:solidFill>
                <a:latin typeface="Open Sans"/>
                <a:ea typeface="SF Pro Display"/>
              </a:rPr>
              <a:t>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19" name="Picture 1" descr=""/>
          <p:cNvPicPr/>
          <p:nvPr/>
        </p:nvPicPr>
        <p:blipFill>
          <a:blip r:embed="rId6"/>
          <a:stretch/>
        </p:blipFill>
        <p:spPr>
          <a:xfrm>
            <a:off x="153000" y="6454800"/>
            <a:ext cx="1154160" cy="28620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703" r:id="rId7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2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1D6A88F9-40DC-425F-AAFC-3DA257DC9F4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2" name="TextBox 9"/>
          <p:cNvSpPr/>
          <p:nvPr/>
        </p:nvSpPr>
        <p:spPr>
          <a:xfrm>
            <a:off x="4515120" y="4888800"/>
            <a:ext cx="3476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3" name="Grey_unpressed"/>
          <p:cNvSpPr/>
          <p:nvPr/>
        </p:nvSpPr>
        <p:spPr>
          <a:xfrm>
            <a:off x="2833920" y="2727720"/>
            <a:ext cx="6469200" cy="1517040"/>
          </a:xfrm>
          <a:custGeom>
            <a:avLst/>
            <a:gdLst>
              <a:gd name="textAreaLeft" fmla="*/ 0 w 6469200"/>
              <a:gd name="textAreaRight" fmla="*/ 6474600 w 6469200"/>
              <a:gd name="textAreaTop" fmla="*/ 0 h 1517040"/>
              <a:gd name="textAreaBottom" fmla="*/ 1522440 h 151704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24" name="Freeform 11"/>
          <p:cNvSpPr/>
          <p:nvPr/>
        </p:nvSpPr>
        <p:spPr>
          <a:xfrm>
            <a:off x="2435040" y="2589840"/>
            <a:ext cx="2434680" cy="2609640"/>
          </a:xfrm>
          <a:custGeom>
            <a:avLst/>
            <a:gdLst>
              <a:gd name="textAreaLeft" fmla="*/ 0 w 2434680"/>
              <a:gd name="textAreaRight" fmla="*/ 2440080 w 2434680"/>
              <a:gd name="textAreaTop" fmla="*/ 0 h 2609640"/>
              <a:gd name="textAreaBottom" fmla="*/ 2615040 h 260964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25" name="Oval 12"/>
          <p:cNvSpPr/>
          <p:nvPr/>
        </p:nvSpPr>
        <p:spPr>
          <a:xfrm>
            <a:off x="3103920" y="3080520"/>
            <a:ext cx="981360" cy="9813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26" name="TextBox 13"/>
          <p:cNvSpPr/>
          <p:nvPr/>
        </p:nvSpPr>
        <p:spPr>
          <a:xfrm>
            <a:off x="4606200" y="3220200"/>
            <a:ext cx="1018368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THANK YOU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27" name="Group 21"/>
          <p:cNvGrpSpPr/>
          <p:nvPr/>
        </p:nvGrpSpPr>
        <p:grpSpPr>
          <a:xfrm>
            <a:off x="1527120" y="6498720"/>
            <a:ext cx="902520" cy="195840"/>
            <a:chOff x="1527120" y="6498720"/>
            <a:chExt cx="902520" cy="195840"/>
          </a:xfrm>
        </p:grpSpPr>
        <p:pic>
          <p:nvPicPr>
            <p:cNvPr id="828" name="Picture 22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744200" y="6498720"/>
              <a:ext cx="685440" cy="1850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29" name="Picture 23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527120" y="6509520"/>
              <a:ext cx="206640" cy="185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30" name="TextBox 24"/>
          <p:cNvSpPr/>
          <p:nvPr/>
        </p:nvSpPr>
        <p:spPr>
          <a:xfrm>
            <a:off x="1395000" y="6498720"/>
            <a:ext cx="41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TextBox 25"/>
          <p:cNvSpPr/>
          <p:nvPr/>
        </p:nvSpPr>
        <p:spPr>
          <a:xfrm>
            <a:off x="1395000" y="6454800"/>
            <a:ext cx="41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TextBox 26"/>
          <p:cNvSpPr/>
          <p:nvPr/>
        </p:nvSpPr>
        <p:spPr>
          <a:xfrm>
            <a:off x="1395000" y="6509520"/>
            <a:ext cx="41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TextBox 27"/>
          <p:cNvSpPr/>
          <p:nvPr/>
        </p:nvSpPr>
        <p:spPr>
          <a:xfrm>
            <a:off x="6386040" y="6313680"/>
            <a:ext cx="57056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The content of this document is the intellectual property of HAVELSAN. It is forbidden to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copy </a:t>
            </a:r>
            <a:r>
              <a:rPr b="0" lang="tr-TR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 </a:t>
            </a: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or give all or part of this document to someone else without HAVELSAN’s permission</a:t>
            </a:r>
            <a:r>
              <a:rPr b="0" lang="tr-TR" sz="1050" spc="-1" strike="noStrike">
                <a:solidFill>
                  <a:schemeClr val="dk1"/>
                </a:solidFill>
                <a:latin typeface="Open Sans"/>
                <a:ea typeface="SF Pro Display"/>
              </a:rPr>
              <a:t>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34" name="Picture 28" descr=""/>
          <p:cNvPicPr/>
          <p:nvPr/>
        </p:nvPicPr>
        <p:blipFill>
          <a:blip r:embed="rId4"/>
          <a:stretch/>
        </p:blipFill>
        <p:spPr>
          <a:xfrm>
            <a:off x="153000" y="6454800"/>
            <a:ext cx="1154160" cy="286200"/>
          </a:xfrm>
          <a:prstGeom prst="rect">
            <a:avLst/>
          </a:prstGeom>
          <a:ln w="0">
            <a:noFill/>
          </a:ln>
        </p:spPr>
      </p:pic>
      <p:sp>
        <p:nvSpPr>
          <p:cNvPr id="835" name="Rectangle 14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5" r:id="rId5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3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EC5A031-0131-422A-AEE7-87939D9F160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38" name="Group 5"/>
          <p:cNvGrpSpPr/>
          <p:nvPr/>
        </p:nvGrpSpPr>
        <p:grpSpPr>
          <a:xfrm>
            <a:off x="5942880" y="1173240"/>
            <a:ext cx="4775040" cy="4780080"/>
            <a:chOff x="5942880" y="1173240"/>
            <a:chExt cx="4775040" cy="4780080"/>
          </a:xfrm>
        </p:grpSpPr>
        <p:sp>
          <p:nvSpPr>
            <p:cNvPr id="839" name="Oval 101"/>
            <p:cNvSpPr/>
            <p:nvPr/>
          </p:nvSpPr>
          <p:spPr>
            <a:xfrm>
              <a:off x="5942880" y="1173240"/>
              <a:ext cx="4775040" cy="4780080"/>
            </a:xfrm>
            <a:prstGeom prst="ellipse">
              <a:avLst/>
            </a:prstGeom>
            <a:gradFill rotWithShape="0">
              <a:gsLst>
                <a:gs pos="0">
                  <a:srgbClr val="2a3647"/>
                </a:gs>
                <a:gs pos="100000">
                  <a:srgbClr val="1e2633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40" name="Group 7"/>
            <p:cNvGrpSpPr/>
            <p:nvPr/>
          </p:nvGrpSpPr>
          <p:grpSpPr>
            <a:xfrm>
              <a:off x="6314040" y="1564200"/>
              <a:ext cx="4005000" cy="4005000"/>
              <a:chOff x="6314040" y="1564200"/>
              <a:chExt cx="4005000" cy="4005000"/>
            </a:xfrm>
          </p:grpSpPr>
          <p:sp>
            <p:nvSpPr>
              <p:cNvPr id="841" name="Oval 8"/>
              <p:cNvSpPr/>
              <p:nvPr/>
            </p:nvSpPr>
            <p:spPr>
              <a:xfrm>
                <a:off x="6314040" y="1564200"/>
                <a:ext cx="4005000" cy="400500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42" name="Oval 9"/>
              <p:cNvSpPr/>
              <p:nvPr/>
            </p:nvSpPr>
            <p:spPr>
              <a:xfrm>
                <a:off x="6314040" y="1564200"/>
                <a:ext cx="4005000" cy="400500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43" name="Chart 13"/>
          <p:cNvGraphicFramePr/>
          <p:nvPr/>
        </p:nvGraphicFramePr>
        <p:xfrm>
          <a:off x="4898880" y="1365840"/>
          <a:ext cx="6644520" cy="420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844" name="Group 10"/>
          <p:cNvGrpSpPr/>
          <p:nvPr/>
        </p:nvGrpSpPr>
        <p:grpSpPr>
          <a:xfrm>
            <a:off x="7685640" y="3174840"/>
            <a:ext cx="1400400" cy="897480"/>
            <a:chOff x="7685640" y="3174840"/>
            <a:chExt cx="1400400" cy="897480"/>
          </a:xfrm>
        </p:grpSpPr>
        <p:sp>
          <p:nvSpPr>
            <p:cNvPr id="845" name="Rectangle 114"/>
            <p:cNvSpPr/>
            <p:nvPr/>
          </p:nvSpPr>
          <p:spPr>
            <a:xfrm>
              <a:off x="7685640" y="3174840"/>
              <a:ext cx="1400400" cy="82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1" lang="ru-UA" sz="5400" spc="-1" strike="noStrike">
                  <a:solidFill>
                    <a:schemeClr val="accent1"/>
                  </a:solidFill>
                  <a:latin typeface="Arial Black"/>
                </a:rPr>
                <a:t>75</a:t>
              </a:r>
              <a:r>
                <a:rPr b="1" lang="ru-RU" sz="5400" spc="-1" strike="noStrike">
                  <a:solidFill>
                    <a:schemeClr val="accent1"/>
                  </a:solidFill>
                  <a:latin typeface="Arial Black"/>
                </a:rPr>
                <a:t>%</a:t>
              </a:r>
              <a:endParaRPr b="0" lang="en-US" sz="5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46" name="Rectangle 115"/>
            <p:cNvSpPr/>
            <p:nvPr/>
          </p:nvSpPr>
          <p:spPr>
            <a:xfrm>
              <a:off x="7781040" y="3904920"/>
              <a:ext cx="1252440" cy="167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100" spc="-1" strike="noStrike">
                  <a:solidFill>
                    <a:schemeClr val="accent1"/>
                  </a:solidFill>
                  <a:latin typeface="Arial Black"/>
                </a:rPr>
                <a:t>Lorem ipsum dolor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847" name="object 384"/>
          <p:cNvSpPr/>
          <p:nvPr/>
        </p:nvSpPr>
        <p:spPr>
          <a:xfrm flipV="1">
            <a:off x="356760" y="671328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48" name="object 4"/>
          <p:cNvSpPr/>
          <p:nvPr/>
        </p:nvSpPr>
        <p:spPr>
          <a:xfrm>
            <a:off x="10477800" y="663120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49" name="object 384"/>
          <p:cNvSpPr/>
          <p:nvPr/>
        </p:nvSpPr>
        <p:spPr>
          <a:xfrm flipV="1" rot="10800000">
            <a:off x="6101640" y="671868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0" name="object 386"/>
          <p:cNvSpPr/>
          <p:nvPr/>
        </p:nvSpPr>
        <p:spPr>
          <a:xfrm>
            <a:off x="5927400" y="651744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1" name="Freeform 24"/>
          <p:cNvSpPr/>
          <p:nvPr/>
        </p:nvSpPr>
        <p:spPr>
          <a:xfrm>
            <a:off x="-1688040" y="-1139040"/>
            <a:ext cx="7424280" cy="3801960"/>
          </a:xfrm>
          <a:custGeom>
            <a:avLst/>
            <a:gdLst>
              <a:gd name="textAreaLeft" fmla="*/ 0 w 7424280"/>
              <a:gd name="textAreaRight" fmla="*/ 7429680 w 7424280"/>
              <a:gd name="textAreaTop" fmla="*/ 0 h 3801960"/>
              <a:gd name="textAreaBottom" fmla="*/ 3807360 h 3801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52" name="Group 20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853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54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55" name="Rectangle 23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7" r:id="rId3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5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3D3026E-C742-4C45-B9D4-769656AF85D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58" name="Group 10"/>
          <p:cNvGrpSpPr/>
          <p:nvPr/>
        </p:nvGrpSpPr>
        <p:grpSpPr>
          <a:xfrm>
            <a:off x="4579920" y="1447920"/>
            <a:ext cx="2940840" cy="2944080"/>
            <a:chOff x="4579920" y="1447920"/>
            <a:chExt cx="2940840" cy="2944080"/>
          </a:xfrm>
        </p:grpSpPr>
        <p:sp>
          <p:nvSpPr>
            <p:cNvPr id="859" name="Oval 101"/>
            <p:cNvSpPr/>
            <p:nvPr/>
          </p:nvSpPr>
          <p:spPr>
            <a:xfrm>
              <a:off x="4579920" y="1447920"/>
              <a:ext cx="2940840" cy="294408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60" name="Group 12"/>
            <p:cNvGrpSpPr/>
            <p:nvPr/>
          </p:nvGrpSpPr>
          <p:grpSpPr>
            <a:xfrm>
              <a:off x="4808880" y="1688760"/>
              <a:ext cx="2466360" cy="2466360"/>
              <a:chOff x="4808880" y="1688760"/>
              <a:chExt cx="2466360" cy="2466360"/>
            </a:xfrm>
          </p:grpSpPr>
          <p:sp>
            <p:nvSpPr>
              <p:cNvPr id="861" name="Oval 13"/>
              <p:cNvSpPr/>
              <p:nvPr/>
            </p:nvSpPr>
            <p:spPr>
              <a:xfrm>
                <a:off x="4808880" y="1688760"/>
                <a:ext cx="2466360" cy="246636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62" name="Oval 14"/>
              <p:cNvSpPr/>
              <p:nvPr/>
            </p:nvSpPr>
            <p:spPr>
              <a:xfrm>
                <a:off x="4808880" y="1688760"/>
                <a:ext cx="2466360" cy="246636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863" name="Group 15"/>
          <p:cNvGrpSpPr/>
          <p:nvPr/>
        </p:nvGrpSpPr>
        <p:grpSpPr>
          <a:xfrm>
            <a:off x="1096920" y="1447920"/>
            <a:ext cx="2940840" cy="2944080"/>
            <a:chOff x="1096920" y="1447920"/>
            <a:chExt cx="2940840" cy="2944080"/>
          </a:xfrm>
        </p:grpSpPr>
        <p:sp>
          <p:nvSpPr>
            <p:cNvPr id="864" name="Oval 101"/>
            <p:cNvSpPr/>
            <p:nvPr/>
          </p:nvSpPr>
          <p:spPr>
            <a:xfrm>
              <a:off x="1096920" y="1447920"/>
              <a:ext cx="2940840" cy="294408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65" name="Group 17"/>
            <p:cNvGrpSpPr/>
            <p:nvPr/>
          </p:nvGrpSpPr>
          <p:grpSpPr>
            <a:xfrm>
              <a:off x="1325880" y="1688760"/>
              <a:ext cx="2466360" cy="2466360"/>
              <a:chOff x="1325880" y="1688760"/>
              <a:chExt cx="2466360" cy="2466360"/>
            </a:xfrm>
          </p:grpSpPr>
          <p:sp>
            <p:nvSpPr>
              <p:cNvPr id="866" name="Oval 18"/>
              <p:cNvSpPr/>
              <p:nvPr/>
            </p:nvSpPr>
            <p:spPr>
              <a:xfrm>
                <a:off x="1325880" y="1688760"/>
                <a:ext cx="2466360" cy="246636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67" name="Oval 19"/>
              <p:cNvSpPr/>
              <p:nvPr/>
            </p:nvSpPr>
            <p:spPr>
              <a:xfrm>
                <a:off x="1325880" y="1688760"/>
                <a:ext cx="2466360" cy="246636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68" name="Chart 20"/>
          <p:cNvGraphicFramePr/>
          <p:nvPr/>
        </p:nvGraphicFramePr>
        <p:xfrm>
          <a:off x="525600" y="1632600"/>
          <a:ext cx="4090680" cy="258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69" name="Rectangle 120"/>
          <p:cNvSpPr/>
          <p:nvPr/>
        </p:nvSpPr>
        <p:spPr>
          <a:xfrm>
            <a:off x="2180160" y="2752560"/>
            <a:ext cx="720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2800" spc="-1" strike="noStrike">
                <a:solidFill>
                  <a:schemeClr val="accent1"/>
                </a:solidFill>
                <a:latin typeface="Open Sans"/>
              </a:rPr>
              <a:t>2</a:t>
            </a:r>
            <a:r>
              <a:rPr b="1" lang="en-US" sz="2800" spc="-1" strike="noStrike">
                <a:solidFill>
                  <a:schemeClr val="accent1"/>
                </a:solidFill>
                <a:latin typeface="Open Sans"/>
              </a:rPr>
              <a:t>0</a:t>
            </a: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870" name="Chart 22"/>
          <p:cNvGraphicFramePr/>
          <p:nvPr/>
        </p:nvGraphicFramePr>
        <p:xfrm>
          <a:off x="3995280" y="1632600"/>
          <a:ext cx="4090680" cy="258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71" name="Rectangle 120"/>
          <p:cNvSpPr/>
          <p:nvPr/>
        </p:nvSpPr>
        <p:spPr>
          <a:xfrm>
            <a:off x="5719320" y="2759760"/>
            <a:ext cx="720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6</a:t>
            </a:r>
            <a:r>
              <a:rPr b="1" lang="tr-TR" sz="2800" spc="-1" strike="noStrike">
                <a:solidFill>
                  <a:schemeClr val="accent1"/>
                </a:solidFill>
                <a:latin typeface="Open Sans"/>
              </a:rPr>
              <a:t>9</a:t>
            </a: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2" name="Freeform 119"/>
          <p:cNvSpPr/>
          <p:nvPr/>
        </p:nvSpPr>
        <p:spPr>
          <a:xfrm>
            <a:off x="1720800" y="4778280"/>
            <a:ext cx="1682280" cy="443880"/>
          </a:xfrm>
          <a:custGeom>
            <a:avLst/>
            <a:gdLst>
              <a:gd name="textAreaLeft" fmla="*/ 0 w 1682280"/>
              <a:gd name="textAreaRight" fmla="*/ 1687680 w 1682280"/>
              <a:gd name="textAreaTop" fmla="*/ 0 h 443880"/>
              <a:gd name="textAreaBottom" fmla="*/ 449280 h 443880"/>
            </a:gdLst>
            <a:ahLst/>
            <a:rect l="textAreaLeft" t="textAreaTop" r="textAreaRight" b="textAreaBottom"/>
            <a:pathLst>
              <a:path w="443" h="118">
                <a:moveTo>
                  <a:pt x="1" y="58"/>
                </a:moveTo>
                <a:cubicBezTo>
                  <a:pt x="0" y="91"/>
                  <a:pt x="27" y="118"/>
                  <a:pt x="61" y="118"/>
                </a:cubicBezTo>
                <a:cubicBezTo>
                  <a:pt x="383" y="118"/>
                  <a:pt x="383" y="118"/>
                  <a:pt x="383" y="118"/>
                </a:cubicBezTo>
                <a:cubicBezTo>
                  <a:pt x="415" y="118"/>
                  <a:pt x="442" y="93"/>
                  <a:pt x="443" y="60"/>
                </a:cubicBezTo>
                <a:cubicBezTo>
                  <a:pt x="443" y="27"/>
                  <a:pt x="416" y="0"/>
                  <a:pt x="384" y="0"/>
                </a:cubicBezTo>
                <a:cubicBezTo>
                  <a:pt x="60" y="0"/>
                  <a:pt x="60" y="0"/>
                  <a:pt x="60" y="0"/>
                </a:cubicBezTo>
                <a:cubicBezTo>
                  <a:pt x="27" y="0"/>
                  <a:pt x="1" y="26"/>
                  <a:pt x="1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3" name="Rectangle 120"/>
          <p:cNvSpPr/>
          <p:nvPr/>
        </p:nvSpPr>
        <p:spPr>
          <a:xfrm>
            <a:off x="207792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01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4" name="Freeform 121"/>
          <p:cNvSpPr/>
          <p:nvPr/>
        </p:nvSpPr>
        <p:spPr>
          <a:xfrm>
            <a:off x="5224320" y="4778280"/>
            <a:ext cx="1680480" cy="443880"/>
          </a:xfrm>
          <a:custGeom>
            <a:avLst/>
            <a:gdLst>
              <a:gd name="textAreaLeft" fmla="*/ 0 w 1680480"/>
              <a:gd name="textAreaRight" fmla="*/ 1685880 w 1680480"/>
              <a:gd name="textAreaTop" fmla="*/ 0 h 443880"/>
              <a:gd name="textAreaBottom" fmla="*/ 449280 h 443880"/>
            </a:gdLst>
            <a:ahLst/>
            <a:rect l="textAreaLeft" t="textAreaTop" r="textAreaRight" b="textAreaBottom"/>
            <a:pathLst>
              <a:path w="443" h="118">
                <a:moveTo>
                  <a:pt x="1" y="58"/>
                </a:moveTo>
                <a:cubicBezTo>
                  <a:pt x="0" y="91"/>
                  <a:pt x="28" y="118"/>
                  <a:pt x="61" y="118"/>
                </a:cubicBezTo>
                <a:cubicBezTo>
                  <a:pt x="383" y="118"/>
                  <a:pt x="383" y="118"/>
                  <a:pt x="383" y="118"/>
                </a:cubicBezTo>
                <a:cubicBezTo>
                  <a:pt x="415" y="118"/>
                  <a:pt x="442" y="93"/>
                  <a:pt x="443" y="60"/>
                </a:cubicBezTo>
                <a:cubicBezTo>
                  <a:pt x="443" y="27"/>
                  <a:pt x="417" y="0"/>
                  <a:pt x="384" y="0"/>
                </a:cubicBezTo>
                <a:cubicBezTo>
                  <a:pt x="60" y="0"/>
                  <a:pt x="60" y="0"/>
                  <a:pt x="60" y="0"/>
                </a:cubicBezTo>
                <a:cubicBezTo>
                  <a:pt x="28" y="0"/>
                  <a:pt x="2" y="26"/>
                  <a:pt x="1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5" name="Rectangle 122"/>
          <p:cNvSpPr/>
          <p:nvPr/>
        </p:nvSpPr>
        <p:spPr>
          <a:xfrm>
            <a:off x="558144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02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6" name="Freeform 123"/>
          <p:cNvSpPr/>
          <p:nvPr/>
        </p:nvSpPr>
        <p:spPr>
          <a:xfrm>
            <a:off x="8731080" y="4778280"/>
            <a:ext cx="1680480" cy="443880"/>
          </a:xfrm>
          <a:custGeom>
            <a:avLst/>
            <a:gdLst>
              <a:gd name="textAreaLeft" fmla="*/ 0 w 1680480"/>
              <a:gd name="textAreaRight" fmla="*/ 1685880 w 1680480"/>
              <a:gd name="textAreaTop" fmla="*/ 0 h 443880"/>
              <a:gd name="textAreaBottom" fmla="*/ 449280 h 443880"/>
            </a:gdLst>
            <a:ahLst/>
            <a:rect l="textAreaLeft" t="textAreaTop" r="textAreaRight" b="textAreaBottom"/>
            <a:pathLst>
              <a:path w="443" h="118">
                <a:moveTo>
                  <a:pt x="0" y="58"/>
                </a:moveTo>
                <a:cubicBezTo>
                  <a:pt x="0" y="91"/>
                  <a:pt x="27" y="118"/>
                  <a:pt x="60" y="118"/>
                </a:cubicBezTo>
                <a:cubicBezTo>
                  <a:pt x="382" y="118"/>
                  <a:pt x="382" y="118"/>
                  <a:pt x="382" y="118"/>
                </a:cubicBezTo>
                <a:cubicBezTo>
                  <a:pt x="414" y="118"/>
                  <a:pt x="442" y="93"/>
                  <a:pt x="442" y="60"/>
                </a:cubicBezTo>
                <a:cubicBezTo>
                  <a:pt x="443" y="27"/>
                  <a:pt x="416" y="0"/>
                  <a:pt x="383" y="0"/>
                </a:cubicBezTo>
                <a:cubicBezTo>
                  <a:pt x="59" y="0"/>
                  <a:pt x="59" y="0"/>
                  <a:pt x="59" y="0"/>
                </a:cubicBezTo>
                <a:cubicBezTo>
                  <a:pt x="27" y="0"/>
                  <a:pt x="1" y="26"/>
                  <a:pt x="0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7" name="Rectangle 124"/>
          <p:cNvSpPr/>
          <p:nvPr/>
        </p:nvSpPr>
        <p:spPr>
          <a:xfrm>
            <a:off x="908352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03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8" name="TextBox 31"/>
          <p:cNvSpPr/>
          <p:nvPr/>
        </p:nvSpPr>
        <p:spPr>
          <a:xfrm>
            <a:off x="1469880" y="5349960"/>
            <a:ext cx="2178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9" name="TextBox 32"/>
          <p:cNvSpPr/>
          <p:nvPr/>
        </p:nvSpPr>
        <p:spPr>
          <a:xfrm>
            <a:off x="5029560" y="5349960"/>
            <a:ext cx="2097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0" name="TextBox 33"/>
          <p:cNvSpPr/>
          <p:nvPr/>
        </p:nvSpPr>
        <p:spPr>
          <a:xfrm>
            <a:off x="8561160" y="5349960"/>
            <a:ext cx="2083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81" name="Group 40"/>
          <p:cNvGrpSpPr/>
          <p:nvPr/>
        </p:nvGrpSpPr>
        <p:grpSpPr>
          <a:xfrm>
            <a:off x="8104680" y="1447920"/>
            <a:ext cx="2940840" cy="2944080"/>
            <a:chOff x="8104680" y="1447920"/>
            <a:chExt cx="2940840" cy="2944080"/>
          </a:xfrm>
        </p:grpSpPr>
        <p:sp>
          <p:nvSpPr>
            <p:cNvPr id="882" name="Oval 101"/>
            <p:cNvSpPr/>
            <p:nvPr/>
          </p:nvSpPr>
          <p:spPr>
            <a:xfrm>
              <a:off x="8104680" y="1447920"/>
              <a:ext cx="2940840" cy="294408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83" name="Group 42"/>
            <p:cNvGrpSpPr/>
            <p:nvPr/>
          </p:nvGrpSpPr>
          <p:grpSpPr>
            <a:xfrm>
              <a:off x="8333640" y="1688760"/>
              <a:ext cx="2466360" cy="2466360"/>
              <a:chOff x="8333640" y="1688760"/>
              <a:chExt cx="2466360" cy="2466360"/>
            </a:xfrm>
          </p:grpSpPr>
          <p:sp>
            <p:nvSpPr>
              <p:cNvPr id="884" name="Oval 43"/>
              <p:cNvSpPr/>
              <p:nvPr/>
            </p:nvSpPr>
            <p:spPr>
              <a:xfrm>
                <a:off x="8333640" y="1688760"/>
                <a:ext cx="2466360" cy="246636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85" name="Oval 44"/>
              <p:cNvSpPr/>
              <p:nvPr/>
            </p:nvSpPr>
            <p:spPr>
              <a:xfrm>
                <a:off x="8333640" y="1688760"/>
                <a:ext cx="2466360" cy="246636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86" name="Chart 45"/>
          <p:cNvGraphicFramePr/>
          <p:nvPr/>
        </p:nvGraphicFramePr>
        <p:xfrm>
          <a:off x="7520040" y="1632600"/>
          <a:ext cx="4090680" cy="258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87" name="Rectangle 120"/>
          <p:cNvSpPr/>
          <p:nvPr/>
        </p:nvSpPr>
        <p:spPr>
          <a:xfrm>
            <a:off x="9242280" y="2759760"/>
            <a:ext cx="7236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65%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8" name="object 384"/>
          <p:cNvSpPr/>
          <p:nvPr/>
        </p:nvSpPr>
        <p:spPr>
          <a:xfrm flipV="1">
            <a:off x="356760" y="671328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89" name="object 4"/>
          <p:cNvSpPr/>
          <p:nvPr/>
        </p:nvSpPr>
        <p:spPr>
          <a:xfrm>
            <a:off x="10477800" y="663120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0" name="object 384"/>
          <p:cNvSpPr/>
          <p:nvPr/>
        </p:nvSpPr>
        <p:spPr>
          <a:xfrm flipV="1" rot="10800000">
            <a:off x="6101640" y="671868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1" name="object 386"/>
          <p:cNvSpPr/>
          <p:nvPr/>
        </p:nvSpPr>
        <p:spPr>
          <a:xfrm>
            <a:off x="5927400" y="651744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2" name="Freeform 49"/>
          <p:cNvSpPr/>
          <p:nvPr/>
        </p:nvSpPr>
        <p:spPr>
          <a:xfrm rot="237600">
            <a:off x="-1343880" y="-921600"/>
            <a:ext cx="7398720" cy="6142320"/>
          </a:xfrm>
          <a:custGeom>
            <a:avLst/>
            <a:gdLst>
              <a:gd name="textAreaLeft" fmla="*/ 0 w 7398720"/>
              <a:gd name="textAreaRight" fmla="*/ 7404120 w 7398720"/>
              <a:gd name="textAreaTop" fmla="*/ 0 h 6142320"/>
              <a:gd name="textAreaBottom" fmla="*/ 6147720 h 61423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93" name="Group 38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894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95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96" name="Rectangle 50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9" r:id="rId5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9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3F66070-161C-46C7-B1D6-E73F8DAF55C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9" name="Line 6"/>
          <p:cNvSpPr/>
          <p:nvPr/>
        </p:nvSpPr>
        <p:spPr>
          <a:xfrm>
            <a:off x="2738160" y="11268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0" name="Line 7"/>
          <p:cNvSpPr/>
          <p:nvPr/>
        </p:nvSpPr>
        <p:spPr>
          <a:xfrm>
            <a:off x="2738160" y="15840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1" name="Line 8"/>
          <p:cNvSpPr/>
          <p:nvPr/>
        </p:nvSpPr>
        <p:spPr>
          <a:xfrm>
            <a:off x="2738160" y="204624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2" name="Line 9"/>
          <p:cNvSpPr/>
          <p:nvPr/>
        </p:nvSpPr>
        <p:spPr>
          <a:xfrm>
            <a:off x="2738160" y="250632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3" name="Line 10"/>
          <p:cNvSpPr/>
          <p:nvPr/>
        </p:nvSpPr>
        <p:spPr>
          <a:xfrm>
            <a:off x="2738160" y="296856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4" name="Line 11"/>
          <p:cNvSpPr/>
          <p:nvPr/>
        </p:nvSpPr>
        <p:spPr>
          <a:xfrm>
            <a:off x="2738160" y="34290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5" name="Line 12"/>
          <p:cNvSpPr/>
          <p:nvPr/>
        </p:nvSpPr>
        <p:spPr>
          <a:xfrm>
            <a:off x="2738160" y="38862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6" name="Line 13"/>
          <p:cNvSpPr/>
          <p:nvPr/>
        </p:nvSpPr>
        <p:spPr>
          <a:xfrm>
            <a:off x="2738160" y="434628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7" name="Line 14"/>
          <p:cNvSpPr/>
          <p:nvPr/>
        </p:nvSpPr>
        <p:spPr>
          <a:xfrm>
            <a:off x="2738160" y="480852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8" name="Line 15"/>
          <p:cNvSpPr/>
          <p:nvPr/>
        </p:nvSpPr>
        <p:spPr>
          <a:xfrm>
            <a:off x="2738160" y="52686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9" name="Line 16"/>
          <p:cNvSpPr/>
          <p:nvPr/>
        </p:nvSpPr>
        <p:spPr>
          <a:xfrm>
            <a:off x="2738160" y="573084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0" name="Freeform 17"/>
          <p:cNvSpPr/>
          <p:nvPr/>
        </p:nvSpPr>
        <p:spPr>
          <a:xfrm>
            <a:off x="3251160" y="1127160"/>
            <a:ext cx="539280" cy="4598280"/>
          </a:xfrm>
          <a:custGeom>
            <a:avLst/>
            <a:gdLst>
              <a:gd name="textAreaLeft" fmla="*/ 0 w 539280"/>
              <a:gd name="textAreaRight" fmla="*/ 544680 w 539280"/>
              <a:gd name="textAreaTop" fmla="*/ 0 h 4598280"/>
              <a:gd name="textAreaBottom" fmla="*/ 4603680 h 4598280"/>
            </a:gdLst>
            <a:ahLst/>
            <a:rect l="textAreaLeft" t="textAreaTop" r="textAreaRight" b="textAreaBottom"/>
            <a:pathLst>
              <a:path w="143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1" name="Freeform 18"/>
          <p:cNvSpPr/>
          <p:nvPr/>
        </p:nvSpPr>
        <p:spPr>
          <a:xfrm>
            <a:off x="3251160" y="3429000"/>
            <a:ext cx="539280" cy="2296440"/>
          </a:xfrm>
          <a:custGeom>
            <a:avLst/>
            <a:gdLst>
              <a:gd name="textAreaLeft" fmla="*/ 0 w 539280"/>
              <a:gd name="textAreaRight" fmla="*/ 544680 w 539280"/>
              <a:gd name="textAreaTop" fmla="*/ 0 h 2296440"/>
              <a:gd name="textAreaBottom" fmla="*/ 2301840 h 2296440"/>
            </a:gdLst>
            <a:ahLst/>
            <a:rect l="textAreaLeft" t="textAreaTop" r="textAreaRight" b="textAreaBottom"/>
            <a:pathLst>
              <a:path w="143" h="685">
                <a:moveTo>
                  <a:pt x="71" y="685"/>
                </a:moveTo>
                <a:cubicBezTo>
                  <a:pt x="32" y="685"/>
                  <a:pt x="0" y="653"/>
                  <a:pt x="0" y="613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3" y="32"/>
                  <a:pt x="143" y="71"/>
                </a:cubicBezTo>
                <a:cubicBezTo>
                  <a:pt x="143" y="613"/>
                  <a:pt x="143" y="613"/>
                  <a:pt x="143" y="613"/>
                </a:cubicBezTo>
                <a:cubicBezTo>
                  <a:pt x="143" y="653"/>
                  <a:pt x="111" y="685"/>
                  <a:pt x="71" y="685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3123cd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2" name="Freeform 19"/>
          <p:cNvSpPr/>
          <p:nvPr/>
        </p:nvSpPr>
        <p:spPr>
          <a:xfrm>
            <a:off x="4508640" y="1127160"/>
            <a:ext cx="534240" cy="4598280"/>
          </a:xfrm>
          <a:custGeom>
            <a:avLst/>
            <a:gdLst>
              <a:gd name="textAreaLeft" fmla="*/ 0 w 534240"/>
              <a:gd name="textAreaRight" fmla="*/ 539640 w 534240"/>
              <a:gd name="textAreaTop" fmla="*/ 0 h 4598280"/>
              <a:gd name="textAreaBottom" fmla="*/ 4603680 h 4598280"/>
            </a:gdLst>
            <a:ahLst/>
            <a:rect l="textAreaLeft" t="textAreaTop" r="textAreaRight" b="textAreaBottom"/>
            <a:pathLst>
              <a:path w="142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2" y="31"/>
                  <a:pt x="142" y="71"/>
                </a:cubicBezTo>
                <a:cubicBezTo>
                  <a:pt x="142" y="1136"/>
                  <a:pt x="142" y="1136"/>
                  <a:pt x="142" y="1136"/>
                </a:cubicBezTo>
                <a:cubicBezTo>
                  <a:pt x="142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3" name="Freeform 20"/>
          <p:cNvSpPr/>
          <p:nvPr/>
        </p:nvSpPr>
        <p:spPr>
          <a:xfrm>
            <a:off x="4508640" y="2887560"/>
            <a:ext cx="534240" cy="2837880"/>
          </a:xfrm>
          <a:custGeom>
            <a:avLst/>
            <a:gdLst>
              <a:gd name="textAreaLeft" fmla="*/ 0 w 534240"/>
              <a:gd name="textAreaRight" fmla="*/ 539640 w 534240"/>
              <a:gd name="textAreaTop" fmla="*/ 0 h 2837880"/>
              <a:gd name="textAreaBottom" fmla="*/ 2843280 h 2837880"/>
            </a:gdLst>
            <a:ahLst/>
            <a:rect l="textAreaLeft" t="textAreaTop" r="textAreaRight" b="textAreaBottom"/>
            <a:pathLst>
              <a:path w="142" h="983">
                <a:moveTo>
                  <a:pt x="71" y="983"/>
                </a:moveTo>
                <a:cubicBezTo>
                  <a:pt x="32" y="983"/>
                  <a:pt x="0" y="951"/>
                  <a:pt x="0" y="911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2" y="32"/>
                  <a:pt x="142" y="72"/>
                </a:cubicBezTo>
                <a:cubicBezTo>
                  <a:pt x="142" y="911"/>
                  <a:pt x="142" y="911"/>
                  <a:pt x="142" y="911"/>
                </a:cubicBezTo>
                <a:cubicBezTo>
                  <a:pt x="142" y="951"/>
                  <a:pt x="111" y="983"/>
                  <a:pt x="71" y="983"/>
                </a:cubicBezTo>
                <a:close/>
              </a:path>
            </a:pathLst>
          </a:custGeom>
          <a:gradFill rotWithShape="0">
            <a:gsLst>
              <a:gs pos="0">
                <a:srgbClr val="685de3"/>
              </a:gs>
              <a:gs pos="0">
                <a:srgbClr val="ff0000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4" name="Freeform 21"/>
          <p:cNvSpPr/>
          <p:nvPr/>
        </p:nvSpPr>
        <p:spPr>
          <a:xfrm>
            <a:off x="5761080" y="1127160"/>
            <a:ext cx="539280" cy="4598280"/>
          </a:xfrm>
          <a:custGeom>
            <a:avLst/>
            <a:gdLst>
              <a:gd name="textAreaLeft" fmla="*/ 0 w 539280"/>
              <a:gd name="textAreaRight" fmla="*/ 544680 w 539280"/>
              <a:gd name="textAreaTop" fmla="*/ 0 h 4598280"/>
              <a:gd name="textAreaBottom" fmla="*/ 4603680 h 4598280"/>
            </a:gdLst>
            <a:ahLst/>
            <a:rect l="textAreaLeft" t="textAreaTop" r="textAreaRight" b="textAreaBottom"/>
            <a:pathLst>
              <a:path w="143" h="1208">
                <a:moveTo>
                  <a:pt x="72" y="1208"/>
                </a:moveTo>
                <a:cubicBezTo>
                  <a:pt x="72" y="1208"/>
                  <a:pt x="72" y="1208"/>
                  <a:pt x="72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2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2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5" name="Freeform 22"/>
          <p:cNvSpPr/>
          <p:nvPr/>
        </p:nvSpPr>
        <p:spPr>
          <a:xfrm>
            <a:off x="5761080" y="3813120"/>
            <a:ext cx="539280" cy="1912320"/>
          </a:xfrm>
          <a:custGeom>
            <a:avLst/>
            <a:gdLst>
              <a:gd name="textAreaLeft" fmla="*/ 0 w 539280"/>
              <a:gd name="textAreaRight" fmla="*/ 544680 w 539280"/>
              <a:gd name="textAreaTop" fmla="*/ 0 h 1912320"/>
              <a:gd name="textAreaBottom" fmla="*/ 1917720 h 1912320"/>
            </a:gdLst>
            <a:ahLst/>
            <a:rect l="textAreaLeft" t="textAreaTop" r="textAreaRight" b="textAreaBottom"/>
            <a:pathLst>
              <a:path w="143" h="503">
                <a:moveTo>
                  <a:pt x="72" y="503"/>
                </a:moveTo>
                <a:cubicBezTo>
                  <a:pt x="32" y="503"/>
                  <a:pt x="0" y="471"/>
                  <a:pt x="0" y="431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2" y="0"/>
                </a:cubicBezTo>
                <a:cubicBezTo>
                  <a:pt x="111" y="0"/>
                  <a:pt x="143" y="32"/>
                  <a:pt x="143" y="72"/>
                </a:cubicBezTo>
                <a:cubicBezTo>
                  <a:pt x="143" y="431"/>
                  <a:pt x="143" y="431"/>
                  <a:pt x="143" y="431"/>
                </a:cubicBezTo>
                <a:cubicBezTo>
                  <a:pt x="143" y="471"/>
                  <a:pt x="111" y="503"/>
                  <a:pt x="72" y="503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1f67db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6" name="Freeform 23"/>
          <p:cNvSpPr/>
          <p:nvPr/>
        </p:nvSpPr>
        <p:spPr>
          <a:xfrm>
            <a:off x="7016760" y="1127160"/>
            <a:ext cx="539280" cy="4598280"/>
          </a:xfrm>
          <a:custGeom>
            <a:avLst/>
            <a:gdLst>
              <a:gd name="textAreaLeft" fmla="*/ 0 w 539280"/>
              <a:gd name="textAreaRight" fmla="*/ 544680 w 539280"/>
              <a:gd name="textAreaTop" fmla="*/ 0 h 4598280"/>
              <a:gd name="textAreaBottom" fmla="*/ 4603680 h 4598280"/>
            </a:gdLst>
            <a:ahLst/>
            <a:rect l="textAreaLeft" t="textAreaTop" r="textAreaRight" b="textAreaBottom"/>
            <a:pathLst>
              <a:path w="143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7" name="Freeform 24"/>
          <p:cNvSpPr/>
          <p:nvPr/>
        </p:nvSpPr>
        <p:spPr>
          <a:xfrm>
            <a:off x="7016760" y="2887560"/>
            <a:ext cx="539280" cy="2837880"/>
          </a:xfrm>
          <a:custGeom>
            <a:avLst/>
            <a:gdLst>
              <a:gd name="textAreaLeft" fmla="*/ 0 w 539280"/>
              <a:gd name="textAreaRight" fmla="*/ 544680 w 539280"/>
              <a:gd name="textAreaTop" fmla="*/ 0 h 2837880"/>
              <a:gd name="textAreaBottom" fmla="*/ 2843280 h 2837880"/>
            </a:gdLst>
            <a:ahLst/>
            <a:rect l="textAreaLeft" t="textAreaTop" r="textAreaRight" b="textAreaBottom"/>
            <a:pathLst>
              <a:path w="143" h="746">
                <a:moveTo>
                  <a:pt x="71" y="746"/>
                </a:moveTo>
                <a:cubicBezTo>
                  <a:pt x="32" y="746"/>
                  <a:pt x="0" y="714"/>
                  <a:pt x="0" y="674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3" y="32"/>
                  <a:pt x="143" y="71"/>
                </a:cubicBezTo>
                <a:cubicBezTo>
                  <a:pt x="143" y="674"/>
                  <a:pt x="143" y="674"/>
                  <a:pt x="143" y="674"/>
                </a:cubicBezTo>
                <a:cubicBezTo>
                  <a:pt x="143" y="714"/>
                  <a:pt x="111" y="746"/>
                  <a:pt x="71" y="746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1f67db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8" name="Freeform 25"/>
          <p:cNvSpPr/>
          <p:nvPr/>
        </p:nvSpPr>
        <p:spPr>
          <a:xfrm>
            <a:off x="8273880" y="1127160"/>
            <a:ext cx="536040" cy="4598280"/>
          </a:xfrm>
          <a:custGeom>
            <a:avLst/>
            <a:gdLst>
              <a:gd name="textAreaLeft" fmla="*/ 0 w 536040"/>
              <a:gd name="textAreaRight" fmla="*/ 541440 w 536040"/>
              <a:gd name="textAreaTop" fmla="*/ 0 h 4598280"/>
              <a:gd name="textAreaBottom" fmla="*/ 4603680 h 4598280"/>
            </a:gdLst>
            <a:ahLst/>
            <a:rect l="textAreaLeft" t="textAreaTop" r="textAreaRight" b="textAreaBottom"/>
            <a:pathLst>
              <a:path w="142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0" y="0"/>
                  <a:pt x="142" y="31"/>
                  <a:pt x="142" y="71"/>
                </a:cubicBezTo>
                <a:cubicBezTo>
                  <a:pt x="142" y="1136"/>
                  <a:pt x="142" y="1136"/>
                  <a:pt x="142" y="1136"/>
                </a:cubicBezTo>
                <a:cubicBezTo>
                  <a:pt x="142" y="1176"/>
                  <a:pt x="110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9" name="Freeform 26"/>
          <p:cNvSpPr/>
          <p:nvPr/>
        </p:nvSpPr>
        <p:spPr>
          <a:xfrm>
            <a:off x="8273880" y="1611360"/>
            <a:ext cx="536040" cy="4114080"/>
          </a:xfrm>
          <a:custGeom>
            <a:avLst/>
            <a:gdLst>
              <a:gd name="textAreaLeft" fmla="*/ 0 w 536040"/>
              <a:gd name="textAreaRight" fmla="*/ 541440 w 536040"/>
              <a:gd name="textAreaTop" fmla="*/ 0 h 4114080"/>
              <a:gd name="textAreaBottom" fmla="*/ 4119480 h 4114080"/>
            </a:gdLst>
            <a:ahLst/>
            <a:rect l="textAreaLeft" t="textAreaTop" r="textAreaRight" b="textAreaBottom"/>
            <a:pathLst>
              <a:path w="142" h="1081">
                <a:moveTo>
                  <a:pt x="71" y="1081"/>
                </a:moveTo>
                <a:cubicBezTo>
                  <a:pt x="32" y="1081"/>
                  <a:pt x="0" y="1049"/>
                  <a:pt x="0" y="1009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1" y="0"/>
                </a:cubicBezTo>
                <a:cubicBezTo>
                  <a:pt x="110" y="0"/>
                  <a:pt x="142" y="32"/>
                  <a:pt x="142" y="72"/>
                </a:cubicBezTo>
                <a:cubicBezTo>
                  <a:pt x="142" y="1009"/>
                  <a:pt x="142" y="1009"/>
                  <a:pt x="142" y="1009"/>
                </a:cubicBezTo>
                <a:cubicBezTo>
                  <a:pt x="142" y="1049"/>
                  <a:pt x="110" y="1081"/>
                  <a:pt x="71" y="1081"/>
                </a:cubicBezTo>
                <a:close/>
              </a:path>
            </a:pathLst>
          </a:custGeom>
          <a:gradFill rotWithShape="0">
            <a:gsLst>
              <a:gs pos="0">
                <a:srgbClr val="685de3"/>
              </a:gs>
              <a:gs pos="0">
                <a:srgbClr val="ff0000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920" name="Group 26"/>
          <p:cNvGrpSpPr/>
          <p:nvPr/>
        </p:nvGrpSpPr>
        <p:grpSpPr>
          <a:xfrm>
            <a:off x="3348360" y="5908680"/>
            <a:ext cx="5395680" cy="228240"/>
            <a:chOff x="3348360" y="5908680"/>
            <a:chExt cx="5395680" cy="228240"/>
          </a:xfrm>
        </p:grpSpPr>
        <p:sp>
          <p:nvSpPr>
            <p:cNvPr id="921" name="Rectangle 28"/>
            <p:cNvSpPr/>
            <p:nvPr/>
          </p:nvSpPr>
          <p:spPr>
            <a:xfrm>
              <a:off x="334836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55%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2" name="Rectangle 29"/>
            <p:cNvSpPr/>
            <p:nvPr/>
          </p:nvSpPr>
          <p:spPr>
            <a:xfrm>
              <a:off x="460548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3" name="Rectangle 30"/>
            <p:cNvSpPr/>
            <p:nvPr/>
          </p:nvSpPr>
          <p:spPr>
            <a:xfrm>
              <a:off x="585792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40%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4" name="Rectangle 31"/>
            <p:cNvSpPr/>
            <p:nvPr/>
          </p:nvSpPr>
          <p:spPr>
            <a:xfrm>
              <a:off x="711396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60%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5" name="Rectangle 32"/>
            <p:cNvSpPr/>
            <p:nvPr/>
          </p:nvSpPr>
          <p:spPr>
            <a:xfrm>
              <a:off x="837108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88%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926" name="Group 32"/>
          <p:cNvGrpSpPr/>
          <p:nvPr/>
        </p:nvGrpSpPr>
        <p:grpSpPr>
          <a:xfrm>
            <a:off x="2066040" y="988920"/>
            <a:ext cx="482760" cy="4854240"/>
            <a:chOff x="2066040" y="988920"/>
            <a:chExt cx="482760" cy="4854240"/>
          </a:xfrm>
        </p:grpSpPr>
        <p:sp>
          <p:nvSpPr>
            <p:cNvPr id="927" name="Rectangle 27"/>
            <p:cNvSpPr/>
            <p:nvPr/>
          </p:nvSpPr>
          <p:spPr>
            <a:xfrm>
              <a:off x="2273760" y="5614920"/>
              <a:ext cx="264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8" name="Rectangle 33"/>
            <p:cNvSpPr/>
            <p:nvPr/>
          </p:nvSpPr>
          <p:spPr>
            <a:xfrm>
              <a:off x="2171880" y="514980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10%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9" name="Rectangle 34"/>
            <p:cNvSpPr/>
            <p:nvPr/>
          </p:nvSpPr>
          <p:spPr>
            <a:xfrm>
              <a:off x="2171880" y="468936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20%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0" name="Rectangle 35"/>
            <p:cNvSpPr/>
            <p:nvPr/>
          </p:nvSpPr>
          <p:spPr>
            <a:xfrm>
              <a:off x="2171880" y="42274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30%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1" name="Rectangle 36"/>
            <p:cNvSpPr/>
            <p:nvPr/>
          </p:nvSpPr>
          <p:spPr>
            <a:xfrm>
              <a:off x="2171880" y="376380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40%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2" name="Rectangle 37"/>
            <p:cNvSpPr/>
            <p:nvPr/>
          </p:nvSpPr>
          <p:spPr>
            <a:xfrm>
              <a:off x="2171880" y="330192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50%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3" name="Rectangle 38"/>
            <p:cNvSpPr/>
            <p:nvPr/>
          </p:nvSpPr>
          <p:spPr>
            <a:xfrm>
              <a:off x="2171880" y="28414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60%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4" name="Rectangle 39"/>
            <p:cNvSpPr/>
            <p:nvPr/>
          </p:nvSpPr>
          <p:spPr>
            <a:xfrm>
              <a:off x="2171880" y="237636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70%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5" name="Rectangle 40"/>
            <p:cNvSpPr/>
            <p:nvPr/>
          </p:nvSpPr>
          <p:spPr>
            <a:xfrm>
              <a:off x="2171880" y="19162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6" name="Rectangle 41"/>
            <p:cNvSpPr/>
            <p:nvPr/>
          </p:nvSpPr>
          <p:spPr>
            <a:xfrm>
              <a:off x="2171880" y="145404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90%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7" name="Rectangle 42"/>
            <p:cNvSpPr/>
            <p:nvPr/>
          </p:nvSpPr>
          <p:spPr>
            <a:xfrm>
              <a:off x="2066040" y="988920"/>
              <a:ext cx="4827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100%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938" name="object 384"/>
          <p:cNvSpPr/>
          <p:nvPr/>
        </p:nvSpPr>
        <p:spPr>
          <a:xfrm flipV="1">
            <a:off x="356760" y="671328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9" name="object 4"/>
          <p:cNvSpPr/>
          <p:nvPr/>
        </p:nvSpPr>
        <p:spPr>
          <a:xfrm>
            <a:off x="10477800" y="663120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0" name="object 384"/>
          <p:cNvSpPr/>
          <p:nvPr/>
        </p:nvSpPr>
        <p:spPr>
          <a:xfrm flipV="1" rot="10800000">
            <a:off x="6101640" y="671868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1" name="object 386"/>
          <p:cNvSpPr/>
          <p:nvPr/>
        </p:nvSpPr>
        <p:spPr>
          <a:xfrm>
            <a:off x="5927400" y="651744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2" name="Freeform 52"/>
          <p:cNvSpPr/>
          <p:nvPr/>
        </p:nvSpPr>
        <p:spPr>
          <a:xfrm rot="370200">
            <a:off x="-1860120" y="-1107360"/>
            <a:ext cx="12068640" cy="5607000"/>
          </a:xfrm>
          <a:custGeom>
            <a:avLst/>
            <a:gdLst>
              <a:gd name="textAreaLeft" fmla="*/ 0 w 12068640"/>
              <a:gd name="textAreaRight" fmla="*/ 12074040 w 12068640"/>
              <a:gd name="textAreaTop" fmla="*/ 0 h 5607000"/>
              <a:gd name="textAreaBottom" fmla="*/ 5612400 h 5607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943" name="Group 48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944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45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946" name="Rectangle 53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1" r:id="rId2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4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E153BE4-9BBC-4C0D-A2DE-C6826C86144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949" name="Group 5"/>
          <p:cNvGrpSpPr/>
          <p:nvPr/>
        </p:nvGrpSpPr>
        <p:grpSpPr>
          <a:xfrm>
            <a:off x="5370480" y="955800"/>
            <a:ext cx="98280" cy="4582440"/>
            <a:chOff x="5370480" y="955800"/>
            <a:chExt cx="98280" cy="4582440"/>
          </a:xfrm>
        </p:grpSpPr>
        <p:sp>
          <p:nvSpPr>
            <p:cNvPr id="950" name="Freeform 10"/>
            <p:cNvSpPr/>
            <p:nvPr/>
          </p:nvSpPr>
          <p:spPr>
            <a:xfrm>
              <a:off x="5370480" y="955800"/>
              <a:ext cx="93600" cy="4582440"/>
            </a:xfrm>
            <a:custGeom>
              <a:avLst/>
              <a:gdLst>
                <a:gd name="textAreaLeft" fmla="*/ 0 w 93600"/>
                <a:gd name="textAreaRight" fmla="*/ 99000 w 93600"/>
                <a:gd name="textAreaTop" fmla="*/ 0 h 4582440"/>
                <a:gd name="textAreaBottom" fmla="*/ 4587840 h 4582440"/>
              </a:gdLst>
              <a:ahLst/>
              <a:rect l="textAreaLeft" t="textAreaTop" r="textAreaRight" b="textAreaBottom"/>
              <a:pathLst>
                <a:path w="24" h="395">
                  <a:moveTo>
                    <a:pt x="12" y="395"/>
                  </a:moveTo>
                  <a:cubicBezTo>
                    <a:pt x="5" y="395"/>
                    <a:pt x="0" y="389"/>
                    <a:pt x="0" y="383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383"/>
                    <a:pt x="24" y="383"/>
                    <a:pt x="24" y="383"/>
                  </a:cubicBezTo>
                  <a:cubicBezTo>
                    <a:pt x="24" y="389"/>
                    <a:pt x="18" y="395"/>
                    <a:pt x="12" y="395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1" name="Freeform 16"/>
            <p:cNvSpPr/>
            <p:nvPr/>
          </p:nvSpPr>
          <p:spPr>
            <a:xfrm>
              <a:off x="5370480" y="4232520"/>
              <a:ext cx="98280" cy="1305720"/>
            </a:xfrm>
            <a:custGeom>
              <a:avLst/>
              <a:gdLst>
                <a:gd name="textAreaLeft" fmla="*/ 0 w 98280"/>
                <a:gd name="textAreaRight" fmla="*/ 103680 w 98280"/>
                <a:gd name="textAreaTop" fmla="*/ 0 h 1305720"/>
                <a:gd name="textAreaBottom" fmla="*/ 1311120 h 1305720"/>
              </a:gdLst>
              <a:ahLst/>
              <a:rect l="textAreaLeft" t="textAreaTop" r="textAreaRight" b="textAreaBottom"/>
              <a:pathLst>
                <a:path w="24" h="833">
                  <a:moveTo>
                    <a:pt x="12" y="833"/>
                  </a:moveTo>
                  <a:cubicBezTo>
                    <a:pt x="5" y="833"/>
                    <a:pt x="0" y="827"/>
                    <a:pt x="0" y="82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821"/>
                    <a:pt x="24" y="821"/>
                    <a:pt x="24" y="821"/>
                  </a:cubicBezTo>
                  <a:cubicBezTo>
                    <a:pt x="24" y="827"/>
                    <a:pt x="18" y="833"/>
                    <a:pt x="12" y="833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52" name="Group 8"/>
          <p:cNvGrpSpPr/>
          <p:nvPr/>
        </p:nvGrpSpPr>
        <p:grpSpPr>
          <a:xfrm>
            <a:off x="6394320" y="955800"/>
            <a:ext cx="105120" cy="4582080"/>
            <a:chOff x="6394320" y="955800"/>
            <a:chExt cx="105120" cy="4582080"/>
          </a:xfrm>
        </p:grpSpPr>
        <p:sp>
          <p:nvSpPr>
            <p:cNvPr id="953" name="Freeform 11"/>
            <p:cNvSpPr/>
            <p:nvPr/>
          </p:nvSpPr>
          <p:spPr>
            <a:xfrm>
              <a:off x="6394320" y="955800"/>
              <a:ext cx="105120" cy="4539960"/>
            </a:xfrm>
            <a:custGeom>
              <a:avLst/>
              <a:gdLst>
                <a:gd name="textAreaLeft" fmla="*/ 0 w 105120"/>
                <a:gd name="textAreaRight" fmla="*/ 110520 w 105120"/>
                <a:gd name="textAreaTop" fmla="*/ 0 h 4539960"/>
                <a:gd name="textAreaBottom" fmla="*/ 4545360 h 4539960"/>
              </a:gdLst>
              <a:ahLst/>
              <a:rect l="textAreaLeft" t="textAreaTop" r="textAreaRight" b="textAreaBottom"/>
              <a:pathLst>
                <a:path w="24" h="729">
                  <a:moveTo>
                    <a:pt x="12" y="729"/>
                  </a:moveTo>
                  <a:cubicBezTo>
                    <a:pt x="6" y="729"/>
                    <a:pt x="0" y="724"/>
                    <a:pt x="0" y="717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717"/>
                    <a:pt x="24" y="717"/>
                    <a:pt x="24" y="717"/>
                  </a:cubicBezTo>
                  <a:cubicBezTo>
                    <a:pt x="24" y="724"/>
                    <a:pt x="19" y="729"/>
                    <a:pt x="12" y="729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4" name="Freeform 17"/>
            <p:cNvSpPr/>
            <p:nvPr/>
          </p:nvSpPr>
          <p:spPr>
            <a:xfrm>
              <a:off x="6394320" y="3753360"/>
              <a:ext cx="105120" cy="1784520"/>
            </a:xfrm>
            <a:custGeom>
              <a:avLst/>
              <a:gdLst>
                <a:gd name="textAreaLeft" fmla="*/ 0 w 105120"/>
                <a:gd name="textAreaRight" fmla="*/ 110520 w 105120"/>
                <a:gd name="textAreaTop" fmla="*/ 0 h 1784520"/>
                <a:gd name="textAreaBottom" fmla="*/ 1789920 h 1784520"/>
              </a:gdLst>
              <a:ahLst/>
              <a:rect l="textAreaLeft" t="textAreaTop" r="textAreaRight" b="textAreaBottom"/>
              <a:pathLst>
                <a:path w="24" h="499">
                  <a:moveTo>
                    <a:pt x="12" y="499"/>
                  </a:moveTo>
                  <a:cubicBezTo>
                    <a:pt x="6" y="499"/>
                    <a:pt x="0" y="493"/>
                    <a:pt x="0" y="487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487"/>
                    <a:pt x="24" y="487"/>
                    <a:pt x="24" y="487"/>
                  </a:cubicBezTo>
                  <a:cubicBezTo>
                    <a:pt x="24" y="493"/>
                    <a:pt x="19" y="499"/>
                    <a:pt x="12" y="499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55" name="Group 11"/>
          <p:cNvGrpSpPr/>
          <p:nvPr/>
        </p:nvGrpSpPr>
        <p:grpSpPr>
          <a:xfrm>
            <a:off x="7423200" y="955800"/>
            <a:ext cx="80280" cy="4582440"/>
            <a:chOff x="7423200" y="955800"/>
            <a:chExt cx="80280" cy="4582440"/>
          </a:xfrm>
        </p:grpSpPr>
        <p:sp>
          <p:nvSpPr>
            <p:cNvPr id="956" name="Freeform 12"/>
            <p:cNvSpPr/>
            <p:nvPr/>
          </p:nvSpPr>
          <p:spPr>
            <a:xfrm>
              <a:off x="7423200" y="955800"/>
              <a:ext cx="80280" cy="4582440"/>
            </a:xfrm>
            <a:custGeom>
              <a:avLst/>
              <a:gdLst>
                <a:gd name="textAreaLeft" fmla="*/ 0 w 80280"/>
                <a:gd name="textAreaRight" fmla="*/ 85680 w 80280"/>
                <a:gd name="textAreaTop" fmla="*/ 0 h 4582440"/>
                <a:gd name="textAreaBottom" fmla="*/ 4587840 h 4582440"/>
              </a:gdLst>
              <a:ahLst/>
              <a:rect l="textAreaLeft" t="textAreaTop" r="textAreaRight" b="textAreaBottom"/>
              <a:pathLst>
                <a:path w="24" h="446">
                  <a:moveTo>
                    <a:pt x="12" y="446"/>
                  </a:moveTo>
                  <a:cubicBezTo>
                    <a:pt x="5" y="446"/>
                    <a:pt x="0" y="441"/>
                    <a:pt x="0" y="434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434"/>
                    <a:pt x="24" y="434"/>
                    <a:pt x="24" y="434"/>
                  </a:cubicBezTo>
                  <a:cubicBezTo>
                    <a:pt x="24" y="441"/>
                    <a:pt x="18" y="446"/>
                    <a:pt x="12" y="446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7" name="Freeform 18"/>
            <p:cNvSpPr/>
            <p:nvPr/>
          </p:nvSpPr>
          <p:spPr>
            <a:xfrm>
              <a:off x="7423200" y="2684160"/>
              <a:ext cx="80280" cy="2854080"/>
            </a:xfrm>
            <a:custGeom>
              <a:avLst/>
              <a:gdLst>
                <a:gd name="textAreaLeft" fmla="*/ 0 w 80280"/>
                <a:gd name="textAreaRight" fmla="*/ 85680 w 80280"/>
                <a:gd name="textAreaTop" fmla="*/ 0 h 2854080"/>
                <a:gd name="textAreaBottom" fmla="*/ 2859480 h 2854080"/>
              </a:gdLst>
              <a:ahLst/>
              <a:rect l="textAreaLeft" t="textAreaTop" r="textAreaRight" b="textAreaBottom"/>
              <a:pathLst>
                <a:path w="24" h="782">
                  <a:moveTo>
                    <a:pt x="12" y="782"/>
                  </a:moveTo>
                  <a:cubicBezTo>
                    <a:pt x="5" y="782"/>
                    <a:pt x="0" y="776"/>
                    <a:pt x="0" y="77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8" y="0"/>
                    <a:pt x="24" y="6"/>
                    <a:pt x="24" y="12"/>
                  </a:cubicBezTo>
                  <a:cubicBezTo>
                    <a:pt x="24" y="770"/>
                    <a:pt x="24" y="770"/>
                    <a:pt x="24" y="770"/>
                  </a:cubicBezTo>
                  <a:cubicBezTo>
                    <a:pt x="24" y="776"/>
                    <a:pt x="18" y="782"/>
                    <a:pt x="12" y="782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58" name="Group 14"/>
          <p:cNvGrpSpPr/>
          <p:nvPr/>
        </p:nvGrpSpPr>
        <p:grpSpPr>
          <a:xfrm>
            <a:off x="8447040" y="955800"/>
            <a:ext cx="81360" cy="4582440"/>
            <a:chOff x="8447040" y="955800"/>
            <a:chExt cx="81360" cy="4582440"/>
          </a:xfrm>
        </p:grpSpPr>
        <p:sp>
          <p:nvSpPr>
            <p:cNvPr id="959" name="Freeform 13"/>
            <p:cNvSpPr/>
            <p:nvPr/>
          </p:nvSpPr>
          <p:spPr>
            <a:xfrm>
              <a:off x="8447040" y="955800"/>
              <a:ext cx="81360" cy="4418280"/>
            </a:xfrm>
            <a:custGeom>
              <a:avLst/>
              <a:gdLst>
                <a:gd name="textAreaLeft" fmla="*/ 0 w 81360"/>
                <a:gd name="textAreaRight" fmla="*/ 86760 w 81360"/>
                <a:gd name="textAreaTop" fmla="*/ 0 h 4418280"/>
                <a:gd name="textAreaBottom" fmla="*/ 4423680 h 4418280"/>
              </a:gdLst>
              <a:ahLst/>
              <a:rect l="textAreaLeft" t="textAreaTop" r="textAreaRight" b="textAreaBottom"/>
              <a:pathLst>
                <a:path w="24" h="334">
                  <a:moveTo>
                    <a:pt x="12" y="334"/>
                  </a:moveTo>
                  <a:cubicBezTo>
                    <a:pt x="6" y="334"/>
                    <a:pt x="0" y="329"/>
                    <a:pt x="0" y="32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322"/>
                    <a:pt x="24" y="322"/>
                    <a:pt x="24" y="322"/>
                  </a:cubicBezTo>
                  <a:cubicBezTo>
                    <a:pt x="24" y="329"/>
                    <a:pt x="19" y="334"/>
                    <a:pt x="12" y="33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0" name="Freeform 19"/>
            <p:cNvSpPr/>
            <p:nvPr/>
          </p:nvSpPr>
          <p:spPr>
            <a:xfrm>
              <a:off x="8447040" y="2304720"/>
              <a:ext cx="81360" cy="3233520"/>
            </a:xfrm>
            <a:custGeom>
              <a:avLst/>
              <a:gdLst>
                <a:gd name="textAreaLeft" fmla="*/ 0 w 81360"/>
                <a:gd name="textAreaRight" fmla="*/ 86760 w 81360"/>
                <a:gd name="textAreaTop" fmla="*/ 0 h 3233520"/>
                <a:gd name="textAreaBottom" fmla="*/ 3238920 h 3233520"/>
              </a:gdLst>
              <a:ahLst/>
              <a:rect l="textAreaLeft" t="textAreaTop" r="textAreaRight" b="textAreaBottom"/>
              <a:pathLst>
                <a:path w="24" h="894">
                  <a:moveTo>
                    <a:pt x="12" y="894"/>
                  </a:moveTo>
                  <a:cubicBezTo>
                    <a:pt x="6" y="894"/>
                    <a:pt x="0" y="888"/>
                    <a:pt x="0" y="88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6" y="0"/>
                    <a:pt x="12" y="0"/>
                  </a:cubicBezTo>
                  <a:cubicBezTo>
                    <a:pt x="19" y="0"/>
                    <a:pt x="24" y="6"/>
                    <a:pt x="24" y="12"/>
                  </a:cubicBezTo>
                  <a:cubicBezTo>
                    <a:pt x="24" y="882"/>
                    <a:pt x="24" y="882"/>
                    <a:pt x="24" y="882"/>
                  </a:cubicBezTo>
                  <a:cubicBezTo>
                    <a:pt x="24" y="888"/>
                    <a:pt x="19" y="894"/>
                    <a:pt x="12" y="894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1" name="Group 17"/>
          <p:cNvGrpSpPr/>
          <p:nvPr/>
        </p:nvGrpSpPr>
        <p:grpSpPr>
          <a:xfrm>
            <a:off x="9474120" y="955800"/>
            <a:ext cx="86760" cy="4582080"/>
            <a:chOff x="9474120" y="955800"/>
            <a:chExt cx="86760" cy="4582080"/>
          </a:xfrm>
        </p:grpSpPr>
        <p:sp>
          <p:nvSpPr>
            <p:cNvPr id="962" name="Freeform 14"/>
            <p:cNvSpPr/>
            <p:nvPr/>
          </p:nvSpPr>
          <p:spPr>
            <a:xfrm>
              <a:off x="9474120" y="955800"/>
              <a:ext cx="86760" cy="4339440"/>
            </a:xfrm>
            <a:custGeom>
              <a:avLst/>
              <a:gdLst>
                <a:gd name="textAreaLeft" fmla="*/ 0 w 86760"/>
                <a:gd name="textAreaRight" fmla="*/ 92160 w 86760"/>
                <a:gd name="textAreaTop" fmla="*/ 0 h 4339440"/>
                <a:gd name="textAreaBottom" fmla="*/ 4344840 h 4339440"/>
              </a:gdLst>
              <a:ahLst/>
              <a:rect l="textAreaLeft" t="textAreaTop" r="textAreaRight" b="textAreaBottom"/>
              <a:pathLst>
                <a:path w="24" h="825">
                  <a:moveTo>
                    <a:pt x="12" y="825"/>
                  </a:moveTo>
                  <a:cubicBezTo>
                    <a:pt x="5" y="825"/>
                    <a:pt x="0" y="820"/>
                    <a:pt x="0" y="813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813"/>
                    <a:pt x="24" y="813"/>
                    <a:pt x="24" y="813"/>
                  </a:cubicBezTo>
                  <a:cubicBezTo>
                    <a:pt x="24" y="820"/>
                    <a:pt x="19" y="825"/>
                    <a:pt x="12" y="825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3" name="Freeform 20"/>
            <p:cNvSpPr/>
            <p:nvPr/>
          </p:nvSpPr>
          <p:spPr>
            <a:xfrm>
              <a:off x="9474120" y="4072320"/>
              <a:ext cx="86760" cy="1465560"/>
            </a:xfrm>
            <a:custGeom>
              <a:avLst/>
              <a:gdLst>
                <a:gd name="textAreaLeft" fmla="*/ 0 w 86760"/>
                <a:gd name="textAreaRight" fmla="*/ 92160 w 86760"/>
                <a:gd name="textAreaTop" fmla="*/ 0 h 1465560"/>
                <a:gd name="textAreaBottom" fmla="*/ 1470960 h 1465560"/>
              </a:gdLst>
              <a:ahLst/>
              <a:rect l="textAreaLeft" t="textAreaTop" r="textAreaRight" b="textAreaBottom"/>
              <a:pathLst>
                <a:path w="24" h="403">
                  <a:moveTo>
                    <a:pt x="12" y="403"/>
                  </a:moveTo>
                  <a:cubicBezTo>
                    <a:pt x="5" y="403"/>
                    <a:pt x="0" y="397"/>
                    <a:pt x="0" y="39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9" y="0"/>
                    <a:pt x="24" y="6"/>
                    <a:pt x="24" y="12"/>
                  </a:cubicBezTo>
                  <a:cubicBezTo>
                    <a:pt x="24" y="391"/>
                    <a:pt x="24" y="391"/>
                    <a:pt x="24" y="391"/>
                  </a:cubicBezTo>
                  <a:cubicBezTo>
                    <a:pt x="24" y="397"/>
                    <a:pt x="19" y="403"/>
                    <a:pt x="12" y="403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4" name="Group 20"/>
          <p:cNvGrpSpPr/>
          <p:nvPr/>
        </p:nvGrpSpPr>
        <p:grpSpPr>
          <a:xfrm>
            <a:off x="10503000" y="955800"/>
            <a:ext cx="84960" cy="4582440"/>
            <a:chOff x="10503000" y="955800"/>
            <a:chExt cx="84960" cy="4582440"/>
          </a:xfrm>
        </p:grpSpPr>
        <p:sp>
          <p:nvSpPr>
            <p:cNvPr id="965" name="Freeform 15"/>
            <p:cNvSpPr/>
            <p:nvPr/>
          </p:nvSpPr>
          <p:spPr>
            <a:xfrm>
              <a:off x="10503000" y="955800"/>
              <a:ext cx="84960" cy="4458240"/>
            </a:xfrm>
            <a:custGeom>
              <a:avLst/>
              <a:gdLst>
                <a:gd name="textAreaLeft" fmla="*/ 0 w 84960"/>
                <a:gd name="textAreaRight" fmla="*/ 90360 w 84960"/>
                <a:gd name="textAreaTop" fmla="*/ 0 h 4458240"/>
                <a:gd name="textAreaBottom" fmla="*/ 4463640 h 4458240"/>
              </a:gdLst>
              <a:ahLst/>
              <a:rect l="textAreaLeft" t="textAreaTop" r="textAreaRight" b="textAreaBottom"/>
              <a:pathLst>
                <a:path w="24" h="616">
                  <a:moveTo>
                    <a:pt x="12" y="616"/>
                  </a:moveTo>
                  <a:cubicBezTo>
                    <a:pt x="5" y="616"/>
                    <a:pt x="0" y="610"/>
                    <a:pt x="0" y="604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604"/>
                    <a:pt x="24" y="604"/>
                    <a:pt x="24" y="604"/>
                  </a:cubicBezTo>
                  <a:cubicBezTo>
                    <a:pt x="24" y="610"/>
                    <a:pt x="18" y="616"/>
                    <a:pt x="12" y="616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6" name="Freeform 21"/>
            <p:cNvSpPr/>
            <p:nvPr/>
          </p:nvSpPr>
          <p:spPr>
            <a:xfrm>
              <a:off x="10503000" y="3309840"/>
              <a:ext cx="84960" cy="2228400"/>
            </a:xfrm>
            <a:custGeom>
              <a:avLst/>
              <a:gdLst>
                <a:gd name="textAreaLeft" fmla="*/ 0 w 84960"/>
                <a:gd name="textAreaRight" fmla="*/ 90360 w 84960"/>
                <a:gd name="textAreaTop" fmla="*/ 0 h 2228400"/>
                <a:gd name="textAreaBottom" fmla="*/ 2233800 h 2228400"/>
              </a:gdLst>
              <a:ahLst/>
              <a:rect l="textAreaLeft" t="textAreaTop" r="textAreaRight" b="textAreaBottom"/>
              <a:pathLst>
                <a:path w="24" h="612">
                  <a:moveTo>
                    <a:pt x="12" y="612"/>
                  </a:moveTo>
                  <a:cubicBezTo>
                    <a:pt x="5" y="612"/>
                    <a:pt x="0" y="606"/>
                    <a:pt x="0" y="60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600"/>
                    <a:pt x="24" y="600"/>
                    <a:pt x="24" y="600"/>
                  </a:cubicBezTo>
                  <a:cubicBezTo>
                    <a:pt x="24" y="606"/>
                    <a:pt x="18" y="612"/>
                    <a:pt x="12" y="612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967" name="Rectangle 22"/>
          <p:cNvSpPr/>
          <p:nvPr/>
        </p:nvSpPr>
        <p:spPr>
          <a:xfrm>
            <a:off x="520524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68%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8" name="Rectangle 23"/>
          <p:cNvSpPr/>
          <p:nvPr/>
        </p:nvSpPr>
        <p:spPr>
          <a:xfrm>
            <a:off x="623232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30%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9" name="Rectangle 24"/>
          <p:cNvSpPr/>
          <p:nvPr/>
        </p:nvSpPr>
        <p:spPr>
          <a:xfrm>
            <a:off x="725616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65%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0" name="Rectangle 25"/>
          <p:cNvSpPr/>
          <p:nvPr/>
        </p:nvSpPr>
        <p:spPr>
          <a:xfrm>
            <a:off x="828504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70%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1" name="Rectangle 26"/>
          <p:cNvSpPr/>
          <p:nvPr/>
        </p:nvSpPr>
        <p:spPr>
          <a:xfrm>
            <a:off x="930888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25%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2" name="Rectangle 27"/>
          <p:cNvSpPr/>
          <p:nvPr/>
        </p:nvSpPr>
        <p:spPr>
          <a:xfrm>
            <a:off x="1033596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35%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3" name="Oval 29"/>
          <p:cNvSpPr/>
          <p:nvPr/>
        </p:nvSpPr>
        <p:spPr>
          <a:xfrm>
            <a:off x="5168520" y="3993120"/>
            <a:ext cx="473760" cy="4737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4" name="Oval 30"/>
          <p:cNvSpPr/>
          <p:nvPr/>
        </p:nvSpPr>
        <p:spPr>
          <a:xfrm>
            <a:off x="6189480" y="3402720"/>
            <a:ext cx="473760" cy="4737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5" name="Oval 31"/>
          <p:cNvSpPr/>
          <p:nvPr/>
        </p:nvSpPr>
        <p:spPr>
          <a:xfrm>
            <a:off x="7231680" y="2304720"/>
            <a:ext cx="473760" cy="4737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6" name="Oval 32"/>
          <p:cNvSpPr/>
          <p:nvPr/>
        </p:nvSpPr>
        <p:spPr>
          <a:xfrm>
            <a:off x="8253720" y="1885680"/>
            <a:ext cx="473760" cy="4737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7" name="Oval 33"/>
          <p:cNvSpPr/>
          <p:nvPr/>
        </p:nvSpPr>
        <p:spPr>
          <a:xfrm>
            <a:off x="9279000" y="3753360"/>
            <a:ext cx="473760" cy="4737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8" name="Oval 34"/>
          <p:cNvSpPr/>
          <p:nvPr/>
        </p:nvSpPr>
        <p:spPr>
          <a:xfrm>
            <a:off x="10297800" y="2969640"/>
            <a:ext cx="473760" cy="4737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9" name="object 384"/>
          <p:cNvSpPr/>
          <p:nvPr/>
        </p:nvSpPr>
        <p:spPr>
          <a:xfrm flipV="1">
            <a:off x="356760" y="671328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0" name="object 4"/>
          <p:cNvSpPr/>
          <p:nvPr/>
        </p:nvSpPr>
        <p:spPr>
          <a:xfrm>
            <a:off x="10477800" y="663120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1" name="object 384"/>
          <p:cNvSpPr/>
          <p:nvPr/>
        </p:nvSpPr>
        <p:spPr>
          <a:xfrm flipV="1" rot="10800000">
            <a:off x="6101640" y="671868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2" name="object 386"/>
          <p:cNvSpPr/>
          <p:nvPr/>
        </p:nvSpPr>
        <p:spPr>
          <a:xfrm>
            <a:off x="5927400" y="651744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3" name="Freeform 44"/>
          <p:cNvSpPr/>
          <p:nvPr/>
        </p:nvSpPr>
        <p:spPr>
          <a:xfrm>
            <a:off x="-2063880" y="-1115280"/>
            <a:ext cx="7424280" cy="3801960"/>
          </a:xfrm>
          <a:custGeom>
            <a:avLst/>
            <a:gdLst>
              <a:gd name="textAreaLeft" fmla="*/ 0 w 7424280"/>
              <a:gd name="textAreaRight" fmla="*/ 7429680 w 7424280"/>
              <a:gd name="textAreaTop" fmla="*/ 0 h 3801960"/>
              <a:gd name="textAreaBottom" fmla="*/ 3807360 h 3801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984" name="Group 40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985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86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987" name="Rectangle 45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3" r:id="rId2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8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4835DAD-CB87-43FA-9FA5-5AD5436AE64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0" name="Freeform 13"/>
          <p:cNvSpPr/>
          <p:nvPr/>
        </p:nvSpPr>
        <p:spPr>
          <a:xfrm rot="370200">
            <a:off x="-1923480" y="-907920"/>
            <a:ext cx="12068640" cy="5607000"/>
          </a:xfrm>
          <a:custGeom>
            <a:avLst/>
            <a:gdLst>
              <a:gd name="textAreaLeft" fmla="*/ 0 w 12068640"/>
              <a:gd name="textAreaRight" fmla="*/ 12074040 w 12068640"/>
              <a:gd name="textAreaTop" fmla="*/ 0 h 5607000"/>
              <a:gd name="textAreaBottom" fmla="*/ 5612400 h 5607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91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2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3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4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995" name="Group 9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996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97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998" name="Rectangle 14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5" r:id="rId2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0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1372FBC0-1D77-4799-97A0-FD1C71D6BFE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1" name="Freeform 13"/>
          <p:cNvSpPr/>
          <p:nvPr/>
        </p:nvSpPr>
        <p:spPr>
          <a:xfrm rot="370200">
            <a:off x="-1923480" y="-907920"/>
            <a:ext cx="12068640" cy="5607000"/>
          </a:xfrm>
          <a:custGeom>
            <a:avLst/>
            <a:gdLst>
              <a:gd name="textAreaLeft" fmla="*/ 0 w 12068640"/>
              <a:gd name="textAreaRight" fmla="*/ 12074040 w 12068640"/>
              <a:gd name="textAreaTop" fmla="*/ 0 h 5607000"/>
              <a:gd name="textAreaBottom" fmla="*/ 5612400 h 5607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02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3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4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5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06" name="Group 9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1007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08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09" name="Rectangle 14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7" r:id="rId2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1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4FCEB8FE-5E63-4A01-9E4A-6B07DCFCE11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4" name="Freeform 13"/>
          <p:cNvSpPr/>
          <p:nvPr/>
        </p:nvSpPr>
        <p:spPr>
          <a:xfrm rot="370200">
            <a:off x="-1923480" y="-907920"/>
            <a:ext cx="12068640" cy="5607000"/>
          </a:xfrm>
          <a:custGeom>
            <a:avLst/>
            <a:gdLst>
              <a:gd name="textAreaLeft" fmla="*/ 0 w 12068640"/>
              <a:gd name="textAreaRight" fmla="*/ 12074040 w 12068640"/>
              <a:gd name="textAreaTop" fmla="*/ 0 h 5607000"/>
              <a:gd name="textAreaBottom" fmla="*/ 5612400 h 5607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15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16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17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18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19" name="Group 9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1020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21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22" name="Rectangle 14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9" r:id="rId2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26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9473EBC-BAAB-4E24-A550-CE43919CBE5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7" name="Freeform 13"/>
          <p:cNvSpPr/>
          <p:nvPr/>
        </p:nvSpPr>
        <p:spPr>
          <a:xfrm rot="370200">
            <a:off x="-1923480" y="-907920"/>
            <a:ext cx="12068640" cy="5607000"/>
          </a:xfrm>
          <a:custGeom>
            <a:avLst/>
            <a:gdLst>
              <a:gd name="textAreaLeft" fmla="*/ 0 w 12068640"/>
              <a:gd name="textAreaRight" fmla="*/ 12074040 w 12068640"/>
              <a:gd name="textAreaTop" fmla="*/ 0 h 5607000"/>
              <a:gd name="textAreaBottom" fmla="*/ 5612400 h 5607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28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9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0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1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32" name="Group 9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1033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34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35" name="Rectangle 14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1" r:id="rId2"/>
  </p:sldLayoutIdLst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Oval 6"/>
          <p:cNvSpPr/>
          <p:nvPr/>
        </p:nvSpPr>
        <p:spPr>
          <a:xfrm>
            <a:off x="11513880" y="273600"/>
            <a:ext cx="343800" cy="34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3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B33B295-EB49-42CB-A38E-9EEDA30FA17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0" name="Freeform 13"/>
          <p:cNvSpPr/>
          <p:nvPr/>
        </p:nvSpPr>
        <p:spPr>
          <a:xfrm rot="370200">
            <a:off x="-1923480" y="-907920"/>
            <a:ext cx="12068640" cy="5607000"/>
          </a:xfrm>
          <a:custGeom>
            <a:avLst/>
            <a:gdLst>
              <a:gd name="textAreaLeft" fmla="*/ 0 w 12068640"/>
              <a:gd name="textAreaRight" fmla="*/ 12074040 w 12068640"/>
              <a:gd name="textAreaTop" fmla="*/ 0 h 5607000"/>
              <a:gd name="textAreaBottom" fmla="*/ 5612400 h 5607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41" name="object 384"/>
          <p:cNvSpPr/>
          <p:nvPr/>
        </p:nvSpPr>
        <p:spPr>
          <a:xfrm flipV="1">
            <a:off x="356760" y="6703200"/>
            <a:ext cx="5706720" cy="40320"/>
          </a:xfrm>
          <a:custGeom>
            <a:avLst/>
            <a:gdLst>
              <a:gd name="textAreaLeft" fmla="*/ 0 w 5706720"/>
              <a:gd name="textAreaRight" fmla="*/ 5712120 w 570672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2" name="object 4"/>
          <p:cNvSpPr/>
          <p:nvPr/>
        </p:nvSpPr>
        <p:spPr>
          <a:xfrm>
            <a:off x="10477800" y="6621120"/>
            <a:ext cx="1388520" cy="168840"/>
          </a:xfrm>
          <a:custGeom>
            <a:avLst/>
            <a:gdLst>
              <a:gd name="textAreaLeft" fmla="*/ 0 w 1388520"/>
              <a:gd name="textAreaRight" fmla="*/ 1393920 w 1388520"/>
              <a:gd name="textAreaTop" fmla="*/ 0 h 168840"/>
              <a:gd name="textAreaBottom" fmla="*/ 174240 h 168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3" name="object 384"/>
          <p:cNvSpPr/>
          <p:nvPr/>
        </p:nvSpPr>
        <p:spPr>
          <a:xfrm flipV="1" rot="10800000">
            <a:off x="6101640" y="6708600"/>
            <a:ext cx="4312800" cy="40320"/>
          </a:xfrm>
          <a:custGeom>
            <a:avLst/>
            <a:gdLst>
              <a:gd name="textAreaLeft" fmla="*/ 0 w 4312800"/>
              <a:gd name="textAreaRight" fmla="*/ 4318200 w 4312800"/>
              <a:gd name="textAreaTop" fmla="*/ 2880 h 40320"/>
              <a:gd name="textAreaBottom" fmla="*/ 48600 h 40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4" name="object 386"/>
          <p:cNvSpPr/>
          <p:nvPr/>
        </p:nvSpPr>
        <p:spPr>
          <a:xfrm>
            <a:off x="5927400" y="6507720"/>
            <a:ext cx="331560" cy="316440"/>
          </a:xfrm>
          <a:custGeom>
            <a:avLst/>
            <a:gdLst>
              <a:gd name="textAreaLeft" fmla="*/ 0 w 331560"/>
              <a:gd name="textAreaRight" fmla="*/ 336960 w 331560"/>
              <a:gd name="textAreaTop" fmla="*/ 0 h 316440"/>
              <a:gd name="textAreaBottom" fmla="*/ 321840 h 316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45" name="Group 9"/>
          <p:cNvGrpSpPr/>
          <p:nvPr/>
        </p:nvGrpSpPr>
        <p:grpSpPr>
          <a:xfrm>
            <a:off x="552600" y="565200"/>
            <a:ext cx="1474200" cy="50400"/>
            <a:chOff x="552600" y="565200"/>
            <a:chExt cx="1474200" cy="50400"/>
          </a:xfrm>
        </p:grpSpPr>
        <p:sp>
          <p:nvSpPr>
            <p:cNvPr id="1046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47" name="Freeform 7"/>
            <p:cNvSpPr/>
            <p:nvPr/>
          </p:nvSpPr>
          <p:spPr>
            <a:xfrm flipV="1" rot="16200000">
              <a:off x="1264320" y="-146520"/>
              <a:ext cx="50400" cy="1474200"/>
            </a:xfrm>
            <a:custGeom>
              <a:avLst/>
              <a:gdLst>
                <a:gd name="textAreaLeft" fmla="*/ 0 w 50400"/>
                <a:gd name="textAreaRight" fmla="*/ 55800 w 50400"/>
                <a:gd name="textAreaTop" fmla="*/ -2880 h 1474200"/>
                <a:gd name="textAreaBottom" fmla="*/ 1476720 h 1474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48" name="Rectangle 14"/>
          <p:cNvSpPr/>
          <p:nvPr/>
        </p:nvSpPr>
        <p:spPr>
          <a:xfrm>
            <a:off x="11441880" y="168480"/>
            <a:ext cx="511920" cy="536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3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1" name="TextBox 1"/>
          <p:cNvSpPr/>
          <p:nvPr/>
        </p:nvSpPr>
        <p:spPr>
          <a:xfrm>
            <a:off x="5482080" y="6479640"/>
            <a:ext cx="9129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versiyon 3.2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2" name="Text Placeholder 10"/>
          <p:cNvSpPr/>
          <p:nvPr/>
        </p:nvSpPr>
        <p:spPr>
          <a:xfrm>
            <a:off x="2046600" y="4454640"/>
            <a:ext cx="8297280" cy="125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tr-TR" sz="3200" spc="-1" strike="noStrike">
                <a:solidFill>
                  <a:srgbClr val="ebecf0"/>
                </a:solidFill>
                <a:latin typeface="Arial Black"/>
              </a:rPr>
              <a:t>AI CRASH COURSE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tr-TR" sz="3200" spc="-1" strike="noStrike">
                <a:solidFill>
                  <a:srgbClr val="ebecf0"/>
                </a:solidFill>
                <a:latin typeface="Arial Black"/>
              </a:rPr>
              <a:t>Mehmet PEKMEZCİ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30520" cy="41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2000" spc="-1" strike="noStrike">
                <a:solidFill>
                  <a:schemeClr val="lt1"/>
                </a:solidFill>
                <a:latin typeface="Arial Black"/>
              </a:rPr>
              <a:t>DAY – 1 : Core AI + Machine Learning Foundations (Engineer-Oriented)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4" name="Text 3"/>
          <p:cNvSpPr/>
          <p:nvPr/>
        </p:nvSpPr>
        <p:spPr>
          <a:xfrm>
            <a:off x="457200" y="831600"/>
            <a:ext cx="11427840" cy="548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AI landscape for engineers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How ML systems actually work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Core ML types (practical framing) 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Neural networks intuition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Hands-on (important for engineers)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Outcome: Understand ML as a software system.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30520" cy="41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2000" spc="-1" strike="noStrike">
                <a:solidFill>
                  <a:schemeClr val="lt1"/>
                </a:solidFill>
                <a:latin typeface="Arial Black"/>
              </a:rPr>
              <a:t>DAY – 2 :  LLMs, Generative AI, and Modern AI Stack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6" name="Text 1"/>
          <p:cNvSpPr/>
          <p:nvPr/>
        </p:nvSpPr>
        <p:spPr>
          <a:xfrm>
            <a:off x="457200" y="831600"/>
            <a:ext cx="11427840" cy="548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What changed: from ML to LLMs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Transformers (engineer-level explanation)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How LLMs work in production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Embeddings (VERY important for engineers)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Prompting (practical engineering skill)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RAG (Retrieval Augmented Generation)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Hands-on lab : chatbot over PDFs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Outcome: Understand how modern AI products are actually built.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30520" cy="41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2000" spc="-1" strike="noStrike">
                <a:solidFill>
                  <a:schemeClr val="lt1"/>
                </a:solidFill>
                <a:latin typeface="Arial Black"/>
              </a:rPr>
              <a:t>DAY – 3 :  Building AI Systems + Production + Real Use Cases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8" name="Text 4"/>
          <p:cNvSpPr/>
          <p:nvPr/>
        </p:nvSpPr>
        <p:spPr>
          <a:xfrm>
            <a:off x="457200" y="831600"/>
            <a:ext cx="11427840" cy="548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AI in real software architecture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LLM application patterns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AI agents (modern topic)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MLOps &amp; LLMOps (important for engineers)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Cost, latency, and scaling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Security and risks (engineering angle)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Final hands-on project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Outcome: Design and prototype real AI-powered systems.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30520" cy="41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2000" spc="-1" strike="noStrike">
                <a:solidFill>
                  <a:schemeClr val="lt1"/>
                </a:solidFill>
                <a:latin typeface="Arial Black"/>
              </a:rPr>
              <a:t>Extra Topics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0" name="Text 2"/>
          <p:cNvSpPr/>
          <p:nvPr/>
        </p:nvSpPr>
        <p:spPr>
          <a:xfrm>
            <a:off x="457200" y="831600"/>
            <a:ext cx="11427840" cy="548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Fine-tuning vs RAG tradeoff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Open-source models (Llama, Mistral)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Vector databases deep dive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Multimodal models (text + image)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Agent frameworks (LangChain, LangGraph, LlamaIndex)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HVL- TEMPLATE FOR PRODUCTS AND SOLUTIONS_VERSION  3.2</Template>
  <TotalTime>4750</TotalTime>
  <Application>LibreOffice/24.2.7.2$Linux_X86_64 LibreOffice_project/420$Build-2</Application>
  <AppVersion>15.0000</AppVersion>
  <Words>840</Words>
  <Paragraphs>249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2025-11-24T12:26:39Z</dcterms:created>
  <dc:creator>Mehmet PEKMEZCİ</dc:creator>
  <dc:description/>
  <dc:language>en-US</dc:language>
  <cp:lastModifiedBy/>
  <dcterms:modified xsi:type="dcterms:W3CDTF">2026-06-26T18:54:54Z</dcterms:modified>
  <cp:revision>83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0x010100800CEB18A79B964CA054DFDEE64EDA10</vt:lpwstr>
  </property>
  <property fmtid="{D5CDD505-2E9C-101B-9397-08002B2CF9AE}" pid="3" name="Notes">
    <vt:i4>4</vt:i4>
  </property>
  <property fmtid="{D5CDD505-2E9C-101B-9397-08002B2CF9AE}" pid="4" name="PresentationFormat">
    <vt:lpwstr>Widescreen</vt:lpwstr>
  </property>
  <property fmtid="{D5CDD505-2E9C-101B-9397-08002B2CF9AE}" pid="5" name="Slides">
    <vt:i4>10</vt:i4>
  </property>
  <property fmtid="{D5CDD505-2E9C-101B-9397-08002B2CF9AE}" pid="6" name="VeriketAuthor">
    <vt:lpwstr>3ZXl6zLEMop/T4ZOd8aL6mXiYVv8uu7BpPRD/QTH98Q=</vt:lpwstr>
  </property>
  <property fmtid="{D5CDD505-2E9C-101B-9397-08002B2CF9AE}" pid="7" name="VeriketClassification">
    <vt:lpwstr>A5BC3CFD-4D51-461E-B5F0-D84C6FA67A36</vt:lpwstr>
  </property>
</Properties>
</file>