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36.xml" ContentType="application/vnd.openxmlformats-officedocument.theme+xml"/>
  <Override PartName="/ppt/theme/theme2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slideLayout2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</p:sldMasterIdLst>
  <p:sldIdLst>
    <p:sldId id="256" r:id="rId40"/>
    <p:sldId id="257" r:id="rId41"/>
    <p:sldId id="258" r:id="rId42"/>
    <p:sldId id="259" r:id="rId43"/>
    <p:sldId id="260" r:id="rId4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" Target="slides/slide1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16189856957087"/>
          <c:y val="0.0483083511777302"/>
          <c:w val="0.590485478977026"/>
          <c:h val="0.932077087794433"/>
        </c:manualLayout>
      </c:layout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87000">
                    <a:srgbClr val="ff0000"/>
                  </a:gs>
                  <a:gs pos="100000">
                    <a:srgbClr val="b2244c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242e3d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pe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I Arz Eder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o+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33E185D-3F4D-4201-9DE4-86C188CE28D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Grey_unpressed"/>
          <p:cNvSpPr/>
          <p:nvPr/>
        </p:nvSpPr>
        <p:spPr>
          <a:xfrm>
            <a:off x="2833920" y="2727720"/>
            <a:ext cx="6468480" cy="1516320"/>
          </a:xfrm>
          <a:custGeom>
            <a:avLst/>
            <a:gdLst>
              <a:gd name="textAreaLeft" fmla="*/ 0 w 6468480"/>
              <a:gd name="textAreaRight" fmla="*/ 6474600 w 6468480"/>
              <a:gd name="textAreaTop" fmla="*/ 0 h 1516320"/>
              <a:gd name="textAreaBottom" fmla="*/ 1522440 h 15163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" name="TextBox 4"/>
          <p:cNvSpPr/>
          <p:nvPr/>
        </p:nvSpPr>
        <p:spPr>
          <a:xfrm>
            <a:off x="7392960" y="6313680"/>
            <a:ext cx="57049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Freeform 6"/>
          <p:cNvSpPr/>
          <p:nvPr/>
        </p:nvSpPr>
        <p:spPr>
          <a:xfrm>
            <a:off x="2435040" y="2589840"/>
            <a:ext cx="2433960" cy="2608920"/>
          </a:xfrm>
          <a:custGeom>
            <a:avLst/>
            <a:gdLst>
              <a:gd name="textAreaLeft" fmla="*/ 0 w 2433960"/>
              <a:gd name="textAreaRight" fmla="*/ 2440080 w 2433960"/>
              <a:gd name="textAreaTop" fmla="*/ 0 h 2608920"/>
              <a:gd name="textAreaBottom" fmla="*/ 2615040 h 26089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" name="Oval 7"/>
          <p:cNvSpPr/>
          <p:nvPr/>
        </p:nvSpPr>
        <p:spPr>
          <a:xfrm>
            <a:off x="3103920" y="3080520"/>
            <a:ext cx="980640" cy="9806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" name="Group 8"/>
          <p:cNvGrpSpPr/>
          <p:nvPr/>
        </p:nvGrpSpPr>
        <p:grpSpPr>
          <a:xfrm>
            <a:off x="4008600" y="3031920"/>
            <a:ext cx="4118760" cy="907920"/>
            <a:chOff x="4008600" y="3031920"/>
            <a:chExt cx="4118760" cy="907920"/>
          </a:xfrm>
        </p:grpSpPr>
        <p:pic>
          <p:nvPicPr>
            <p:cNvPr id="7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2720" cy="859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7600" cy="8593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" name="Rectangle 12"/>
          <p:cNvSpPr/>
          <p:nvPr/>
        </p:nvSpPr>
        <p:spPr>
          <a:xfrm>
            <a:off x="11271960" y="256320"/>
            <a:ext cx="677520" cy="4896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" name="Group 19"/>
          <p:cNvGrpSpPr/>
          <p:nvPr/>
        </p:nvGrpSpPr>
        <p:grpSpPr>
          <a:xfrm>
            <a:off x="1717560" y="6498720"/>
            <a:ext cx="901800" cy="195120"/>
            <a:chOff x="1717560" y="6498720"/>
            <a:chExt cx="901800" cy="195120"/>
          </a:xfrm>
        </p:grpSpPr>
        <p:pic>
          <p:nvPicPr>
            <p:cNvPr id="11" name="Picture 20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934640" y="6498720"/>
              <a:ext cx="684720" cy="184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" name="Picture 21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717560" y="6509520"/>
              <a:ext cx="205920" cy="18432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13" name="Picture 22" descr=""/>
          <p:cNvPicPr/>
          <p:nvPr/>
        </p:nvPicPr>
        <p:blipFill>
          <a:blip r:embed="rId6"/>
          <a:stretch/>
        </p:blipFill>
        <p:spPr>
          <a:xfrm>
            <a:off x="169560" y="6469200"/>
            <a:ext cx="1329840" cy="253800"/>
          </a:xfrm>
          <a:prstGeom prst="rect">
            <a:avLst/>
          </a:prstGeom>
          <a:ln w="0">
            <a:noFill/>
          </a:ln>
        </p:spPr>
      </p:pic>
      <p:sp>
        <p:nvSpPr>
          <p:cNvPr id="14" name="TextBox 23"/>
          <p:cNvSpPr/>
          <p:nvPr/>
        </p:nvSpPr>
        <p:spPr>
          <a:xfrm>
            <a:off x="1585440" y="64987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24"/>
          <p:cNvSpPr/>
          <p:nvPr/>
        </p:nvSpPr>
        <p:spPr>
          <a:xfrm>
            <a:off x="1585440" y="645480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25"/>
          <p:cNvSpPr/>
          <p:nvPr/>
        </p:nvSpPr>
        <p:spPr>
          <a:xfrm>
            <a:off x="1585440" y="65095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2FB881C-8198-4871-A6C1-7FCAA3BFCDF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Freeform 6"/>
          <p:cNvSpPr/>
          <p:nvPr/>
        </p:nvSpPr>
        <p:spPr>
          <a:xfrm>
            <a:off x="2395440" y="1946160"/>
            <a:ext cx="1347840" cy="3705480"/>
          </a:xfrm>
          <a:custGeom>
            <a:avLst/>
            <a:gdLst>
              <a:gd name="textAreaLeft" fmla="*/ 0 w 1347840"/>
              <a:gd name="textAreaRight" fmla="*/ 1353960 w 1347840"/>
              <a:gd name="textAreaTop" fmla="*/ 0 h 3705480"/>
              <a:gd name="textAreaBottom" fmla="*/ 3711600 h 3705480"/>
            </a:gdLst>
            <a:ahLst/>
            <a:rect l="textAreaLeft" t="textAreaTop" r="textAreaRight" b="textAreaBottom"/>
            <a:pathLst>
              <a:path w="356" h="974">
                <a:moveTo>
                  <a:pt x="174" y="972"/>
                </a:moveTo>
                <a:cubicBezTo>
                  <a:pt x="274" y="974"/>
                  <a:pt x="356" y="891"/>
                  <a:pt x="356" y="791"/>
                </a:cubicBezTo>
                <a:cubicBezTo>
                  <a:pt x="356" y="182"/>
                  <a:pt x="356" y="182"/>
                  <a:pt x="356" y="182"/>
                </a:cubicBezTo>
                <a:cubicBezTo>
                  <a:pt x="356" y="85"/>
                  <a:pt x="278" y="3"/>
                  <a:pt x="181" y="1"/>
                </a:cubicBezTo>
                <a:cubicBezTo>
                  <a:pt x="82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2" name="Freeform 7"/>
          <p:cNvSpPr/>
          <p:nvPr/>
        </p:nvSpPr>
        <p:spPr>
          <a:xfrm>
            <a:off x="4432320" y="1946160"/>
            <a:ext cx="1355040" cy="3705480"/>
          </a:xfrm>
          <a:custGeom>
            <a:avLst/>
            <a:gdLst>
              <a:gd name="textAreaLeft" fmla="*/ 0 w 1355040"/>
              <a:gd name="textAreaRight" fmla="*/ 1361160 w 1355040"/>
              <a:gd name="textAreaTop" fmla="*/ 0 h 3705480"/>
              <a:gd name="textAreaBottom" fmla="*/ 3711600 h 370548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3" name="Freeform 8"/>
          <p:cNvSpPr/>
          <p:nvPr/>
        </p:nvSpPr>
        <p:spPr>
          <a:xfrm>
            <a:off x="8443800" y="1946160"/>
            <a:ext cx="1346400" cy="3705480"/>
          </a:xfrm>
          <a:custGeom>
            <a:avLst/>
            <a:gdLst>
              <a:gd name="textAreaLeft" fmla="*/ 0 w 1346400"/>
              <a:gd name="textAreaRight" fmla="*/ 1352520 w 1346400"/>
              <a:gd name="textAreaTop" fmla="*/ 0 h 3705480"/>
              <a:gd name="textAreaBottom" fmla="*/ 3711600 h 370548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4" name="Freeform 9"/>
          <p:cNvSpPr/>
          <p:nvPr/>
        </p:nvSpPr>
        <p:spPr>
          <a:xfrm>
            <a:off x="6396840" y="1946160"/>
            <a:ext cx="1356480" cy="3705480"/>
          </a:xfrm>
          <a:custGeom>
            <a:avLst/>
            <a:gdLst>
              <a:gd name="textAreaLeft" fmla="*/ 0 w 1356480"/>
              <a:gd name="textAreaRight" fmla="*/ 1362600 w 1356480"/>
              <a:gd name="textAreaTop" fmla="*/ 0 h 3705480"/>
              <a:gd name="textAreaBottom" fmla="*/ 3711600 h 370548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" name="Rectangle 18"/>
          <p:cNvSpPr/>
          <p:nvPr/>
        </p:nvSpPr>
        <p:spPr>
          <a:xfrm rot="16200000">
            <a:off x="2796480" y="322668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ectangle 19"/>
          <p:cNvSpPr/>
          <p:nvPr/>
        </p:nvSpPr>
        <p:spPr>
          <a:xfrm rot="16200000">
            <a:off x="4832280" y="4249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Rectangle 20"/>
          <p:cNvSpPr/>
          <p:nvPr/>
        </p:nvSpPr>
        <p:spPr>
          <a:xfrm rot="16200000">
            <a:off x="6807240" y="3250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ectangle 21"/>
          <p:cNvSpPr/>
          <p:nvPr/>
        </p:nvSpPr>
        <p:spPr>
          <a:xfrm rot="16200000">
            <a:off x="8845560" y="419580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Oval 17"/>
          <p:cNvSpPr/>
          <p:nvPr/>
        </p:nvSpPr>
        <p:spPr>
          <a:xfrm>
            <a:off x="2508840" y="2128320"/>
            <a:ext cx="1098720" cy="109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" name="Oval 18"/>
          <p:cNvSpPr/>
          <p:nvPr/>
        </p:nvSpPr>
        <p:spPr>
          <a:xfrm>
            <a:off x="4572000" y="4398840"/>
            <a:ext cx="1098720" cy="109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" name="Oval 19"/>
          <p:cNvSpPr/>
          <p:nvPr/>
        </p:nvSpPr>
        <p:spPr>
          <a:xfrm>
            <a:off x="8562240" y="4398840"/>
            <a:ext cx="1098720" cy="109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" name="Oval 20"/>
          <p:cNvSpPr/>
          <p:nvPr/>
        </p:nvSpPr>
        <p:spPr>
          <a:xfrm>
            <a:off x="6514920" y="2128320"/>
            <a:ext cx="1098720" cy="109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3" name="object 384"/>
          <p:cNvSpPr/>
          <p:nvPr/>
        </p:nvSpPr>
        <p:spPr>
          <a:xfrm flipV="1">
            <a:off x="356760" y="671256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object 4"/>
          <p:cNvSpPr/>
          <p:nvPr/>
        </p:nvSpPr>
        <p:spPr>
          <a:xfrm>
            <a:off x="10477800" y="663120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object 384"/>
          <p:cNvSpPr/>
          <p:nvPr/>
        </p:nvSpPr>
        <p:spPr>
          <a:xfrm flipV="1" rot="10800000">
            <a:off x="6102360" y="671868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object 386"/>
          <p:cNvSpPr/>
          <p:nvPr/>
        </p:nvSpPr>
        <p:spPr>
          <a:xfrm>
            <a:off x="5927400" y="651744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Freeform 29"/>
          <p:cNvSpPr/>
          <p:nvPr/>
        </p:nvSpPr>
        <p:spPr>
          <a:xfrm rot="370200">
            <a:off x="-1741320" y="-1069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8" name="Group 25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39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1" name="Rectangle 30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30E99BB-8981-47FB-8DB4-B60089AB3F4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" name="Group 4"/>
          <p:cNvGrpSpPr/>
          <p:nvPr/>
        </p:nvGrpSpPr>
        <p:grpSpPr>
          <a:xfrm>
            <a:off x="877320" y="2252880"/>
            <a:ext cx="54360" cy="3383280"/>
            <a:chOff x="877320" y="2252880"/>
            <a:chExt cx="54360" cy="3383280"/>
          </a:xfrm>
        </p:grpSpPr>
        <p:sp>
          <p:nvSpPr>
            <p:cNvPr id="45" name="Freeform 6"/>
            <p:cNvSpPr/>
            <p:nvPr/>
          </p:nvSpPr>
          <p:spPr>
            <a:xfrm>
              <a:off x="877320" y="225756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877320" y="225288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" name="Group 8"/>
          <p:cNvGrpSpPr/>
          <p:nvPr/>
        </p:nvGrpSpPr>
        <p:grpSpPr>
          <a:xfrm>
            <a:off x="3442320" y="2233800"/>
            <a:ext cx="54360" cy="3383640"/>
            <a:chOff x="3442320" y="2233800"/>
            <a:chExt cx="54360" cy="3383640"/>
          </a:xfrm>
        </p:grpSpPr>
        <p:sp>
          <p:nvSpPr>
            <p:cNvPr id="48" name="Freeform 6"/>
            <p:cNvSpPr/>
            <p:nvPr/>
          </p:nvSpPr>
          <p:spPr>
            <a:xfrm>
              <a:off x="3442320" y="223884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9" name="Freeform 6"/>
            <p:cNvSpPr/>
            <p:nvPr/>
          </p:nvSpPr>
          <p:spPr>
            <a:xfrm>
              <a:off x="3442320" y="223380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0" name="Group 11"/>
          <p:cNvGrpSpPr/>
          <p:nvPr/>
        </p:nvGrpSpPr>
        <p:grpSpPr>
          <a:xfrm>
            <a:off x="6006960" y="2252880"/>
            <a:ext cx="54360" cy="3383280"/>
            <a:chOff x="6006960" y="2252880"/>
            <a:chExt cx="54360" cy="3383280"/>
          </a:xfrm>
        </p:grpSpPr>
        <p:sp>
          <p:nvSpPr>
            <p:cNvPr id="51" name="Freeform 6"/>
            <p:cNvSpPr/>
            <p:nvPr/>
          </p:nvSpPr>
          <p:spPr>
            <a:xfrm>
              <a:off x="6006960" y="225756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2" name="Freeform 6"/>
            <p:cNvSpPr/>
            <p:nvPr/>
          </p:nvSpPr>
          <p:spPr>
            <a:xfrm>
              <a:off x="6006960" y="225288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3" name="Group 14"/>
          <p:cNvGrpSpPr/>
          <p:nvPr/>
        </p:nvGrpSpPr>
        <p:grpSpPr>
          <a:xfrm>
            <a:off x="8574480" y="2233800"/>
            <a:ext cx="54360" cy="3383640"/>
            <a:chOff x="8574480" y="2233800"/>
            <a:chExt cx="54360" cy="3383640"/>
          </a:xfrm>
        </p:grpSpPr>
        <p:sp>
          <p:nvSpPr>
            <p:cNvPr id="54" name="Freeform 6"/>
            <p:cNvSpPr/>
            <p:nvPr/>
          </p:nvSpPr>
          <p:spPr>
            <a:xfrm>
              <a:off x="8574480" y="223884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5" name="Freeform 6"/>
            <p:cNvSpPr/>
            <p:nvPr/>
          </p:nvSpPr>
          <p:spPr>
            <a:xfrm>
              <a:off x="8574480" y="223380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" name="Group 17"/>
          <p:cNvGrpSpPr/>
          <p:nvPr/>
        </p:nvGrpSpPr>
        <p:grpSpPr>
          <a:xfrm>
            <a:off x="11136960" y="2252880"/>
            <a:ext cx="54360" cy="3383280"/>
            <a:chOff x="11136960" y="2252880"/>
            <a:chExt cx="54360" cy="3383280"/>
          </a:xfrm>
        </p:grpSpPr>
        <p:sp>
          <p:nvSpPr>
            <p:cNvPr id="57" name="Freeform 6"/>
            <p:cNvSpPr/>
            <p:nvPr/>
          </p:nvSpPr>
          <p:spPr>
            <a:xfrm>
              <a:off x="11136960" y="225756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8" name="Freeform 6"/>
            <p:cNvSpPr/>
            <p:nvPr/>
          </p:nvSpPr>
          <p:spPr>
            <a:xfrm>
              <a:off x="11136960" y="225288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9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Freeform 32"/>
          <p:cNvSpPr/>
          <p:nvPr/>
        </p:nvSpPr>
        <p:spPr>
          <a:xfrm>
            <a:off x="-1892160" y="-108900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4" name="Group 24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6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7" name="Rectangle 3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7FAC0FE-70CA-49E1-91F7-9ED2E7686C2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0" name="Group 7"/>
          <p:cNvGrpSpPr/>
          <p:nvPr/>
        </p:nvGrpSpPr>
        <p:grpSpPr>
          <a:xfrm>
            <a:off x="6215040" y="801720"/>
            <a:ext cx="4686480" cy="5330880"/>
            <a:chOff x="6215040" y="801720"/>
            <a:chExt cx="4686480" cy="5330880"/>
          </a:xfrm>
        </p:grpSpPr>
        <p:sp>
          <p:nvSpPr>
            <p:cNvPr id="71" name="Freeform 8"/>
            <p:cNvSpPr/>
            <p:nvPr/>
          </p:nvSpPr>
          <p:spPr>
            <a:xfrm>
              <a:off x="6215040" y="801720"/>
              <a:ext cx="4686480" cy="5330880"/>
            </a:xfrm>
            <a:custGeom>
              <a:avLst/>
              <a:gdLst>
                <a:gd name="textAreaLeft" fmla="*/ 0 w 4686480"/>
                <a:gd name="textAreaRight" fmla="*/ 4692600 w 4686480"/>
                <a:gd name="textAreaTop" fmla="*/ 0 h 5330880"/>
                <a:gd name="textAreaBottom" fmla="*/ 5337000 h 533088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" name="Freeform 6"/>
            <p:cNvSpPr/>
            <p:nvPr/>
          </p:nvSpPr>
          <p:spPr>
            <a:xfrm>
              <a:off x="6215040" y="801720"/>
              <a:ext cx="4686480" cy="5330880"/>
            </a:xfrm>
            <a:custGeom>
              <a:avLst/>
              <a:gdLst>
                <a:gd name="textAreaLeft" fmla="*/ 0 w 4686480"/>
                <a:gd name="textAreaRight" fmla="*/ 4692600 w 4686480"/>
                <a:gd name="textAreaTop" fmla="*/ 0 h 5330880"/>
                <a:gd name="textAreaBottom" fmla="*/ 5337000 h 533088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Freeform 18"/>
          <p:cNvSpPr/>
          <p:nvPr/>
        </p:nvSpPr>
        <p:spPr>
          <a:xfrm rot="237600">
            <a:off x="-1388520" y="-953640"/>
            <a:ext cx="7398000" cy="6141600"/>
          </a:xfrm>
          <a:custGeom>
            <a:avLst/>
            <a:gdLst>
              <a:gd name="textAreaLeft" fmla="*/ 0 w 7398000"/>
              <a:gd name="textAreaRight" fmla="*/ 7404120 w 7398000"/>
              <a:gd name="textAreaTop" fmla="*/ 0 h 6141600"/>
              <a:gd name="textAreaBottom" fmla="*/ 6147720 h 61416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8" name="Group 10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79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1" name="Text Placeholder 5"/>
          <p:cNvSpPr/>
          <p:nvPr/>
        </p:nvSpPr>
        <p:spPr>
          <a:xfrm>
            <a:off x="603720" y="805680"/>
            <a:ext cx="4768920" cy="5330880"/>
          </a:xfrm>
          <a:prstGeom prst="roundRect">
            <a:avLst>
              <a:gd name="adj" fmla="val 953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Rectangle 19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81659FE-BBCE-410E-8DCC-0E3F6E57FAC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9316080" y="1022400"/>
            <a:ext cx="2316960" cy="2319120"/>
            <a:chOff x="9316080" y="1022400"/>
            <a:chExt cx="2316960" cy="2319120"/>
          </a:xfrm>
        </p:grpSpPr>
        <p:sp>
          <p:nvSpPr>
            <p:cNvPr id="86" name="Freeform 6"/>
            <p:cNvSpPr/>
            <p:nvPr/>
          </p:nvSpPr>
          <p:spPr>
            <a:xfrm>
              <a:off x="9316080" y="102240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7" name="Freeform 6"/>
            <p:cNvSpPr/>
            <p:nvPr/>
          </p:nvSpPr>
          <p:spPr>
            <a:xfrm>
              <a:off x="9316080" y="102240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8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2" name="Group 28"/>
          <p:cNvGrpSpPr/>
          <p:nvPr/>
        </p:nvGrpSpPr>
        <p:grpSpPr>
          <a:xfrm>
            <a:off x="6627960" y="1022400"/>
            <a:ext cx="2316960" cy="2319120"/>
            <a:chOff x="6627960" y="1022400"/>
            <a:chExt cx="2316960" cy="2319120"/>
          </a:xfrm>
        </p:grpSpPr>
        <p:sp>
          <p:nvSpPr>
            <p:cNvPr id="93" name="Freeform 6"/>
            <p:cNvSpPr/>
            <p:nvPr/>
          </p:nvSpPr>
          <p:spPr>
            <a:xfrm>
              <a:off x="6627960" y="102240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" name="Freeform 6"/>
            <p:cNvSpPr/>
            <p:nvPr/>
          </p:nvSpPr>
          <p:spPr>
            <a:xfrm>
              <a:off x="6627960" y="102240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5" name="Group 32"/>
          <p:cNvGrpSpPr/>
          <p:nvPr/>
        </p:nvGrpSpPr>
        <p:grpSpPr>
          <a:xfrm>
            <a:off x="9316080" y="3486960"/>
            <a:ext cx="2316960" cy="2319120"/>
            <a:chOff x="9316080" y="3486960"/>
            <a:chExt cx="2316960" cy="2319120"/>
          </a:xfrm>
        </p:grpSpPr>
        <p:sp>
          <p:nvSpPr>
            <p:cNvPr id="96" name="Freeform 6"/>
            <p:cNvSpPr/>
            <p:nvPr/>
          </p:nvSpPr>
          <p:spPr>
            <a:xfrm>
              <a:off x="9316080" y="348696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7" name="Freeform 6"/>
            <p:cNvSpPr/>
            <p:nvPr/>
          </p:nvSpPr>
          <p:spPr>
            <a:xfrm>
              <a:off x="9316080" y="348696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8" name="Group 36"/>
          <p:cNvGrpSpPr/>
          <p:nvPr/>
        </p:nvGrpSpPr>
        <p:grpSpPr>
          <a:xfrm>
            <a:off x="6627960" y="3486960"/>
            <a:ext cx="2316960" cy="2319120"/>
            <a:chOff x="6627960" y="3486960"/>
            <a:chExt cx="2316960" cy="2319120"/>
          </a:xfrm>
        </p:grpSpPr>
        <p:sp>
          <p:nvSpPr>
            <p:cNvPr id="99" name="Freeform 6"/>
            <p:cNvSpPr/>
            <p:nvPr/>
          </p:nvSpPr>
          <p:spPr>
            <a:xfrm>
              <a:off x="6627960" y="348696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" name="Freeform 6"/>
            <p:cNvSpPr/>
            <p:nvPr/>
          </p:nvSpPr>
          <p:spPr>
            <a:xfrm>
              <a:off x="6627960" y="348696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" name="Freeform 45"/>
          <p:cNvSpPr/>
          <p:nvPr/>
        </p:nvSpPr>
        <p:spPr>
          <a:xfrm rot="370200">
            <a:off x="-1693440" y="-682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2" name="Group 17"/>
          <p:cNvGrpSpPr/>
          <p:nvPr/>
        </p:nvGrpSpPr>
        <p:grpSpPr>
          <a:xfrm>
            <a:off x="581400" y="1022400"/>
            <a:ext cx="4781880" cy="4786200"/>
            <a:chOff x="581400" y="1022400"/>
            <a:chExt cx="4781880" cy="4786200"/>
          </a:xfrm>
        </p:grpSpPr>
        <p:sp>
          <p:nvSpPr>
            <p:cNvPr id="103" name="Freeform 22"/>
            <p:cNvSpPr/>
            <p:nvPr/>
          </p:nvSpPr>
          <p:spPr>
            <a:xfrm>
              <a:off x="581400" y="1022400"/>
              <a:ext cx="4781880" cy="4786200"/>
            </a:xfrm>
            <a:custGeom>
              <a:avLst/>
              <a:gdLst>
                <a:gd name="textAreaLeft" fmla="*/ 0 w 4781880"/>
                <a:gd name="textAreaRight" fmla="*/ 4788000 w 4781880"/>
                <a:gd name="textAreaTop" fmla="*/ 0 h 4786200"/>
                <a:gd name="textAreaBottom" fmla="*/ 4792320 h 4786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>
              <a:off x="581400" y="1022400"/>
              <a:ext cx="4781880" cy="4786200"/>
            </a:xfrm>
            <a:custGeom>
              <a:avLst/>
              <a:gdLst>
                <a:gd name="textAreaLeft" fmla="*/ 0 w 4781880"/>
                <a:gd name="textAreaRight" fmla="*/ 4788000 w 4781880"/>
                <a:gd name="textAreaTop" fmla="*/ 0 h 4786200"/>
                <a:gd name="textAreaBottom" fmla="*/ 4792320 h 4786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" name="Text Placeholder 2"/>
          <p:cNvSpPr/>
          <p:nvPr/>
        </p:nvSpPr>
        <p:spPr>
          <a:xfrm>
            <a:off x="817920" y="1284120"/>
            <a:ext cx="4311720" cy="4273920"/>
          </a:xfrm>
          <a:prstGeom prst="roundRect">
            <a:avLst>
              <a:gd name="adj" fmla="val 666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6" name="Group 35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9" name="Rectangle 46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253FEB2-11E8-44DF-A753-71F09E5A623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Line 13"/>
          <p:cNvSpPr/>
          <p:nvPr/>
        </p:nvSpPr>
        <p:spPr>
          <a:xfrm>
            <a:off x="1998000" y="3327840"/>
            <a:ext cx="803268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853640" y="3183480"/>
            <a:ext cx="285840" cy="285840"/>
            <a:chOff x="1853640" y="3183480"/>
            <a:chExt cx="285840" cy="285840"/>
          </a:xfrm>
        </p:grpSpPr>
        <p:sp>
          <p:nvSpPr>
            <p:cNvPr id="114" name="Oval 7"/>
            <p:cNvSpPr/>
            <p:nvPr/>
          </p:nvSpPr>
          <p:spPr>
            <a:xfrm>
              <a:off x="185364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5" name="Oval 28"/>
            <p:cNvSpPr/>
            <p:nvPr/>
          </p:nvSpPr>
          <p:spPr>
            <a:xfrm>
              <a:off x="192744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6" name="Group 9"/>
          <p:cNvGrpSpPr/>
          <p:nvPr/>
        </p:nvGrpSpPr>
        <p:grpSpPr>
          <a:xfrm>
            <a:off x="3190320" y="3183480"/>
            <a:ext cx="285840" cy="285840"/>
            <a:chOff x="3190320" y="3183480"/>
            <a:chExt cx="285840" cy="285840"/>
          </a:xfrm>
        </p:grpSpPr>
        <p:sp>
          <p:nvSpPr>
            <p:cNvPr id="117" name="Oval 10"/>
            <p:cNvSpPr/>
            <p:nvPr/>
          </p:nvSpPr>
          <p:spPr>
            <a:xfrm>
              <a:off x="319032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8" name="Oval 28"/>
            <p:cNvSpPr/>
            <p:nvPr/>
          </p:nvSpPr>
          <p:spPr>
            <a:xfrm>
              <a:off x="326412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9" name="Group 12"/>
          <p:cNvGrpSpPr/>
          <p:nvPr/>
        </p:nvGrpSpPr>
        <p:grpSpPr>
          <a:xfrm>
            <a:off x="4525560" y="3183480"/>
            <a:ext cx="285840" cy="285840"/>
            <a:chOff x="4525560" y="3183480"/>
            <a:chExt cx="285840" cy="285840"/>
          </a:xfrm>
        </p:grpSpPr>
        <p:sp>
          <p:nvSpPr>
            <p:cNvPr id="120" name="Oval 13"/>
            <p:cNvSpPr/>
            <p:nvPr/>
          </p:nvSpPr>
          <p:spPr>
            <a:xfrm>
              <a:off x="452556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1" name="Oval 28"/>
            <p:cNvSpPr/>
            <p:nvPr/>
          </p:nvSpPr>
          <p:spPr>
            <a:xfrm>
              <a:off x="459936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2" name="Group 15"/>
          <p:cNvGrpSpPr/>
          <p:nvPr/>
        </p:nvGrpSpPr>
        <p:grpSpPr>
          <a:xfrm>
            <a:off x="5863680" y="3183480"/>
            <a:ext cx="285840" cy="285840"/>
            <a:chOff x="5863680" y="3183480"/>
            <a:chExt cx="285840" cy="285840"/>
          </a:xfrm>
        </p:grpSpPr>
        <p:sp>
          <p:nvSpPr>
            <p:cNvPr id="123" name="Oval 16"/>
            <p:cNvSpPr/>
            <p:nvPr/>
          </p:nvSpPr>
          <p:spPr>
            <a:xfrm>
              <a:off x="586368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4" name="Oval 28"/>
            <p:cNvSpPr/>
            <p:nvPr/>
          </p:nvSpPr>
          <p:spPr>
            <a:xfrm>
              <a:off x="593748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5" name="Group 18"/>
          <p:cNvGrpSpPr/>
          <p:nvPr/>
        </p:nvGrpSpPr>
        <p:grpSpPr>
          <a:xfrm>
            <a:off x="7198920" y="3183480"/>
            <a:ext cx="285840" cy="285840"/>
            <a:chOff x="7198920" y="3183480"/>
            <a:chExt cx="285840" cy="285840"/>
          </a:xfrm>
        </p:grpSpPr>
        <p:sp>
          <p:nvSpPr>
            <p:cNvPr id="126" name="Oval 19"/>
            <p:cNvSpPr/>
            <p:nvPr/>
          </p:nvSpPr>
          <p:spPr>
            <a:xfrm>
              <a:off x="719892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7" name="Oval 28"/>
            <p:cNvSpPr/>
            <p:nvPr/>
          </p:nvSpPr>
          <p:spPr>
            <a:xfrm>
              <a:off x="727272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8" name="Group 21"/>
          <p:cNvGrpSpPr/>
          <p:nvPr/>
        </p:nvGrpSpPr>
        <p:grpSpPr>
          <a:xfrm>
            <a:off x="8547480" y="3183480"/>
            <a:ext cx="285840" cy="285840"/>
            <a:chOff x="8547480" y="3183480"/>
            <a:chExt cx="285840" cy="285840"/>
          </a:xfrm>
        </p:grpSpPr>
        <p:sp>
          <p:nvSpPr>
            <p:cNvPr id="129" name="Oval 22"/>
            <p:cNvSpPr/>
            <p:nvPr/>
          </p:nvSpPr>
          <p:spPr>
            <a:xfrm>
              <a:off x="854748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0" name="Oval 28"/>
            <p:cNvSpPr/>
            <p:nvPr/>
          </p:nvSpPr>
          <p:spPr>
            <a:xfrm>
              <a:off x="862128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1" name="Group 24"/>
          <p:cNvGrpSpPr/>
          <p:nvPr/>
        </p:nvGrpSpPr>
        <p:grpSpPr>
          <a:xfrm>
            <a:off x="9884880" y="3183480"/>
            <a:ext cx="285840" cy="285840"/>
            <a:chOff x="9884880" y="3183480"/>
            <a:chExt cx="285840" cy="285840"/>
          </a:xfrm>
        </p:grpSpPr>
        <p:sp>
          <p:nvSpPr>
            <p:cNvPr id="132" name="Oval 25"/>
            <p:cNvSpPr/>
            <p:nvPr/>
          </p:nvSpPr>
          <p:spPr>
            <a:xfrm>
              <a:off x="988488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3" name="Oval 28"/>
            <p:cNvSpPr/>
            <p:nvPr/>
          </p:nvSpPr>
          <p:spPr>
            <a:xfrm>
              <a:off x="995868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4" name="Group 28"/>
          <p:cNvGrpSpPr/>
          <p:nvPr/>
        </p:nvGrpSpPr>
        <p:grpSpPr>
          <a:xfrm>
            <a:off x="8135280" y="1762920"/>
            <a:ext cx="1112400" cy="1265400"/>
            <a:chOff x="8135280" y="1762920"/>
            <a:chExt cx="1112400" cy="1265400"/>
          </a:xfrm>
        </p:grpSpPr>
        <p:sp>
          <p:nvSpPr>
            <p:cNvPr id="135" name="Freeform 28"/>
            <p:cNvSpPr/>
            <p:nvPr/>
          </p:nvSpPr>
          <p:spPr>
            <a:xfrm>
              <a:off x="814104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6" name="Freeform 28"/>
            <p:cNvSpPr/>
            <p:nvPr/>
          </p:nvSpPr>
          <p:spPr>
            <a:xfrm>
              <a:off x="813528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37" name="Group 33"/>
          <p:cNvGrpSpPr/>
          <p:nvPr/>
        </p:nvGrpSpPr>
        <p:grpSpPr>
          <a:xfrm>
            <a:off x="5445720" y="1762920"/>
            <a:ext cx="1112400" cy="1265400"/>
            <a:chOff x="5445720" y="1762920"/>
            <a:chExt cx="1112400" cy="1265400"/>
          </a:xfrm>
        </p:grpSpPr>
        <p:sp>
          <p:nvSpPr>
            <p:cNvPr id="138" name="Freeform 28"/>
            <p:cNvSpPr/>
            <p:nvPr/>
          </p:nvSpPr>
          <p:spPr>
            <a:xfrm>
              <a:off x="545148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9" name="Freeform 28"/>
            <p:cNvSpPr/>
            <p:nvPr/>
          </p:nvSpPr>
          <p:spPr>
            <a:xfrm>
              <a:off x="544572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0" name="Group 38"/>
          <p:cNvGrpSpPr/>
          <p:nvPr/>
        </p:nvGrpSpPr>
        <p:grpSpPr>
          <a:xfrm>
            <a:off x="6789240" y="3629520"/>
            <a:ext cx="1106640" cy="1270080"/>
            <a:chOff x="6789240" y="3629520"/>
            <a:chExt cx="1106640" cy="1270080"/>
          </a:xfrm>
        </p:grpSpPr>
        <p:sp>
          <p:nvSpPr>
            <p:cNvPr id="141" name="Freeform 34"/>
            <p:cNvSpPr/>
            <p:nvPr/>
          </p:nvSpPr>
          <p:spPr>
            <a:xfrm>
              <a:off x="678924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2" name="Freeform 34"/>
            <p:cNvSpPr/>
            <p:nvPr/>
          </p:nvSpPr>
          <p:spPr>
            <a:xfrm>
              <a:off x="678924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3" name="Group 43"/>
          <p:cNvGrpSpPr/>
          <p:nvPr/>
        </p:nvGrpSpPr>
        <p:grpSpPr>
          <a:xfrm>
            <a:off x="1449000" y="3629520"/>
            <a:ext cx="1106640" cy="1270080"/>
            <a:chOff x="1449000" y="3629520"/>
            <a:chExt cx="1106640" cy="1270080"/>
          </a:xfrm>
        </p:grpSpPr>
        <p:sp>
          <p:nvSpPr>
            <p:cNvPr id="144" name="Freeform 34"/>
            <p:cNvSpPr/>
            <p:nvPr/>
          </p:nvSpPr>
          <p:spPr>
            <a:xfrm>
              <a:off x="14490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5" name="Freeform 34"/>
            <p:cNvSpPr/>
            <p:nvPr/>
          </p:nvSpPr>
          <p:spPr>
            <a:xfrm>
              <a:off x="14490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6" name="Group 48"/>
          <p:cNvGrpSpPr/>
          <p:nvPr/>
        </p:nvGrpSpPr>
        <p:grpSpPr>
          <a:xfrm>
            <a:off x="4109400" y="3629520"/>
            <a:ext cx="1106640" cy="1270080"/>
            <a:chOff x="4109400" y="3629520"/>
            <a:chExt cx="1106640" cy="1270080"/>
          </a:xfrm>
        </p:grpSpPr>
        <p:sp>
          <p:nvSpPr>
            <p:cNvPr id="147" name="Freeform 34"/>
            <p:cNvSpPr/>
            <p:nvPr/>
          </p:nvSpPr>
          <p:spPr>
            <a:xfrm>
              <a:off x="41094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8" name="Freeform 34"/>
            <p:cNvSpPr/>
            <p:nvPr/>
          </p:nvSpPr>
          <p:spPr>
            <a:xfrm>
              <a:off x="41094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9" name="Group 53"/>
          <p:cNvGrpSpPr/>
          <p:nvPr/>
        </p:nvGrpSpPr>
        <p:grpSpPr>
          <a:xfrm>
            <a:off x="2772000" y="1762920"/>
            <a:ext cx="1112400" cy="1265400"/>
            <a:chOff x="2772000" y="1762920"/>
            <a:chExt cx="1112400" cy="1265400"/>
          </a:xfrm>
        </p:grpSpPr>
        <p:sp>
          <p:nvSpPr>
            <p:cNvPr id="150" name="Freeform 28"/>
            <p:cNvSpPr/>
            <p:nvPr/>
          </p:nvSpPr>
          <p:spPr>
            <a:xfrm>
              <a:off x="277776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1" name="Freeform 28"/>
            <p:cNvSpPr/>
            <p:nvPr/>
          </p:nvSpPr>
          <p:spPr>
            <a:xfrm>
              <a:off x="277200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52" name="Group 58"/>
          <p:cNvGrpSpPr/>
          <p:nvPr/>
        </p:nvGrpSpPr>
        <p:grpSpPr>
          <a:xfrm>
            <a:off x="9475200" y="3629520"/>
            <a:ext cx="1106640" cy="1270080"/>
            <a:chOff x="9475200" y="3629520"/>
            <a:chExt cx="1106640" cy="1270080"/>
          </a:xfrm>
        </p:grpSpPr>
        <p:sp>
          <p:nvSpPr>
            <p:cNvPr id="153" name="Freeform 34"/>
            <p:cNvSpPr/>
            <p:nvPr/>
          </p:nvSpPr>
          <p:spPr>
            <a:xfrm>
              <a:off x="94752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4" name="Freeform 34"/>
            <p:cNvSpPr/>
            <p:nvPr/>
          </p:nvSpPr>
          <p:spPr>
            <a:xfrm>
              <a:off x="94752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55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9" name="Freeform 73"/>
          <p:cNvSpPr/>
          <p:nvPr/>
        </p:nvSpPr>
        <p:spPr>
          <a:xfrm>
            <a:off x="-1861200" y="-100620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60" name="Group 6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61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62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63" name="Rectangle 7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6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F97D194-599B-44DA-93B0-4D13F3CEA5F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Freeform 10"/>
          <p:cNvSpPr/>
          <p:nvPr/>
        </p:nvSpPr>
        <p:spPr>
          <a:xfrm>
            <a:off x="2082960" y="3490920"/>
            <a:ext cx="1967040" cy="1557720"/>
          </a:xfrm>
          <a:custGeom>
            <a:avLst/>
            <a:gdLst>
              <a:gd name="textAreaLeft" fmla="*/ 0 w 1967040"/>
              <a:gd name="textAreaRight" fmla="*/ 1973160 w 1967040"/>
              <a:gd name="textAreaTop" fmla="*/ 0 h 1557720"/>
              <a:gd name="textAreaBottom" fmla="*/ 1563840 h 155772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gradFill rotWithShape="0">
            <a:gsLst>
              <a:gs pos="0">
                <a:srgbClr val="bf0000"/>
              </a:gs>
              <a:gs pos="50000">
                <a:srgbClr val="a10000"/>
              </a:gs>
              <a:gs pos="100000">
                <a:srgbClr val="710000"/>
              </a:gs>
            </a:gsLst>
            <a:lin ang="18900000"/>
          </a:gradFill>
          <a:ln w="0">
            <a:solidFill>
              <a:srgbClr val="c00000"/>
            </a:solidFill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7" name="Freeform 11"/>
          <p:cNvSpPr/>
          <p:nvPr/>
        </p:nvSpPr>
        <p:spPr>
          <a:xfrm>
            <a:off x="6576840" y="3053520"/>
            <a:ext cx="1879920" cy="1329120"/>
          </a:xfrm>
          <a:custGeom>
            <a:avLst/>
            <a:gdLst>
              <a:gd name="textAreaLeft" fmla="*/ 0 w 1879920"/>
              <a:gd name="textAreaRight" fmla="*/ 1886040 w 1879920"/>
              <a:gd name="textAreaTop" fmla="*/ 0 h 1329120"/>
              <a:gd name="textAreaBottom" fmla="*/ 1335240 h 132912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8" name="Freeform 12"/>
          <p:cNvSpPr/>
          <p:nvPr/>
        </p:nvSpPr>
        <p:spPr>
          <a:xfrm>
            <a:off x="4175280" y="1803240"/>
            <a:ext cx="1679760" cy="2257560"/>
          </a:xfrm>
          <a:custGeom>
            <a:avLst/>
            <a:gdLst>
              <a:gd name="textAreaLeft" fmla="*/ 0 w 1679760"/>
              <a:gd name="textAreaRight" fmla="*/ 1685880 w 1679760"/>
              <a:gd name="textAreaTop" fmla="*/ 0 h 2257560"/>
              <a:gd name="textAreaBottom" fmla="*/ 2263680 h 225756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9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2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73" name="Group 24"/>
          <p:cNvGrpSpPr/>
          <p:nvPr/>
        </p:nvGrpSpPr>
        <p:grpSpPr>
          <a:xfrm>
            <a:off x="5927400" y="580320"/>
            <a:ext cx="2219040" cy="2223720"/>
            <a:chOff x="5927400" y="580320"/>
            <a:chExt cx="2219040" cy="2223720"/>
          </a:xfrm>
        </p:grpSpPr>
        <p:sp>
          <p:nvSpPr>
            <p:cNvPr id="174" name="Freeform 25"/>
            <p:cNvSpPr/>
            <p:nvPr/>
          </p:nvSpPr>
          <p:spPr>
            <a:xfrm>
              <a:off x="5927400" y="58032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5" name="Freeform 6"/>
            <p:cNvSpPr/>
            <p:nvPr/>
          </p:nvSpPr>
          <p:spPr>
            <a:xfrm>
              <a:off x="5927400" y="58032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6" name="Group 28"/>
          <p:cNvGrpSpPr/>
          <p:nvPr/>
        </p:nvGrpSpPr>
        <p:grpSpPr>
          <a:xfrm>
            <a:off x="8552520" y="3053520"/>
            <a:ext cx="2219040" cy="2223720"/>
            <a:chOff x="8552520" y="3053520"/>
            <a:chExt cx="2219040" cy="2223720"/>
          </a:xfrm>
        </p:grpSpPr>
        <p:sp>
          <p:nvSpPr>
            <p:cNvPr id="177" name="Freeform 29"/>
            <p:cNvSpPr/>
            <p:nvPr/>
          </p:nvSpPr>
          <p:spPr>
            <a:xfrm>
              <a:off x="8552520" y="305352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8" name="Freeform 6"/>
            <p:cNvSpPr/>
            <p:nvPr/>
          </p:nvSpPr>
          <p:spPr>
            <a:xfrm>
              <a:off x="8552520" y="305352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9" name="Group 32"/>
          <p:cNvGrpSpPr/>
          <p:nvPr/>
        </p:nvGrpSpPr>
        <p:grpSpPr>
          <a:xfrm>
            <a:off x="4307040" y="4130640"/>
            <a:ext cx="2219040" cy="2223720"/>
            <a:chOff x="4307040" y="4130640"/>
            <a:chExt cx="2219040" cy="2223720"/>
          </a:xfrm>
        </p:grpSpPr>
        <p:sp>
          <p:nvSpPr>
            <p:cNvPr id="180" name="Freeform 33"/>
            <p:cNvSpPr/>
            <p:nvPr/>
          </p:nvSpPr>
          <p:spPr>
            <a:xfrm>
              <a:off x="4307040" y="41306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1" name="Freeform 6"/>
            <p:cNvSpPr/>
            <p:nvPr/>
          </p:nvSpPr>
          <p:spPr>
            <a:xfrm>
              <a:off x="4307040" y="41306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2" name="Freeform 44"/>
          <p:cNvSpPr/>
          <p:nvPr/>
        </p:nvSpPr>
        <p:spPr>
          <a:xfrm>
            <a:off x="-2009880" y="-127620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83" name="Group 36"/>
          <p:cNvGrpSpPr/>
          <p:nvPr/>
        </p:nvGrpSpPr>
        <p:grpSpPr>
          <a:xfrm>
            <a:off x="970200" y="1405440"/>
            <a:ext cx="2219040" cy="2223720"/>
            <a:chOff x="970200" y="1405440"/>
            <a:chExt cx="2219040" cy="2223720"/>
          </a:xfrm>
        </p:grpSpPr>
        <p:sp>
          <p:nvSpPr>
            <p:cNvPr id="184" name="Freeform 37"/>
            <p:cNvSpPr/>
            <p:nvPr/>
          </p:nvSpPr>
          <p:spPr>
            <a:xfrm>
              <a:off x="970200" y="14054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5" name="Freeform 6"/>
            <p:cNvSpPr/>
            <p:nvPr/>
          </p:nvSpPr>
          <p:spPr>
            <a:xfrm>
              <a:off x="970200" y="14054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86" name="Group 27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8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9" name="Rectangle 45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7505B7D-B174-4189-9493-0C44E23CF29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Freeform 10"/>
          <p:cNvSpPr/>
          <p:nvPr/>
        </p:nvSpPr>
        <p:spPr>
          <a:xfrm>
            <a:off x="2082960" y="3490920"/>
            <a:ext cx="1967040" cy="1557720"/>
          </a:xfrm>
          <a:custGeom>
            <a:avLst/>
            <a:gdLst>
              <a:gd name="textAreaLeft" fmla="*/ 0 w 1967040"/>
              <a:gd name="textAreaRight" fmla="*/ 1973160 w 1967040"/>
              <a:gd name="textAreaTop" fmla="*/ 0 h 1557720"/>
              <a:gd name="textAreaBottom" fmla="*/ 1563840 h 155772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3" name="Freeform 11"/>
          <p:cNvSpPr/>
          <p:nvPr/>
        </p:nvSpPr>
        <p:spPr>
          <a:xfrm>
            <a:off x="6552720" y="3029760"/>
            <a:ext cx="1879920" cy="1329120"/>
          </a:xfrm>
          <a:custGeom>
            <a:avLst/>
            <a:gdLst>
              <a:gd name="textAreaLeft" fmla="*/ 0 w 1879920"/>
              <a:gd name="textAreaRight" fmla="*/ 1886040 w 1879920"/>
              <a:gd name="textAreaTop" fmla="*/ 0 h 1329120"/>
              <a:gd name="textAreaBottom" fmla="*/ 1335240 h 132912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4" name="Freeform 12"/>
          <p:cNvSpPr/>
          <p:nvPr/>
        </p:nvSpPr>
        <p:spPr>
          <a:xfrm>
            <a:off x="4175280" y="1803240"/>
            <a:ext cx="1679760" cy="2257560"/>
          </a:xfrm>
          <a:custGeom>
            <a:avLst/>
            <a:gdLst>
              <a:gd name="textAreaLeft" fmla="*/ 0 w 1679760"/>
              <a:gd name="textAreaRight" fmla="*/ 1685880 w 1679760"/>
              <a:gd name="textAreaTop" fmla="*/ 0 h 2257560"/>
              <a:gd name="textAreaBottom" fmla="*/ 2263680 h 225756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5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99" name="Group 27"/>
          <p:cNvGrpSpPr/>
          <p:nvPr/>
        </p:nvGrpSpPr>
        <p:grpSpPr>
          <a:xfrm>
            <a:off x="5955120" y="495360"/>
            <a:ext cx="2219040" cy="2223720"/>
            <a:chOff x="5955120" y="495360"/>
            <a:chExt cx="2219040" cy="2223720"/>
          </a:xfrm>
        </p:grpSpPr>
        <p:sp>
          <p:nvSpPr>
            <p:cNvPr id="200" name="Freeform 28"/>
            <p:cNvSpPr/>
            <p:nvPr/>
          </p:nvSpPr>
          <p:spPr>
            <a:xfrm>
              <a:off x="5955120" y="49536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1" name="Freeform 6"/>
            <p:cNvSpPr/>
            <p:nvPr/>
          </p:nvSpPr>
          <p:spPr>
            <a:xfrm>
              <a:off x="5955120" y="49536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2" name="Group 30"/>
          <p:cNvGrpSpPr/>
          <p:nvPr/>
        </p:nvGrpSpPr>
        <p:grpSpPr>
          <a:xfrm>
            <a:off x="8549280" y="3029760"/>
            <a:ext cx="2219040" cy="2223720"/>
            <a:chOff x="8549280" y="3029760"/>
            <a:chExt cx="2219040" cy="2223720"/>
          </a:xfrm>
        </p:grpSpPr>
        <p:sp>
          <p:nvSpPr>
            <p:cNvPr id="203" name="Freeform 31"/>
            <p:cNvSpPr/>
            <p:nvPr/>
          </p:nvSpPr>
          <p:spPr>
            <a:xfrm>
              <a:off x="8549280" y="302976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4" name="Freeform 6"/>
            <p:cNvSpPr/>
            <p:nvPr/>
          </p:nvSpPr>
          <p:spPr>
            <a:xfrm>
              <a:off x="8549280" y="302976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5" name="Group 33"/>
          <p:cNvGrpSpPr/>
          <p:nvPr/>
        </p:nvGrpSpPr>
        <p:grpSpPr>
          <a:xfrm>
            <a:off x="4201200" y="4067280"/>
            <a:ext cx="2219040" cy="2223720"/>
            <a:chOff x="4201200" y="4067280"/>
            <a:chExt cx="2219040" cy="2223720"/>
          </a:xfrm>
        </p:grpSpPr>
        <p:sp>
          <p:nvSpPr>
            <p:cNvPr id="206" name="Freeform 34"/>
            <p:cNvSpPr/>
            <p:nvPr/>
          </p:nvSpPr>
          <p:spPr>
            <a:xfrm>
              <a:off x="4201200" y="406728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7" name="Freeform 6"/>
            <p:cNvSpPr/>
            <p:nvPr/>
          </p:nvSpPr>
          <p:spPr>
            <a:xfrm>
              <a:off x="4201200" y="406728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08" name="Text Placeholder 2"/>
          <p:cNvSpPr/>
          <p:nvPr/>
        </p:nvSpPr>
        <p:spPr>
          <a:xfrm>
            <a:off x="6068880" y="615240"/>
            <a:ext cx="1973520" cy="19972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Placeholder 2"/>
          <p:cNvSpPr/>
          <p:nvPr/>
        </p:nvSpPr>
        <p:spPr>
          <a:xfrm>
            <a:off x="8672040" y="3143160"/>
            <a:ext cx="1973520" cy="19972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Placeholder 2"/>
          <p:cNvSpPr/>
          <p:nvPr/>
        </p:nvSpPr>
        <p:spPr>
          <a:xfrm>
            <a:off x="4323960" y="4203000"/>
            <a:ext cx="1973520" cy="19972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Freeform 42"/>
          <p:cNvSpPr/>
          <p:nvPr/>
        </p:nvSpPr>
        <p:spPr>
          <a:xfrm rot="370200">
            <a:off x="-2192040" y="-122256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12" name="Group 23"/>
          <p:cNvGrpSpPr/>
          <p:nvPr/>
        </p:nvGrpSpPr>
        <p:grpSpPr>
          <a:xfrm>
            <a:off x="970200" y="1238040"/>
            <a:ext cx="2219040" cy="2223720"/>
            <a:chOff x="970200" y="1238040"/>
            <a:chExt cx="2219040" cy="2223720"/>
          </a:xfrm>
        </p:grpSpPr>
        <p:sp>
          <p:nvSpPr>
            <p:cNvPr id="213" name="Freeform 24"/>
            <p:cNvSpPr/>
            <p:nvPr/>
          </p:nvSpPr>
          <p:spPr>
            <a:xfrm>
              <a:off x="970200" y="12380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4" name="Freeform 6"/>
            <p:cNvSpPr/>
            <p:nvPr/>
          </p:nvSpPr>
          <p:spPr>
            <a:xfrm>
              <a:off x="970200" y="12380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5" name="Text Placeholder 2"/>
          <p:cNvSpPr/>
          <p:nvPr/>
        </p:nvSpPr>
        <p:spPr>
          <a:xfrm>
            <a:off x="1089000" y="1362240"/>
            <a:ext cx="1973520" cy="19972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16" name="Group 26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21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9" name="Rectangle 4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7F4A92D-88AB-4B7F-919E-71CA6EB2049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3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4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26" name="Group 25"/>
          <p:cNvGrpSpPr/>
          <p:nvPr/>
        </p:nvGrpSpPr>
        <p:grpSpPr>
          <a:xfrm>
            <a:off x="5057280" y="834120"/>
            <a:ext cx="1734120" cy="1644840"/>
            <a:chOff x="5057280" y="834120"/>
            <a:chExt cx="1734120" cy="1644840"/>
          </a:xfrm>
        </p:grpSpPr>
        <p:sp>
          <p:nvSpPr>
            <p:cNvPr id="227" name="Freeform 6"/>
            <p:cNvSpPr/>
            <p:nvPr/>
          </p:nvSpPr>
          <p:spPr>
            <a:xfrm>
              <a:off x="5057280" y="834120"/>
              <a:ext cx="1727280" cy="1644840"/>
            </a:xfrm>
            <a:custGeom>
              <a:avLst/>
              <a:gdLst>
                <a:gd name="textAreaLeft" fmla="*/ 0 w 1727280"/>
                <a:gd name="textAreaRight" fmla="*/ 1733400 w 1727280"/>
                <a:gd name="textAreaTop" fmla="*/ 0 h 1644840"/>
                <a:gd name="textAreaBottom" fmla="*/ 1650960 h 16448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28" name="Freeform 6"/>
            <p:cNvSpPr/>
            <p:nvPr/>
          </p:nvSpPr>
          <p:spPr>
            <a:xfrm>
              <a:off x="5064120" y="834120"/>
              <a:ext cx="1727280" cy="1644840"/>
            </a:xfrm>
            <a:custGeom>
              <a:avLst/>
              <a:gdLst>
                <a:gd name="textAreaLeft" fmla="*/ 0 w 1727280"/>
                <a:gd name="textAreaRight" fmla="*/ 1733400 w 1727280"/>
                <a:gd name="textAreaTop" fmla="*/ 0 h 1644840"/>
                <a:gd name="textAreaBottom" fmla="*/ 1650960 h 16448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29" name="Group 28"/>
          <p:cNvGrpSpPr/>
          <p:nvPr/>
        </p:nvGrpSpPr>
        <p:grpSpPr>
          <a:xfrm>
            <a:off x="6671520" y="2019960"/>
            <a:ext cx="1729800" cy="1640160"/>
            <a:chOff x="6671520" y="2019960"/>
            <a:chExt cx="1729800" cy="1640160"/>
          </a:xfrm>
        </p:grpSpPr>
        <p:sp>
          <p:nvSpPr>
            <p:cNvPr id="230" name="Freeform 7"/>
            <p:cNvSpPr/>
            <p:nvPr/>
          </p:nvSpPr>
          <p:spPr>
            <a:xfrm>
              <a:off x="6671520" y="2019960"/>
              <a:ext cx="1722600" cy="1640160"/>
            </a:xfrm>
            <a:custGeom>
              <a:avLst/>
              <a:gdLst>
                <a:gd name="textAreaLeft" fmla="*/ 0 w 1722600"/>
                <a:gd name="textAreaRight" fmla="*/ 1728720 w 1722600"/>
                <a:gd name="textAreaTop" fmla="*/ 0 h 1640160"/>
                <a:gd name="textAreaBottom" fmla="*/ 1646280 h 164016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1" name="Freeform 7"/>
            <p:cNvSpPr/>
            <p:nvPr/>
          </p:nvSpPr>
          <p:spPr>
            <a:xfrm>
              <a:off x="6678720" y="2019960"/>
              <a:ext cx="1722600" cy="1640160"/>
            </a:xfrm>
            <a:custGeom>
              <a:avLst/>
              <a:gdLst>
                <a:gd name="textAreaLeft" fmla="*/ 0 w 1722600"/>
                <a:gd name="textAreaRight" fmla="*/ 1728720 w 1722600"/>
                <a:gd name="textAreaTop" fmla="*/ 0 h 1640160"/>
                <a:gd name="textAreaBottom" fmla="*/ 1646280 h 164016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2" name="Group 31"/>
          <p:cNvGrpSpPr/>
          <p:nvPr/>
        </p:nvGrpSpPr>
        <p:grpSpPr>
          <a:xfrm>
            <a:off x="3398400" y="2019960"/>
            <a:ext cx="1732680" cy="1640160"/>
            <a:chOff x="3398400" y="2019960"/>
            <a:chExt cx="1732680" cy="1640160"/>
          </a:xfrm>
        </p:grpSpPr>
        <p:sp>
          <p:nvSpPr>
            <p:cNvPr id="233" name="Freeform 8"/>
            <p:cNvSpPr/>
            <p:nvPr/>
          </p:nvSpPr>
          <p:spPr>
            <a:xfrm>
              <a:off x="3398400" y="2019960"/>
              <a:ext cx="1725840" cy="164016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0160"/>
                <a:gd name="textAreaBottom" fmla="*/ 1646280 h 164016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4" name="Freeform 8"/>
            <p:cNvSpPr/>
            <p:nvPr/>
          </p:nvSpPr>
          <p:spPr>
            <a:xfrm>
              <a:off x="3405240" y="2019960"/>
              <a:ext cx="1725840" cy="164016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0160"/>
                <a:gd name="textAreaBottom" fmla="*/ 1646280 h 164016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5" name="Group 34"/>
          <p:cNvGrpSpPr/>
          <p:nvPr/>
        </p:nvGrpSpPr>
        <p:grpSpPr>
          <a:xfrm>
            <a:off x="4038120" y="3927960"/>
            <a:ext cx="1732680" cy="1643400"/>
            <a:chOff x="4038120" y="3927960"/>
            <a:chExt cx="1732680" cy="1643400"/>
          </a:xfrm>
        </p:grpSpPr>
        <p:sp>
          <p:nvSpPr>
            <p:cNvPr id="236" name="Freeform 9"/>
            <p:cNvSpPr/>
            <p:nvPr/>
          </p:nvSpPr>
          <p:spPr>
            <a:xfrm>
              <a:off x="4038120" y="3927960"/>
              <a:ext cx="1725840" cy="164340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3400"/>
                <a:gd name="textAreaBottom" fmla="*/ 1649520 h 16434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7" name="Freeform 9"/>
            <p:cNvSpPr/>
            <p:nvPr/>
          </p:nvSpPr>
          <p:spPr>
            <a:xfrm>
              <a:off x="4044960" y="3927960"/>
              <a:ext cx="1725840" cy="164340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3400"/>
                <a:gd name="textAreaBottom" fmla="*/ 1649520 h 16434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8" name="Group 37"/>
          <p:cNvGrpSpPr/>
          <p:nvPr/>
        </p:nvGrpSpPr>
        <p:grpSpPr>
          <a:xfrm>
            <a:off x="6055560" y="3927960"/>
            <a:ext cx="1733040" cy="1643400"/>
            <a:chOff x="6055560" y="3927960"/>
            <a:chExt cx="1733040" cy="1643400"/>
          </a:xfrm>
        </p:grpSpPr>
        <p:sp>
          <p:nvSpPr>
            <p:cNvPr id="239" name="Freeform 10"/>
            <p:cNvSpPr/>
            <p:nvPr/>
          </p:nvSpPr>
          <p:spPr>
            <a:xfrm>
              <a:off x="6055560" y="3927960"/>
              <a:ext cx="1725840" cy="164340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3400"/>
                <a:gd name="textAreaBottom" fmla="*/ 1649520 h 16434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0" name="Freeform 10"/>
            <p:cNvSpPr/>
            <p:nvPr/>
          </p:nvSpPr>
          <p:spPr>
            <a:xfrm>
              <a:off x="6062760" y="3927960"/>
              <a:ext cx="1725840" cy="164340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3400"/>
                <a:gd name="textAreaBottom" fmla="*/ 1649520 h 16434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241" name="Picture 60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5283720" y="2795400"/>
            <a:ext cx="1132920" cy="995760"/>
          </a:xfrm>
          <a:prstGeom prst="rect">
            <a:avLst/>
          </a:prstGeom>
          <a:ln w="0">
            <a:noFill/>
          </a:ln>
        </p:spPr>
      </p:pic>
      <p:sp>
        <p:nvSpPr>
          <p:cNvPr id="242" name="Freeform 48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43" name="Group 44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24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46" name="Rectangle 49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519EA70-90AF-4706-801B-FAF0F7F53A8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Freeform 27"/>
          <p:cNvSpPr/>
          <p:nvPr/>
        </p:nvSpPr>
        <p:spPr>
          <a:xfrm rot="370200">
            <a:off x="-2528640" y="-131688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50" name="Freeform 7"/>
          <p:cNvSpPr/>
          <p:nvPr/>
        </p:nvSpPr>
        <p:spPr>
          <a:xfrm>
            <a:off x="9197280" y="1239120"/>
            <a:ext cx="1897200" cy="1899000"/>
          </a:xfrm>
          <a:custGeom>
            <a:avLst/>
            <a:gdLst>
              <a:gd name="textAreaLeft" fmla="*/ 0 w 1897200"/>
              <a:gd name="textAreaRight" fmla="*/ 1903320 w 1897200"/>
              <a:gd name="textAreaTop" fmla="*/ 0 h 1899000"/>
              <a:gd name="textAreaBottom" fmla="*/ 1905120 h 18990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51" name="Group 6"/>
          <p:cNvGrpSpPr/>
          <p:nvPr/>
        </p:nvGrpSpPr>
        <p:grpSpPr>
          <a:xfrm>
            <a:off x="6915960" y="1239120"/>
            <a:ext cx="1904040" cy="1899000"/>
            <a:chOff x="6915960" y="1239120"/>
            <a:chExt cx="1904040" cy="1899000"/>
          </a:xfrm>
        </p:grpSpPr>
        <p:sp>
          <p:nvSpPr>
            <p:cNvPr id="252" name="Freeform 6"/>
            <p:cNvSpPr/>
            <p:nvPr/>
          </p:nvSpPr>
          <p:spPr>
            <a:xfrm>
              <a:off x="6922800" y="123912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3" name="Freeform 6"/>
            <p:cNvSpPr/>
            <p:nvPr/>
          </p:nvSpPr>
          <p:spPr>
            <a:xfrm>
              <a:off x="6915960" y="123912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54" name="Group 9"/>
          <p:cNvGrpSpPr/>
          <p:nvPr/>
        </p:nvGrpSpPr>
        <p:grpSpPr>
          <a:xfrm>
            <a:off x="9161280" y="3479760"/>
            <a:ext cx="1904760" cy="1899720"/>
            <a:chOff x="9161280" y="3479760"/>
            <a:chExt cx="1904760" cy="1899720"/>
          </a:xfrm>
        </p:grpSpPr>
        <p:sp>
          <p:nvSpPr>
            <p:cNvPr id="255" name="Freeform 8"/>
            <p:cNvSpPr/>
            <p:nvPr/>
          </p:nvSpPr>
          <p:spPr>
            <a:xfrm>
              <a:off x="9161280" y="348048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6" name="Freeform 8"/>
            <p:cNvSpPr/>
            <p:nvPr/>
          </p:nvSpPr>
          <p:spPr>
            <a:xfrm>
              <a:off x="9168840" y="347976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57" name="Freeform 9"/>
          <p:cNvSpPr/>
          <p:nvPr/>
        </p:nvSpPr>
        <p:spPr>
          <a:xfrm>
            <a:off x="6958800" y="3480480"/>
            <a:ext cx="1897200" cy="1899000"/>
          </a:xfrm>
          <a:custGeom>
            <a:avLst/>
            <a:gdLst>
              <a:gd name="textAreaLeft" fmla="*/ 0 w 1897200"/>
              <a:gd name="textAreaRight" fmla="*/ 1903320 w 1897200"/>
              <a:gd name="textAreaTop" fmla="*/ 0 h 1899000"/>
              <a:gd name="textAreaBottom" fmla="*/ 1905120 h 18990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8" name="Freeform 7"/>
          <p:cNvSpPr/>
          <p:nvPr/>
        </p:nvSpPr>
        <p:spPr>
          <a:xfrm>
            <a:off x="1149120" y="1060560"/>
            <a:ext cx="4418640" cy="4422240"/>
          </a:xfrm>
          <a:custGeom>
            <a:avLst/>
            <a:gdLst>
              <a:gd name="textAreaLeft" fmla="*/ 0 w 4418640"/>
              <a:gd name="textAreaRight" fmla="*/ 4424760 w 4418640"/>
              <a:gd name="textAreaTop" fmla="*/ 0 h 4422240"/>
              <a:gd name="textAreaBottom" fmla="*/ 4428360 h 44222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9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0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1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2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Freeform 28"/>
          <p:cNvSpPr/>
          <p:nvPr/>
        </p:nvSpPr>
        <p:spPr>
          <a:xfrm>
            <a:off x="-1855800" y="-133848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64" name="Text Placeholder 2"/>
          <p:cNvSpPr/>
          <p:nvPr/>
        </p:nvSpPr>
        <p:spPr>
          <a:xfrm>
            <a:off x="1149480" y="1060560"/>
            <a:ext cx="4418280" cy="442296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5" name="Group 1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26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6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68" name="Rectangle 29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7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242EBC6-9431-4151-B5FE-38F82AE07FD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Freeform 27"/>
          <p:cNvSpPr/>
          <p:nvPr/>
        </p:nvSpPr>
        <p:spPr>
          <a:xfrm rot="370200">
            <a:off x="-2737800" y="-156528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72" name="Freeform 7"/>
          <p:cNvSpPr/>
          <p:nvPr/>
        </p:nvSpPr>
        <p:spPr>
          <a:xfrm>
            <a:off x="9197280" y="1239120"/>
            <a:ext cx="1897200" cy="1899000"/>
          </a:xfrm>
          <a:custGeom>
            <a:avLst/>
            <a:gdLst>
              <a:gd name="textAreaLeft" fmla="*/ 0 w 1897200"/>
              <a:gd name="textAreaRight" fmla="*/ 1903320 w 1897200"/>
              <a:gd name="textAreaTop" fmla="*/ 0 h 1899000"/>
              <a:gd name="textAreaBottom" fmla="*/ 1905120 h 18990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73" name="Group 6"/>
          <p:cNvGrpSpPr/>
          <p:nvPr/>
        </p:nvGrpSpPr>
        <p:grpSpPr>
          <a:xfrm>
            <a:off x="6915960" y="1239120"/>
            <a:ext cx="1904040" cy="1899000"/>
            <a:chOff x="6915960" y="1239120"/>
            <a:chExt cx="1904040" cy="1899000"/>
          </a:xfrm>
        </p:grpSpPr>
        <p:sp>
          <p:nvSpPr>
            <p:cNvPr id="274" name="Freeform 6"/>
            <p:cNvSpPr/>
            <p:nvPr/>
          </p:nvSpPr>
          <p:spPr>
            <a:xfrm>
              <a:off x="6922800" y="123912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5" name="Freeform 6"/>
            <p:cNvSpPr/>
            <p:nvPr/>
          </p:nvSpPr>
          <p:spPr>
            <a:xfrm>
              <a:off x="6915960" y="123912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76" name="Group 9"/>
          <p:cNvGrpSpPr/>
          <p:nvPr/>
        </p:nvGrpSpPr>
        <p:grpSpPr>
          <a:xfrm>
            <a:off x="9161280" y="3479760"/>
            <a:ext cx="1904760" cy="1899720"/>
            <a:chOff x="9161280" y="3479760"/>
            <a:chExt cx="1904760" cy="1899720"/>
          </a:xfrm>
        </p:grpSpPr>
        <p:sp>
          <p:nvSpPr>
            <p:cNvPr id="277" name="Freeform 8"/>
            <p:cNvSpPr/>
            <p:nvPr/>
          </p:nvSpPr>
          <p:spPr>
            <a:xfrm>
              <a:off x="9161280" y="348048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8" name="Freeform 8"/>
            <p:cNvSpPr/>
            <p:nvPr/>
          </p:nvSpPr>
          <p:spPr>
            <a:xfrm>
              <a:off x="9168840" y="347976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79" name="Freeform 9"/>
          <p:cNvSpPr/>
          <p:nvPr/>
        </p:nvSpPr>
        <p:spPr>
          <a:xfrm>
            <a:off x="6958800" y="3480480"/>
            <a:ext cx="1897200" cy="1899000"/>
          </a:xfrm>
          <a:custGeom>
            <a:avLst/>
            <a:gdLst>
              <a:gd name="textAreaLeft" fmla="*/ 0 w 1897200"/>
              <a:gd name="textAreaRight" fmla="*/ 1903320 w 1897200"/>
              <a:gd name="textAreaTop" fmla="*/ 0 h 1899000"/>
              <a:gd name="textAreaBottom" fmla="*/ 1905120 h 18990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0" name="Freeform 7"/>
          <p:cNvSpPr/>
          <p:nvPr/>
        </p:nvSpPr>
        <p:spPr>
          <a:xfrm>
            <a:off x="1149120" y="1060560"/>
            <a:ext cx="4418640" cy="4422240"/>
          </a:xfrm>
          <a:custGeom>
            <a:avLst/>
            <a:gdLst>
              <a:gd name="textAreaLeft" fmla="*/ 0 w 4418640"/>
              <a:gd name="textAreaRight" fmla="*/ 4424760 w 4418640"/>
              <a:gd name="textAreaTop" fmla="*/ 0 h 4422240"/>
              <a:gd name="textAreaBottom" fmla="*/ 4428360 h 44222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1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3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4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5" name="Freeform 28"/>
          <p:cNvSpPr/>
          <p:nvPr/>
        </p:nvSpPr>
        <p:spPr>
          <a:xfrm>
            <a:off x="-1855800" y="-133848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86" name="Text Placeholder 2"/>
          <p:cNvSpPr/>
          <p:nvPr/>
        </p:nvSpPr>
        <p:spPr>
          <a:xfrm>
            <a:off x="1149480" y="1060560"/>
            <a:ext cx="4418280" cy="442296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7" name="Group 1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28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89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90" name="Rectangle 29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9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2F40258-DFE9-4514-BC0D-343DA2713C1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4515120" y="4888800"/>
            <a:ext cx="347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Grey_unpressed"/>
          <p:cNvSpPr/>
          <p:nvPr/>
        </p:nvSpPr>
        <p:spPr>
          <a:xfrm>
            <a:off x="2833920" y="2727720"/>
            <a:ext cx="6468480" cy="1516320"/>
          </a:xfrm>
          <a:custGeom>
            <a:avLst/>
            <a:gdLst>
              <a:gd name="textAreaLeft" fmla="*/ 0 w 6468480"/>
              <a:gd name="textAreaRight" fmla="*/ 6474600 w 6468480"/>
              <a:gd name="textAreaTop" fmla="*/ 0 h 1516320"/>
              <a:gd name="textAreaBottom" fmla="*/ 1522440 h 15163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95" name="Freeform 11"/>
          <p:cNvSpPr/>
          <p:nvPr/>
        </p:nvSpPr>
        <p:spPr>
          <a:xfrm>
            <a:off x="2435040" y="2589840"/>
            <a:ext cx="2433960" cy="2608920"/>
          </a:xfrm>
          <a:custGeom>
            <a:avLst/>
            <a:gdLst>
              <a:gd name="textAreaLeft" fmla="*/ 0 w 2433960"/>
              <a:gd name="textAreaRight" fmla="*/ 2440080 w 2433960"/>
              <a:gd name="textAreaTop" fmla="*/ 0 h 2608920"/>
              <a:gd name="textAreaBottom" fmla="*/ 2615040 h 26089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6" name="Oval 12"/>
          <p:cNvSpPr/>
          <p:nvPr/>
        </p:nvSpPr>
        <p:spPr>
          <a:xfrm>
            <a:off x="3103920" y="3080520"/>
            <a:ext cx="980640" cy="9806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090680" y="3134880"/>
            <a:ext cx="101829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TEŞEKKÜRLER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98" name="Group 14"/>
          <p:cNvGrpSpPr/>
          <p:nvPr/>
        </p:nvGrpSpPr>
        <p:grpSpPr>
          <a:xfrm>
            <a:off x="1717560" y="6498720"/>
            <a:ext cx="901800" cy="195120"/>
            <a:chOff x="1717560" y="6498720"/>
            <a:chExt cx="901800" cy="195120"/>
          </a:xfrm>
        </p:grpSpPr>
        <p:pic>
          <p:nvPicPr>
            <p:cNvPr id="299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4720" cy="184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00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5920" cy="18432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301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9840" cy="253800"/>
          </a:xfrm>
          <a:prstGeom prst="rect">
            <a:avLst/>
          </a:prstGeom>
          <a:ln w="0">
            <a:noFill/>
          </a:ln>
        </p:spPr>
      </p:pic>
      <p:sp>
        <p:nvSpPr>
          <p:cNvPr id="302" name="TextBox 5"/>
          <p:cNvSpPr/>
          <p:nvPr/>
        </p:nvSpPr>
        <p:spPr>
          <a:xfrm>
            <a:off x="1585440" y="64987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18"/>
          <p:cNvSpPr/>
          <p:nvPr/>
        </p:nvSpPr>
        <p:spPr>
          <a:xfrm>
            <a:off x="1585440" y="645480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9"/>
          <p:cNvSpPr/>
          <p:nvPr/>
        </p:nvSpPr>
        <p:spPr>
          <a:xfrm>
            <a:off x="1585440" y="65095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Box 17"/>
          <p:cNvSpPr/>
          <p:nvPr/>
        </p:nvSpPr>
        <p:spPr>
          <a:xfrm>
            <a:off x="7392960" y="6313680"/>
            <a:ext cx="57049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20"/>
          <p:cNvSpPr/>
          <p:nvPr/>
        </p:nvSpPr>
        <p:spPr>
          <a:xfrm>
            <a:off x="11271960" y="256320"/>
            <a:ext cx="677520" cy="4896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0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7853E9E-352C-4480-8D50-2A54097E7D9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0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1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2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14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31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1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17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1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429566A-2A21-4090-BF35-7BE0D5D9625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Freeform 58"/>
          <p:cNvSpPr/>
          <p:nvPr/>
        </p:nvSpPr>
        <p:spPr>
          <a:xfrm>
            <a:off x="-1972440" y="-131148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1" name="Freeform 11"/>
          <p:cNvSpPr/>
          <p:nvPr/>
        </p:nvSpPr>
        <p:spPr>
          <a:xfrm>
            <a:off x="23760" y="1996920"/>
            <a:ext cx="1630440" cy="1425960"/>
          </a:xfrm>
          <a:custGeom>
            <a:avLst/>
            <a:gdLst>
              <a:gd name="textAreaLeft" fmla="*/ 0 w 1630440"/>
              <a:gd name="textAreaRight" fmla="*/ 1636560 w 1630440"/>
              <a:gd name="textAreaTop" fmla="*/ 0 h 1425960"/>
              <a:gd name="textAreaBottom" fmla="*/ 1432080 h 1425960"/>
            </a:gdLst>
            <a:ahLst/>
            <a:rect l="textAreaLeft" t="textAreaTop" r="textAreaRight" b="textAreaBottom"/>
            <a:pathLst>
              <a:path w="430" h="376">
                <a:moveTo>
                  <a:pt x="430" y="0"/>
                </a:moveTo>
                <a:cubicBezTo>
                  <a:pt x="430" y="208"/>
                  <a:pt x="430" y="208"/>
                  <a:pt x="430" y="208"/>
                </a:cubicBezTo>
                <a:cubicBezTo>
                  <a:pt x="337" y="208"/>
                  <a:pt x="262" y="283"/>
                  <a:pt x="262" y="376"/>
                </a:cubicBezTo>
                <a:cubicBezTo>
                  <a:pt x="0" y="376"/>
                  <a:pt x="0" y="376"/>
                  <a:pt x="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2" name="Freeform 12"/>
          <p:cNvSpPr/>
          <p:nvPr/>
        </p:nvSpPr>
        <p:spPr>
          <a:xfrm>
            <a:off x="2281320" y="3429000"/>
            <a:ext cx="1630440" cy="1425960"/>
          </a:xfrm>
          <a:custGeom>
            <a:avLst/>
            <a:gdLst>
              <a:gd name="textAreaLeft" fmla="*/ 0 w 1630440"/>
              <a:gd name="textAreaRight" fmla="*/ 1636560 w 1630440"/>
              <a:gd name="textAreaTop" fmla="*/ 0 h 1425960"/>
              <a:gd name="textAreaBottom" fmla="*/ 1432080 h 142596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3" name="Freeform 13"/>
          <p:cNvSpPr/>
          <p:nvPr/>
        </p:nvSpPr>
        <p:spPr>
          <a:xfrm>
            <a:off x="4541760" y="1996920"/>
            <a:ext cx="1630440" cy="1425960"/>
          </a:xfrm>
          <a:custGeom>
            <a:avLst/>
            <a:gdLst>
              <a:gd name="textAreaLeft" fmla="*/ 0 w 1630440"/>
              <a:gd name="textAreaRight" fmla="*/ 1636560 w 1630440"/>
              <a:gd name="textAreaTop" fmla="*/ 0 h 1425960"/>
              <a:gd name="textAreaBottom" fmla="*/ 1432080 h 142596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4" name="Freeform 14"/>
          <p:cNvSpPr/>
          <p:nvPr/>
        </p:nvSpPr>
        <p:spPr>
          <a:xfrm>
            <a:off x="6799320" y="3429000"/>
            <a:ext cx="1630440" cy="1425960"/>
          </a:xfrm>
          <a:custGeom>
            <a:avLst/>
            <a:gdLst>
              <a:gd name="textAreaLeft" fmla="*/ 0 w 1630440"/>
              <a:gd name="textAreaRight" fmla="*/ 1636560 w 1630440"/>
              <a:gd name="textAreaTop" fmla="*/ 0 h 1425960"/>
              <a:gd name="textAreaBottom" fmla="*/ 1432080 h 142596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5" name="Freeform 15"/>
          <p:cNvSpPr/>
          <p:nvPr/>
        </p:nvSpPr>
        <p:spPr>
          <a:xfrm>
            <a:off x="9056520" y="1996920"/>
            <a:ext cx="1630440" cy="1425960"/>
          </a:xfrm>
          <a:custGeom>
            <a:avLst/>
            <a:gdLst>
              <a:gd name="textAreaLeft" fmla="*/ 0 w 1630440"/>
              <a:gd name="textAreaRight" fmla="*/ 1636560 w 1630440"/>
              <a:gd name="textAreaTop" fmla="*/ 0 h 1425960"/>
              <a:gd name="textAreaBottom" fmla="*/ 1432080 h 142596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6" name="Line 16"/>
          <p:cNvSpPr/>
          <p:nvPr/>
        </p:nvSpPr>
        <p:spPr>
          <a:xfrm>
            <a:off x="11337840" y="3429000"/>
            <a:ext cx="866520" cy="360"/>
          </a:xfrm>
          <a:prstGeom prst="line">
            <a:avLst/>
          </a:prstGeom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327" name="Group 11"/>
          <p:cNvGrpSpPr/>
          <p:nvPr/>
        </p:nvGrpSpPr>
        <p:grpSpPr>
          <a:xfrm>
            <a:off x="1544400" y="2684880"/>
            <a:ext cx="215280" cy="215280"/>
            <a:chOff x="1544400" y="2684880"/>
            <a:chExt cx="215280" cy="215280"/>
          </a:xfrm>
        </p:grpSpPr>
        <p:sp>
          <p:nvSpPr>
            <p:cNvPr id="328" name="Oval 12"/>
            <p:cNvSpPr/>
            <p:nvPr/>
          </p:nvSpPr>
          <p:spPr>
            <a:xfrm>
              <a:off x="1544400" y="2684880"/>
              <a:ext cx="215280" cy="215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29" name="Oval 28"/>
            <p:cNvSpPr/>
            <p:nvPr/>
          </p:nvSpPr>
          <p:spPr>
            <a:xfrm>
              <a:off x="1600200" y="2741040"/>
              <a:ext cx="101160" cy="99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0" name="Group 14"/>
          <p:cNvGrpSpPr/>
          <p:nvPr/>
        </p:nvGrpSpPr>
        <p:grpSpPr>
          <a:xfrm>
            <a:off x="3807720" y="3997800"/>
            <a:ext cx="215280" cy="215280"/>
            <a:chOff x="3807720" y="3997800"/>
            <a:chExt cx="215280" cy="215280"/>
          </a:xfrm>
        </p:grpSpPr>
        <p:sp>
          <p:nvSpPr>
            <p:cNvPr id="331" name="Oval 15"/>
            <p:cNvSpPr/>
            <p:nvPr/>
          </p:nvSpPr>
          <p:spPr>
            <a:xfrm>
              <a:off x="3807720" y="3997800"/>
              <a:ext cx="215280" cy="215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2" name="Oval 28"/>
            <p:cNvSpPr/>
            <p:nvPr/>
          </p:nvSpPr>
          <p:spPr>
            <a:xfrm>
              <a:off x="3863880" y="4053600"/>
              <a:ext cx="101160" cy="99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3" name="Group 17"/>
          <p:cNvGrpSpPr/>
          <p:nvPr/>
        </p:nvGrpSpPr>
        <p:grpSpPr>
          <a:xfrm>
            <a:off x="6057360" y="2685960"/>
            <a:ext cx="215280" cy="215280"/>
            <a:chOff x="6057360" y="2685960"/>
            <a:chExt cx="215280" cy="215280"/>
          </a:xfrm>
        </p:grpSpPr>
        <p:sp>
          <p:nvSpPr>
            <p:cNvPr id="334" name="Oval 18"/>
            <p:cNvSpPr/>
            <p:nvPr/>
          </p:nvSpPr>
          <p:spPr>
            <a:xfrm>
              <a:off x="6057360" y="2685960"/>
              <a:ext cx="215280" cy="215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5" name="Oval 28"/>
            <p:cNvSpPr/>
            <p:nvPr/>
          </p:nvSpPr>
          <p:spPr>
            <a:xfrm>
              <a:off x="6113520" y="2741760"/>
              <a:ext cx="101160" cy="99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6" name="Group 20"/>
          <p:cNvGrpSpPr/>
          <p:nvPr/>
        </p:nvGrpSpPr>
        <p:grpSpPr>
          <a:xfrm>
            <a:off x="8325360" y="3995280"/>
            <a:ext cx="215280" cy="215280"/>
            <a:chOff x="8325360" y="3995280"/>
            <a:chExt cx="215280" cy="215280"/>
          </a:xfrm>
        </p:grpSpPr>
        <p:sp>
          <p:nvSpPr>
            <p:cNvPr id="337" name="Oval 21"/>
            <p:cNvSpPr/>
            <p:nvPr/>
          </p:nvSpPr>
          <p:spPr>
            <a:xfrm>
              <a:off x="8325360" y="3995280"/>
              <a:ext cx="215280" cy="215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8" name="Oval 28"/>
            <p:cNvSpPr/>
            <p:nvPr/>
          </p:nvSpPr>
          <p:spPr>
            <a:xfrm>
              <a:off x="8381160" y="4051440"/>
              <a:ext cx="101160" cy="99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9" name="Group 23"/>
          <p:cNvGrpSpPr/>
          <p:nvPr/>
        </p:nvGrpSpPr>
        <p:grpSpPr>
          <a:xfrm>
            <a:off x="10582560" y="2683080"/>
            <a:ext cx="215280" cy="215280"/>
            <a:chOff x="10582560" y="2683080"/>
            <a:chExt cx="215280" cy="215280"/>
          </a:xfrm>
        </p:grpSpPr>
        <p:sp>
          <p:nvSpPr>
            <p:cNvPr id="340" name="Oval 24"/>
            <p:cNvSpPr/>
            <p:nvPr/>
          </p:nvSpPr>
          <p:spPr>
            <a:xfrm>
              <a:off x="10582560" y="2683080"/>
              <a:ext cx="215280" cy="215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1" name="Oval 28"/>
            <p:cNvSpPr/>
            <p:nvPr/>
          </p:nvSpPr>
          <p:spPr>
            <a:xfrm>
              <a:off x="10638720" y="2739240"/>
              <a:ext cx="101160" cy="99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2" name="Group 27"/>
          <p:cNvGrpSpPr/>
          <p:nvPr/>
        </p:nvGrpSpPr>
        <p:grpSpPr>
          <a:xfrm>
            <a:off x="10225080" y="2946600"/>
            <a:ext cx="930240" cy="930240"/>
            <a:chOff x="10225080" y="2946600"/>
            <a:chExt cx="930240" cy="930240"/>
          </a:xfrm>
        </p:grpSpPr>
        <p:sp>
          <p:nvSpPr>
            <p:cNvPr id="343" name="Oval 29"/>
            <p:cNvSpPr/>
            <p:nvPr/>
          </p:nvSpPr>
          <p:spPr>
            <a:xfrm>
              <a:off x="1022508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4" name="Oval 30"/>
            <p:cNvSpPr/>
            <p:nvPr/>
          </p:nvSpPr>
          <p:spPr>
            <a:xfrm>
              <a:off x="1022508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5" name="Group 32"/>
          <p:cNvGrpSpPr/>
          <p:nvPr/>
        </p:nvGrpSpPr>
        <p:grpSpPr>
          <a:xfrm>
            <a:off x="1195560" y="2946600"/>
            <a:ext cx="930240" cy="930240"/>
            <a:chOff x="1195560" y="2946600"/>
            <a:chExt cx="930240" cy="930240"/>
          </a:xfrm>
        </p:grpSpPr>
        <p:sp>
          <p:nvSpPr>
            <p:cNvPr id="346" name="Oval 34"/>
            <p:cNvSpPr/>
            <p:nvPr/>
          </p:nvSpPr>
          <p:spPr>
            <a:xfrm>
              <a:off x="119556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7" name="Oval 35"/>
            <p:cNvSpPr/>
            <p:nvPr/>
          </p:nvSpPr>
          <p:spPr>
            <a:xfrm>
              <a:off x="119556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8" name="Group 37"/>
          <p:cNvGrpSpPr/>
          <p:nvPr/>
        </p:nvGrpSpPr>
        <p:grpSpPr>
          <a:xfrm>
            <a:off x="3443400" y="2946600"/>
            <a:ext cx="930240" cy="930240"/>
            <a:chOff x="3443400" y="2946600"/>
            <a:chExt cx="930240" cy="930240"/>
          </a:xfrm>
        </p:grpSpPr>
        <p:sp>
          <p:nvSpPr>
            <p:cNvPr id="349" name="Oval 39"/>
            <p:cNvSpPr/>
            <p:nvPr/>
          </p:nvSpPr>
          <p:spPr>
            <a:xfrm>
              <a:off x="344340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0" name="Oval 40"/>
            <p:cNvSpPr/>
            <p:nvPr/>
          </p:nvSpPr>
          <p:spPr>
            <a:xfrm>
              <a:off x="344340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1" name="Group 42"/>
          <p:cNvGrpSpPr/>
          <p:nvPr/>
        </p:nvGrpSpPr>
        <p:grpSpPr>
          <a:xfrm>
            <a:off x="5710320" y="2946600"/>
            <a:ext cx="930240" cy="930240"/>
            <a:chOff x="5710320" y="2946600"/>
            <a:chExt cx="930240" cy="930240"/>
          </a:xfrm>
        </p:grpSpPr>
        <p:sp>
          <p:nvSpPr>
            <p:cNvPr id="352" name="Oval 44"/>
            <p:cNvSpPr/>
            <p:nvPr/>
          </p:nvSpPr>
          <p:spPr>
            <a:xfrm>
              <a:off x="571032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3" name="Oval 45"/>
            <p:cNvSpPr/>
            <p:nvPr/>
          </p:nvSpPr>
          <p:spPr>
            <a:xfrm>
              <a:off x="571032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4" name="Group 47"/>
          <p:cNvGrpSpPr/>
          <p:nvPr/>
        </p:nvGrpSpPr>
        <p:grpSpPr>
          <a:xfrm>
            <a:off x="7970400" y="2946600"/>
            <a:ext cx="930240" cy="930240"/>
            <a:chOff x="7970400" y="2946600"/>
            <a:chExt cx="930240" cy="930240"/>
          </a:xfrm>
        </p:grpSpPr>
        <p:sp>
          <p:nvSpPr>
            <p:cNvPr id="355" name="Oval 49"/>
            <p:cNvSpPr/>
            <p:nvPr/>
          </p:nvSpPr>
          <p:spPr>
            <a:xfrm>
              <a:off x="797040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6" name="Oval 50"/>
            <p:cNvSpPr/>
            <p:nvPr/>
          </p:nvSpPr>
          <p:spPr>
            <a:xfrm>
              <a:off x="797040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57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8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9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0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61" name="Group 46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362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63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64" name="Rectangle 59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6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E069E86-E8E2-4F6D-AD4D-B164A287EE3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Freeform 59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68" name="Group 6"/>
          <p:cNvGrpSpPr/>
          <p:nvPr/>
        </p:nvGrpSpPr>
        <p:grpSpPr>
          <a:xfrm>
            <a:off x="8416800" y="2606400"/>
            <a:ext cx="1322640" cy="1324080"/>
            <a:chOff x="8416800" y="2606400"/>
            <a:chExt cx="1322640" cy="1324080"/>
          </a:xfrm>
        </p:grpSpPr>
        <p:sp>
          <p:nvSpPr>
            <p:cNvPr id="369" name="Freeform 14"/>
            <p:cNvSpPr/>
            <p:nvPr/>
          </p:nvSpPr>
          <p:spPr>
            <a:xfrm>
              <a:off x="8416800" y="2606400"/>
              <a:ext cx="1322640" cy="1324080"/>
            </a:xfrm>
            <a:custGeom>
              <a:avLst/>
              <a:gdLst>
                <a:gd name="textAreaLeft" fmla="*/ 0 w 1322640"/>
                <a:gd name="textAreaRight" fmla="*/ 1328760 w 1322640"/>
                <a:gd name="textAreaTop" fmla="*/ 0 h 1324080"/>
                <a:gd name="textAreaBottom" fmla="*/ 1330200 h 13240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0" name="Freeform 14"/>
            <p:cNvSpPr/>
            <p:nvPr/>
          </p:nvSpPr>
          <p:spPr>
            <a:xfrm>
              <a:off x="8416800" y="2606400"/>
              <a:ext cx="1322640" cy="1324080"/>
            </a:xfrm>
            <a:custGeom>
              <a:avLst/>
              <a:gdLst>
                <a:gd name="textAreaLeft" fmla="*/ 0 w 1322640"/>
                <a:gd name="textAreaRight" fmla="*/ 1328760 w 1322640"/>
                <a:gd name="textAreaTop" fmla="*/ 0 h 1324080"/>
                <a:gd name="textAreaBottom" fmla="*/ 1330200 h 13240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1" name="Group 14"/>
          <p:cNvGrpSpPr/>
          <p:nvPr/>
        </p:nvGrpSpPr>
        <p:grpSpPr>
          <a:xfrm>
            <a:off x="6778800" y="986040"/>
            <a:ext cx="1335240" cy="1336680"/>
            <a:chOff x="6778800" y="986040"/>
            <a:chExt cx="1335240" cy="1336680"/>
          </a:xfrm>
        </p:grpSpPr>
        <p:sp>
          <p:nvSpPr>
            <p:cNvPr id="372" name="Freeform 6"/>
            <p:cNvSpPr/>
            <p:nvPr/>
          </p:nvSpPr>
          <p:spPr>
            <a:xfrm>
              <a:off x="677880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3" name="Freeform 6"/>
            <p:cNvSpPr/>
            <p:nvPr/>
          </p:nvSpPr>
          <p:spPr>
            <a:xfrm>
              <a:off x="677880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4" name="Group 19"/>
          <p:cNvGrpSpPr/>
          <p:nvPr/>
        </p:nvGrpSpPr>
        <p:grpSpPr>
          <a:xfrm>
            <a:off x="8404200" y="986040"/>
            <a:ext cx="1335240" cy="1336680"/>
            <a:chOff x="8404200" y="986040"/>
            <a:chExt cx="1335240" cy="1336680"/>
          </a:xfrm>
        </p:grpSpPr>
        <p:sp>
          <p:nvSpPr>
            <p:cNvPr id="375" name="Freeform 6"/>
            <p:cNvSpPr/>
            <p:nvPr/>
          </p:nvSpPr>
          <p:spPr>
            <a:xfrm>
              <a:off x="840420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6" name="Freeform 6"/>
            <p:cNvSpPr/>
            <p:nvPr/>
          </p:nvSpPr>
          <p:spPr>
            <a:xfrm>
              <a:off x="840420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7" name="Group 24"/>
          <p:cNvGrpSpPr/>
          <p:nvPr/>
        </p:nvGrpSpPr>
        <p:grpSpPr>
          <a:xfrm>
            <a:off x="10012320" y="986040"/>
            <a:ext cx="1335240" cy="1336680"/>
            <a:chOff x="10012320" y="986040"/>
            <a:chExt cx="1335240" cy="1336680"/>
          </a:xfrm>
        </p:grpSpPr>
        <p:sp>
          <p:nvSpPr>
            <p:cNvPr id="378" name="Freeform 6"/>
            <p:cNvSpPr/>
            <p:nvPr/>
          </p:nvSpPr>
          <p:spPr>
            <a:xfrm>
              <a:off x="1001232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9" name="Freeform 6"/>
            <p:cNvSpPr/>
            <p:nvPr/>
          </p:nvSpPr>
          <p:spPr>
            <a:xfrm>
              <a:off x="1001232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0" name="Group 29"/>
          <p:cNvGrpSpPr/>
          <p:nvPr/>
        </p:nvGrpSpPr>
        <p:grpSpPr>
          <a:xfrm>
            <a:off x="6778800" y="4192920"/>
            <a:ext cx="1335240" cy="1336680"/>
            <a:chOff x="6778800" y="4192920"/>
            <a:chExt cx="1335240" cy="1336680"/>
          </a:xfrm>
        </p:grpSpPr>
        <p:sp>
          <p:nvSpPr>
            <p:cNvPr id="381" name="Freeform 6"/>
            <p:cNvSpPr/>
            <p:nvPr/>
          </p:nvSpPr>
          <p:spPr>
            <a:xfrm>
              <a:off x="677880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2" name="Freeform 6"/>
            <p:cNvSpPr/>
            <p:nvPr/>
          </p:nvSpPr>
          <p:spPr>
            <a:xfrm>
              <a:off x="677880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3" name="Group 34"/>
          <p:cNvGrpSpPr/>
          <p:nvPr/>
        </p:nvGrpSpPr>
        <p:grpSpPr>
          <a:xfrm>
            <a:off x="8404200" y="4192920"/>
            <a:ext cx="1335240" cy="1336680"/>
            <a:chOff x="8404200" y="4192920"/>
            <a:chExt cx="1335240" cy="1336680"/>
          </a:xfrm>
        </p:grpSpPr>
        <p:sp>
          <p:nvSpPr>
            <p:cNvPr id="384" name="Freeform 6"/>
            <p:cNvSpPr/>
            <p:nvPr/>
          </p:nvSpPr>
          <p:spPr>
            <a:xfrm>
              <a:off x="840420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5" name="Freeform 6"/>
            <p:cNvSpPr/>
            <p:nvPr/>
          </p:nvSpPr>
          <p:spPr>
            <a:xfrm>
              <a:off x="840420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6" name="Group 40"/>
          <p:cNvGrpSpPr/>
          <p:nvPr/>
        </p:nvGrpSpPr>
        <p:grpSpPr>
          <a:xfrm>
            <a:off x="10012320" y="4192920"/>
            <a:ext cx="1335240" cy="1336680"/>
            <a:chOff x="10012320" y="4192920"/>
            <a:chExt cx="1335240" cy="1336680"/>
          </a:xfrm>
        </p:grpSpPr>
        <p:sp>
          <p:nvSpPr>
            <p:cNvPr id="387" name="Freeform 6"/>
            <p:cNvSpPr/>
            <p:nvPr/>
          </p:nvSpPr>
          <p:spPr>
            <a:xfrm>
              <a:off x="1001232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8" name="Freeform 6"/>
            <p:cNvSpPr/>
            <p:nvPr/>
          </p:nvSpPr>
          <p:spPr>
            <a:xfrm>
              <a:off x="1001232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9" name="Group 45"/>
          <p:cNvGrpSpPr/>
          <p:nvPr/>
        </p:nvGrpSpPr>
        <p:grpSpPr>
          <a:xfrm>
            <a:off x="6778800" y="2602440"/>
            <a:ext cx="1335240" cy="1336680"/>
            <a:chOff x="6778800" y="2602440"/>
            <a:chExt cx="1335240" cy="1336680"/>
          </a:xfrm>
        </p:grpSpPr>
        <p:sp>
          <p:nvSpPr>
            <p:cNvPr id="390" name="Freeform 6"/>
            <p:cNvSpPr/>
            <p:nvPr/>
          </p:nvSpPr>
          <p:spPr>
            <a:xfrm>
              <a:off x="6778800" y="26024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1" name="Freeform 6"/>
            <p:cNvSpPr/>
            <p:nvPr/>
          </p:nvSpPr>
          <p:spPr>
            <a:xfrm>
              <a:off x="6778800" y="26024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2" name="Group 50"/>
          <p:cNvGrpSpPr/>
          <p:nvPr/>
        </p:nvGrpSpPr>
        <p:grpSpPr>
          <a:xfrm>
            <a:off x="10012320" y="2602440"/>
            <a:ext cx="1335240" cy="1336680"/>
            <a:chOff x="10012320" y="2602440"/>
            <a:chExt cx="1335240" cy="1336680"/>
          </a:xfrm>
        </p:grpSpPr>
        <p:sp>
          <p:nvSpPr>
            <p:cNvPr id="393" name="Freeform 6"/>
            <p:cNvSpPr/>
            <p:nvPr/>
          </p:nvSpPr>
          <p:spPr>
            <a:xfrm>
              <a:off x="10012320" y="26024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4" name="Freeform 6"/>
            <p:cNvSpPr/>
            <p:nvPr/>
          </p:nvSpPr>
          <p:spPr>
            <a:xfrm>
              <a:off x="10012320" y="26024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395" name="Picture 33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8470800" y="2760120"/>
            <a:ext cx="1132920" cy="995760"/>
          </a:xfrm>
          <a:prstGeom prst="rect">
            <a:avLst/>
          </a:prstGeom>
          <a:ln w="0">
            <a:noFill/>
          </a:ln>
        </p:spPr>
      </p:pic>
      <p:sp>
        <p:nvSpPr>
          <p:cNvPr id="396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7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8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9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00" name="Group 4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401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2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03" name="Rectangle 60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0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3FBAA5D-785A-43C1-972C-28B9AC2D16C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Freeform 8"/>
          <p:cNvSpPr/>
          <p:nvPr/>
        </p:nvSpPr>
        <p:spPr>
          <a:xfrm rot="18117000">
            <a:off x="2336400" y="4885560"/>
            <a:ext cx="7441920" cy="2423880"/>
          </a:xfrm>
          <a:custGeom>
            <a:avLst/>
            <a:gdLst>
              <a:gd name="textAreaLeft" fmla="*/ 0 w 7441920"/>
              <a:gd name="textAreaRight" fmla="*/ 7448040 w 7441920"/>
              <a:gd name="textAreaTop" fmla="*/ 0 h 2423880"/>
              <a:gd name="textAreaBottom" fmla="*/ 2430000 h 2423880"/>
            </a:gdLst>
            <a:ahLst/>
            <a:rect l="textAreaLeft" t="textAreaTop" r="textAreaRight" b="textAreaBottom"/>
            <a:pathLst>
              <a:path w="9418037" h="2429992">
                <a:moveTo>
                  <a:pt x="689691" y="804567"/>
                </a:moveTo>
                <a:cubicBezTo>
                  <a:pt x="916962" y="924084"/>
                  <a:pt x="2726928" y="823574"/>
                  <a:pt x="2627787" y="1057254"/>
                </a:cubicBezTo>
                <a:cubicBezTo>
                  <a:pt x="2528646" y="1290934"/>
                  <a:pt x="432010" y="1981122"/>
                  <a:pt x="94843" y="2206648"/>
                </a:cubicBezTo>
                <a:cubicBezTo>
                  <a:pt x="-242324" y="2432174"/>
                  <a:pt x="413087" y="2381633"/>
                  <a:pt x="604784" y="2410409"/>
                </a:cubicBezTo>
                <a:cubicBezTo>
                  <a:pt x="796482" y="2439185"/>
                  <a:pt x="1020626" y="2441981"/>
                  <a:pt x="1245028" y="2379303"/>
                </a:cubicBezTo>
                <a:cubicBezTo>
                  <a:pt x="1469430" y="2316625"/>
                  <a:pt x="1705942" y="2124838"/>
                  <a:pt x="1951198" y="2034342"/>
                </a:cubicBezTo>
                <a:cubicBezTo>
                  <a:pt x="2196454" y="1943846"/>
                  <a:pt x="2451266" y="1860856"/>
                  <a:pt x="2716563" y="1836327"/>
                </a:cubicBezTo>
                <a:cubicBezTo>
                  <a:pt x="2981860" y="1811798"/>
                  <a:pt x="3207578" y="1913398"/>
                  <a:pt x="3542982" y="1887166"/>
                </a:cubicBezTo>
                <a:cubicBezTo>
                  <a:pt x="3878386" y="1860934"/>
                  <a:pt x="4276313" y="1737784"/>
                  <a:pt x="4728986" y="1678936"/>
                </a:cubicBezTo>
                <a:cubicBezTo>
                  <a:pt x="5181659" y="1620088"/>
                  <a:pt x="5652440" y="1577838"/>
                  <a:pt x="6259022" y="1534080"/>
                </a:cubicBezTo>
                <a:cubicBezTo>
                  <a:pt x="6865604" y="1490322"/>
                  <a:pt x="7970127" y="1659320"/>
                  <a:pt x="8368479" y="1416385"/>
                </a:cubicBezTo>
                <a:cubicBezTo>
                  <a:pt x="8766831" y="1173450"/>
                  <a:pt x="10343644" y="280175"/>
                  <a:pt x="8649137" y="76472"/>
                </a:cubicBezTo>
                <a:cubicBezTo>
                  <a:pt x="6954630" y="-127231"/>
                  <a:pt x="2067340" y="135581"/>
                  <a:pt x="836511" y="179528"/>
                </a:cubicBezTo>
                <a:cubicBezTo>
                  <a:pt x="-394318" y="223475"/>
                  <a:pt x="1527886" y="218156"/>
                  <a:pt x="1264164" y="340154"/>
                </a:cubicBezTo>
                <a:cubicBezTo>
                  <a:pt x="1000442" y="462152"/>
                  <a:pt x="462420" y="685050"/>
                  <a:pt x="689691" y="804567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07" name="Freeform 9"/>
          <p:cNvSpPr/>
          <p:nvPr/>
        </p:nvSpPr>
        <p:spPr>
          <a:xfrm rot="3674400">
            <a:off x="2695680" y="927720"/>
            <a:ext cx="6388560" cy="2344680"/>
          </a:xfrm>
          <a:custGeom>
            <a:avLst/>
            <a:gdLst>
              <a:gd name="textAreaLeft" fmla="*/ 0 w 6388560"/>
              <a:gd name="textAreaRight" fmla="*/ 6394680 w 6388560"/>
              <a:gd name="textAreaTop" fmla="*/ 0 h 2344680"/>
              <a:gd name="textAreaBottom" fmla="*/ 2350800 h 2344680"/>
            </a:gdLst>
            <a:ahLst/>
            <a:rect l="textAreaLeft" t="textAreaTop" r="textAreaRight" b="textAreaBottom"/>
            <a:pathLst>
              <a:path w="8085950" h="2350830">
                <a:moveTo>
                  <a:pt x="813307" y="1490610"/>
                </a:moveTo>
                <a:cubicBezTo>
                  <a:pt x="756250" y="1634839"/>
                  <a:pt x="66965" y="1968342"/>
                  <a:pt x="6894" y="2069024"/>
                </a:cubicBezTo>
                <a:cubicBezTo>
                  <a:pt x="-53177" y="2169706"/>
                  <a:pt x="294781" y="2097742"/>
                  <a:pt x="452883" y="2094703"/>
                </a:cubicBezTo>
                <a:cubicBezTo>
                  <a:pt x="610985" y="2091664"/>
                  <a:pt x="892097" y="2008129"/>
                  <a:pt x="955505" y="2050791"/>
                </a:cubicBezTo>
                <a:cubicBezTo>
                  <a:pt x="1018913" y="2093453"/>
                  <a:pt x="735999" y="2358187"/>
                  <a:pt x="833332" y="2350674"/>
                </a:cubicBezTo>
                <a:cubicBezTo>
                  <a:pt x="930665" y="2343161"/>
                  <a:pt x="1294246" y="2096209"/>
                  <a:pt x="1539502" y="2005713"/>
                </a:cubicBezTo>
                <a:cubicBezTo>
                  <a:pt x="1784758" y="1915217"/>
                  <a:pt x="2039570" y="1832227"/>
                  <a:pt x="2304867" y="1807698"/>
                </a:cubicBezTo>
                <a:cubicBezTo>
                  <a:pt x="2570164" y="1783169"/>
                  <a:pt x="2795882" y="1884769"/>
                  <a:pt x="3131286" y="1858537"/>
                </a:cubicBezTo>
                <a:cubicBezTo>
                  <a:pt x="3466690" y="1832305"/>
                  <a:pt x="3864617" y="1709155"/>
                  <a:pt x="4317290" y="1650307"/>
                </a:cubicBezTo>
                <a:cubicBezTo>
                  <a:pt x="4769963" y="1591459"/>
                  <a:pt x="5240744" y="1549209"/>
                  <a:pt x="5847326" y="1505451"/>
                </a:cubicBezTo>
                <a:cubicBezTo>
                  <a:pt x="6453908" y="1461693"/>
                  <a:pt x="7631478" y="1564171"/>
                  <a:pt x="7956783" y="1387756"/>
                </a:cubicBezTo>
                <a:cubicBezTo>
                  <a:pt x="8282088" y="1211342"/>
                  <a:pt x="7365615" y="642797"/>
                  <a:pt x="7799155" y="446964"/>
                </a:cubicBezTo>
                <a:cubicBezTo>
                  <a:pt x="7405669" y="273233"/>
                  <a:pt x="8806227" y="125627"/>
                  <a:pt x="7550675" y="50595"/>
                </a:cubicBezTo>
                <a:cubicBezTo>
                  <a:pt x="6295123" y="-24437"/>
                  <a:pt x="2573389" y="-12246"/>
                  <a:pt x="1387153" y="62307"/>
                </a:cubicBezTo>
                <a:cubicBezTo>
                  <a:pt x="200917" y="136860"/>
                  <a:pt x="193051" y="312190"/>
                  <a:pt x="433260" y="497911"/>
                </a:cubicBezTo>
                <a:cubicBezTo>
                  <a:pt x="673469" y="683632"/>
                  <a:pt x="373786" y="935937"/>
                  <a:pt x="349235" y="1203649"/>
                </a:cubicBezTo>
                <a:cubicBezTo>
                  <a:pt x="296655" y="1477110"/>
                  <a:pt x="870364" y="1346381"/>
                  <a:pt x="813307" y="1490610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pic>
        <p:nvPicPr>
          <p:cNvPr id="408" name="Picture 11" descr=""/>
          <p:cNvPicPr/>
          <p:nvPr/>
        </p:nvPicPr>
        <p:blipFill>
          <a:blip r:embed="rId2"/>
          <a:stretch/>
        </p:blipFill>
        <p:spPr>
          <a:xfrm>
            <a:off x="-123120" y="-124920"/>
            <a:ext cx="7303680" cy="7340040"/>
          </a:xfrm>
          <a:prstGeom prst="rect">
            <a:avLst/>
          </a:prstGeom>
          <a:ln w="0">
            <a:noFill/>
          </a:ln>
        </p:spPr>
      </p:pic>
      <p:sp>
        <p:nvSpPr>
          <p:cNvPr id="409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0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1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2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3" name="Rectangle 10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1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1FA6FDA-F41A-49D7-8BB1-A073B5C6693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Freeform 66"/>
          <p:cNvSpPr/>
          <p:nvPr/>
        </p:nvSpPr>
        <p:spPr>
          <a:xfrm rot="370200">
            <a:off x="-2564640" y="-120744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17" name="Freeform 5"/>
          <p:cNvSpPr/>
          <p:nvPr/>
        </p:nvSpPr>
        <p:spPr>
          <a:xfrm>
            <a:off x="2153880" y="3953880"/>
            <a:ext cx="8053560" cy="1209960"/>
          </a:xfrm>
          <a:custGeom>
            <a:avLst/>
            <a:gdLst>
              <a:gd name="textAreaLeft" fmla="*/ 0 w 8053560"/>
              <a:gd name="textAreaRight" fmla="*/ 8059680 w 8053560"/>
              <a:gd name="textAreaTop" fmla="*/ 0 h 1209960"/>
              <a:gd name="textAreaBottom" fmla="*/ 1216080 h 1209960"/>
            </a:gdLst>
            <a:ahLst/>
            <a:rect l="textAreaLeft" t="textAreaTop" r="textAreaRight" b="textAreaBottom"/>
            <a:pathLst>
              <a:path w="2116" h="319">
                <a:moveTo>
                  <a:pt x="2116" y="0"/>
                </a:moveTo>
                <a:cubicBezTo>
                  <a:pt x="2116" y="131"/>
                  <a:pt x="2010" y="237"/>
                  <a:pt x="1879" y="237"/>
                </a:cubicBezTo>
                <a:cubicBezTo>
                  <a:pt x="179" y="237"/>
                  <a:pt x="179" y="237"/>
                  <a:pt x="179" y="237"/>
                </a:cubicBezTo>
                <a:cubicBezTo>
                  <a:pt x="107" y="237"/>
                  <a:pt x="43" y="268"/>
                  <a:pt x="0" y="319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18" name="Freeform 6"/>
          <p:cNvSpPr/>
          <p:nvPr/>
        </p:nvSpPr>
        <p:spPr>
          <a:xfrm>
            <a:off x="1933200" y="2153520"/>
            <a:ext cx="8274240" cy="1794240"/>
          </a:xfrm>
          <a:custGeom>
            <a:avLst/>
            <a:gdLst>
              <a:gd name="textAreaLeft" fmla="*/ 0 w 8274240"/>
              <a:gd name="textAreaRight" fmla="*/ 8280360 w 8274240"/>
              <a:gd name="textAreaTop" fmla="*/ 0 h 1794240"/>
              <a:gd name="textAreaBottom" fmla="*/ 1800360 h 1794240"/>
            </a:gdLst>
            <a:ahLst/>
            <a:rect l="textAreaLeft" t="textAreaTop" r="textAreaRight" b="textAreaBottom"/>
            <a:pathLst>
              <a:path w="2174" h="472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0"/>
                  <a:pt x="106" y="236"/>
                  <a:pt x="237" y="236"/>
                </a:cubicBezTo>
                <a:cubicBezTo>
                  <a:pt x="1937" y="236"/>
                  <a:pt x="1937" y="236"/>
                  <a:pt x="1937" y="236"/>
                </a:cubicBezTo>
                <a:cubicBezTo>
                  <a:pt x="2068" y="236"/>
                  <a:pt x="2174" y="342"/>
                  <a:pt x="2174" y="472"/>
                </a:cubicBezTo>
                <a:cubicBezTo>
                  <a:pt x="2174" y="472"/>
                  <a:pt x="2174" y="472"/>
                  <a:pt x="2174" y="472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19" name="Freeform 7"/>
          <p:cNvSpPr/>
          <p:nvPr/>
        </p:nvSpPr>
        <p:spPr>
          <a:xfrm>
            <a:off x="1933200" y="617040"/>
            <a:ext cx="8224920" cy="1530720"/>
          </a:xfrm>
          <a:custGeom>
            <a:avLst/>
            <a:gdLst>
              <a:gd name="textAreaLeft" fmla="*/ 0 w 8224920"/>
              <a:gd name="textAreaRight" fmla="*/ 8231040 w 8224920"/>
              <a:gd name="textAreaTop" fmla="*/ 0 h 1530720"/>
              <a:gd name="textAreaBottom" fmla="*/ 1536840 h 1530720"/>
            </a:gdLst>
            <a:ahLst/>
            <a:rect l="textAreaLeft" t="textAreaTop" r="textAreaRight" b="textAreaBottom"/>
            <a:pathLst>
              <a:path w="2161" h="403">
                <a:moveTo>
                  <a:pt x="2161" y="0"/>
                </a:moveTo>
                <a:cubicBezTo>
                  <a:pt x="2131" y="96"/>
                  <a:pt x="2041" y="166"/>
                  <a:pt x="1935" y="166"/>
                </a:cubicBezTo>
                <a:cubicBezTo>
                  <a:pt x="237" y="166"/>
                  <a:pt x="237" y="166"/>
                  <a:pt x="237" y="166"/>
                </a:cubicBezTo>
                <a:cubicBezTo>
                  <a:pt x="106" y="166"/>
                  <a:pt x="0" y="272"/>
                  <a:pt x="0" y="403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420" name="Group 10"/>
          <p:cNvGrpSpPr/>
          <p:nvPr/>
        </p:nvGrpSpPr>
        <p:grpSpPr>
          <a:xfrm>
            <a:off x="3841200" y="4700880"/>
            <a:ext cx="299520" cy="299520"/>
            <a:chOff x="3841200" y="4700880"/>
            <a:chExt cx="299520" cy="299520"/>
          </a:xfrm>
        </p:grpSpPr>
        <p:sp>
          <p:nvSpPr>
            <p:cNvPr id="421" name="Oval 11"/>
            <p:cNvSpPr/>
            <p:nvPr/>
          </p:nvSpPr>
          <p:spPr>
            <a:xfrm>
              <a:off x="3841200" y="47008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2" name="Oval 28"/>
            <p:cNvSpPr/>
            <p:nvPr/>
          </p:nvSpPr>
          <p:spPr>
            <a:xfrm>
              <a:off x="3918600" y="477792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3" name="Group 13"/>
          <p:cNvGrpSpPr/>
          <p:nvPr/>
        </p:nvGrpSpPr>
        <p:grpSpPr>
          <a:xfrm>
            <a:off x="5922360" y="4700880"/>
            <a:ext cx="299520" cy="299520"/>
            <a:chOff x="5922360" y="4700880"/>
            <a:chExt cx="299520" cy="299520"/>
          </a:xfrm>
        </p:grpSpPr>
        <p:sp>
          <p:nvSpPr>
            <p:cNvPr id="424" name="Oval 14"/>
            <p:cNvSpPr/>
            <p:nvPr/>
          </p:nvSpPr>
          <p:spPr>
            <a:xfrm>
              <a:off x="5922360" y="47008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5" name="Oval 28"/>
            <p:cNvSpPr/>
            <p:nvPr/>
          </p:nvSpPr>
          <p:spPr>
            <a:xfrm>
              <a:off x="5999400" y="477792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6" name="Group 16"/>
          <p:cNvGrpSpPr/>
          <p:nvPr/>
        </p:nvGrpSpPr>
        <p:grpSpPr>
          <a:xfrm>
            <a:off x="7984080" y="4700880"/>
            <a:ext cx="299520" cy="299520"/>
            <a:chOff x="7984080" y="4700880"/>
            <a:chExt cx="299520" cy="299520"/>
          </a:xfrm>
        </p:grpSpPr>
        <p:sp>
          <p:nvSpPr>
            <p:cNvPr id="427" name="Oval 17"/>
            <p:cNvSpPr/>
            <p:nvPr/>
          </p:nvSpPr>
          <p:spPr>
            <a:xfrm>
              <a:off x="7984080" y="47008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8" name="Oval 28"/>
            <p:cNvSpPr/>
            <p:nvPr/>
          </p:nvSpPr>
          <p:spPr>
            <a:xfrm>
              <a:off x="8061120" y="477792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9" name="Group 19"/>
          <p:cNvGrpSpPr/>
          <p:nvPr/>
        </p:nvGrpSpPr>
        <p:grpSpPr>
          <a:xfrm>
            <a:off x="10055520" y="3793320"/>
            <a:ext cx="299520" cy="299520"/>
            <a:chOff x="10055520" y="3793320"/>
            <a:chExt cx="299520" cy="299520"/>
          </a:xfrm>
        </p:grpSpPr>
        <p:sp>
          <p:nvSpPr>
            <p:cNvPr id="430" name="Oval 20"/>
            <p:cNvSpPr/>
            <p:nvPr/>
          </p:nvSpPr>
          <p:spPr>
            <a:xfrm>
              <a:off x="10055520" y="379332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1" name="Oval 28"/>
            <p:cNvSpPr/>
            <p:nvPr/>
          </p:nvSpPr>
          <p:spPr>
            <a:xfrm>
              <a:off x="10132920" y="387036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2" name="Group 22"/>
          <p:cNvGrpSpPr/>
          <p:nvPr/>
        </p:nvGrpSpPr>
        <p:grpSpPr>
          <a:xfrm>
            <a:off x="3847680" y="2889360"/>
            <a:ext cx="299520" cy="299520"/>
            <a:chOff x="3847680" y="2889360"/>
            <a:chExt cx="299520" cy="299520"/>
          </a:xfrm>
        </p:grpSpPr>
        <p:sp>
          <p:nvSpPr>
            <p:cNvPr id="433" name="Oval 23"/>
            <p:cNvSpPr/>
            <p:nvPr/>
          </p:nvSpPr>
          <p:spPr>
            <a:xfrm>
              <a:off x="3847680" y="288936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4" name="Oval 28"/>
            <p:cNvSpPr/>
            <p:nvPr/>
          </p:nvSpPr>
          <p:spPr>
            <a:xfrm>
              <a:off x="3925080" y="296640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5" name="Group 25"/>
          <p:cNvGrpSpPr/>
          <p:nvPr/>
        </p:nvGrpSpPr>
        <p:grpSpPr>
          <a:xfrm>
            <a:off x="5912640" y="2895480"/>
            <a:ext cx="299520" cy="299520"/>
            <a:chOff x="5912640" y="2895480"/>
            <a:chExt cx="299520" cy="299520"/>
          </a:xfrm>
        </p:grpSpPr>
        <p:sp>
          <p:nvSpPr>
            <p:cNvPr id="436" name="Oval 26"/>
            <p:cNvSpPr/>
            <p:nvPr/>
          </p:nvSpPr>
          <p:spPr>
            <a:xfrm>
              <a:off x="5912640" y="28954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7" name="Oval 28"/>
            <p:cNvSpPr/>
            <p:nvPr/>
          </p:nvSpPr>
          <p:spPr>
            <a:xfrm>
              <a:off x="5990040" y="297288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8" name="Group 28"/>
          <p:cNvGrpSpPr/>
          <p:nvPr/>
        </p:nvGrpSpPr>
        <p:grpSpPr>
          <a:xfrm>
            <a:off x="7974360" y="2895480"/>
            <a:ext cx="299520" cy="299520"/>
            <a:chOff x="7974360" y="2895480"/>
            <a:chExt cx="299520" cy="299520"/>
          </a:xfrm>
        </p:grpSpPr>
        <p:sp>
          <p:nvSpPr>
            <p:cNvPr id="439" name="Oval 29"/>
            <p:cNvSpPr/>
            <p:nvPr/>
          </p:nvSpPr>
          <p:spPr>
            <a:xfrm>
              <a:off x="7974360" y="28954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0" name="Oval 28"/>
            <p:cNvSpPr/>
            <p:nvPr/>
          </p:nvSpPr>
          <p:spPr>
            <a:xfrm>
              <a:off x="8051760" y="297288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1" name="Group 31"/>
          <p:cNvGrpSpPr/>
          <p:nvPr/>
        </p:nvGrpSpPr>
        <p:grpSpPr>
          <a:xfrm>
            <a:off x="3847680" y="1094760"/>
            <a:ext cx="299520" cy="299520"/>
            <a:chOff x="3847680" y="1094760"/>
            <a:chExt cx="299520" cy="299520"/>
          </a:xfrm>
        </p:grpSpPr>
        <p:sp>
          <p:nvSpPr>
            <p:cNvPr id="442" name="Oval 32"/>
            <p:cNvSpPr/>
            <p:nvPr/>
          </p:nvSpPr>
          <p:spPr>
            <a:xfrm>
              <a:off x="3847680" y="109476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3" name="Oval 28"/>
            <p:cNvSpPr/>
            <p:nvPr/>
          </p:nvSpPr>
          <p:spPr>
            <a:xfrm>
              <a:off x="3925080" y="117216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4" name="Group 34"/>
          <p:cNvGrpSpPr/>
          <p:nvPr/>
        </p:nvGrpSpPr>
        <p:grpSpPr>
          <a:xfrm>
            <a:off x="5912640" y="1101240"/>
            <a:ext cx="299520" cy="299520"/>
            <a:chOff x="5912640" y="1101240"/>
            <a:chExt cx="299520" cy="299520"/>
          </a:xfrm>
        </p:grpSpPr>
        <p:sp>
          <p:nvSpPr>
            <p:cNvPr id="445" name="Oval 35"/>
            <p:cNvSpPr/>
            <p:nvPr/>
          </p:nvSpPr>
          <p:spPr>
            <a:xfrm>
              <a:off x="5912640" y="110124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6" name="Oval 28"/>
            <p:cNvSpPr/>
            <p:nvPr/>
          </p:nvSpPr>
          <p:spPr>
            <a:xfrm>
              <a:off x="5990040" y="117828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7" name="Group 37"/>
          <p:cNvGrpSpPr/>
          <p:nvPr/>
        </p:nvGrpSpPr>
        <p:grpSpPr>
          <a:xfrm>
            <a:off x="7974360" y="1101240"/>
            <a:ext cx="299520" cy="299520"/>
            <a:chOff x="7974360" y="1101240"/>
            <a:chExt cx="299520" cy="299520"/>
          </a:xfrm>
        </p:grpSpPr>
        <p:sp>
          <p:nvSpPr>
            <p:cNvPr id="448" name="Oval 38"/>
            <p:cNvSpPr/>
            <p:nvPr/>
          </p:nvSpPr>
          <p:spPr>
            <a:xfrm>
              <a:off x="7974360" y="110124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9" name="Oval 28"/>
            <p:cNvSpPr/>
            <p:nvPr/>
          </p:nvSpPr>
          <p:spPr>
            <a:xfrm>
              <a:off x="8051760" y="117828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50" name="Group 40"/>
          <p:cNvGrpSpPr/>
          <p:nvPr/>
        </p:nvGrpSpPr>
        <p:grpSpPr>
          <a:xfrm>
            <a:off x="1781280" y="1999080"/>
            <a:ext cx="299520" cy="299520"/>
            <a:chOff x="1781280" y="1999080"/>
            <a:chExt cx="299520" cy="299520"/>
          </a:xfrm>
        </p:grpSpPr>
        <p:sp>
          <p:nvSpPr>
            <p:cNvPr id="451" name="Oval 41"/>
            <p:cNvSpPr/>
            <p:nvPr/>
          </p:nvSpPr>
          <p:spPr>
            <a:xfrm>
              <a:off x="1781280" y="19990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2" name="Oval 28"/>
            <p:cNvSpPr/>
            <p:nvPr/>
          </p:nvSpPr>
          <p:spPr>
            <a:xfrm>
              <a:off x="1858320" y="207612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453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4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5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6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57" name="Group 62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45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9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60" name="Rectangle 67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6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D17B2EC-167B-4BA3-9329-E58C608EF5D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Freeform 25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64" name="Group 9"/>
          <p:cNvGrpSpPr/>
          <p:nvPr/>
        </p:nvGrpSpPr>
        <p:grpSpPr>
          <a:xfrm>
            <a:off x="278280" y="1993320"/>
            <a:ext cx="2702520" cy="2705040"/>
            <a:chOff x="278280" y="1993320"/>
            <a:chExt cx="2702520" cy="2705040"/>
          </a:xfrm>
        </p:grpSpPr>
        <p:sp>
          <p:nvSpPr>
            <p:cNvPr id="465" name="Freeform 6"/>
            <p:cNvSpPr/>
            <p:nvPr/>
          </p:nvSpPr>
          <p:spPr>
            <a:xfrm>
              <a:off x="27828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6" name="Freeform 6"/>
            <p:cNvSpPr/>
            <p:nvPr/>
          </p:nvSpPr>
          <p:spPr>
            <a:xfrm>
              <a:off x="27828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67" name="Group 12"/>
          <p:cNvGrpSpPr/>
          <p:nvPr/>
        </p:nvGrpSpPr>
        <p:grpSpPr>
          <a:xfrm>
            <a:off x="3215520" y="1993320"/>
            <a:ext cx="2702520" cy="2705040"/>
            <a:chOff x="3215520" y="1993320"/>
            <a:chExt cx="2702520" cy="2705040"/>
          </a:xfrm>
        </p:grpSpPr>
        <p:sp>
          <p:nvSpPr>
            <p:cNvPr id="468" name="Freeform 6"/>
            <p:cNvSpPr/>
            <p:nvPr/>
          </p:nvSpPr>
          <p:spPr>
            <a:xfrm>
              <a:off x="321552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9" name="Freeform 6"/>
            <p:cNvSpPr/>
            <p:nvPr/>
          </p:nvSpPr>
          <p:spPr>
            <a:xfrm>
              <a:off x="321552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0" name="Group 15"/>
          <p:cNvGrpSpPr/>
          <p:nvPr/>
        </p:nvGrpSpPr>
        <p:grpSpPr>
          <a:xfrm>
            <a:off x="6266880" y="1993320"/>
            <a:ext cx="2702520" cy="2705040"/>
            <a:chOff x="6266880" y="1993320"/>
            <a:chExt cx="2702520" cy="2705040"/>
          </a:xfrm>
        </p:grpSpPr>
        <p:sp>
          <p:nvSpPr>
            <p:cNvPr id="471" name="Freeform 6"/>
            <p:cNvSpPr/>
            <p:nvPr/>
          </p:nvSpPr>
          <p:spPr>
            <a:xfrm>
              <a:off x="626688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2" name="Freeform 6"/>
            <p:cNvSpPr/>
            <p:nvPr/>
          </p:nvSpPr>
          <p:spPr>
            <a:xfrm>
              <a:off x="626688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3" name="Group 18"/>
          <p:cNvGrpSpPr/>
          <p:nvPr/>
        </p:nvGrpSpPr>
        <p:grpSpPr>
          <a:xfrm>
            <a:off x="9318240" y="1993320"/>
            <a:ext cx="2702520" cy="2705040"/>
            <a:chOff x="9318240" y="1993320"/>
            <a:chExt cx="2702520" cy="2705040"/>
          </a:xfrm>
        </p:grpSpPr>
        <p:sp>
          <p:nvSpPr>
            <p:cNvPr id="474" name="Freeform 6"/>
            <p:cNvSpPr/>
            <p:nvPr/>
          </p:nvSpPr>
          <p:spPr>
            <a:xfrm>
              <a:off x="931824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5" name="Freeform 6"/>
            <p:cNvSpPr/>
            <p:nvPr/>
          </p:nvSpPr>
          <p:spPr>
            <a:xfrm>
              <a:off x="931824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76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7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8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9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80" name="Group 21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481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82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83" name="Rectangle 26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8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170B686-9690-4022-9573-55801652333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Freeform 44"/>
          <p:cNvSpPr/>
          <p:nvPr/>
        </p:nvSpPr>
        <p:spPr>
          <a:xfrm rot="370200">
            <a:off x="-2180160" y="-152532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87" name="Group 41"/>
          <p:cNvGrpSpPr/>
          <p:nvPr/>
        </p:nvGrpSpPr>
        <p:grpSpPr>
          <a:xfrm>
            <a:off x="228600" y="1959840"/>
            <a:ext cx="11728800" cy="3595320"/>
            <a:chOff x="228600" y="1959840"/>
            <a:chExt cx="11728800" cy="3595320"/>
          </a:xfrm>
        </p:grpSpPr>
        <p:grpSp>
          <p:nvGrpSpPr>
            <p:cNvPr id="488" name="Group 5"/>
            <p:cNvGrpSpPr/>
            <p:nvPr/>
          </p:nvGrpSpPr>
          <p:grpSpPr>
            <a:xfrm>
              <a:off x="228600" y="1959840"/>
              <a:ext cx="2282760" cy="3595320"/>
              <a:chOff x="228600" y="1959840"/>
              <a:chExt cx="2282760" cy="3595320"/>
            </a:xfrm>
          </p:grpSpPr>
          <p:grpSp>
            <p:nvGrpSpPr>
              <p:cNvPr id="489" name="Group 6"/>
              <p:cNvGrpSpPr/>
              <p:nvPr/>
            </p:nvGrpSpPr>
            <p:grpSpPr>
              <a:xfrm>
                <a:off x="228600" y="1959840"/>
                <a:ext cx="2282760" cy="3595320"/>
                <a:chOff x="228600" y="1959840"/>
                <a:chExt cx="2282760" cy="3595320"/>
              </a:xfrm>
            </p:grpSpPr>
            <p:sp>
              <p:nvSpPr>
                <p:cNvPr id="490" name="Freeform 9"/>
                <p:cNvSpPr/>
                <p:nvPr/>
              </p:nvSpPr>
              <p:spPr>
                <a:xfrm>
                  <a:off x="228600" y="1959840"/>
                  <a:ext cx="2282760" cy="3595320"/>
                </a:xfrm>
                <a:custGeom>
                  <a:avLst/>
                  <a:gdLst>
                    <a:gd name="textAreaLeft" fmla="*/ 0 w 2282760"/>
                    <a:gd name="textAreaRight" fmla="*/ 2288880 w 228276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1" name="Freeform 9"/>
                <p:cNvSpPr/>
                <p:nvPr/>
              </p:nvSpPr>
              <p:spPr>
                <a:xfrm>
                  <a:off x="228600" y="1959840"/>
                  <a:ext cx="2282760" cy="3595320"/>
                </a:xfrm>
                <a:custGeom>
                  <a:avLst/>
                  <a:gdLst>
                    <a:gd name="textAreaLeft" fmla="*/ 0 w 2282760"/>
                    <a:gd name="textAreaRight" fmla="*/ 2288880 w 228276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2" name="Oval 7"/>
              <p:cNvSpPr/>
              <p:nvPr/>
            </p:nvSpPr>
            <p:spPr>
              <a:xfrm>
                <a:off x="658800" y="2261160"/>
                <a:ext cx="1437120" cy="14371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3" name="Group 10"/>
            <p:cNvGrpSpPr/>
            <p:nvPr/>
          </p:nvGrpSpPr>
          <p:grpSpPr>
            <a:xfrm>
              <a:off x="3373200" y="1959840"/>
              <a:ext cx="2286720" cy="3595320"/>
              <a:chOff x="3373200" y="1959840"/>
              <a:chExt cx="2286720" cy="3595320"/>
            </a:xfrm>
          </p:grpSpPr>
          <p:grpSp>
            <p:nvGrpSpPr>
              <p:cNvPr id="494" name="Group 11"/>
              <p:cNvGrpSpPr/>
              <p:nvPr/>
            </p:nvGrpSpPr>
            <p:grpSpPr>
              <a:xfrm>
                <a:off x="3373200" y="1959840"/>
                <a:ext cx="2286720" cy="3595320"/>
                <a:chOff x="3373200" y="1959840"/>
                <a:chExt cx="2286720" cy="3595320"/>
              </a:xfrm>
            </p:grpSpPr>
            <p:sp>
              <p:nvSpPr>
                <p:cNvPr id="495" name="Freeform 13"/>
                <p:cNvSpPr/>
                <p:nvPr/>
              </p:nvSpPr>
              <p:spPr>
                <a:xfrm>
                  <a:off x="3373200" y="1959840"/>
                  <a:ext cx="2286720" cy="3595320"/>
                </a:xfrm>
                <a:custGeom>
                  <a:avLst/>
                  <a:gdLst>
                    <a:gd name="textAreaLeft" fmla="*/ 0 w 2286720"/>
                    <a:gd name="textAreaRight" fmla="*/ 2292840 w 22867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6" name="Freeform 13"/>
                <p:cNvSpPr/>
                <p:nvPr/>
              </p:nvSpPr>
              <p:spPr>
                <a:xfrm>
                  <a:off x="3373200" y="1959840"/>
                  <a:ext cx="2286720" cy="3595320"/>
                </a:xfrm>
                <a:custGeom>
                  <a:avLst/>
                  <a:gdLst>
                    <a:gd name="textAreaLeft" fmla="*/ 0 w 2286720"/>
                    <a:gd name="textAreaRight" fmla="*/ 2292840 w 22867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7" name="Oval 12"/>
              <p:cNvSpPr/>
              <p:nvPr/>
            </p:nvSpPr>
            <p:spPr>
              <a:xfrm>
                <a:off x="3801240" y="2261160"/>
                <a:ext cx="1437120" cy="14371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8" name="Group 15"/>
            <p:cNvGrpSpPr/>
            <p:nvPr/>
          </p:nvGrpSpPr>
          <p:grpSpPr>
            <a:xfrm>
              <a:off x="6523920" y="1959840"/>
              <a:ext cx="2284920" cy="3595320"/>
              <a:chOff x="6523920" y="1959840"/>
              <a:chExt cx="2284920" cy="3595320"/>
            </a:xfrm>
          </p:grpSpPr>
          <p:grpSp>
            <p:nvGrpSpPr>
              <p:cNvPr id="499" name="Group 16"/>
              <p:cNvGrpSpPr/>
              <p:nvPr/>
            </p:nvGrpSpPr>
            <p:grpSpPr>
              <a:xfrm>
                <a:off x="6523920" y="1959840"/>
                <a:ext cx="2284920" cy="3595320"/>
                <a:chOff x="6523920" y="1959840"/>
                <a:chExt cx="2284920" cy="3595320"/>
              </a:xfrm>
            </p:grpSpPr>
            <p:sp>
              <p:nvSpPr>
                <p:cNvPr id="500" name="Freeform 17"/>
                <p:cNvSpPr/>
                <p:nvPr/>
              </p:nvSpPr>
              <p:spPr>
                <a:xfrm>
                  <a:off x="6523920" y="1959840"/>
                  <a:ext cx="2284920" cy="3595320"/>
                </a:xfrm>
                <a:custGeom>
                  <a:avLst/>
                  <a:gdLst>
                    <a:gd name="textAreaLeft" fmla="*/ 0 w 2284920"/>
                    <a:gd name="textAreaRight" fmla="*/ 2291040 w 22849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1" name="Freeform 17"/>
                <p:cNvSpPr/>
                <p:nvPr/>
              </p:nvSpPr>
              <p:spPr>
                <a:xfrm>
                  <a:off x="6523920" y="1959840"/>
                  <a:ext cx="2284920" cy="3595320"/>
                </a:xfrm>
                <a:custGeom>
                  <a:avLst/>
                  <a:gdLst>
                    <a:gd name="textAreaLeft" fmla="*/ 0 w 2284920"/>
                    <a:gd name="textAreaRight" fmla="*/ 2291040 w 22849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2" name="Oval 17"/>
              <p:cNvSpPr/>
              <p:nvPr/>
            </p:nvSpPr>
            <p:spPr>
              <a:xfrm>
                <a:off x="6953040" y="2261160"/>
                <a:ext cx="1437120" cy="14371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3" name="Group 20"/>
            <p:cNvGrpSpPr/>
            <p:nvPr/>
          </p:nvGrpSpPr>
          <p:grpSpPr>
            <a:xfrm>
              <a:off x="9672480" y="1959840"/>
              <a:ext cx="2284920" cy="3595320"/>
              <a:chOff x="9672480" y="1959840"/>
              <a:chExt cx="2284920" cy="3595320"/>
            </a:xfrm>
          </p:grpSpPr>
          <p:grpSp>
            <p:nvGrpSpPr>
              <p:cNvPr id="504" name="Group 21"/>
              <p:cNvGrpSpPr/>
              <p:nvPr/>
            </p:nvGrpSpPr>
            <p:grpSpPr>
              <a:xfrm>
                <a:off x="9672480" y="1959840"/>
                <a:ext cx="2284920" cy="3595320"/>
                <a:chOff x="9672480" y="1959840"/>
                <a:chExt cx="2284920" cy="3595320"/>
              </a:xfrm>
            </p:grpSpPr>
            <p:sp>
              <p:nvSpPr>
                <p:cNvPr id="505" name="Freeform 20"/>
                <p:cNvSpPr/>
                <p:nvPr/>
              </p:nvSpPr>
              <p:spPr>
                <a:xfrm>
                  <a:off x="9672480" y="1959840"/>
                  <a:ext cx="2284920" cy="3595320"/>
                </a:xfrm>
                <a:custGeom>
                  <a:avLst/>
                  <a:gdLst>
                    <a:gd name="textAreaLeft" fmla="*/ 0 w 2284920"/>
                    <a:gd name="textAreaRight" fmla="*/ 2291040 w 22849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6" name="Freeform 20"/>
                <p:cNvSpPr/>
                <p:nvPr/>
              </p:nvSpPr>
              <p:spPr>
                <a:xfrm>
                  <a:off x="9672480" y="1959840"/>
                  <a:ext cx="2284920" cy="3595320"/>
                </a:xfrm>
                <a:custGeom>
                  <a:avLst/>
                  <a:gdLst>
                    <a:gd name="textAreaLeft" fmla="*/ 0 w 2284920"/>
                    <a:gd name="textAreaRight" fmla="*/ 2291040 w 22849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7" name="Oval 22"/>
              <p:cNvSpPr/>
              <p:nvPr/>
            </p:nvSpPr>
            <p:spPr>
              <a:xfrm>
                <a:off x="10102680" y="2261160"/>
                <a:ext cx="1437120" cy="14371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sp>
        <p:nvSpPr>
          <p:cNvPr id="508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9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0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1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12" name="Group 34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513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1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15" name="Rectangle 4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D43BB75-73A5-468E-B322-93C70BADD5E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Freeform 30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19" name="Group 5"/>
          <p:cNvGrpSpPr/>
          <p:nvPr/>
        </p:nvGrpSpPr>
        <p:grpSpPr>
          <a:xfrm>
            <a:off x="811800" y="1545120"/>
            <a:ext cx="2892240" cy="4028760"/>
            <a:chOff x="811800" y="1545120"/>
            <a:chExt cx="2892240" cy="4028760"/>
          </a:xfrm>
        </p:grpSpPr>
        <p:sp>
          <p:nvSpPr>
            <p:cNvPr id="520" name="Freeform 6"/>
            <p:cNvSpPr/>
            <p:nvPr/>
          </p:nvSpPr>
          <p:spPr>
            <a:xfrm>
              <a:off x="81180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1" name="Freeform 30"/>
            <p:cNvSpPr/>
            <p:nvPr/>
          </p:nvSpPr>
          <p:spPr>
            <a:xfrm>
              <a:off x="81180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22" name="Text Placeholder 2"/>
          <p:cNvSpPr/>
          <p:nvPr/>
        </p:nvSpPr>
        <p:spPr>
          <a:xfrm>
            <a:off x="825120" y="1545120"/>
            <a:ext cx="2892240" cy="402876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4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5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6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27" name="Group 20"/>
          <p:cNvGrpSpPr/>
          <p:nvPr/>
        </p:nvGrpSpPr>
        <p:grpSpPr>
          <a:xfrm>
            <a:off x="4573440" y="1545120"/>
            <a:ext cx="2892240" cy="4028760"/>
            <a:chOff x="4573440" y="1545120"/>
            <a:chExt cx="2892240" cy="4028760"/>
          </a:xfrm>
        </p:grpSpPr>
        <p:sp>
          <p:nvSpPr>
            <p:cNvPr id="528" name="Freeform 21"/>
            <p:cNvSpPr/>
            <p:nvPr/>
          </p:nvSpPr>
          <p:spPr>
            <a:xfrm>
              <a:off x="457344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9" name="Freeform 30"/>
            <p:cNvSpPr/>
            <p:nvPr/>
          </p:nvSpPr>
          <p:spPr>
            <a:xfrm>
              <a:off x="457344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0" name="Text Placeholder 2"/>
          <p:cNvSpPr/>
          <p:nvPr/>
        </p:nvSpPr>
        <p:spPr>
          <a:xfrm>
            <a:off x="4587120" y="1545120"/>
            <a:ext cx="2892240" cy="402876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1" name="Group 24"/>
          <p:cNvGrpSpPr/>
          <p:nvPr/>
        </p:nvGrpSpPr>
        <p:grpSpPr>
          <a:xfrm>
            <a:off x="8362080" y="1545120"/>
            <a:ext cx="2892240" cy="4028760"/>
            <a:chOff x="8362080" y="1545120"/>
            <a:chExt cx="2892240" cy="4028760"/>
          </a:xfrm>
        </p:grpSpPr>
        <p:sp>
          <p:nvSpPr>
            <p:cNvPr id="532" name="Freeform 25"/>
            <p:cNvSpPr/>
            <p:nvPr/>
          </p:nvSpPr>
          <p:spPr>
            <a:xfrm>
              <a:off x="836208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3" name="Freeform 30"/>
            <p:cNvSpPr/>
            <p:nvPr/>
          </p:nvSpPr>
          <p:spPr>
            <a:xfrm>
              <a:off x="836208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4" name="Text Placeholder 2"/>
          <p:cNvSpPr/>
          <p:nvPr/>
        </p:nvSpPr>
        <p:spPr>
          <a:xfrm>
            <a:off x="8375760" y="1545120"/>
            <a:ext cx="2892240" cy="402876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5" name="Group 18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53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8" name="Rectangle 31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4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03FEA45-0991-46DC-A89B-2EEB46DABB7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Freeform 51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42" name="Group 5"/>
          <p:cNvGrpSpPr/>
          <p:nvPr/>
        </p:nvGrpSpPr>
        <p:grpSpPr>
          <a:xfrm>
            <a:off x="10181520" y="3993840"/>
            <a:ext cx="346320" cy="351720"/>
            <a:chOff x="10181520" y="3993840"/>
            <a:chExt cx="346320" cy="351720"/>
          </a:xfrm>
        </p:grpSpPr>
        <p:sp>
          <p:nvSpPr>
            <p:cNvPr id="543" name="Oval 12"/>
            <p:cNvSpPr/>
            <p:nvPr/>
          </p:nvSpPr>
          <p:spPr>
            <a:xfrm>
              <a:off x="10272600" y="4090320"/>
              <a:ext cx="159120" cy="1591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4" name="Oval 16"/>
            <p:cNvSpPr/>
            <p:nvPr/>
          </p:nvSpPr>
          <p:spPr>
            <a:xfrm>
              <a:off x="10181520" y="3993840"/>
              <a:ext cx="346320" cy="3517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5" name="Group 8"/>
          <p:cNvGrpSpPr/>
          <p:nvPr/>
        </p:nvGrpSpPr>
        <p:grpSpPr>
          <a:xfrm>
            <a:off x="7273080" y="3992760"/>
            <a:ext cx="346320" cy="351720"/>
            <a:chOff x="7273080" y="3992760"/>
            <a:chExt cx="346320" cy="351720"/>
          </a:xfrm>
        </p:grpSpPr>
        <p:sp>
          <p:nvSpPr>
            <p:cNvPr id="546" name="Oval 13"/>
            <p:cNvSpPr/>
            <p:nvPr/>
          </p:nvSpPr>
          <p:spPr>
            <a:xfrm>
              <a:off x="7363800" y="4089240"/>
              <a:ext cx="164520" cy="1591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7" name="Oval 17"/>
            <p:cNvSpPr/>
            <p:nvPr/>
          </p:nvSpPr>
          <p:spPr>
            <a:xfrm>
              <a:off x="7273080" y="3992760"/>
              <a:ext cx="346320" cy="3517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8" name="Group 11"/>
          <p:cNvGrpSpPr/>
          <p:nvPr/>
        </p:nvGrpSpPr>
        <p:grpSpPr>
          <a:xfrm>
            <a:off x="4402440" y="3992760"/>
            <a:ext cx="351720" cy="351720"/>
            <a:chOff x="4402440" y="3992760"/>
            <a:chExt cx="351720" cy="351720"/>
          </a:xfrm>
        </p:grpSpPr>
        <p:sp>
          <p:nvSpPr>
            <p:cNvPr id="549" name="Oval 14"/>
            <p:cNvSpPr/>
            <p:nvPr/>
          </p:nvSpPr>
          <p:spPr>
            <a:xfrm>
              <a:off x="4498920" y="4089240"/>
              <a:ext cx="159120" cy="1591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0" name="Oval 18"/>
            <p:cNvSpPr/>
            <p:nvPr/>
          </p:nvSpPr>
          <p:spPr>
            <a:xfrm>
              <a:off x="4402440" y="3992760"/>
              <a:ext cx="351720" cy="3517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1" name="Group 14"/>
          <p:cNvGrpSpPr/>
          <p:nvPr/>
        </p:nvGrpSpPr>
        <p:grpSpPr>
          <a:xfrm>
            <a:off x="1364760" y="3992760"/>
            <a:ext cx="351720" cy="351720"/>
            <a:chOff x="1364760" y="3992760"/>
            <a:chExt cx="351720" cy="351720"/>
          </a:xfrm>
        </p:grpSpPr>
        <p:sp>
          <p:nvSpPr>
            <p:cNvPr id="552" name="Oval 15"/>
            <p:cNvSpPr/>
            <p:nvPr/>
          </p:nvSpPr>
          <p:spPr>
            <a:xfrm>
              <a:off x="1459440" y="4089240"/>
              <a:ext cx="160920" cy="1591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3" name="Oval 19"/>
            <p:cNvSpPr/>
            <p:nvPr/>
          </p:nvSpPr>
          <p:spPr>
            <a:xfrm>
              <a:off x="1364760" y="3992760"/>
              <a:ext cx="351720" cy="3517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554" name="Freeform 20"/>
          <p:cNvSpPr/>
          <p:nvPr/>
        </p:nvSpPr>
        <p:spPr>
          <a:xfrm>
            <a:off x="10322280" y="3063240"/>
            <a:ext cx="64800" cy="849600"/>
          </a:xfrm>
          <a:custGeom>
            <a:avLst/>
            <a:gdLst>
              <a:gd name="textAreaLeft" fmla="*/ 0 w 64800"/>
              <a:gd name="textAreaRight" fmla="*/ 70920 w 64800"/>
              <a:gd name="textAreaTop" fmla="*/ 0 h 849600"/>
              <a:gd name="textAreaBottom" fmla="*/ 855720 h 8496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3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3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3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3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3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3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3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3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3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3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3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3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5" name="Freeform 21"/>
          <p:cNvSpPr/>
          <p:nvPr/>
        </p:nvSpPr>
        <p:spPr>
          <a:xfrm>
            <a:off x="7413840" y="3048840"/>
            <a:ext cx="64800" cy="849600"/>
          </a:xfrm>
          <a:custGeom>
            <a:avLst/>
            <a:gdLst>
              <a:gd name="textAreaLeft" fmla="*/ 0 w 64800"/>
              <a:gd name="textAreaRight" fmla="*/ 70920 w 64800"/>
              <a:gd name="textAreaTop" fmla="*/ 0 h 849600"/>
              <a:gd name="textAreaBottom" fmla="*/ 855720 h 8496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6" name="Freeform 22"/>
          <p:cNvSpPr/>
          <p:nvPr/>
        </p:nvSpPr>
        <p:spPr>
          <a:xfrm>
            <a:off x="4550040" y="3059640"/>
            <a:ext cx="63000" cy="849600"/>
          </a:xfrm>
          <a:custGeom>
            <a:avLst/>
            <a:gdLst>
              <a:gd name="textAreaLeft" fmla="*/ 0 w 63000"/>
              <a:gd name="textAreaRight" fmla="*/ 69120 w 63000"/>
              <a:gd name="textAreaTop" fmla="*/ 0 h 849600"/>
              <a:gd name="textAreaBottom" fmla="*/ 855720 h 8496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7" name="Freeform 23"/>
          <p:cNvSpPr/>
          <p:nvPr/>
        </p:nvSpPr>
        <p:spPr>
          <a:xfrm>
            <a:off x="1504800" y="3054240"/>
            <a:ext cx="63000" cy="849600"/>
          </a:xfrm>
          <a:custGeom>
            <a:avLst/>
            <a:gdLst>
              <a:gd name="textAreaLeft" fmla="*/ 0 w 63000"/>
              <a:gd name="textAreaRight" fmla="*/ 69120 w 63000"/>
              <a:gd name="textAreaTop" fmla="*/ 0 h 849600"/>
              <a:gd name="textAreaBottom" fmla="*/ 855720 h 8496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58" name="Group 54"/>
          <p:cNvGrpSpPr/>
          <p:nvPr/>
        </p:nvGrpSpPr>
        <p:grpSpPr>
          <a:xfrm>
            <a:off x="524520" y="986040"/>
            <a:ext cx="2170440" cy="2172240"/>
            <a:chOff x="524520" y="986040"/>
            <a:chExt cx="2170440" cy="2172240"/>
          </a:xfrm>
        </p:grpSpPr>
        <p:sp>
          <p:nvSpPr>
            <p:cNvPr id="559" name="Freeform 6"/>
            <p:cNvSpPr/>
            <p:nvPr/>
          </p:nvSpPr>
          <p:spPr>
            <a:xfrm>
              <a:off x="524520" y="98604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0" name="Freeform 6"/>
            <p:cNvSpPr/>
            <p:nvPr/>
          </p:nvSpPr>
          <p:spPr>
            <a:xfrm>
              <a:off x="524520" y="98604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1" name="Group 58"/>
          <p:cNvGrpSpPr/>
          <p:nvPr/>
        </p:nvGrpSpPr>
        <p:grpSpPr>
          <a:xfrm>
            <a:off x="3493080" y="979920"/>
            <a:ext cx="2170440" cy="2172240"/>
            <a:chOff x="3493080" y="979920"/>
            <a:chExt cx="2170440" cy="2172240"/>
          </a:xfrm>
        </p:grpSpPr>
        <p:sp>
          <p:nvSpPr>
            <p:cNvPr id="562" name="Freeform 6"/>
            <p:cNvSpPr/>
            <p:nvPr/>
          </p:nvSpPr>
          <p:spPr>
            <a:xfrm>
              <a:off x="349308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3" name="Freeform 6"/>
            <p:cNvSpPr/>
            <p:nvPr/>
          </p:nvSpPr>
          <p:spPr>
            <a:xfrm>
              <a:off x="349308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4" name="Group 62"/>
          <p:cNvGrpSpPr/>
          <p:nvPr/>
        </p:nvGrpSpPr>
        <p:grpSpPr>
          <a:xfrm>
            <a:off x="6459120" y="979920"/>
            <a:ext cx="2170440" cy="2172240"/>
            <a:chOff x="6459120" y="979920"/>
            <a:chExt cx="2170440" cy="2172240"/>
          </a:xfrm>
        </p:grpSpPr>
        <p:sp>
          <p:nvSpPr>
            <p:cNvPr id="565" name="Freeform 6"/>
            <p:cNvSpPr/>
            <p:nvPr/>
          </p:nvSpPr>
          <p:spPr>
            <a:xfrm>
              <a:off x="645912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6" name="Freeform 6"/>
            <p:cNvSpPr/>
            <p:nvPr/>
          </p:nvSpPr>
          <p:spPr>
            <a:xfrm>
              <a:off x="645912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7" name="Group 66"/>
          <p:cNvGrpSpPr/>
          <p:nvPr/>
        </p:nvGrpSpPr>
        <p:grpSpPr>
          <a:xfrm>
            <a:off x="9425160" y="979920"/>
            <a:ext cx="2170440" cy="2172240"/>
            <a:chOff x="9425160" y="979920"/>
            <a:chExt cx="2170440" cy="2172240"/>
          </a:xfrm>
        </p:grpSpPr>
        <p:sp>
          <p:nvSpPr>
            <p:cNvPr id="568" name="Freeform 6"/>
            <p:cNvSpPr/>
            <p:nvPr/>
          </p:nvSpPr>
          <p:spPr>
            <a:xfrm>
              <a:off x="942516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9" name="Freeform 6"/>
            <p:cNvSpPr/>
            <p:nvPr/>
          </p:nvSpPr>
          <p:spPr>
            <a:xfrm>
              <a:off x="942516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0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1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2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3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74" name="Group 47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57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7" name="Rectangle 52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7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12725E5-4E92-49DD-B5E6-D35CE630465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Freeform 97"/>
          <p:cNvSpPr/>
          <p:nvPr/>
        </p:nvSpPr>
        <p:spPr>
          <a:xfrm rot="370200">
            <a:off x="-2117160" y="-153324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81" name="Freeform 13"/>
          <p:cNvSpPr/>
          <p:nvPr/>
        </p:nvSpPr>
        <p:spPr>
          <a:xfrm>
            <a:off x="10452240" y="3330720"/>
            <a:ext cx="978120" cy="92160"/>
          </a:xfrm>
          <a:custGeom>
            <a:avLst/>
            <a:gdLst>
              <a:gd name="textAreaLeft" fmla="*/ 0 w 978120"/>
              <a:gd name="textAreaRight" fmla="*/ 984240 w 978120"/>
              <a:gd name="textAreaTop" fmla="*/ 0 h 92160"/>
              <a:gd name="textAreaBottom" fmla="*/ 98280 h 92160"/>
            </a:gdLst>
            <a:ahLst/>
            <a:rect l="textAreaLeft" t="textAreaTop" r="textAreaRight" b="textAreaBottom"/>
            <a:pathLst>
              <a:path w="259" h="26">
                <a:moveTo>
                  <a:pt x="259" y="26"/>
                </a:moveTo>
                <a:cubicBezTo>
                  <a:pt x="26" y="26"/>
                  <a:pt x="26" y="26"/>
                  <a:pt x="26" y="26"/>
                </a:cubicBezTo>
                <a:cubicBezTo>
                  <a:pt x="26" y="12"/>
                  <a:pt x="14" y="0"/>
                  <a:pt x="0" y="0"/>
                </a:cubicBezTo>
              </a:path>
            </a:pathLst>
          </a:custGeom>
          <a:noFill/>
          <a:ln cap="rnd" w="3810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82" name="Group 6"/>
          <p:cNvGrpSpPr/>
          <p:nvPr/>
        </p:nvGrpSpPr>
        <p:grpSpPr>
          <a:xfrm>
            <a:off x="1744560" y="2349360"/>
            <a:ext cx="1163520" cy="1073520"/>
            <a:chOff x="1744560" y="2349360"/>
            <a:chExt cx="1163520" cy="1073520"/>
          </a:xfrm>
        </p:grpSpPr>
        <p:sp>
          <p:nvSpPr>
            <p:cNvPr id="583" name="Freeform 6"/>
            <p:cNvSpPr/>
            <p:nvPr/>
          </p:nvSpPr>
          <p:spPr>
            <a:xfrm>
              <a:off x="1744560" y="2441520"/>
              <a:ext cx="1082880" cy="981360"/>
            </a:xfrm>
            <a:custGeom>
              <a:avLst/>
              <a:gdLst>
                <a:gd name="textAreaLeft" fmla="*/ 0 w 1082880"/>
                <a:gd name="textAreaRight" fmla="*/ 1089000 w 108288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2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4" name="Group 8"/>
            <p:cNvGrpSpPr/>
            <p:nvPr/>
          </p:nvGrpSpPr>
          <p:grpSpPr>
            <a:xfrm>
              <a:off x="2743560" y="2349360"/>
              <a:ext cx="164520" cy="164520"/>
              <a:chOff x="2743560" y="2349360"/>
              <a:chExt cx="164520" cy="164520"/>
            </a:xfrm>
          </p:grpSpPr>
          <p:sp>
            <p:nvSpPr>
              <p:cNvPr id="585" name="Oval 9"/>
              <p:cNvSpPr/>
              <p:nvPr/>
            </p:nvSpPr>
            <p:spPr>
              <a:xfrm>
                <a:off x="2743560" y="234936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86" name="Oval 28"/>
              <p:cNvSpPr/>
              <p:nvPr/>
            </p:nvSpPr>
            <p:spPr>
              <a:xfrm>
                <a:off x="2786760" y="239256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87" name="Group 11"/>
          <p:cNvGrpSpPr/>
          <p:nvPr/>
        </p:nvGrpSpPr>
        <p:grpSpPr>
          <a:xfrm>
            <a:off x="3921120" y="2349360"/>
            <a:ext cx="1168200" cy="1073520"/>
            <a:chOff x="3921120" y="2349360"/>
            <a:chExt cx="1168200" cy="1073520"/>
          </a:xfrm>
        </p:grpSpPr>
        <p:sp>
          <p:nvSpPr>
            <p:cNvPr id="588" name="Freeform 7"/>
            <p:cNvSpPr/>
            <p:nvPr/>
          </p:nvSpPr>
          <p:spPr>
            <a:xfrm>
              <a:off x="3921120" y="2441520"/>
              <a:ext cx="1082880" cy="981360"/>
            </a:xfrm>
            <a:custGeom>
              <a:avLst/>
              <a:gdLst>
                <a:gd name="textAreaLeft" fmla="*/ 0 w 1082880"/>
                <a:gd name="textAreaRight" fmla="*/ 1089000 w 108288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9" name="Group 13"/>
            <p:cNvGrpSpPr/>
            <p:nvPr/>
          </p:nvGrpSpPr>
          <p:grpSpPr>
            <a:xfrm>
              <a:off x="4924800" y="2349360"/>
              <a:ext cx="164520" cy="164520"/>
              <a:chOff x="4924800" y="2349360"/>
              <a:chExt cx="164520" cy="164520"/>
            </a:xfrm>
          </p:grpSpPr>
          <p:sp>
            <p:nvSpPr>
              <p:cNvPr id="590" name="Oval 14"/>
              <p:cNvSpPr/>
              <p:nvPr/>
            </p:nvSpPr>
            <p:spPr>
              <a:xfrm>
                <a:off x="4924800" y="234936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1" name="Oval 28"/>
              <p:cNvSpPr/>
              <p:nvPr/>
            </p:nvSpPr>
            <p:spPr>
              <a:xfrm>
                <a:off x="4968000" y="239256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2" name="Group 16"/>
          <p:cNvGrpSpPr/>
          <p:nvPr/>
        </p:nvGrpSpPr>
        <p:grpSpPr>
          <a:xfrm>
            <a:off x="6097680" y="2349360"/>
            <a:ext cx="1159560" cy="1073520"/>
            <a:chOff x="6097680" y="2349360"/>
            <a:chExt cx="1159560" cy="1073520"/>
          </a:xfrm>
        </p:grpSpPr>
        <p:sp>
          <p:nvSpPr>
            <p:cNvPr id="593" name="Freeform 8"/>
            <p:cNvSpPr/>
            <p:nvPr/>
          </p:nvSpPr>
          <p:spPr>
            <a:xfrm>
              <a:off x="6097680" y="2441520"/>
              <a:ext cx="1082880" cy="981360"/>
            </a:xfrm>
            <a:custGeom>
              <a:avLst/>
              <a:gdLst>
                <a:gd name="textAreaLeft" fmla="*/ 0 w 1082880"/>
                <a:gd name="textAreaRight" fmla="*/ 1089000 w 108288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4" name="Group 18"/>
            <p:cNvGrpSpPr/>
            <p:nvPr/>
          </p:nvGrpSpPr>
          <p:grpSpPr>
            <a:xfrm>
              <a:off x="7092720" y="2349360"/>
              <a:ext cx="164520" cy="164520"/>
              <a:chOff x="7092720" y="2349360"/>
              <a:chExt cx="164520" cy="164520"/>
            </a:xfrm>
          </p:grpSpPr>
          <p:sp>
            <p:nvSpPr>
              <p:cNvPr id="595" name="Oval 19"/>
              <p:cNvSpPr/>
              <p:nvPr/>
            </p:nvSpPr>
            <p:spPr>
              <a:xfrm>
                <a:off x="7092720" y="234936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6" name="Oval 28"/>
              <p:cNvSpPr/>
              <p:nvPr/>
            </p:nvSpPr>
            <p:spPr>
              <a:xfrm>
                <a:off x="7135920" y="239256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7" name="Group 21"/>
          <p:cNvGrpSpPr/>
          <p:nvPr/>
        </p:nvGrpSpPr>
        <p:grpSpPr>
          <a:xfrm>
            <a:off x="8273880" y="2349360"/>
            <a:ext cx="1157400" cy="1073520"/>
            <a:chOff x="8273880" y="2349360"/>
            <a:chExt cx="1157400" cy="1073520"/>
          </a:xfrm>
        </p:grpSpPr>
        <p:sp>
          <p:nvSpPr>
            <p:cNvPr id="598" name="Freeform 15"/>
            <p:cNvSpPr/>
            <p:nvPr/>
          </p:nvSpPr>
          <p:spPr>
            <a:xfrm>
              <a:off x="8273880" y="2441520"/>
              <a:ext cx="1082880" cy="981360"/>
            </a:xfrm>
            <a:custGeom>
              <a:avLst/>
              <a:gdLst>
                <a:gd name="textAreaLeft" fmla="*/ 0 w 1082880"/>
                <a:gd name="textAreaRight" fmla="*/ 1089000 w 108288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9" name="Group 23"/>
            <p:cNvGrpSpPr/>
            <p:nvPr/>
          </p:nvGrpSpPr>
          <p:grpSpPr>
            <a:xfrm>
              <a:off x="9266760" y="2349360"/>
              <a:ext cx="164520" cy="164520"/>
              <a:chOff x="9266760" y="2349360"/>
              <a:chExt cx="164520" cy="164520"/>
            </a:xfrm>
          </p:grpSpPr>
          <p:sp>
            <p:nvSpPr>
              <p:cNvPr id="600" name="Oval 24"/>
              <p:cNvSpPr/>
              <p:nvPr/>
            </p:nvSpPr>
            <p:spPr>
              <a:xfrm>
                <a:off x="9266760" y="234936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1" name="Oval 28"/>
              <p:cNvSpPr/>
              <p:nvPr/>
            </p:nvSpPr>
            <p:spPr>
              <a:xfrm>
                <a:off x="9309960" y="239256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2" name="Group 26"/>
          <p:cNvGrpSpPr/>
          <p:nvPr/>
        </p:nvGrpSpPr>
        <p:grpSpPr>
          <a:xfrm>
            <a:off x="758880" y="3429000"/>
            <a:ext cx="1062360" cy="1063800"/>
            <a:chOff x="758880" y="3429000"/>
            <a:chExt cx="1062360" cy="1063800"/>
          </a:xfrm>
        </p:grpSpPr>
        <p:sp>
          <p:nvSpPr>
            <p:cNvPr id="603" name="Freeform 9"/>
            <p:cNvSpPr/>
            <p:nvPr/>
          </p:nvSpPr>
          <p:spPr>
            <a:xfrm>
              <a:off x="758880" y="3429000"/>
              <a:ext cx="979560" cy="984600"/>
            </a:xfrm>
            <a:custGeom>
              <a:avLst/>
              <a:gdLst>
                <a:gd name="textAreaLeft" fmla="*/ 0 w 979560"/>
                <a:gd name="textAreaRight" fmla="*/ 985680 w 979560"/>
                <a:gd name="textAreaTop" fmla="*/ 0 h 984600"/>
                <a:gd name="textAreaBottom" fmla="*/ 990720 h 984600"/>
              </a:gdLst>
              <a:ahLst/>
              <a:rect l="textAreaLeft" t="textAreaTop" r="textAreaRight" b="textAreaBottom"/>
              <a:pathLst>
                <a:path w="259" h="260">
                  <a:moveTo>
                    <a:pt x="259" y="260"/>
                  </a:moveTo>
                  <a:cubicBezTo>
                    <a:pt x="259" y="27"/>
                    <a:pt x="259" y="27"/>
                    <a:pt x="259" y="27"/>
                  </a:cubicBezTo>
                  <a:cubicBezTo>
                    <a:pt x="245" y="27"/>
                    <a:pt x="233" y="15"/>
                    <a:pt x="23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4" name="Group 28"/>
            <p:cNvGrpSpPr/>
            <p:nvPr/>
          </p:nvGrpSpPr>
          <p:grpSpPr>
            <a:xfrm>
              <a:off x="1656720" y="4328280"/>
              <a:ext cx="164520" cy="164520"/>
              <a:chOff x="1656720" y="4328280"/>
              <a:chExt cx="164520" cy="164520"/>
            </a:xfrm>
          </p:grpSpPr>
          <p:sp>
            <p:nvSpPr>
              <p:cNvPr id="605" name="Oval 29"/>
              <p:cNvSpPr/>
              <p:nvPr/>
            </p:nvSpPr>
            <p:spPr>
              <a:xfrm>
                <a:off x="1656720" y="432828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6" name="Oval 28"/>
              <p:cNvSpPr/>
              <p:nvPr/>
            </p:nvSpPr>
            <p:spPr>
              <a:xfrm>
                <a:off x="1699560" y="437148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7" name="Group 31"/>
          <p:cNvGrpSpPr/>
          <p:nvPr/>
        </p:nvGrpSpPr>
        <p:grpSpPr>
          <a:xfrm>
            <a:off x="2833560" y="3432240"/>
            <a:ext cx="1168920" cy="1060560"/>
            <a:chOff x="2833560" y="3432240"/>
            <a:chExt cx="1168920" cy="1060560"/>
          </a:xfrm>
        </p:grpSpPr>
        <p:sp>
          <p:nvSpPr>
            <p:cNvPr id="608" name="Freeform 10"/>
            <p:cNvSpPr/>
            <p:nvPr/>
          </p:nvSpPr>
          <p:spPr>
            <a:xfrm>
              <a:off x="2833560" y="3432240"/>
              <a:ext cx="1081440" cy="981360"/>
            </a:xfrm>
            <a:custGeom>
              <a:avLst/>
              <a:gdLst>
                <a:gd name="textAreaLeft" fmla="*/ 0 w 1081440"/>
                <a:gd name="textAreaRight" fmla="*/ 1087560 w 108144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60" y="14"/>
                    <a:pt x="260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9" name="Group 33"/>
            <p:cNvGrpSpPr/>
            <p:nvPr/>
          </p:nvGrpSpPr>
          <p:grpSpPr>
            <a:xfrm>
              <a:off x="3837960" y="4328280"/>
              <a:ext cx="164520" cy="164520"/>
              <a:chOff x="3837960" y="4328280"/>
              <a:chExt cx="164520" cy="164520"/>
            </a:xfrm>
          </p:grpSpPr>
          <p:sp>
            <p:nvSpPr>
              <p:cNvPr id="610" name="Oval 34"/>
              <p:cNvSpPr/>
              <p:nvPr/>
            </p:nvSpPr>
            <p:spPr>
              <a:xfrm>
                <a:off x="3837960" y="432828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1" name="Oval 28"/>
              <p:cNvSpPr/>
              <p:nvPr/>
            </p:nvSpPr>
            <p:spPr>
              <a:xfrm>
                <a:off x="3880800" y="437148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2" name="Group 36"/>
          <p:cNvGrpSpPr/>
          <p:nvPr/>
        </p:nvGrpSpPr>
        <p:grpSpPr>
          <a:xfrm>
            <a:off x="5010120" y="3432240"/>
            <a:ext cx="1159920" cy="1060560"/>
            <a:chOff x="5010120" y="3432240"/>
            <a:chExt cx="1159920" cy="1060560"/>
          </a:xfrm>
        </p:grpSpPr>
        <p:sp>
          <p:nvSpPr>
            <p:cNvPr id="613" name="Freeform 11"/>
            <p:cNvSpPr/>
            <p:nvPr/>
          </p:nvSpPr>
          <p:spPr>
            <a:xfrm>
              <a:off x="5010120" y="3432240"/>
              <a:ext cx="1081440" cy="981360"/>
            </a:xfrm>
            <a:custGeom>
              <a:avLst/>
              <a:gdLst>
                <a:gd name="textAreaLeft" fmla="*/ 0 w 1081440"/>
                <a:gd name="textAreaRight" fmla="*/ 1087560 w 108144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4" name="Group 38"/>
            <p:cNvGrpSpPr/>
            <p:nvPr/>
          </p:nvGrpSpPr>
          <p:grpSpPr>
            <a:xfrm>
              <a:off x="6005520" y="4328280"/>
              <a:ext cx="164520" cy="164520"/>
              <a:chOff x="6005520" y="4328280"/>
              <a:chExt cx="164520" cy="164520"/>
            </a:xfrm>
          </p:grpSpPr>
          <p:sp>
            <p:nvSpPr>
              <p:cNvPr id="615" name="Oval 39"/>
              <p:cNvSpPr/>
              <p:nvPr/>
            </p:nvSpPr>
            <p:spPr>
              <a:xfrm>
                <a:off x="6005520" y="432828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6" name="Oval 28"/>
              <p:cNvSpPr/>
              <p:nvPr/>
            </p:nvSpPr>
            <p:spPr>
              <a:xfrm>
                <a:off x="6048720" y="437148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7" name="Group 41"/>
          <p:cNvGrpSpPr/>
          <p:nvPr/>
        </p:nvGrpSpPr>
        <p:grpSpPr>
          <a:xfrm>
            <a:off x="7186680" y="3432240"/>
            <a:ext cx="1157400" cy="1060560"/>
            <a:chOff x="7186680" y="3432240"/>
            <a:chExt cx="1157400" cy="1060560"/>
          </a:xfrm>
        </p:grpSpPr>
        <p:sp>
          <p:nvSpPr>
            <p:cNvPr id="618" name="Freeform 12"/>
            <p:cNvSpPr/>
            <p:nvPr/>
          </p:nvSpPr>
          <p:spPr>
            <a:xfrm>
              <a:off x="7186680" y="3432240"/>
              <a:ext cx="1081440" cy="981360"/>
            </a:xfrm>
            <a:custGeom>
              <a:avLst/>
              <a:gdLst>
                <a:gd name="textAreaLeft" fmla="*/ 0 w 1081440"/>
                <a:gd name="textAreaRight" fmla="*/ 1087560 w 108144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9" name="Group 43"/>
            <p:cNvGrpSpPr/>
            <p:nvPr/>
          </p:nvGrpSpPr>
          <p:grpSpPr>
            <a:xfrm>
              <a:off x="8179560" y="4328280"/>
              <a:ext cx="164520" cy="164520"/>
              <a:chOff x="8179560" y="4328280"/>
              <a:chExt cx="164520" cy="164520"/>
            </a:xfrm>
          </p:grpSpPr>
          <p:sp>
            <p:nvSpPr>
              <p:cNvPr id="620" name="Oval 44"/>
              <p:cNvSpPr/>
              <p:nvPr/>
            </p:nvSpPr>
            <p:spPr>
              <a:xfrm>
                <a:off x="8179560" y="432828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21" name="Oval 28"/>
              <p:cNvSpPr/>
              <p:nvPr/>
            </p:nvSpPr>
            <p:spPr>
              <a:xfrm>
                <a:off x="8222760" y="437148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22" name="Group 46"/>
          <p:cNvGrpSpPr/>
          <p:nvPr/>
        </p:nvGrpSpPr>
        <p:grpSpPr>
          <a:xfrm>
            <a:off x="1656720" y="3344760"/>
            <a:ext cx="164520" cy="164520"/>
            <a:chOff x="1656720" y="3344760"/>
            <a:chExt cx="164520" cy="164520"/>
          </a:xfrm>
        </p:grpSpPr>
        <p:sp>
          <p:nvSpPr>
            <p:cNvPr id="623" name="Oval 47"/>
            <p:cNvSpPr/>
            <p:nvPr/>
          </p:nvSpPr>
          <p:spPr>
            <a:xfrm>
              <a:off x="165672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4" name="Oval 28"/>
            <p:cNvSpPr/>
            <p:nvPr/>
          </p:nvSpPr>
          <p:spPr>
            <a:xfrm>
              <a:off x="169956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5" name="Group 49"/>
          <p:cNvGrpSpPr/>
          <p:nvPr/>
        </p:nvGrpSpPr>
        <p:grpSpPr>
          <a:xfrm>
            <a:off x="2746800" y="3344760"/>
            <a:ext cx="164520" cy="164520"/>
            <a:chOff x="2746800" y="3344760"/>
            <a:chExt cx="164520" cy="164520"/>
          </a:xfrm>
        </p:grpSpPr>
        <p:sp>
          <p:nvSpPr>
            <p:cNvPr id="626" name="Oval 50"/>
            <p:cNvSpPr/>
            <p:nvPr/>
          </p:nvSpPr>
          <p:spPr>
            <a:xfrm>
              <a:off x="274680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7" name="Oval 28"/>
            <p:cNvSpPr/>
            <p:nvPr/>
          </p:nvSpPr>
          <p:spPr>
            <a:xfrm>
              <a:off x="279000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8" name="Group 52"/>
          <p:cNvGrpSpPr/>
          <p:nvPr/>
        </p:nvGrpSpPr>
        <p:grpSpPr>
          <a:xfrm>
            <a:off x="3832200" y="3344760"/>
            <a:ext cx="164520" cy="164520"/>
            <a:chOff x="3832200" y="3344760"/>
            <a:chExt cx="164520" cy="164520"/>
          </a:xfrm>
        </p:grpSpPr>
        <p:sp>
          <p:nvSpPr>
            <p:cNvPr id="629" name="Oval 53"/>
            <p:cNvSpPr/>
            <p:nvPr/>
          </p:nvSpPr>
          <p:spPr>
            <a:xfrm>
              <a:off x="383220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0" name="Oval 28"/>
            <p:cNvSpPr/>
            <p:nvPr/>
          </p:nvSpPr>
          <p:spPr>
            <a:xfrm>
              <a:off x="387540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1" name="Group 55"/>
          <p:cNvGrpSpPr/>
          <p:nvPr/>
        </p:nvGrpSpPr>
        <p:grpSpPr>
          <a:xfrm>
            <a:off x="4921200" y="3344760"/>
            <a:ext cx="164520" cy="164520"/>
            <a:chOff x="4921200" y="3344760"/>
            <a:chExt cx="164520" cy="164520"/>
          </a:xfrm>
        </p:grpSpPr>
        <p:sp>
          <p:nvSpPr>
            <p:cNvPr id="632" name="Oval 56"/>
            <p:cNvSpPr/>
            <p:nvPr/>
          </p:nvSpPr>
          <p:spPr>
            <a:xfrm>
              <a:off x="492120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3" name="Oval 28"/>
            <p:cNvSpPr/>
            <p:nvPr/>
          </p:nvSpPr>
          <p:spPr>
            <a:xfrm>
              <a:off x="496440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4" name="Group 58"/>
          <p:cNvGrpSpPr/>
          <p:nvPr/>
        </p:nvGrpSpPr>
        <p:grpSpPr>
          <a:xfrm>
            <a:off x="6014880" y="3344760"/>
            <a:ext cx="164520" cy="164520"/>
            <a:chOff x="6014880" y="3344760"/>
            <a:chExt cx="164520" cy="164520"/>
          </a:xfrm>
        </p:grpSpPr>
        <p:sp>
          <p:nvSpPr>
            <p:cNvPr id="635" name="Oval 59"/>
            <p:cNvSpPr/>
            <p:nvPr/>
          </p:nvSpPr>
          <p:spPr>
            <a:xfrm>
              <a:off x="601488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6" name="Oval 28"/>
            <p:cNvSpPr/>
            <p:nvPr/>
          </p:nvSpPr>
          <p:spPr>
            <a:xfrm>
              <a:off x="605808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7" name="Group 61"/>
          <p:cNvGrpSpPr/>
          <p:nvPr/>
        </p:nvGrpSpPr>
        <p:grpSpPr>
          <a:xfrm>
            <a:off x="7098840" y="3344760"/>
            <a:ext cx="164520" cy="164520"/>
            <a:chOff x="7098840" y="3344760"/>
            <a:chExt cx="164520" cy="164520"/>
          </a:xfrm>
        </p:grpSpPr>
        <p:sp>
          <p:nvSpPr>
            <p:cNvPr id="638" name="Oval 62"/>
            <p:cNvSpPr/>
            <p:nvPr/>
          </p:nvSpPr>
          <p:spPr>
            <a:xfrm>
              <a:off x="709884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9" name="Oval 28"/>
            <p:cNvSpPr/>
            <p:nvPr/>
          </p:nvSpPr>
          <p:spPr>
            <a:xfrm>
              <a:off x="714204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0" name="Group 64"/>
          <p:cNvGrpSpPr/>
          <p:nvPr/>
        </p:nvGrpSpPr>
        <p:grpSpPr>
          <a:xfrm>
            <a:off x="8182800" y="3344760"/>
            <a:ext cx="164520" cy="164520"/>
            <a:chOff x="8182800" y="3344760"/>
            <a:chExt cx="164520" cy="164520"/>
          </a:xfrm>
        </p:grpSpPr>
        <p:sp>
          <p:nvSpPr>
            <p:cNvPr id="641" name="Oval 65"/>
            <p:cNvSpPr/>
            <p:nvPr/>
          </p:nvSpPr>
          <p:spPr>
            <a:xfrm>
              <a:off x="818280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2" name="Oval 28"/>
            <p:cNvSpPr/>
            <p:nvPr/>
          </p:nvSpPr>
          <p:spPr>
            <a:xfrm>
              <a:off x="822600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3" name="Group 67"/>
          <p:cNvGrpSpPr/>
          <p:nvPr/>
        </p:nvGrpSpPr>
        <p:grpSpPr>
          <a:xfrm>
            <a:off x="9363240" y="3432240"/>
            <a:ext cx="1161000" cy="1060560"/>
            <a:chOff x="9363240" y="3432240"/>
            <a:chExt cx="1161000" cy="1060560"/>
          </a:xfrm>
        </p:grpSpPr>
        <p:sp>
          <p:nvSpPr>
            <p:cNvPr id="644" name="Freeform 14"/>
            <p:cNvSpPr/>
            <p:nvPr/>
          </p:nvSpPr>
          <p:spPr>
            <a:xfrm>
              <a:off x="9363240" y="3432240"/>
              <a:ext cx="1082880" cy="981360"/>
            </a:xfrm>
            <a:custGeom>
              <a:avLst/>
              <a:gdLst>
                <a:gd name="textAreaLeft" fmla="*/ 0 w 1082880"/>
                <a:gd name="textAreaRight" fmla="*/ 1089000 w 108288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6" y="14"/>
                    <a:pt x="14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45" name="Group 69"/>
            <p:cNvGrpSpPr/>
            <p:nvPr/>
          </p:nvGrpSpPr>
          <p:grpSpPr>
            <a:xfrm>
              <a:off x="10359720" y="4328280"/>
              <a:ext cx="164520" cy="164520"/>
              <a:chOff x="10359720" y="4328280"/>
              <a:chExt cx="164520" cy="164520"/>
            </a:xfrm>
          </p:grpSpPr>
          <p:sp>
            <p:nvSpPr>
              <p:cNvPr id="646" name="Oval 70"/>
              <p:cNvSpPr/>
              <p:nvPr/>
            </p:nvSpPr>
            <p:spPr>
              <a:xfrm>
                <a:off x="10359720" y="432828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47" name="Oval 28"/>
              <p:cNvSpPr/>
              <p:nvPr/>
            </p:nvSpPr>
            <p:spPr>
              <a:xfrm>
                <a:off x="10402920" y="437148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48" name="Group 72"/>
          <p:cNvGrpSpPr/>
          <p:nvPr/>
        </p:nvGrpSpPr>
        <p:grpSpPr>
          <a:xfrm>
            <a:off x="9272880" y="3344760"/>
            <a:ext cx="164520" cy="164520"/>
            <a:chOff x="9272880" y="3344760"/>
            <a:chExt cx="164520" cy="164520"/>
          </a:xfrm>
        </p:grpSpPr>
        <p:sp>
          <p:nvSpPr>
            <p:cNvPr id="649" name="Oval 73"/>
            <p:cNvSpPr/>
            <p:nvPr/>
          </p:nvSpPr>
          <p:spPr>
            <a:xfrm>
              <a:off x="927288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0" name="Oval 28"/>
            <p:cNvSpPr/>
            <p:nvPr/>
          </p:nvSpPr>
          <p:spPr>
            <a:xfrm>
              <a:off x="931608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1" name="Group 75"/>
          <p:cNvGrpSpPr/>
          <p:nvPr/>
        </p:nvGrpSpPr>
        <p:grpSpPr>
          <a:xfrm>
            <a:off x="10358640" y="3344760"/>
            <a:ext cx="164520" cy="164520"/>
            <a:chOff x="10358640" y="3344760"/>
            <a:chExt cx="164520" cy="164520"/>
          </a:xfrm>
        </p:grpSpPr>
        <p:sp>
          <p:nvSpPr>
            <p:cNvPr id="652" name="Oval 76"/>
            <p:cNvSpPr/>
            <p:nvPr/>
          </p:nvSpPr>
          <p:spPr>
            <a:xfrm>
              <a:off x="1035864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3" name="Oval 28"/>
            <p:cNvSpPr/>
            <p:nvPr/>
          </p:nvSpPr>
          <p:spPr>
            <a:xfrm>
              <a:off x="1040184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4" name="Group 78"/>
          <p:cNvGrpSpPr/>
          <p:nvPr/>
        </p:nvGrpSpPr>
        <p:grpSpPr>
          <a:xfrm>
            <a:off x="11351880" y="3344760"/>
            <a:ext cx="164520" cy="164520"/>
            <a:chOff x="11351880" y="3344760"/>
            <a:chExt cx="164520" cy="164520"/>
          </a:xfrm>
        </p:grpSpPr>
        <p:sp>
          <p:nvSpPr>
            <p:cNvPr id="655" name="Oval 79"/>
            <p:cNvSpPr/>
            <p:nvPr/>
          </p:nvSpPr>
          <p:spPr>
            <a:xfrm>
              <a:off x="1135188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6" name="Oval 28"/>
            <p:cNvSpPr/>
            <p:nvPr/>
          </p:nvSpPr>
          <p:spPr>
            <a:xfrm>
              <a:off x="1139508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7" name="Group 112"/>
          <p:cNvGrpSpPr/>
          <p:nvPr/>
        </p:nvGrpSpPr>
        <p:grpSpPr>
          <a:xfrm>
            <a:off x="673560" y="3344760"/>
            <a:ext cx="164520" cy="164520"/>
            <a:chOff x="673560" y="3344760"/>
            <a:chExt cx="164520" cy="164520"/>
          </a:xfrm>
        </p:grpSpPr>
        <p:sp>
          <p:nvSpPr>
            <p:cNvPr id="658" name="Oval 113"/>
            <p:cNvSpPr/>
            <p:nvPr/>
          </p:nvSpPr>
          <p:spPr>
            <a:xfrm>
              <a:off x="67356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9" name="Oval 28"/>
            <p:cNvSpPr/>
            <p:nvPr/>
          </p:nvSpPr>
          <p:spPr>
            <a:xfrm>
              <a:off x="71676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660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1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2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3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664" name="Group 93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66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67" name="Rectangle 98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147B033-3389-4431-8781-8FB9B0645E7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TextBox 9"/>
          <p:cNvSpPr/>
          <p:nvPr/>
        </p:nvSpPr>
        <p:spPr>
          <a:xfrm>
            <a:off x="4515120" y="4888800"/>
            <a:ext cx="347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Grey_unpressed"/>
          <p:cNvSpPr/>
          <p:nvPr/>
        </p:nvSpPr>
        <p:spPr>
          <a:xfrm>
            <a:off x="2833920" y="2727720"/>
            <a:ext cx="6468480" cy="1516320"/>
          </a:xfrm>
          <a:custGeom>
            <a:avLst/>
            <a:gdLst>
              <a:gd name="textAreaLeft" fmla="*/ 0 w 6468480"/>
              <a:gd name="textAreaRight" fmla="*/ 6474600 w 6468480"/>
              <a:gd name="textAreaTop" fmla="*/ 0 h 1516320"/>
              <a:gd name="textAreaBottom" fmla="*/ 1522440 h 15163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672" name="Freeform 11"/>
          <p:cNvSpPr/>
          <p:nvPr/>
        </p:nvSpPr>
        <p:spPr>
          <a:xfrm>
            <a:off x="2435040" y="2589840"/>
            <a:ext cx="2433960" cy="2608920"/>
          </a:xfrm>
          <a:custGeom>
            <a:avLst/>
            <a:gdLst>
              <a:gd name="textAreaLeft" fmla="*/ 0 w 2433960"/>
              <a:gd name="textAreaRight" fmla="*/ 2440080 w 2433960"/>
              <a:gd name="textAreaTop" fmla="*/ 0 h 2608920"/>
              <a:gd name="textAreaBottom" fmla="*/ 2615040 h 26089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3" name="Oval 12"/>
          <p:cNvSpPr/>
          <p:nvPr/>
        </p:nvSpPr>
        <p:spPr>
          <a:xfrm>
            <a:off x="3103920" y="3080520"/>
            <a:ext cx="980640" cy="9806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4" name="TextBox 13"/>
          <p:cNvSpPr/>
          <p:nvPr/>
        </p:nvSpPr>
        <p:spPr>
          <a:xfrm>
            <a:off x="4591800" y="3215160"/>
            <a:ext cx="3398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ARZ EDERİM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675" name="Group 14"/>
          <p:cNvGrpSpPr/>
          <p:nvPr/>
        </p:nvGrpSpPr>
        <p:grpSpPr>
          <a:xfrm>
            <a:off x="1717560" y="6498720"/>
            <a:ext cx="901800" cy="195120"/>
            <a:chOff x="1717560" y="6498720"/>
            <a:chExt cx="901800" cy="195120"/>
          </a:xfrm>
        </p:grpSpPr>
        <p:pic>
          <p:nvPicPr>
            <p:cNvPr id="676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4720" cy="184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77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5920" cy="18432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678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9840" cy="253800"/>
          </a:xfrm>
          <a:prstGeom prst="rect">
            <a:avLst/>
          </a:prstGeom>
          <a:ln w="0">
            <a:noFill/>
          </a:ln>
        </p:spPr>
      </p:pic>
      <p:sp>
        <p:nvSpPr>
          <p:cNvPr id="679" name="TextBox 5"/>
          <p:cNvSpPr/>
          <p:nvPr/>
        </p:nvSpPr>
        <p:spPr>
          <a:xfrm>
            <a:off x="1585440" y="64987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Box 18"/>
          <p:cNvSpPr/>
          <p:nvPr/>
        </p:nvSpPr>
        <p:spPr>
          <a:xfrm>
            <a:off x="1585440" y="645480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Box 19"/>
          <p:cNvSpPr/>
          <p:nvPr/>
        </p:nvSpPr>
        <p:spPr>
          <a:xfrm>
            <a:off x="1585440" y="65095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17"/>
          <p:cNvSpPr/>
          <p:nvPr/>
        </p:nvSpPr>
        <p:spPr>
          <a:xfrm>
            <a:off x="7392960" y="6313680"/>
            <a:ext cx="57049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Rectangle 1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5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8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F920344-0DFA-4B24-955C-B828153E48F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Freeform 32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87" name="Group 5"/>
          <p:cNvGrpSpPr/>
          <p:nvPr/>
        </p:nvGrpSpPr>
        <p:grpSpPr>
          <a:xfrm>
            <a:off x="837360" y="1394280"/>
            <a:ext cx="5004000" cy="1195200"/>
            <a:chOff x="837360" y="1394280"/>
            <a:chExt cx="5004000" cy="1195200"/>
          </a:xfrm>
        </p:grpSpPr>
        <p:sp>
          <p:nvSpPr>
            <p:cNvPr id="688" name="Freeform 6"/>
            <p:cNvSpPr/>
            <p:nvPr/>
          </p:nvSpPr>
          <p:spPr>
            <a:xfrm>
              <a:off x="837360" y="139716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89" name="Freeform 6"/>
            <p:cNvSpPr/>
            <p:nvPr/>
          </p:nvSpPr>
          <p:spPr>
            <a:xfrm>
              <a:off x="837360" y="139428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0" name="Group 8"/>
          <p:cNvGrpSpPr/>
          <p:nvPr/>
        </p:nvGrpSpPr>
        <p:grpSpPr>
          <a:xfrm>
            <a:off x="837360" y="2912040"/>
            <a:ext cx="5004000" cy="1195200"/>
            <a:chOff x="837360" y="2912040"/>
            <a:chExt cx="5004000" cy="1195200"/>
          </a:xfrm>
        </p:grpSpPr>
        <p:sp>
          <p:nvSpPr>
            <p:cNvPr id="691" name="Freeform 6"/>
            <p:cNvSpPr/>
            <p:nvPr/>
          </p:nvSpPr>
          <p:spPr>
            <a:xfrm>
              <a:off x="837360" y="291492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2" name="Freeform 6"/>
            <p:cNvSpPr/>
            <p:nvPr/>
          </p:nvSpPr>
          <p:spPr>
            <a:xfrm>
              <a:off x="837360" y="291204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3" name="Group 11"/>
          <p:cNvGrpSpPr/>
          <p:nvPr/>
        </p:nvGrpSpPr>
        <p:grpSpPr>
          <a:xfrm>
            <a:off x="837360" y="4462200"/>
            <a:ext cx="5004000" cy="1195560"/>
            <a:chOff x="837360" y="4462200"/>
            <a:chExt cx="5004000" cy="1195560"/>
          </a:xfrm>
        </p:grpSpPr>
        <p:sp>
          <p:nvSpPr>
            <p:cNvPr id="694" name="Freeform 6"/>
            <p:cNvSpPr/>
            <p:nvPr/>
          </p:nvSpPr>
          <p:spPr>
            <a:xfrm>
              <a:off x="837360" y="446544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5" name="Freeform 6"/>
            <p:cNvSpPr/>
            <p:nvPr/>
          </p:nvSpPr>
          <p:spPr>
            <a:xfrm>
              <a:off x="837360" y="446220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6" name="Group 18"/>
          <p:cNvGrpSpPr/>
          <p:nvPr/>
        </p:nvGrpSpPr>
        <p:grpSpPr>
          <a:xfrm>
            <a:off x="6685200" y="1352160"/>
            <a:ext cx="4686480" cy="4302360"/>
            <a:chOff x="6685200" y="1352160"/>
            <a:chExt cx="4686480" cy="4302360"/>
          </a:xfrm>
        </p:grpSpPr>
        <p:sp>
          <p:nvSpPr>
            <p:cNvPr id="697" name="Freeform 19"/>
            <p:cNvSpPr/>
            <p:nvPr/>
          </p:nvSpPr>
          <p:spPr>
            <a:xfrm>
              <a:off x="6685200" y="1352160"/>
              <a:ext cx="4686480" cy="4302360"/>
            </a:xfrm>
            <a:custGeom>
              <a:avLst/>
              <a:gdLst>
                <a:gd name="textAreaLeft" fmla="*/ 0 w 4686480"/>
                <a:gd name="textAreaRight" fmla="*/ 4692600 w 4686480"/>
                <a:gd name="textAreaTop" fmla="*/ 0 h 4302360"/>
                <a:gd name="textAreaBottom" fmla="*/ 4308480 h 430236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8" name="Freeform 6"/>
            <p:cNvSpPr/>
            <p:nvPr/>
          </p:nvSpPr>
          <p:spPr>
            <a:xfrm>
              <a:off x="6685200" y="1352160"/>
              <a:ext cx="4686480" cy="4302360"/>
            </a:xfrm>
            <a:custGeom>
              <a:avLst/>
              <a:gdLst>
                <a:gd name="textAreaLeft" fmla="*/ 0 w 4686480"/>
                <a:gd name="textAreaRight" fmla="*/ 4692600 w 4686480"/>
                <a:gd name="textAreaTop" fmla="*/ 0 h 4302360"/>
                <a:gd name="textAreaBottom" fmla="*/ 4308480 h 430236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99" name="Text Placeholder 6"/>
          <p:cNvSpPr/>
          <p:nvPr/>
        </p:nvSpPr>
        <p:spPr>
          <a:xfrm>
            <a:off x="6685200" y="1352160"/>
            <a:ext cx="4686480" cy="4302360"/>
          </a:xfrm>
          <a:prstGeom prst="roundRect">
            <a:avLst>
              <a:gd name="adj" fmla="val 10328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1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2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3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04" name="Group 28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70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7" name="Rectangle 3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0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0575DEE-60BD-41FC-80E5-1ADA502D83D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Freeform 55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11" name="Line 6"/>
          <p:cNvSpPr/>
          <p:nvPr/>
        </p:nvSpPr>
        <p:spPr>
          <a:xfrm>
            <a:off x="2403720" y="387072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12" name="Group 6"/>
          <p:cNvGrpSpPr/>
          <p:nvPr/>
        </p:nvGrpSpPr>
        <p:grpSpPr>
          <a:xfrm>
            <a:off x="2272320" y="3737520"/>
            <a:ext cx="249480" cy="249480"/>
            <a:chOff x="2272320" y="3737520"/>
            <a:chExt cx="249480" cy="249480"/>
          </a:xfrm>
        </p:grpSpPr>
        <p:sp>
          <p:nvSpPr>
            <p:cNvPr id="713" name="Oval 7"/>
            <p:cNvSpPr/>
            <p:nvPr/>
          </p:nvSpPr>
          <p:spPr>
            <a:xfrm>
              <a:off x="2272320" y="373752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4" name="Oval 28"/>
            <p:cNvSpPr/>
            <p:nvPr/>
          </p:nvSpPr>
          <p:spPr>
            <a:xfrm>
              <a:off x="2336760" y="38023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5" name="Group 9"/>
          <p:cNvGrpSpPr/>
          <p:nvPr/>
        </p:nvGrpSpPr>
        <p:grpSpPr>
          <a:xfrm>
            <a:off x="4667040" y="3737520"/>
            <a:ext cx="249480" cy="249480"/>
            <a:chOff x="4667040" y="3737520"/>
            <a:chExt cx="249480" cy="249480"/>
          </a:xfrm>
        </p:grpSpPr>
        <p:sp>
          <p:nvSpPr>
            <p:cNvPr id="716" name="Oval 10"/>
            <p:cNvSpPr/>
            <p:nvPr/>
          </p:nvSpPr>
          <p:spPr>
            <a:xfrm>
              <a:off x="4667040" y="373752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7" name="Oval 28"/>
            <p:cNvSpPr/>
            <p:nvPr/>
          </p:nvSpPr>
          <p:spPr>
            <a:xfrm>
              <a:off x="4731480" y="38023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8" name="Group 12"/>
          <p:cNvGrpSpPr/>
          <p:nvPr/>
        </p:nvGrpSpPr>
        <p:grpSpPr>
          <a:xfrm>
            <a:off x="7063200" y="3737520"/>
            <a:ext cx="249480" cy="249480"/>
            <a:chOff x="7063200" y="3737520"/>
            <a:chExt cx="249480" cy="249480"/>
          </a:xfrm>
        </p:grpSpPr>
        <p:sp>
          <p:nvSpPr>
            <p:cNvPr id="719" name="Oval 13"/>
            <p:cNvSpPr/>
            <p:nvPr/>
          </p:nvSpPr>
          <p:spPr>
            <a:xfrm>
              <a:off x="7063200" y="373752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0" name="Oval 28"/>
            <p:cNvSpPr/>
            <p:nvPr/>
          </p:nvSpPr>
          <p:spPr>
            <a:xfrm>
              <a:off x="7128000" y="38023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1" name="Group 15"/>
          <p:cNvGrpSpPr/>
          <p:nvPr/>
        </p:nvGrpSpPr>
        <p:grpSpPr>
          <a:xfrm>
            <a:off x="9452520" y="3737520"/>
            <a:ext cx="249480" cy="249480"/>
            <a:chOff x="9452520" y="3737520"/>
            <a:chExt cx="249480" cy="249480"/>
          </a:xfrm>
        </p:grpSpPr>
        <p:sp>
          <p:nvSpPr>
            <p:cNvPr id="722" name="Oval 16"/>
            <p:cNvSpPr/>
            <p:nvPr/>
          </p:nvSpPr>
          <p:spPr>
            <a:xfrm>
              <a:off x="9452520" y="373752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3" name="Oval 28"/>
            <p:cNvSpPr/>
            <p:nvPr/>
          </p:nvSpPr>
          <p:spPr>
            <a:xfrm>
              <a:off x="9517320" y="38023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4" name="Group 19"/>
          <p:cNvGrpSpPr/>
          <p:nvPr/>
        </p:nvGrpSpPr>
        <p:grpSpPr>
          <a:xfrm>
            <a:off x="1460880" y="1296720"/>
            <a:ext cx="1891080" cy="1893240"/>
            <a:chOff x="1460880" y="1296720"/>
            <a:chExt cx="1891080" cy="1893240"/>
          </a:xfrm>
        </p:grpSpPr>
        <p:sp>
          <p:nvSpPr>
            <p:cNvPr id="725" name="Freeform 14"/>
            <p:cNvSpPr/>
            <p:nvPr/>
          </p:nvSpPr>
          <p:spPr>
            <a:xfrm>
              <a:off x="146088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6" name="Freeform 14"/>
            <p:cNvSpPr/>
            <p:nvPr/>
          </p:nvSpPr>
          <p:spPr>
            <a:xfrm>
              <a:off x="146088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27" name="Group 26"/>
          <p:cNvGrpSpPr/>
          <p:nvPr/>
        </p:nvGrpSpPr>
        <p:grpSpPr>
          <a:xfrm>
            <a:off x="3823920" y="1296720"/>
            <a:ext cx="1891080" cy="1893240"/>
            <a:chOff x="3823920" y="1296720"/>
            <a:chExt cx="1891080" cy="1893240"/>
          </a:xfrm>
        </p:grpSpPr>
        <p:sp>
          <p:nvSpPr>
            <p:cNvPr id="728" name="Freeform 14"/>
            <p:cNvSpPr/>
            <p:nvPr/>
          </p:nvSpPr>
          <p:spPr>
            <a:xfrm>
              <a:off x="382392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9" name="Freeform 14"/>
            <p:cNvSpPr/>
            <p:nvPr/>
          </p:nvSpPr>
          <p:spPr>
            <a:xfrm>
              <a:off x="382392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0" name="Group 33"/>
          <p:cNvGrpSpPr/>
          <p:nvPr/>
        </p:nvGrpSpPr>
        <p:grpSpPr>
          <a:xfrm>
            <a:off x="6215760" y="1296720"/>
            <a:ext cx="1891080" cy="1893240"/>
            <a:chOff x="6215760" y="1296720"/>
            <a:chExt cx="1891080" cy="1893240"/>
          </a:xfrm>
        </p:grpSpPr>
        <p:sp>
          <p:nvSpPr>
            <p:cNvPr id="731" name="Freeform 14"/>
            <p:cNvSpPr/>
            <p:nvPr/>
          </p:nvSpPr>
          <p:spPr>
            <a:xfrm>
              <a:off x="621576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2" name="Freeform 14"/>
            <p:cNvSpPr/>
            <p:nvPr/>
          </p:nvSpPr>
          <p:spPr>
            <a:xfrm>
              <a:off x="621576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3" name="Group 40"/>
          <p:cNvGrpSpPr/>
          <p:nvPr/>
        </p:nvGrpSpPr>
        <p:grpSpPr>
          <a:xfrm>
            <a:off x="8571240" y="1296720"/>
            <a:ext cx="1891080" cy="1893240"/>
            <a:chOff x="8571240" y="1296720"/>
            <a:chExt cx="1891080" cy="1893240"/>
          </a:xfrm>
        </p:grpSpPr>
        <p:sp>
          <p:nvSpPr>
            <p:cNvPr id="734" name="Freeform 14"/>
            <p:cNvSpPr/>
            <p:nvPr/>
          </p:nvSpPr>
          <p:spPr>
            <a:xfrm>
              <a:off x="857124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5" name="Freeform 14"/>
            <p:cNvSpPr/>
            <p:nvPr/>
          </p:nvSpPr>
          <p:spPr>
            <a:xfrm>
              <a:off x="857124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6" name="Text Placeholder 48"/>
          <p:cNvSpPr/>
          <p:nvPr/>
        </p:nvSpPr>
        <p:spPr>
          <a:xfrm>
            <a:off x="1460880" y="4126680"/>
            <a:ext cx="1890360" cy="16416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8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9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0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1" name="Text Placeholder 48"/>
          <p:cNvSpPr/>
          <p:nvPr/>
        </p:nvSpPr>
        <p:spPr>
          <a:xfrm>
            <a:off x="3823920" y="4136040"/>
            <a:ext cx="1890360" cy="16416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Text Placeholder 48"/>
          <p:cNvSpPr/>
          <p:nvPr/>
        </p:nvSpPr>
        <p:spPr>
          <a:xfrm>
            <a:off x="6208560" y="4126680"/>
            <a:ext cx="1890360" cy="16416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 Placeholder 48"/>
          <p:cNvSpPr/>
          <p:nvPr/>
        </p:nvSpPr>
        <p:spPr>
          <a:xfrm>
            <a:off x="8571240" y="4136040"/>
            <a:ext cx="1890360" cy="16416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44" name="Group 4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74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4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47" name="Rectangle 56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4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0258F95-ACD9-4338-BF2A-644E59A9207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Freeform 44"/>
          <p:cNvSpPr/>
          <p:nvPr/>
        </p:nvSpPr>
        <p:spPr>
          <a:xfrm rot="370200">
            <a:off x="-2064240" y="-133272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51" name="Line 6"/>
          <p:cNvSpPr/>
          <p:nvPr/>
        </p:nvSpPr>
        <p:spPr>
          <a:xfrm>
            <a:off x="2509560" y="555768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52" name="Group 6"/>
          <p:cNvGrpSpPr/>
          <p:nvPr/>
        </p:nvGrpSpPr>
        <p:grpSpPr>
          <a:xfrm>
            <a:off x="2378160" y="5424480"/>
            <a:ext cx="249480" cy="249480"/>
            <a:chOff x="2378160" y="5424480"/>
            <a:chExt cx="249480" cy="249480"/>
          </a:xfrm>
        </p:grpSpPr>
        <p:sp>
          <p:nvSpPr>
            <p:cNvPr id="753" name="Oval 7"/>
            <p:cNvSpPr/>
            <p:nvPr/>
          </p:nvSpPr>
          <p:spPr>
            <a:xfrm>
              <a:off x="2378160" y="542448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4" name="Oval 28"/>
            <p:cNvSpPr/>
            <p:nvPr/>
          </p:nvSpPr>
          <p:spPr>
            <a:xfrm>
              <a:off x="2442600" y="54889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5" name="Group 9"/>
          <p:cNvGrpSpPr/>
          <p:nvPr/>
        </p:nvGrpSpPr>
        <p:grpSpPr>
          <a:xfrm>
            <a:off x="4772880" y="5424480"/>
            <a:ext cx="249480" cy="249480"/>
            <a:chOff x="4772880" y="5424480"/>
            <a:chExt cx="249480" cy="249480"/>
          </a:xfrm>
        </p:grpSpPr>
        <p:sp>
          <p:nvSpPr>
            <p:cNvPr id="756" name="Oval 10"/>
            <p:cNvSpPr/>
            <p:nvPr/>
          </p:nvSpPr>
          <p:spPr>
            <a:xfrm>
              <a:off x="4772880" y="542448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7" name="Oval 28"/>
            <p:cNvSpPr/>
            <p:nvPr/>
          </p:nvSpPr>
          <p:spPr>
            <a:xfrm>
              <a:off x="4837320" y="54889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8" name="Group 12"/>
          <p:cNvGrpSpPr/>
          <p:nvPr/>
        </p:nvGrpSpPr>
        <p:grpSpPr>
          <a:xfrm>
            <a:off x="7169040" y="5424480"/>
            <a:ext cx="249480" cy="249480"/>
            <a:chOff x="7169040" y="5424480"/>
            <a:chExt cx="249480" cy="249480"/>
          </a:xfrm>
        </p:grpSpPr>
        <p:sp>
          <p:nvSpPr>
            <p:cNvPr id="759" name="Oval 13"/>
            <p:cNvSpPr/>
            <p:nvPr/>
          </p:nvSpPr>
          <p:spPr>
            <a:xfrm>
              <a:off x="7169040" y="542448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0" name="Oval 28"/>
            <p:cNvSpPr/>
            <p:nvPr/>
          </p:nvSpPr>
          <p:spPr>
            <a:xfrm>
              <a:off x="7233840" y="54889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1" name="Group 15"/>
          <p:cNvGrpSpPr/>
          <p:nvPr/>
        </p:nvGrpSpPr>
        <p:grpSpPr>
          <a:xfrm>
            <a:off x="9558360" y="5424480"/>
            <a:ext cx="249480" cy="249480"/>
            <a:chOff x="9558360" y="5424480"/>
            <a:chExt cx="249480" cy="249480"/>
          </a:xfrm>
        </p:grpSpPr>
        <p:sp>
          <p:nvSpPr>
            <p:cNvPr id="762" name="Oval 16"/>
            <p:cNvSpPr/>
            <p:nvPr/>
          </p:nvSpPr>
          <p:spPr>
            <a:xfrm>
              <a:off x="9558360" y="542448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3" name="Oval 28"/>
            <p:cNvSpPr/>
            <p:nvPr/>
          </p:nvSpPr>
          <p:spPr>
            <a:xfrm>
              <a:off x="9622800" y="54889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4" name="Group 19"/>
          <p:cNvGrpSpPr/>
          <p:nvPr/>
        </p:nvGrpSpPr>
        <p:grpSpPr>
          <a:xfrm>
            <a:off x="1566720" y="2983680"/>
            <a:ext cx="1891080" cy="1893240"/>
            <a:chOff x="1566720" y="2983680"/>
            <a:chExt cx="1891080" cy="1893240"/>
          </a:xfrm>
        </p:grpSpPr>
        <p:sp>
          <p:nvSpPr>
            <p:cNvPr id="765" name="Freeform 14"/>
            <p:cNvSpPr/>
            <p:nvPr/>
          </p:nvSpPr>
          <p:spPr>
            <a:xfrm>
              <a:off x="156672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6" name="Freeform 14"/>
            <p:cNvSpPr/>
            <p:nvPr/>
          </p:nvSpPr>
          <p:spPr>
            <a:xfrm>
              <a:off x="156672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67" name="Group 26"/>
          <p:cNvGrpSpPr/>
          <p:nvPr/>
        </p:nvGrpSpPr>
        <p:grpSpPr>
          <a:xfrm>
            <a:off x="3929760" y="2983680"/>
            <a:ext cx="1891080" cy="1893240"/>
            <a:chOff x="3929760" y="2983680"/>
            <a:chExt cx="1891080" cy="1893240"/>
          </a:xfrm>
        </p:grpSpPr>
        <p:sp>
          <p:nvSpPr>
            <p:cNvPr id="768" name="Freeform 14"/>
            <p:cNvSpPr/>
            <p:nvPr/>
          </p:nvSpPr>
          <p:spPr>
            <a:xfrm>
              <a:off x="392976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9" name="Freeform 14"/>
            <p:cNvSpPr/>
            <p:nvPr/>
          </p:nvSpPr>
          <p:spPr>
            <a:xfrm>
              <a:off x="392976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0" name="Group 33"/>
          <p:cNvGrpSpPr/>
          <p:nvPr/>
        </p:nvGrpSpPr>
        <p:grpSpPr>
          <a:xfrm>
            <a:off x="6321600" y="2983680"/>
            <a:ext cx="1891080" cy="1893240"/>
            <a:chOff x="6321600" y="2983680"/>
            <a:chExt cx="1891080" cy="1893240"/>
          </a:xfrm>
        </p:grpSpPr>
        <p:sp>
          <p:nvSpPr>
            <p:cNvPr id="771" name="Freeform 14"/>
            <p:cNvSpPr/>
            <p:nvPr/>
          </p:nvSpPr>
          <p:spPr>
            <a:xfrm>
              <a:off x="632160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2" name="Freeform 14"/>
            <p:cNvSpPr/>
            <p:nvPr/>
          </p:nvSpPr>
          <p:spPr>
            <a:xfrm>
              <a:off x="632160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3" name="Group 40"/>
          <p:cNvGrpSpPr/>
          <p:nvPr/>
        </p:nvGrpSpPr>
        <p:grpSpPr>
          <a:xfrm>
            <a:off x="8677080" y="2983680"/>
            <a:ext cx="1891080" cy="1893240"/>
            <a:chOff x="8677080" y="2983680"/>
            <a:chExt cx="1891080" cy="1893240"/>
          </a:xfrm>
        </p:grpSpPr>
        <p:sp>
          <p:nvSpPr>
            <p:cNvPr id="774" name="Freeform 14"/>
            <p:cNvSpPr/>
            <p:nvPr/>
          </p:nvSpPr>
          <p:spPr>
            <a:xfrm>
              <a:off x="867708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5" name="Freeform 14"/>
            <p:cNvSpPr/>
            <p:nvPr/>
          </p:nvSpPr>
          <p:spPr>
            <a:xfrm>
              <a:off x="867708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76" name="Text Placeholder 51"/>
          <p:cNvSpPr/>
          <p:nvPr/>
        </p:nvSpPr>
        <p:spPr>
          <a:xfrm>
            <a:off x="1566720" y="2984400"/>
            <a:ext cx="1891080" cy="18925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Text Placeholder 51"/>
          <p:cNvSpPr/>
          <p:nvPr/>
        </p:nvSpPr>
        <p:spPr>
          <a:xfrm>
            <a:off x="3929760" y="2984400"/>
            <a:ext cx="1891080" cy="18925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Text Placeholder 51"/>
          <p:cNvSpPr/>
          <p:nvPr/>
        </p:nvSpPr>
        <p:spPr>
          <a:xfrm>
            <a:off x="6321600" y="2984400"/>
            <a:ext cx="1891080" cy="18925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Placeholder 51"/>
          <p:cNvSpPr/>
          <p:nvPr/>
        </p:nvSpPr>
        <p:spPr>
          <a:xfrm>
            <a:off x="8677440" y="2984400"/>
            <a:ext cx="1891080" cy="18925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1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2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3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84" name="Group 3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78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8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87" name="Rectangle 47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8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5616E48-97A9-4C5E-A0E6-61576CD8EE1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Freeform 27"/>
          <p:cNvSpPr/>
          <p:nvPr/>
        </p:nvSpPr>
        <p:spPr>
          <a:xfrm rot="370200">
            <a:off x="-2220840" y="-101988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91" name="Freeform 7"/>
          <p:cNvSpPr/>
          <p:nvPr/>
        </p:nvSpPr>
        <p:spPr>
          <a:xfrm>
            <a:off x="6723000" y="1060560"/>
            <a:ext cx="4418280" cy="4444560"/>
          </a:xfrm>
          <a:custGeom>
            <a:avLst/>
            <a:gdLst>
              <a:gd name="textAreaLeft" fmla="*/ 0 w 4418280"/>
              <a:gd name="textAreaRight" fmla="*/ 4424400 w 4418280"/>
              <a:gd name="textAreaTop" fmla="*/ 0 h 4444560"/>
              <a:gd name="textAreaBottom" fmla="*/ 4450680 h 44445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2" name="Freeform 7"/>
          <p:cNvSpPr/>
          <p:nvPr/>
        </p:nvSpPr>
        <p:spPr>
          <a:xfrm>
            <a:off x="1149120" y="1060560"/>
            <a:ext cx="4418640" cy="4422240"/>
          </a:xfrm>
          <a:custGeom>
            <a:avLst/>
            <a:gdLst>
              <a:gd name="textAreaLeft" fmla="*/ 0 w 4418640"/>
              <a:gd name="textAreaRight" fmla="*/ 4424760 w 4418640"/>
              <a:gd name="textAreaTop" fmla="*/ 0 h 4422240"/>
              <a:gd name="textAreaBottom" fmla="*/ 4428360 h 44222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3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4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5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6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7" name="Freeform 28"/>
          <p:cNvSpPr/>
          <p:nvPr/>
        </p:nvSpPr>
        <p:spPr>
          <a:xfrm>
            <a:off x="-1855800" y="-133848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98" name="Group 1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799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0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01" name="Text Placeholder 14"/>
          <p:cNvSpPr/>
          <p:nvPr/>
        </p:nvSpPr>
        <p:spPr>
          <a:xfrm>
            <a:off x="6747120" y="1060560"/>
            <a:ext cx="4370760" cy="4422960"/>
          </a:xfrm>
          <a:prstGeom prst="roundRect">
            <a:avLst>
              <a:gd name="adj" fmla="val 106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ectangle 15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0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579C7B6-CDC1-4CA2-8538-AFF754E3709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Grey_unpressed"/>
          <p:cNvSpPr/>
          <p:nvPr/>
        </p:nvSpPr>
        <p:spPr>
          <a:xfrm>
            <a:off x="2833920" y="2727720"/>
            <a:ext cx="6468480" cy="1516320"/>
          </a:xfrm>
          <a:custGeom>
            <a:avLst/>
            <a:gdLst>
              <a:gd name="textAreaLeft" fmla="*/ 0 w 6468480"/>
              <a:gd name="textAreaRight" fmla="*/ 6474600 w 6468480"/>
              <a:gd name="textAreaTop" fmla="*/ 0 h 1516320"/>
              <a:gd name="textAreaBottom" fmla="*/ 1522440 h 15163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06" name="Freeform 6"/>
          <p:cNvSpPr/>
          <p:nvPr/>
        </p:nvSpPr>
        <p:spPr>
          <a:xfrm>
            <a:off x="2435040" y="2589840"/>
            <a:ext cx="2433960" cy="2608920"/>
          </a:xfrm>
          <a:custGeom>
            <a:avLst/>
            <a:gdLst>
              <a:gd name="textAreaLeft" fmla="*/ 0 w 2433960"/>
              <a:gd name="textAreaRight" fmla="*/ 2440080 w 2433960"/>
              <a:gd name="textAreaTop" fmla="*/ 0 h 2608920"/>
              <a:gd name="textAreaBottom" fmla="*/ 2615040 h 26089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07" name="Oval 7"/>
          <p:cNvSpPr/>
          <p:nvPr/>
        </p:nvSpPr>
        <p:spPr>
          <a:xfrm>
            <a:off x="3103920" y="3080520"/>
            <a:ext cx="980640" cy="9806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08" name="Group 8"/>
          <p:cNvGrpSpPr/>
          <p:nvPr/>
        </p:nvGrpSpPr>
        <p:grpSpPr>
          <a:xfrm>
            <a:off x="4008600" y="3031920"/>
            <a:ext cx="4118760" cy="907920"/>
            <a:chOff x="4008600" y="3031920"/>
            <a:chExt cx="4118760" cy="907920"/>
          </a:xfrm>
        </p:grpSpPr>
        <p:pic>
          <p:nvPicPr>
            <p:cNvPr id="809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2720" cy="859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0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7600" cy="8593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1" name="Rectangle 12"/>
          <p:cNvSpPr/>
          <p:nvPr/>
        </p:nvSpPr>
        <p:spPr>
          <a:xfrm>
            <a:off x="11271960" y="256320"/>
            <a:ext cx="677520" cy="4896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2" name="Group 11"/>
          <p:cNvGrpSpPr/>
          <p:nvPr/>
        </p:nvGrpSpPr>
        <p:grpSpPr>
          <a:xfrm>
            <a:off x="1527120" y="6498720"/>
            <a:ext cx="901800" cy="195120"/>
            <a:chOff x="1527120" y="6498720"/>
            <a:chExt cx="901800" cy="195120"/>
          </a:xfrm>
        </p:grpSpPr>
        <p:pic>
          <p:nvPicPr>
            <p:cNvPr id="813" name="Picture 13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744200" y="6498720"/>
              <a:ext cx="684720" cy="184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4" name="Picture 14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527120" y="6509520"/>
              <a:ext cx="205920" cy="1843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5" name="TextBox 16"/>
          <p:cNvSpPr/>
          <p:nvPr/>
        </p:nvSpPr>
        <p:spPr>
          <a:xfrm>
            <a:off x="1395000" y="64987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TextBox 17"/>
          <p:cNvSpPr/>
          <p:nvPr/>
        </p:nvSpPr>
        <p:spPr>
          <a:xfrm>
            <a:off x="1395000" y="645480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Box 18"/>
          <p:cNvSpPr/>
          <p:nvPr/>
        </p:nvSpPr>
        <p:spPr>
          <a:xfrm>
            <a:off x="1395000" y="65095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Box 19"/>
          <p:cNvSpPr/>
          <p:nvPr/>
        </p:nvSpPr>
        <p:spPr>
          <a:xfrm>
            <a:off x="6386040" y="6313680"/>
            <a:ext cx="5704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19" name="Picture 1" descr=""/>
          <p:cNvPicPr/>
          <p:nvPr/>
        </p:nvPicPr>
        <p:blipFill>
          <a:blip r:embed="rId6"/>
          <a:stretch/>
        </p:blipFill>
        <p:spPr>
          <a:xfrm>
            <a:off x="153000" y="6454800"/>
            <a:ext cx="1153440" cy="28548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7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5556CFE-37A1-497C-99A4-DC4EBBFFC47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TextBox 9"/>
          <p:cNvSpPr/>
          <p:nvPr/>
        </p:nvSpPr>
        <p:spPr>
          <a:xfrm>
            <a:off x="4515120" y="4888800"/>
            <a:ext cx="347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Grey_unpressed"/>
          <p:cNvSpPr/>
          <p:nvPr/>
        </p:nvSpPr>
        <p:spPr>
          <a:xfrm>
            <a:off x="2833920" y="2727720"/>
            <a:ext cx="6468480" cy="1516320"/>
          </a:xfrm>
          <a:custGeom>
            <a:avLst/>
            <a:gdLst>
              <a:gd name="textAreaLeft" fmla="*/ 0 w 6468480"/>
              <a:gd name="textAreaRight" fmla="*/ 6474600 w 6468480"/>
              <a:gd name="textAreaTop" fmla="*/ 0 h 1516320"/>
              <a:gd name="textAreaBottom" fmla="*/ 1522440 h 15163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24" name="Freeform 11"/>
          <p:cNvSpPr/>
          <p:nvPr/>
        </p:nvSpPr>
        <p:spPr>
          <a:xfrm>
            <a:off x="2435040" y="2589840"/>
            <a:ext cx="2433960" cy="2608920"/>
          </a:xfrm>
          <a:custGeom>
            <a:avLst/>
            <a:gdLst>
              <a:gd name="textAreaLeft" fmla="*/ 0 w 2433960"/>
              <a:gd name="textAreaRight" fmla="*/ 2440080 w 2433960"/>
              <a:gd name="textAreaTop" fmla="*/ 0 h 2608920"/>
              <a:gd name="textAreaBottom" fmla="*/ 2615040 h 26089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5" name="Oval 12"/>
          <p:cNvSpPr/>
          <p:nvPr/>
        </p:nvSpPr>
        <p:spPr>
          <a:xfrm>
            <a:off x="3103920" y="3080520"/>
            <a:ext cx="980640" cy="9806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6" name="TextBox 13"/>
          <p:cNvSpPr/>
          <p:nvPr/>
        </p:nvSpPr>
        <p:spPr>
          <a:xfrm>
            <a:off x="4606200" y="3220200"/>
            <a:ext cx="101829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THANK YOU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27" name="Group 21"/>
          <p:cNvGrpSpPr/>
          <p:nvPr/>
        </p:nvGrpSpPr>
        <p:grpSpPr>
          <a:xfrm>
            <a:off x="1527120" y="6498720"/>
            <a:ext cx="901800" cy="195120"/>
            <a:chOff x="1527120" y="6498720"/>
            <a:chExt cx="901800" cy="195120"/>
          </a:xfrm>
        </p:grpSpPr>
        <p:pic>
          <p:nvPicPr>
            <p:cNvPr id="828" name="Picture 22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744200" y="6498720"/>
              <a:ext cx="684720" cy="184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29" name="Picture 23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527120" y="6509520"/>
              <a:ext cx="205920" cy="1843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0" name="TextBox 24"/>
          <p:cNvSpPr/>
          <p:nvPr/>
        </p:nvSpPr>
        <p:spPr>
          <a:xfrm>
            <a:off x="1395000" y="64987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TextBox 25"/>
          <p:cNvSpPr/>
          <p:nvPr/>
        </p:nvSpPr>
        <p:spPr>
          <a:xfrm>
            <a:off x="1395000" y="645480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26"/>
          <p:cNvSpPr/>
          <p:nvPr/>
        </p:nvSpPr>
        <p:spPr>
          <a:xfrm>
            <a:off x="1395000" y="65095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7"/>
          <p:cNvSpPr/>
          <p:nvPr/>
        </p:nvSpPr>
        <p:spPr>
          <a:xfrm>
            <a:off x="6386040" y="6313680"/>
            <a:ext cx="5704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4" name="Picture 28" descr=""/>
          <p:cNvPicPr/>
          <p:nvPr/>
        </p:nvPicPr>
        <p:blipFill>
          <a:blip r:embed="rId4"/>
          <a:stretch/>
        </p:blipFill>
        <p:spPr>
          <a:xfrm>
            <a:off x="153000" y="6454800"/>
            <a:ext cx="1153440" cy="285480"/>
          </a:xfrm>
          <a:prstGeom prst="rect">
            <a:avLst/>
          </a:prstGeom>
          <a:ln w="0">
            <a:noFill/>
          </a:ln>
        </p:spPr>
      </p:pic>
      <p:sp>
        <p:nvSpPr>
          <p:cNvPr id="835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5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3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7097318-FC35-40DC-91EA-AB61383A562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38" name="Group 5"/>
          <p:cNvGrpSpPr/>
          <p:nvPr/>
        </p:nvGrpSpPr>
        <p:grpSpPr>
          <a:xfrm>
            <a:off x="5942880" y="1173240"/>
            <a:ext cx="4774320" cy="4779360"/>
            <a:chOff x="5942880" y="1173240"/>
            <a:chExt cx="4774320" cy="4779360"/>
          </a:xfrm>
        </p:grpSpPr>
        <p:sp>
          <p:nvSpPr>
            <p:cNvPr id="839" name="Oval 101"/>
            <p:cNvSpPr/>
            <p:nvPr/>
          </p:nvSpPr>
          <p:spPr>
            <a:xfrm>
              <a:off x="5942880" y="1173240"/>
              <a:ext cx="4774320" cy="4779360"/>
            </a:xfrm>
            <a:prstGeom prst="ellipse">
              <a:avLst/>
            </a:prstGeom>
            <a:gradFill rotWithShape="0">
              <a:gsLst>
                <a:gs pos="0">
                  <a:srgbClr val="2a3647"/>
                </a:gs>
                <a:gs pos="100000">
                  <a:srgbClr val="1e2633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40" name="Group 7"/>
            <p:cNvGrpSpPr/>
            <p:nvPr/>
          </p:nvGrpSpPr>
          <p:grpSpPr>
            <a:xfrm>
              <a:off x="6314040" y="1564200"/>
              <a:ext cx="4004280" cy="4004280"/>
              <a:chOff x="6314040" y="1564200"/>
              <a:chExt cx="4004280" cy="4004280"/>
            </a:xfrm>
          </p:grpSpPr>
          <p:sp>
            <p:nvSpPr>
              <p:cNvPr id="841" name="Oval 8"/>
              <p:cNvSpPr/>
              <p:nvPr/>
            </p:nvSpPr>
            <p:spPr>
              <a:xfrm>
                <a:off x="6314040" y="1564200"/>
                <a:ext cx="4004280" cy="40042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42" name="Oval 9"/>
              <p:cNvSpPr/>
              <p:nvPr/>
            </p:nvSpPr>
            <p:spPr>
              <a:xfrm>
                <a:off x="6314040" y="1564200"/>
                <a:ext cx="4004280" cy="40042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43" name="Chart 13"/>
          <p:cNvGraphicFramePr/>
          <p:nvPr/>
        </p:nvGraphicFramePr>
        <p:xfrm>
          <a:off x="4898880" y="1365840"/>
          <a:ext cx="6643800" cy="4202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844" name="Group 10"/>
          <p:cNvGrpSpPr/>
          <p:nvPr/>
        </p:nvGrpSpPr>
        <p:grpSpPr>
          <a:xfrm>
            <a:off x="7685640" y="3174840"/>
            <a:ext cx="1400400" cy="897480"/>
            <a:chOff x="7685640" y="3174840"/>
            <a:chExt cx="1400400" cy="897480"/>
          </a:xfrm>
        </p:grpSpPr>
        <p:sp>
          <p:nvSpPr>
            <p:cNvPr id="845" name="Rectangle 114"/>
            <p:cNvSpPr/>
            <p:nvPr/>
          </p:nvSpPr>
          <p:spPr>
            <a:xfrm>
              <a:off x="7685640" y="3174840"/>
              <a:ext cx="140040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ru-UA" sz="5400" spc="-1" strike="noStrike">
                  <a:solidFill>
                    <a:schemeClr val="accent1"/>
                  </a:solidFill>
                  <a:latin typeface="Arial Black"/>
                </a:rPr>
                <a:t>75</a:t>
              </a:r>
              <a:r>
                <a:rPr b="1" lang="ru-RU" sz="5400" spc="-1" strike="noStrike">
                  <a:solidFill>
                    <a:schemeClr val="accent1"/>
                  </a:solidFill>
                  <a:latin typeface="Arial Black"/>
                </a:rPr>
                <a:t>%</a:t>
              </a:r>
              <a:endParaRPr b="0" lang="en-US" sz="5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46" name="Rectangle 115"/>
            <p:cNvSpPr/>
            <p:nvPr/>
          </p:nvSpPr>
          <p:spPr>
            <a:xfrm>
              <a:off x="7781040" y="3904920"/>
              <a:ext cx="1252440" cy="167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100" spc="-1" strike="noStrike">
                  <a:solidFill>
                    <a:schemeClr val="accent1"/>
                  </a:solidFill>
                  <a:latin typeface="Arial Black"/>
                </a:rPr>
                <a:t>Lorem ipsum dolor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7" name="object 384"/>
          <p:cNvSpPr/>
          <p:nvPr/>
        </p:nvSpPr>
        <p:spPr>
          <a:xfrm flipV="1">
            <a:off x="356760" y="671256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8" name="object 4"/>
          <p:cNvSpPr/>
          <p:nvPr/>
        </p:nvSpPr>
        <p:spPr>
          <a:xfrm>
            <a:off x="10477800" y="663120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9" name="object 384"/>
          <p:cNvSpPr/>
          <p:nvPr/>
        </p:nvSpPr>
        <p:spPr>
          <a:xfrm flipV="1" rot="10800000">
            <a:off x="6102360" y="671868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0" name="object 386"/>
          <p:cNvSpPr/>
          <p:nvPr/>
        </p:nvSpPr>
        <p:spPr>
          <a:xfrm>
            <a:off x="5927400" y="651744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1" name="Freeform 24"/>
          <p:cNvSpPr/>
          <p:nvPr/>
        </p:nvSpPr>
        <p:spPr>
          <a:xfrm>
            <a:off x="-1688040" y="-113904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52" name="Group 20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853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5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55" name="Rectangle 2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5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32A60B5-E470-4A82-821A-924FA6EDB1A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8" name="Group 10"/>
          <p:cNvGrpSpPr/>
          <p:nvPr/>
        </p:nvGrpSpPr>
        <p:grpSpPr>
          <a:xfrm>
            <a:off x="4579920" y="1447920"/>
            <a:ext cx="2940120" cy="2943360"/>
            <a:chOff x="4579920" y="1447920"/>
            <a:chExt cx="2940120" cy="2943360"/>
          </a:xfrm>
        </p:grpSpPr>
        <p:sp>
          <p:nvSpPr>
            <p:cNvPr id="859" name="Oval 101"/>
            <p:cNvSpPr/>
            <p:nvPr/>
          </p:nvSpPr>
          <p:spPr>
            <a:xfrm>
              <a:off x="4579920" y="1447920"/>
              <a:ext cx="2940120" cy="294336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0" name="Group 12"/>
            <p:cNvGrpSpPr/>
            <p:nvPr/>
          </p:nvGrpSpPr>
          <p:grpSpPr>
            <a:xfrm>
              <a:off x="4808880" y="1688760"/>
              <a:ext cx="2465640" cy="2465640"/>
              <a:chOff x="4808880" y="1688760"/>
              <a:chExt cx="2465640" cy="2465640"/>
            </a:xfrm>
          </p:grpSpPr>
          <p:sp>
            <p:nvSpPr>
              <p:cNvPr id="861" name="Oval 13"/>
              <p:cNvSpPr/>
              <p:nvPr/>
            </p:nvSpPr>
            <p:spPr>
              <a:xfrm>
                <a:off x="480888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2" name="Oval 14"/>
              <p:cNvSpPr/>
              <p:nvPr/>
            </p:nvSpPr>
            <p:spPr>
              <a:xfrm>
                <a:off x="480888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863" name="Group 15"/>
          <p:cNvGrpSpPr/>
          <p:nvPr/>
        </p:nvGrpSpPr>
        <p:grpSpPr>
          <a:xfrm>
            <a:off x="1096920" y="1447920"/>
            <a:ext cx="2940120" cy="2943360"/>
            <a:chOff x="1096920" y="1447920"/>
            <a:chExt cx="2940120" cy="2943360"/>
          </a:xfrm>
        </p:grpSpPr>
        <p:sp>
          <p:nvSpPr>
            <p:cNvPr id="864" name="Oval 101"/>
            <p:cNvSpPr/>
            <p:nvPr/>
          </p:nvSpPr>
          <p:spPr>
            <a:xfrm>
              <a:off x="1096920" y="1447920"/>
              <a:ext cx="2940120" cy="294336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5" name="Group 17"/>
            <p:cNvGrpSpPr/>
            <p:nvPr/>
          </p:nvGrpSpPr>
          <p:grpSpPr>
            <a:xfrm>
              <a:off x="1325880" y="1688760"/>
              <a:ext cx="2465640" cy="2465640"/>
              <a:chOff x="1325880" y="1688760"/>
              <a:chExt cx="2465640" cy="2465640"/>
            </a:xfrm>
          </p:grpSpPr>
          <p:sp>
            <p:nvSpPr>
              <p:cNvPr id="866" name="Oval 18"/>
              <p:cNvSpPr/>
              <p:nvPr/>
            </p:nvSpPr>
            <p:spPr>
              <a:xfrm>
                <a:off x="132588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7" name="Oval 19"/>
              <p:cNvSpPr/>
              <p:nvPr/>
            </p:nvSpPr>
            <p:spPr>
              <a:xfrm>
                <a:off x="132588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68" name="Chart 20"/>
          <p:cNvGraphicFramePr/>
          <p:nvPr/>
        </p:nvGraphicFramePr>
        <p:xfrm>
          <a:off x="525600" y="1632600"/>
          <a:ext cx="4089960" cy="258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69" name="Rectangle 120"/>
          <p:cNvSpPr/>
          <p:nvPr/>
        </p:nvSpPr>
        <p:spPr>
          <a:xfrm>
            <a:off x="2180160" y="27525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2</a:t>
            </a:r>
            <a:r>
              <a:rPr b="1" lang="en-US" sz="2800" spc="-1" strike="noStrike">
                <a:solidFill>
                  <a:schemeClr val="accent1"/>
                </a:solidFill>
                <a:latin typeface="Open Sans"/>
              </a:rPr>
              <a:t>0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70" name="Chart 22"/>
          <p:cNvGraphicFramePr/>
          <p:nvPr/>
        </p:nvGraphicFramePr>
        <p:xfrm>
          <a:off x="3995280" y="1632600"/>
          <a:ext cx="4089960" cy="258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71" name="Rectangle 120"/>
          <p:cNvSpPr/>
          <p:nvPr/>
        </p:nvSpPr>
        <p:spPr>
          <a:xfrm>
            <a:off x="5719320" y="27597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</a:t>
            </a: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9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Freeform 119"/>
          <p:cNvSpPr/>
          <p:nvPr/>
        </p:nvSpPr>
        <p:spPr>
          <a:xfrm>
            <a:off x="1720800" y="4778280"/>
            <a:ext cx="1681560" cy="443160"/>
          </a:xfrm>
          <a:custGeom>
            <a:avLst/>
            <a:gdLst>
              <a:gd name="textAreaLeft" fmla="*/ 0 w 1681560"/>
              <a:gd name="textAreaRight" fmla="*/ 1687680 w 1681560"/>
              <a:gd name="textAreaTop" fmla="*/ 0 h 443160"/>
              <a:gd name="textAreaBottom" fmla="*/ 449280 h 44316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7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6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7" y="0"/>
                  <a:pt x="1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3" name="Rectangle 120"/>
          <p:cNvSpPr/>
          <p:nvPr/>
        </p:nvSpPr>
        <p:spPr>
          <a:xfrm>
            <a:off x="20779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Freeform 121"/>
          <p:cNvSpPr/>
          <p:nvPr/>
        </p:nvSpPr>
        <p:spPr>
          <a:xfrm>
            <a:off x="5224320" y="4778280"/>
            <a:ext cx="1679760" cy="443160"/>
          </a:xfrm>
          <a:custGeom>
            <a:avLst/>
            <a:gdLst>
              <a:gd name="textAreaLeft" fmla="*/ 0 w 1679760"/>
              <a:gd name="textAreaRight" fmla="*/ 1685880 w 1679760"/>
              <a:gd name="textAreaTop" fmla="*/ 0 h 443160"/>
              <a:gd name="textAreaBottom" fmla="*/ 449280 h 44316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8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7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8" y="0"/>
                  <a:pt x="2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5" name="Rectangle 122"/>
          <p:cNvSpPr/>
          <p:nvPr/>
        </p:nvSpPr>
        <p:spPr>
          <a:xfrm>
            <a:off x="558144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Freeform 123"/>
          <p:cNvSpPr/>
          <p:nvPr/>
        </p:nvSpPr>
        <p:spPr>
          <a:xfrm>
            <a:off x="8731080" y="4778280"/>
            <a:ext cx="1679760" cy="443160"/>
          </a:xfrm>
          <a:custGeom>
            <a:avLst/>
            <a:gdLst>
              <a:gd name="textAreaLeft" fmla="*/ 0 w 1679760"/>
              <a:gd name="textAreaRight" fmla="*/ 1685880 w 1679760"/>
              <a:gd name="textAreaTop" fmla="*/ 0 h 443160"/>
              <a:gd name="textAreaBottom" fmla="*/ 449280 h 443160"/>
            </a:gdLst>
            <a:ahLst/>
            <a:rect l="textAreaLeft" t="textAreaTop" r="textAreaRight" b="textAreaBottom"/>
            <a:pathLst>
              <a:path w="443" h="118">
                <a:moveTo>
                  <a:pt x="0" y="58"/>
                </a:moveTo>
                <a:cubicBezTo>
                  <a:pt x="0" y="91"/>
                  <a:pt x="27" y="118"/>
                  <a:pt x="60" y="118"/>
                </a:cubicBezTo>
                <a:cubicBezTo>
                  <a:pt x="382" y="118"/>
                  <a:pt x="382" y="118"/>
                  <a:pt x="382" y="118"/>
                </a:cubicBezTo>
                <a:cubicBezTo>
                  <a:pt x="414" y="118"/>
                  <a:pt x="442" y="93"/>
                  <a:pt x="442" y="60"/>
                </a:cubicBezTo>
                <a:cubicBezTo>
                  <a:pt x="443" y="27"/>
                  <a:pt x="416" y="0"/>
                  <a:pt x="383" y="0"/>
                </a:cubicBezTo>
                <a:cubicBezTo>
                  <a:pt x="59" y="0"/>
                  <a:pt x="59" y="0"/>
                  <a:pt x="59" y="0"/>
                </a:cubicBezTo>
                <a:cubicBezTo>
                  <a:pt x="27" y="0"/>
                  <a:pt x="1" y="26"/>
                  <a:pt x="0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7" name="Rectangle 124"/>
          <p:cNvSpPr/>
          <p:nvPr/>
        </p:nvSpPr>
        <p:spPr>
          <a:xfrm>
            <a:off x="90835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03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TextBox 31"/>
          <p:cNvSpPr/>
          <p:nvPr/>
        </p:nvSpPr>
        <p:spPr>
          <a:xfrm>
            <a:off x="1469880" y="5349960"/>
            <a:ext cx="2177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9" name="TextBox 32"/>
          <p:cNvSpPr/>
          <p:nvPr/>
        </p:nvSpPr>
        <p:spPr>
          <a:xfrm>
            <a:off x="5029560" y="5349960"/>
            <a:ext cx="2097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33"/>
          <p:cNvSpPr/>
          <p:nvPr/>
        </p:nvSpPr>
        <p:spPr>
          <a:xfrm>
            <a:off x="8561160" y="5349960"/>
            <a:ext cx="208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81" name="Group 40"/>
          <p:cNvGrpSpPr/>
          <p:nvPr/>
        </p:nvGrpSpPr>
        <p:grpSpPr>
          <a:xfrm>
            <a:off x="8104680" y="1447920"/>
            <a:ext cx="2940120" cy="2943360"/>
            <a:chOff x="8104680" y="1447920"/>
            <a:chExt cx="2940120" cy="2943360"/>
          </a:xfrm>
        </p:grpSpPr>
        <p:sp>
          <p:nvSpPr>
            <p:cNvPr id="882" name="Oval 101"/>
            <p:cNvSpPr/>
            <p:nvPr/>
          </p:nvSpPr>
          <p:spPr>
            <a:xfrm>
              <a:off x="8104680" y="1447920"/>
              <a:ext cx="2940120" cy="294336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83" name="Group 42"/>
            <p:cNvGrpSpPr/>
            <p:nvPr/>
          </p:nvGrpSpPr>
          <p:grpSpPr>
            <a:xfrm>
              <a:off x="8333640" y="1688760"/>
              <a:ext cx="2465640" cy="2465640"/>
              <a:chOff x="8333640" y="1688760"/>
              <a:chExt cx="2465640" cy="2465640"/>
            </a:xfrm>
          </p:grpSpPr>
          <p:sp>
            <p:nvSpPr>
              <p:cNvPr id="884" name="Oval 43"/>
              <p:cNvSpPr/>
              <p:nvPr/>
            </p:nvSpPr>
            <p:spPr>
              <a:xfrm>
                <a:off x="833364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85" name="Oval 44"/>
              <p:cNvSpPr/>
              <p:nvPr/>
            </p:nvSpPr>
            <p:spPr>
              <a:xfrm>
                <a:off x="833364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86" name="Chart 45"/>
          <p:cNvGraphicFramePr/>
          <p:nvPr/>
        </p:nvGraphicFramePr>
        <p:xfrm>
          <a:off x="7520040" y="1632600"/>
          <a:ext cx="4089960" cy="258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87" name="Rectangle 120"/>
          <p:cNvSpPr/>
          <p:nvPr/>
        </p:nvSpPr>
        <p:spPr>
          <a:xfrm>
            <a:off x="9242280" y="2759760"/>
            <a:ext cx="723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65%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object 384"/>
          <p:cNvSpPr/>
          <p:nvPr/>
        </p:nvSpPr>
        <p:spPr>
          <a:xfrm flipV="1">
            <a:off x="356760" y="671256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9" name="object 4"/>
          <p:cNvSpPr/>
          <p:nvPr/>
        </p:nvSpPr>
        <p:spPr>
          <a:xfrm>
            <a:off x="10477800" y="663120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0" name="object 384"/>
          <p:cNvSpPr/>
          <p:nvPr/>
        </p:nvSpPr>
        <p:spPr>
          <a:xfrm flipV="1" rot="10800000">
            <a:off x="6102360" y="671868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1" name="object 386"/>
          <p:cNvSpPr/>
          <p:nvPr/>
        </p:nvSpPr>
        <p:spPr>
          <a:xfrm>
            <a:off x="5927400" y="651744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2" name="Freeform 49"/>
          <p:cNvSpPr/>
          <p:nvPr/>
        </p:nvSpPr>
        <p:spPr>
          <a:xfrm rot="237600">
            <a:off x="-1343160" y="-920880"/>
            <a:ext cx="7398000" cy="6141600"/>
          </a:xfrm>
          <a:custGeom>
            <a:avLst/>
            <a:gdLst>
              <a:gd name="textAreaLeft" fmla="*/ 0 w 7398000"/>
              <a:gd name="textAreaRight" fmla="*/ 7404120 w 7398000"/>
              <a:gd name="textAreaTop" fmla="*/ 0 h 6141600"/>
              <a:gd name="textAreaBottom" fmla="*/ 6147720 h 61416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93" name="Group 38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89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9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96" name="Rectangle 50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9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A68AD39-718B-4310-B0C6-047ED8E445A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Line 6"/>
          <p:cNvSpPr/>
          <p:nvPr/>
        </p:nvSpPr>
        <p:spPr>
          <a:xfrm>
            <a:off x="2738160" y="11268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0" name="Line 7"/>
          <p:cNvSpPr/>
          <p:nvPr/>
        </p:nvSpPr>
        <p:spPr>
          <a:xfrm>
            <a:off x="2738160" y="1584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1" name="Line 8"/>
          <p:cNvSpPr/>
          <p:nvPr/>
        </p:nvSpPr>
        <p:spPr>
          <a:xfrm>
            <a:off x="2738160" y="20462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2" name="Line 9"/>
          <p:cNvSpPr/>
          <p:nvPr/>
        </p:nvSpPr>
        <p:spPr>
          <a:xfrm>
            <a:off x="2738160" y="25063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3" name="Line 10"/>
          <p:cNvSpPr/>
          <p:nvPr/>
        </p:nvSpPr>
        <p:spPr>
          <a:xfrm>
            <a:off x="2738160" y="296856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4" name="Line 11"/>
          <p:cNvSpPr/>
          <p:nvPr/>
        </p:nvSpPr>
        <p:spPr>
          <a:xfrm>
            <a:off x="2738160" y="3429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5" name="Line 12"/>
          <p:cNvSpPr/>
          <p:nvPr/>
        </p:nvSpPr>
        <p:spPr>
          <a:xfrm>
            <a:off x="2738160" y="38862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6" name="Line 13"/>
          <p:cNvSpPr/>
          <p:nvPr/>
        </p:nvSpPr>
        <p:spPr>
          <a:xfrm>
            <a:off x="2738160" y="434628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7" name="Line 14"/>
          <p:cNvSpPr/>
          <p:nvPr/>
        </p:nvSpPr>
        <p:spPr>
          <a:xfrm>
            <a:off x="2738160" y="48085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8" name="Line 15"/>
          <p:cNvSpPr/>
          <p:nvPr/>
        </p:nvSpPr>
        <p:spPr>
          <a:xfrm>
            <a:off x="2738160" y="52686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9" name="Line 16"/>
          <p:cNvSpPr/>
          <p:nvPr/>
        </p:nvSpPr>
        <p:spPr>
          <a:xfrm>
            <a:off x="2738160" y="57308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0" name="Freeform 17"/>
          <p:cNvSpPr/>
          <p:nvPr/>
        </p:nvSpPr>
        <p:spPr>
          <a:xfrm>
            <a:off x="3251160" y="1127160"/>
            <a:ext cx="538560" cy="4597560"/>
          </a:xfrm>
          <a:custGeom>
            <a:avLst/>
            <a:gdLst>
              <a:gd name="textAreaLeft" fmla="*/ 0 w 538560"/>
              <a:gd name="textAreaRight" fmla="*/ 544680 w 538560"/>
              <a:gd name="textAreaTop" fmla="*/ 0 h 4597560"/>
              <a:gd name="textAreaBottom" fmla="*/ 4603680 h 459756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1" name="Freeform 18"/>
          <p:cNvSpPr/>
          <p:nvPr/>
        </p:nvSpPr>
        <p:spPr>
          <a:xfrm>
            <a:off x="3251160" y="3429000"/>
            <a:ext cx="538560" cy="2295720"/>
          </a:xfrm>
          <a:custGeom>
            <a:avLst/>
            <a:gdLst>
              <a:gd name="textAreaLeft" fmla="*/ 0 w 538560"/>
              <a:gd name="textAreaRight" fmla="*/ 544680 w 538560"/>
              <a:gd name="textAreaTop" fmla="*/ 0 h 2295720"/>
              <a:gd name="textAreaBottom" fmla="*/ 2301840 h 2295720"/>
            </a:gdLst>
            <a:ahLst/>
            <a:rect l="textAreaLeft" t="textAreaTop" r="textAreaRight" b="textAreaBottom"/>
            <a:pathLst>
              <a:path w="143" h="685">
                <a:moveTo>
                  <a:pt x="71" y="685"/>
                </a:moveTo>
                <a:cubicBezTo>
                  <a:pt x="32" y="685"/>
                  <a:pt x="0" y="653"/>
                  <a:pt x="0" y="613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13"/>
                  <a:pt x="143" y="613"/>
                  <a:pt x="143" y="613"/>
                </a:cubicBezTo>
                <a:cubicBezTo>
                  <a:pt x="143" y="653"/>
                  <a:pt x="111" y="685"/>
                  <a:pt x="71" y="685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3123cd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2" name="Freeform 19"/>
          <p:cNvSpPr/>
          <p:nvPr/>
        </p:nvSpPr>
        <p:spPr>
          <a:xfrm>
            <a:off x="4508640" y="1127160"/>
            <a:ext cx="533520" cy="4597560"/>
          </a:xfrm>
          <a:custGeom>
            <a:avLst/>
            <a:gdLst>
              <a:gd name="textAreaLeft" fmla="*/ 0 w 533520"/>
              <a:gd name="textAreaRight" fmla="*/ 539640 w 533520"/>
              <a:gd name="textAreaTop" fmla="*/ 0 h 4597560"/>
              <a:gd name="textAreaBottom" fmla="*/ 4603680 h 459756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3" name="Freeform 20"/>
          <p:cNvSpPr/>
          <p:nvPr/>
        </p:nvSpPr>
        <p:spPr>
          <a:xfrm>
            <a:off x="4508640" y="2887560"/>
            <a:ext cx="533520" cy="2837160"/>
          </a:xfrm>
          <a:custGeom>
            <a:avLst/>
            <a:gdLst>
              <a:gd name="textAreaLeft" fmla="*/ 0 w 533520"/>
              <a:gd name="textAreaRight" fmla="*/ 539640 w 533520"/>
              <a:gd name="textAreaTop" fmla="*/ 0 h 2837160"/>
              <a:gd name="textAreaBottom" fmla="*/ 2843280 h 2837160"/>
            </a:gdLst>
            <a:ahLst/>
            <a:rect l="textAreaLeft" t="textAreaTop" r="textAreaRight" b="textAreaBottom"/>
            <a:pathLst>
              <a:path w="142" h="983">
                <a:moveTo>
                  <a:pt x="71" y="983"/>
                </a:moveTo>
                <a:cubicBezTo>
                  <a:pt x="32" y="983"/>
                  <a:pt x="0" y="951"/>
                  <a:pt x="0" y="91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2" y="32"/>
                  <a:pt x="142" y="72"/>
                </a:cubicBezTo>
                <a:cubicBezTo>
                  <a:pt x="142" y="911"/>
                  <a:pt x="142" y="911"/>
                  <a:pt x="142" y="911"/>
                </a:cubicBezTo>
                <a:cubicBezTo>
                  <a:pt x="142" y="951"/>
                  <a:pt x="111" y="983"/>
                  <a:pt x="71" y="983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4" name="Freeform 21"/>
          <p:cNvSpPr/>
          <p:nvPr/>
        </p:nvSpPr>
        <p:spPr>
          <a:xfrm>
            <a:off x="5761080" y="1127160"/>
            <a:ext cx="538560" cy="4597560"/>
          </a:xfrm>
          <a:custGeom>
            <a:avLst/>
            <a:gdLst>
              <a:gd name="textAreaLeft" fmla="*/ 0 w 538560"/>
              <a:gd name="textAreaRight" fmla="*/ 544680 w 538560"/>
              <a:gd name="textAreaTop" fmla="*/ 0 h 4597560"/>
              <a:gd name="textAreaBottom" fmla="*/ 4603680 h 4597560"/>
            </a:gdLst>
            <a:ahLst/>
            <a:rect l="textAreaLeft" t="textAreaTop" r="textAreaRight" b="textAreaBottom"/>
            <a:pathLst>
              <a:path w="143" h="1208">
                <a:moveTo>
                  <a:pt x="72" y="1208"/>
                </a:moveTo>
                <a:cubicBezTo>
                  <a:pt x="72" y="1208"/>
                  <a:pt x="72" y="1208"/>
                  <a:pt x="72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2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2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5" name="Freeform 22"/>
          <p:cNvSpPr/>
          <p:nvPr/>
        </p:nvSpPr>
        <p:spPr>
          <a:xfrm>
            <a:off x="5761080" y="3813120"/>
            <a:ext cx="538560" cy="1911600"/>
          </a:xfrm>
          <a:custGeom>
            <a:avLst/>
            <a:gdLst>
              <a:gd name="textAreaLeft" fmla="*/ 0 w 538560"/>
              <a:gd name="textAreaRight" fmla="*/ 544680 w 538560"/>
              <a:gd name="textAreaTop" fmla="*/ 0 h 1911600"/>
              <a:gd name="textAreaBottom" fmla="*/ 1917720 h 1911600"/>
            </a:gdLst>
            <a:ahLst/>
            <a:rect l="textAreaLeft" t="textAreaTop" r="textAreaRight" b="textAreaBottom"/>
            <a:pathLst>
              <a:path w="143" h="503">
                <a:moveTo>
                  <a:pt x="72" y="503"/>
                </a:moveTo>
                <a:cubicBezTo>
                  <a:pt x="32" y="503"/>
                  <a:pt x="0" y="471"/>
                  <a:pt x="0" y="43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2" y="0"/>
                </a:cubicBezTo>
                <a:cubicBezTo>
                  <a:pt x="111" y="0"/>
                  <a:pt x="143" y="32"/>
                  <a:pt x="143" y="72"/>
                </a:cubicBezTo>
                <a:cubicBezTo>
                  <a:pt x="143" y="431"/>
                  <a:pt x="143" y="431"/>
                  <a:pt x="143" y="431"/>
                </a:cubicBezTo>
                <a:cubicBezTo>
                  <a:pt x="143" y="471"/>
                  <a:pt x="111" y="503"/>
                  <a:pt x="72" y="503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6" name="Freeform 23"/>
          <p:cNvSpPr/>
          <p:nvPr/>
        </p:nvSpPr>
        <p:spPr>
          <a:xfrm>
            <a:off x="7016760" y="1127160"/>
            <a:ext cx="538560" cy="4597560"/>
          </a:xfrm>
          <a:custGeom>
            <a:avLst/>
            <a:gdLst>
              <a:gd name="textAreaLeft" fmla="*/ 0 w 538560"/>
              <a:gd name="textAreaRight" fmla="*/ 544680 w 538560"/>
              <a:gd name="textAreaTop" fmla="*/ 0 h 4597560"/>
              <a:gd name="textAreaBottom" fmla="*/ 4603680 h 459756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7" name="Freeform 24"/>
          <p:cNvSpPr/>
          <p:nvPr/>
        </p:nvSpPr>
        <p:spPr>
          <a:xfrm>
            <a:off x="7016760" y="2887560"/>
            <a:ext cx="538560" cy="2837160"/>
          </a:xfrm>
          <a:custGeom>
            <a:avLst/>
            <a:gdLst>
              <a:gd name="textAreaLeft" fmla="*/ 0 w 538560"/>
              <a:gd name="textAreaRight" fmla="*/ 544680 w 538560"/>
              <a:gd name="textAreaTop" fmla="*/ 0 h 2837160"/>
              <a:gd name="textAreaBottom" fmla="*/ 2843280 h 2837160"/>
            </a:gdLst>
            <a:ahLst/>
            <a:rect l="textAreaLeft" t="textAreaTop" r="textAreaRight" b="textAreaBottom"/>
            <a:pathLst>
              <a:path w="143" h="746">
                <a:moveTo>
                  <a:pt x="71" y="746"/>
                </a:moveTo>
                <a:cubicBezTo>
                  <a:pt x="32" y="746"/>
                  <a:pt x="0" y="714"/>
                  <a:pt x="0" y="674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74"/>
                  <a:pt x="143" y="674"/>
                  <a:pt x="143" y="674"/>
                </a:cubicBezTo>
                <a:cubicBezTo>
                  <a:pt x="143" y="714"/>
                  <a:pt x="111" y="746"/>
                  <a:pt x="71" y="746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8" name="Freeform 25"/>
          <p:cNvSpPr/>
          <p:nvPr/>
        </p:nvSpPr>
        <p:spPr>
          <a:xfrm>
            <a:off x="8273880" y="1127160"/>
            <a:ext cx="535320" cy="4597560"/>
          </a:xfrm>
          <a:custGeom>
            <a:avLst/>
            <a:gdLst>
              <a:gd name="textAreaLeft" fmla="*/ 0 w 535320"/>
              <a:gd name="textAreaRight" fmla="*/ 541440 w 535320"/>
              <a:gd name="textAreaTop" fmla="*/ 0 h 4597560"/>
              <a:gd name="textAreaBottom" fmla="*/ 4603680 h 459756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0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0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9" name="Freeform 26"/>
          <p:cNvSpPr/>
          <p:nvPr/>
        </p:nvSpPr>
        <p:spPr>
          <a:xfrm>
            <a:off x="8273880" y="1611360"/>
            <a:ext cx="535320" cy="4113360"/>
          </a:xfrm>
          <a:custGeom>
            <a:avLst/>
            <a:gdLst>
              <a:gd name="textAreaLeft" fmla="*/ 0 w 535320"/>
              <a:gd name="textAreaRight" fmla="*/ 541440 w 535320"/>
              <a:gd name="textAreaTop" fmla="*/ 0 h 4113360"/>
              <a:gd name="textAreaBottom" fmla="*/ 4119480 h 4113360"/>
            </a:gdLst>
            <a:ahLst/>
            <a:rect l="textAreaLeft" t="textAreaTop" r="textAreaRight" b="textAreaBottom"/>
            <a:pathLst>
              <a:path w="142" h="1081">
                <a:moveTo>
                  <a:pt x="71" y="1081"/>
                </a:moveTo>
                <a:cubicBezTo>
                  <a:pt x="32" y="1081"/>
                  <a:pt x="0" y="1049"/>
                  <a:pt x="0" y="1009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0" y="0"/>
                  <a:pt x="142" y="32"/>
                  <a:pt x="142" y="72"/>
                </a:cubicBezTo>
                <a:cubicBezTo>
                  <a:pt x="142" y="1009"/>
                  <a:pt x="142" y="1009"/>
                  <a:pt x="142" y="1009"/>
                </a:cubicBezTo>
                <a:cubicBezTo>
                  <a:pt x="142" y="1049"/>
                  <a:pt x="110" y="1081"/>
                  <a:pt x="71" y="1081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920" name="Group 26"/>
          <p:cNvGrpSpPr/>
          <p:nvPr/>
        </p:nvGrpSpPr>
        <p:grpSpPr>
          <a:xfrm>
            <a:off x="3348360" y="5908680"/>
            <a:ext cx="5395680" cy="228240"/>
            <a:chOff x="3348360" y="5908680"/>
            <a:chExt cx="5395680" cy="228240"/>
          </a:xfrm>
        </p:grpSpPr>
        <p:sp>
          <p:nvSpPr>
            <p:cNvPr id="921" name="Rectangle 28"/>
            <p:cNvSpPr/>
            <p:nvPr/>
          </p:nvSpPr>
          <p:spPr>
            <a:xfrm>
              <a:off x="33483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55%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2" name="Rectangle 29"/>
            <p:cNvSpPr/>
            <p:nvPr/>
          </p:nvSpPr>
          <p:spPr>
            <a:xfrm>
              <a:off x="46054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3" name="Rectangle 30"/>
            <p:cNvSpPr/>
            <p:nvPr/>
          </p:nvSpPr>
          <p:spPr>
            <a:xfrm>
              <a:off x="585792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4" name="Rectangle 31"/>
            <p:cNvSpPr/>
            <p:nvPr/>
          </p:nvSpPr>
          <p:spPr>
            <a:xfrm>
              <a:off x="71139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5" name="Rectangle 32"/>
            <p:cNvSpPr/>
            <p:nvPr/>
          </p:nvSpPr>
          <p:spPr>
            <a:xfrm>
              <a:off x="83710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88%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26" name="Group 32"/>
          <p:cNvGrpSpPr/>
          <p:nvPr/>
        </p:nvGrpSpPr>
        <p:grpSpPr>
          <a:xfrm>
            <a:off x="2066040" y="988920"/>
            <a:ext cx="482760" cy="4854240"/>
            <a:chOff x="2066040" y="988920"/>
            <a:chExt cx="482760" cy="4854240"/>
          </a:xfrm>
        </p:grpSpPr>
        <p:sp>
          <p:nvSpPr>
            <p:cNvPr id="927" name="Rectangle 27"/>
            <p:cNvSpPr/>
            <p:nvPr/>
          </p:nvSpPr>
          <p:spPr>
            <a:xfrm>
              <a:off x="2273760" y="5614920"/>
              <a:ext cx="264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8" name="Rectangle 33"/>
            <p:cNvSpPr/>
            <p:nvPr/>
          </p:nvSpPr>
          <p:spPr>
            <a:xfrm>
              <a:off x="2171880" y="5149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9" name="Rectangle 34"/>
            <p:cNvSpPr/>
            <p:nvPr/>
          </p:nvSpPr>
          <p:spPr>
            <a:xfrm>
              <a:off x="2171880" y="4689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20%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0" name="Rectangle 35"/>
            <p:cNvSpPr/>
            <p:nvPr/>
          </p:nvSpPr>
          <p:spPr>
            <a:xfrm>
              <a:off x="2171880" y="4227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30%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1" name="Rectangle 36"/>
            <p:cNvSpPr/>
            <p:nvPr/>
          </p:nvSpPr>
          <p:spPr>
            <a:xfrm>
              <a:off x="2171880" y="3763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2" name="Rectangle 37"/>
            <p:cNvSpPr/>
            <p:nvPr/>
          </p:nvSpPr>
          <p:spPr>
            <a:xfrm>
              <a:off x="2171880" y="330192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3" name="Rectangle 38"/>
            <p:cNvSpPr/>
            <p:nvPr/>
          </p:nvSpPr>
          <p:spPr>
            <a:xfrm>
              <a:off x="2171880" y="2841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4" name="Rectangle 39"/>
            <p:cNvSpPr/>
            <p:nvPr/>
          </p:nvSpPr>
          <p:spPr>
            <a:xfrm>
              <a:off x="2171880" y="2376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70%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5" name="Rectangle 40"/>
            <p:cNvSpPr/>
            <p:nvPr/>
          </p:nvSpPr>
          <p:spPr>
            <a:xfrm>
              <a:off x="2171880" y="19162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6" name="Rectangle 41"/>
            <p:cNvSpPr/>
            <p:nvPr/>
          </p:nvSpPr>
          <p:spPr>
            <a:xfrm>
              <a:off x="2171880" y="145404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90%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7" name="Rectangle 42"/>
            <p:cNvSpPr/>
            <p:nvPr/>
          </p:nvSpPr>
          <p:spPr>
            <a:xfrm>
              <a:off x="2066040" y="988920"/>
              <a:ext cx="4827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38" name="object 384"/>
          <p:cNvSpPr/>
          <p:nvPr/>
        </p:nvSpPr>
        <p:spPr>
          <a:xfrm flipV="1">
            <a:off x="356760" y="671256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object 4"/>
          <p:cNvSpPr/>
          <p:nvPr/>
        </p:nvSpPr>
        <p:spPr>
          <a:xfrm>
            <a:off x="10477800" y="663120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0" name="object 384"/>
          <p:cNvSpPr/>
          <p:nvPr/>
        </p:nvSpPr>
        <p:spPr>
          <a:xfrm flipV="1" rot="10800000">
            <a:off x="6102360" y="671868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1" name="object 386"/>
          <p:cNvSpPr/>
          <p:nvPr/>
        </p:nvSpPr>
        <p:spPr>
          <a:xfrm>
            <a:off x="5927400" y="651744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2" name="Freeform 52"/>
          <p:cNvSpPr/>
          <p:nvPr/>
        </p:nvSpPr>
        <p:spPr>
          <a:xfrm rot="370200">
            <a:off x="-1859760" y="-110664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43" name="Group 48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94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46" name="Rectangle 5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60C8F7E-B406-44A7-AD02-AD835FB3561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49" name="Group 5"/>
          <p:cNvGrpSpPr/>
          <p:nvPr/>
        </p:nvGrpSpPr>
        <p:grpSpPr>
          <a:xfrm>
            <a:off x="5370480" y="955800"/>
            <a:ext cx="97560" cy="4581720"/>
            <a:chOff x="5370480" y="955800"/>
            <a:chExt cx="97560" cy="4581720"/>
          </a:xfrm>
        </p:grpSpPr>
        <p:sp>
          <p:nvSpPr>
            <p:cNvPr id="950" name="Freeform 10"/>
            <p:cNvSpPr/>
            <p:nvPr/>
          </p:nvSpPr>
          <p:spPr>
            <a:xfrm>
              <a:off x="5370480" y="955800"/>
              <a:ext cx="92880" cy="4581720"/>
            </a:xfrm>
            <a:custGeom>
              <a:avLst/>
              <a:gdLst>
                <a:gd name="textAreaLeft" fmla="*/ 0 w 92880"/>
                <a:gd name="textAreaRight" fmla="*/ 99000 w 92880"/>
                <a:gd name="textAreaTop" fmla="*/ 0 h 4581720"/>
                <a:gd name="textAreaBottom" fmla="*/ 4587840 h 4581720"/>
              </a:gdLst>
              <a:ahLst/>
              <a:rect l="textAreaLeft" t="textAreaTop" r="textAreaRight" b="textAreaBottom"/>
              <a:pathLst>
                <a:path w="24" h="395">
                  <a:moveTo>
                    <a:pt x="12" y="395"/>
                  </a:moveTo>
                  <a:cubicBezTo>
                    <a:pt x="5" y="395"/>
                    <a:pt x="0" y="389"/>
                    <a:pt x="0" y="38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383"/>
                    <a:pt x="24" y="383"/>
                    <a:pt x="24" y="383"/>
                  </a:cubicBezTo>
                  <a:cubicBezTo>
                    <a:pt x="24" y="389"/>
                    <a:pt x="18" y="395"/>
                    <a:pt x="12" y="39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1" name="Freeform 16"/>
            <p:cNvSpPr/>
            <p:nvPr/>
          </p:nvSpPr>
          <p:spPr>
            <a:xfrm>
              <a:off x="5370480" y="4232520"/>
              <a:ext cx="97560" cy="1305000"/>
            </a:xfrm>
            <a:custGeom>
              <a:avLst/>
              <a:gdLst>
                <a:gd name="textAreaLeft" fmla="*/ 0 w 97560"/>
                <a:gd name="textAreaRight" fmla="*/ 103680 w 97560"/>
                <a:gd name="textAreaTop" fmla="*/ 0 h 1305000"/>
                <a:gd name="textAreaBottom" fmla="*/ 1311120 h 1305000"/>
              </a:gdLst>
              <a:ahLst/>
              <a:rect l="textAreaLeft" t="textAreaTop" r="textAreaRight" b="textAreaBottom"/>
              <a:pathLst>
                <a:path w="24" h="833">
                  <a:moveTo>
                    <a:pt x="12" y="833"/>
                  </a:moveTo>
                  <a:cubicBezTo>
                    <a:pt x="5" y="833"/>
                    <a:pt x="0" y="827"/>
                    <a:pt x="0" y="82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821"/>
                    <a:pt x="24" y="821"/>
                    <a:pt x="24" y="821"/>
                  </a:cubicBezTo>
                  <a:cubicBezTo>
                    <a:pt x="24" y="827"/>
                    <a:pt x="18" y="833"/>
                    <a:pt x="12" y="83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2" name="Group 8"/>
          <p:cNvGrpSpPr/>
          <p:nvPr/>
        </p:nvGrpSpPr>
        <p:grpSpPr>
          <a:xfrm>
            <a:off x="6394320" y="955800"/>
            <a:ext cx="104400" cy="4581360"/>
            <a:chOff x="6394320" y="955800"/>
            <a:chExt cx="104400" cy="4581360"/>
          </a:xfrm>
        </p:grpSpPr>
        <p:sp>
          <p:nvSpPr>
            <p:cNvPr id="953" name="Freeform 11"/>
            <p:cNvSpPr/>
            <p:nvPr/>
          </p:nvSpPr>
          <p:spPr>
            <a:xfrm>
              <a:off x="6394320" y="955800"/>
              <a:ext cx="104400" cy="4539240"/>
            </a:xfrm>
            <a:custGeom>
              <a:avLst/>
              <a:gdLst>
                <a:gd name="textAreaLeft" fmla="*/ 0 w 104400"/>
                <a:gd name="textAreaRight" fmla="*/ 110520 w 104400"/>
                <a:gd name="textAreaTop" fmla="*/ 0 h 4539240"/>
                <a:gd name="textAreaBottom" fmla="*/ 4545360 h 4539240"/>
              </a:gdLst>
              <a:ahLst/>
              <a:rect l="textAreaLeft" t="textAreaTop" r="textAreaRight" b="textAreaBottom"/>
              <a:pathLst>
                <a:path w="24" h="729">
                  <a:moveTo>
                    <a:pt x="12" y="729"/>
                  </a:moveTo>
                  <a:cubicBezTo>
                    <a:pt x="6" y="729"/>
                    <a:pt x="0" y="724"/>
                    <a:pt x="0" y="71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717"/>
                    <a:pt x="24" y="717"/>
                    <a:pt x="24" y="717"/>
                  </a:cubicBezTo>
                  <a:cubicBezTo>
                    <a:pt x="24" y="724"/>
                    <a:pt x="19" y="729"/>
                    <a:pt x="12" y="729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4" name="Freeform 17"/>
            <p:cNvSpPr/>
            <p:nvPr/>
          </p:nvSpPr>
          <p:spPr>
            <a:xfrm>
              <a:off x="6394320" y="3753360"/>
              <a:ext cx="104400" cy="1783800"/>
            </a:xfrm>
            <a:custGeom>
              <a:avLst/>
              <a:gdLst>
                <a:gd name="textAreaLeft" fmla="*/ 0 w 104400"/>
                <a:gd name="textAreaRight" fmla="*/ 110520 w 104400"/>
                <a:gd name="textAreaTop" fmla="*/ 0 h 1783800"/>
                <a:gd name="textAreaBottom" fmla="*/ 1789920 h 1783800"/>
              </a:gdLst>
              <a:ahLst/>
              <a:rect l="textAreaLeft" t="textAreaTop" r="textAreaRight" b="textAreaBottom"/>
              <a:pathLst>
                <a:path w="24" h="499">
                  <a:moveTo>
                    <a:pt x="12" y="499"/>
                  </a:moveTo>
                  <a:cubicBezTo>
                    <a:pt x="6" y="499"/>
                    <a:pt x="0" y="493"/>
                    <a:pt x="0" y="48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487"/>
                    <a:pt x="24" y="487"/>
                    <a:pt x="24" y="487"/>
                  </a:cubicBezTo>
                  <a:cubicBezTo>
                    <a:pt x="24" y="493"/>
                    <a:pt x="19" y="499"/>
                    <a:pt x="12" y="499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5" name="Group 11"/>
          <p:cNvGrpSpPr/>
          <p:nvPr/>
        </p:nvGrpSpPr>
        <p:grpSpPr>
          <a:xfrm>
            <a:off x="7423200" y="955800"/>
            <a:ext cx="79560" cy="4581720"/>
            <a:chOff x="7423200" y="955800"/>
            <a:chExt cx="79560" cy="4581720"/>
          </a:xfrm>
        </p:grpSpPr>
        <p:sp>
          <p:nvSpPr>
            <p:cNvPr id="956" name="Freeform 12"/>
            <p:cNvSpPr/>
            <p:nvPr/>
          </p:nvSpPr>
          <p:spPr>
            <a:xfrm>
              <a:off x="7423200" y="955800"/>
              <a:ext cx="79560" cy="4581720"/>
            </a:xfrm>
            <a:custGeom>
              <a:avLst/>
              <a:gdLst>
                <a:gd name="textAreaLeft" fmla="*/ 0 w 79560"/>
                <a:gd name="textAreaRight" fmla="*/ 85680 w 79560"/>
                <a:gd name="textAreaTop" fmla="*/ 0 h 4581720"/>
                <a:gd name="textAreaBottom" fmla="*/ 4587840 h 4581720"/>
              </a:gdLst>
              <a:ahLst/>
              <a:rect l="textAreaLeft" t="textAreaTop" r="textAreaRight" b="textAreaBottom"/>
              <a:pathLst>
                <a:path w="24" h="446">
                  <a:moveTo>
                    <a:pt x="12" y="446"/>
                  </a:moveTo>
                  <a:cubicBezTo>
                    <a:pt x="5" y="446"/>
                    <a:pt x="0" y="441"/>
                    <a:pt x="0" y="43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434"/>
                    <a:pt x="24" y="434"/>
                    <a:pt x="24" y="434"/>
                  </a:cubicBezTo>
                  <a:cubicBezTo>
                    <a:pt x="24" y="441"/>
                    <a:pt x="18" y="446"/>
                    <a:pt x="12" y="44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7" name="Freeform 18"/>
            <p:cNvSpPr/>
            <p:nvPr/>
          </p:nvSpPr>
          <p:spPr>
            <a:xfrm>
              <a:off x="7423200" y="2684160"/>
              <a:ext cx="79560" cy="2853360"/>
            </a:xfrm>
            <a:custGeom>
              <a:avLst/>
              <a:gdLst>
                <a:gd name="textAreaLeft" fmla="*/ 0 w 79560"/>
                <a:gd name="textAreaRight" fmla="*/ 85680 w 79560"/>
                <a:gd name="textAreaTop" fmla="*/ 0 h 2853360"/>
                <a:gd name="textAreaBottom" fmla="*/ 2859480 h 2853360"/>
              </a:gdLst>
              <a:ahLst/>
              <a:rect l="textAreaLeft" t="textAreaTop" r="textAreaRight" b="textAreaBottom"/>
              <a:pathLst>
                <a:path w="24" h="782">
                  <a:moveTo>
                    <a:pt x="12" y="782"/>
                  </a:moveTo>
                  <a:cubicBezTo>
                    <a:pt x="5" y="782"/>
                    <a:pt x="0" y="776"/>
                    <a:pt x="0" y="77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770"/>
                    <a:pt x="24" y="770"/>
                    <a:pt x="24" y="770"/>
                  </a:cubicBezTo>
                  <a:cubicBezTo>
                    <a:pt x="24" y="776"/>
                    <a:pt x="18" y="782"/>
                    <a:pt x="12" y="78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8" name="Group 14"/>
          <p:cNvGrpSpPr/>
          <p:nvPr/>
        </p:nvGrpSpPr>
        <p:grpSpPr>
          <a:xfrm>
            <a:off x="8447040" y="955800"/>
            <a:ext cx="80640" cy="4581720"/>
            <a:chOff x="8447040" y="955800"/>
            <a:chExt cx="80640" cy="4581720"/>
          </a:xfrm>
        </p:grpSpPr>
        <p:sp>
          <p:nvSpPr>
            <p:cNvPr id="959" name="Freeform 13"/>
            <p:cNvSpPr/>
            <p:nvPr/>
          </p:nvSpPr>
          <p:spPr>
            <a:xfrm>
              <a:off x="8447040" y="955800"/>
              <a:ext cx="80640" cy="4417560"/>
            </a:xfrm>
            <a:custGeom>
              <a:avLst/>
              <a:gdLst>
                <a:gd name="textAreaLeft" fmla="*/ 0 w 80640"/>
                <a:gd name="textAreaRight" fmla="*/ 86760 w 80640"/>
                <a:gd name="textAreaTop" fmla="*/ 0 h 4417560"/>
                <a:gd name="textAreaBottom" fmla="*/ 4423680 h 4417560"/>
              </a:gdLst>
              <a:ahLst/>
              <a:rect l="textAreaLeft" t="textAreaTop" r="textAreaRight" b="textAreaBottom"/>
              <a:pathLst>
                <a:path w="24" h="334">
                  <a:moveTo>
                    <a:pt x="12" y="334"/>
                  </a:moveTo>
                  <a:cubicBezTo>
                    <a:pt x="6" y="334"/>
                    <a:pt x="0" y="329"/>
                    <a:pt x="0" y="32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322"/>
                    <a:pt x="24" y="322"/>
                    <a:pt x="24" y="322"/>
                  </a:cubicBezTo>
                  <a:cubicBezTo>
                    <a:pt x="24" y="329"/>
                    <a:pt x="19" y="334"/>
                    <a:pt x="12" y="33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0" name="Freeform 19"/>
            <p:cNvSpPr/>
            <p:nvPr/>
          </p:nvSpPr>
          <p:spPr>
            <a:xfrm>
              <a:off x="8447040" y="2304720"/>
              <a:ext cx="80640" cy="3232800"/>
            </a:xfrm>
            <a:custGeom>
              <a:avLst/>
              <a:gdLst>
                <a:gd name="textAreaLeft" fmla="*/ 0 w 80640"/>
                <a:gd name="textAreaRight" fmla="*/ 86760 w 80640"/>
                <a:gd name="textAreaTop" fmla="*/ 0 h 3232800"/>
                <a:gd name="textAreaBottom" fmla="*/ 3238920 h 3232800"/>
              </a:gdLst>
              <a:ahLst/>
              <a:rect l="textAreaLeft" t="textAreaTop" r="textAreaRight" b="textAreaBottom"/>
              <a:pathLst>
                <a:path w="24" h="894">
                  <a:moveTo>
                    <a:pt x="12" y="894"/>
                  </a:moveTo>
                  <a:cubicBezTo>
                    <a:pt x="6" y="894"/>
                    <a:pt x="0" y="888"/>
                    <a:pt x="0" y="88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882"/>
                    <a:pt x="24" y="882"/>
                    <a:pt x="24" y="882"/>
                  </a:cubicBezTo>
                  <a:cubicBezTo>
                    <a:pt x="24" y="888"/>
                    <a:pt x="19" y="894"/>
                    <a:pt x="12" y="894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1" name="Group 17"/>
          <p:cNvGrpSpPr/>
          <p:nvPr/>
        </p:nvGrpSpPr>
        <p:grpSpPr>
          <a:xfrm>
            <a:off x="9474120" y="955800"/>
            <a:ext cx="86040" cy="4581360"/>
            <a:chOff x="9474120" y="955800"/>
            <a:chExt cx="86040" cy="4581360"/>
          </a:xfrm>
        </p:grpSpPr>
        <p:sp>
          <p:nvSpPr>
            <p:cNvPr id="962" name="Freeform 14"/>
            <p:cNvSpPr/>
            <p:nvPr/>
          </p:nvSpPr>
          <p:spPr>
            <a:xfrm>
              <a:off x="9474120" y="955800"/>
              <a:ext cx="86040" cy="4338720"/>
            </a:xfrm>
            <a:custGeom>
              <a:avLst/>
              <a:gdLst>
                <a:gd name="textAreaLeft" fmla="*/ 0 w 86040"/>
                <a:gd name="textAreaRight" fmla="*/ 92160 w 86040"/>
                <a:gd name="textAreaTop" fmla="*/ 0 h 4338720"/>
                <a:gd name="textAreaBottom" fmla="*/ 4344840 h 4338720"/>
              </a:gdLst>
              <a:ahLst/>
              <a:rect l="textAreaLeft" t="textAreaTop" r="textAreaRight" b="textAreaBottom"/>
              <a:pathLst>
                <a:path w="24" h="825">
                  <a:moveTo>
                    <a:pt x="12" y="825"/>
                  </a:moveTo>
                  <a:cubicBezTo>
                    <a:pt x="5" y="825"/>
                    <a:pt x="0" y="820"/>
                    <a:pt x="0" y="8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813"/>
                    <a:pt x="24" y="813"/>
                    <a:pt x="24" y="813"/>
                  </a:cubicBezTo>
                  <a:cubicBezTo>
                    <a:pt x="24" y="820"/>
                    <a:pt x="19" y="825"/>
                    <a:pt x="12" y="82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3" name="Freeform 20"/>
            <p:cNvSpPr/>
            <p:nvPr/>
          </p:nvSpPr>
          <p:spPr>
            <a:xfrm>
              <a:off x="9474120" y="4072320"/>
              <a:ext cx="86040" cy="1464840"/>
            </a:xfrm>
            <a:custGeom>
              <a:avLst/>
              <a:gdLst>
                <a:gd name="textAreaLeft" fmla="*/ 0 w 86040"/>
                <a:gd name="textAreaRight" fmla="*/ 92160 w 86040"/>
                <a:gd name="textAreaTop" fmla="*/ 0 h 1464840"/>
                <a:gd name="textAreaBottom" fmla="*/ 1470960 h 1464840"/>
              </a:gdLst>
              <a:ahLst/>
              <a:rect l="textAreaLeft" t="textAreaTop" r="textAreaRight" b="textAreaBottom"/>
              <a:pathLst>
                <a:path w="24" h="403">
                  <a:moveTo>
                    <a:pt x="12" y="403"/>
                  </a:moveTo>
                  <a:cubicBezTo>
                    <a:pt x="5" y="403"/>
                    <a:pt x="0" y="397"/>
                    <a:pt x="0" y="39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391"/>
                    <a:pt x="24" y="391"/>
                    <a:pt x="24" y="391"/>
                  </a:cubicBezTo>
                  <a:cubicBezTo>
                    <a:pt x="24" y="397"/>
                    <a:pt x="19" y="403"/>
                    <a:pt x="12" y="40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4" name="Group 20"/>
          <p:cNvGrpSpPr/>
          <p:nvPr/>
        </p:nvGrpSpPr>
        <p:grpSpPr>
          <a:xfrm>
            <a:off x="10503000" y="955800"/>
            <a:ext cx="84240" cy="4581720"/>
            <a:chOff x="10503000" y="955800"/>
            <a:chExt cx="84240" cy="4581720"/>
          </a:xfrm>
        </p:grpSpPr>
        <p:sp>
          <p:nvSpPr>
            <p:cNvPr id="965" name="Freeform 15"/>
            <p:cNvSpPr/>
            <p:nvPr/>
          </p:nvSpPr>
          <p:spPr>
            <a:xfrm>
              <a:off x="10503000" y="955800"/>
              <a:ext cx="84240" cy="4457520"/>
            </a:xfrm>
            <a:custGeom>
              <a:avLst/>
              <a:gdLst>
                <a:gd name="textAreaLeft" fmla="*/ 0 w 84240"/>
                <a:gd name="textAreaRight" fmla="*/ 90360 w 84240"/>
                <a:gd name="textAreaTop" fmla="*/ 0 h 4457520"/>
                <a:gd name="textAreaBottom" fmla="*/ 4463640 h 4457520"/>
              </a:gdLst>
              <a:ahLst/>
              <a:rect l="textAreaLeft" t="textAreaTop" r="textAreaRight" b="textAreaBottom"/>
              <a:pathLst>
                <a:path w="24" h="616">
                  <a:moveTo>
                    <a:pt x="12" y="616"/>
                  </a:moveTo>
                  <a:cubicBezTo>
                    <a:pt x="5" y="616"/>
                    <a:pt x="0" y="610"/>
                    <a:pt x="0" y="60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4"/>
                    <a:pt x="24" y="604"/>
                    <a:pt x="24" y="604"/>
                  </a:cubicBezTo>
                  <a:cubicBezTo>
                    <a:pt x="24" y="610"/>
                    <a:pt x="18" y="616"/>
                    <a:pt x="12" y="61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6" name="Freeform 21"/>
            <p:cNvSpPr/>
            <p:nvPr/>
          </p:nvSpPr>
          <p:spPr>
            <a:xfrm>
              <a:off x="10503000" y="3309840"/>
              <a:ext cx="84240" cy="2227680"/>
            </a:xfrm>
            <a:custGeom>
              <a:avLst/>
              <a:gdLst>
                <a:gd name="textAreaLeft" fmla="*/ 0 w 84240"/>
                <a:gd name="textAreaRight" fmla="*/ 90360 w 84240"/>
                <a:gd name="textAreaTop" fmla="*/ 0 h 2227680"/>
                <a:gd name="textAreaBottom" fmla="*/ 2233800 h 2227680"/>
              </a:gdLst>
              <a:ahLst/>
              <a:rect l="textAreaLeft" t="textAreaTop" r="textAreaRight" b="textAreaBottom"/>
              <a:pathLst>
                <a:path w="24" h="612">
                  <a:moveTo>
                    <a:pt x="12" y="612"/>
                  </a:moveTo>
                  <a:cubicBezTo>
                    <a:pt x="5" y="612"/>
                    <a:pt x="0" y="606"/>
                    <a:pt x="0" y="60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0"/>
                    <a:pt x="24" y="600"/>
                    <a:pt x="24" y="600"/>
                  </a:cubicBezTo>
                  <a:cubicBezTo>
                    <a:pt x="24" y="606"/>
                    <a:pt x="18" y="612"/>
                    <a:pt x="12" y="61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967" name="Rectangle 22"/>
          <p:cNvSpPr/>
          <p:nvPr/>
        </p:nvSpPr>
        <p:spPr>
          <a:xfrm>
            <a:off x="52052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68%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Rectangle 23"/>
          <p:cNvSpPr/>
          <p:nvPr/>
        </p:nvSpPr>
        <p:spPr>
          <a:xfrm>
            <a:off x="623232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" name="Rectangle 24"/>
          <p:cNvSpPr/>
          <p:nvPr/>
        </p:nvSpPr>
        <p:spPr>
          <a:xfrm>
            <a:off x="72561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ectangle 25"/>
          <p:cNvSpPr/>
          <p:nvPr/>
        </p:nvSpPr>
        <p:spPr>
          <a:xfrm>
            <a:off x="82850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70%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Rectangle 26"/>
          <p:cNvSpPr/>
          <p:nvPr/>
        </p:nvSpPr>
        <p:spPr>
          <a:xfrm>
            <a:off x="930888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25%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ectangle 27"/>
          <p:cNvSpPr/>
          <p:nvPr/>
        </p:nvSpPr>
        <p:spPr>
          <a:xfrm>
            <a:off x="103359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Oval 29"/>
          <p:cNvSpPr/>
          <p:nvPr/>
        </p:nvSpPr>
        <p:spPr>
          <a:xfrm>
            <a:off x="5168520" y="399312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4" name="Oval 30"/>
          <p:cNvSpPr/>
          <p:nvPr/>
        </p:nvSpPr>
        <p:spPr>
          <a:xfrm>
            <a:off x="6189480" y="340272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5" name="Oval 31"/>
          <p:cNvSpPr/>
          <p:nvPr/>
        </p:nvSpPr>
        <p:spPr>
          <a:xfrm>
            <a:off x="7231680" y="230472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6" name="Oval 32"/>
          <p:cNvSpPr/>
          <p:nvPr/>
        </p:nvSpPr>
        <p:spPr>
          <a:xfrm>
            <a:off x="8253720" y="188568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7" name="Oval 33"/>
          <p:cNvSpPr/>
          <p:nvPr/>
        </p:nvSpPr>
        <p:spPr>
          <a:xfrm>
            <a:off x="9279000" y="375336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8" name="Oval 34"/>
          <p:cNvSpPr/>
          <p:nvPr/>
        </p:nvSpPr>
        <p:spPr>
          <a:xfrm>
            <a:off x="10297800" y="296964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9" name="object 384"/>
          <p:cNvSpPr/>
          <p:nvPr/>
        </p:nvSpPr>
        <p:spPr>
          <a:xfrm flipV="1">
            <a:off x="356760" y="671256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0" name="object 4"/>
          <p:cNvSpPr/>
          <p:nvPr/>
        </p:nvSpPr>
        <p:spPr>
          <a:xfrm>
            <a:off x="10477800" y="663120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1" name="object 384"/>
          <p:cNvSpPr/>
          <p:nvPr/>
        </p:nvSpPr>
        <p:spPr>
          <a:xfrm flipV="1" rot="10800000">
            <a:off x="6102360" y="671868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2" name="object 386"/>
          <p:cNvSpPr/>
          <p:nvPr/>
        </p:nvSpPr>
        <p:spPr>
          <a:xfrm>
            <a:off x="5927400" y="651744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3" name="Freeform 44"/>
          <p:cNvSpPr/>
          <p:nvPr/>
        </p:nvSpPr>
        <p:spPr>
          <a:xfrm>
            <a:off x="-2063880" y="-111528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84" name="Group 40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98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8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87" name="Rectangle 45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8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2678836-F4C2-419A-8B16-78FE9BAF093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91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2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3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4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95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99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9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98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0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1131DF0-01FB-453B-B21C-51277055FBF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1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2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3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4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5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06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0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09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1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5A069E1-18E7-4E72-93B1-8406B03D862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5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6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7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8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19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20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21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22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2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263B534-912C-4B97-9B70-C625DDC8F40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28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9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0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1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32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33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3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35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3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D55E699-6671-40E4-BCD5-6CC8D7FC336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1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2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3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4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45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4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48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TextBox 1"/>
          <p:cNvSpPr/>
          <p:nvPr/>
        </p:nvSpPr>
        <p:spPr>
          <a:xfrm>
            <a:off x="5482080" y="6479640"/>
            <a:ext cx="912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versiyon 3.2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Text Placeholder 10"/>
          <p:cNvSpPr/>
          <p:nvPr/>
        </p:nvSpPr>
        <p:spPr>
          <a:xfrm>
            <a:off x="2046600" y="4454640"/>
            <a:ext cx="8296560" cy="125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AI for Software Engineers Course 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Mehmet PEKMEZCİ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DAY – 1 : Core AI + Machine Learning Foundations (Engineer-Oriented)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Text 3"/>
          <p:cNvSpPr/>
          <p:nvPr/>
        </p:nvSpPr>
        <p:spPr>
          <a:xfrm>
            <a:off x="457200" y="831600"/>
            <a:ext cx="11427120" cy="548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landscape for engineers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How ML systems actually work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Core ML types (practical framing) 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Neural networks intuition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Homeworks (2)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Outcome: Understand ML as a software system.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DAY – 2 :  LLMs, Generative AI, and Modern AI Stack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" name="Text 1"/>
          <p:cNvSpPr/>
          <p:nvPr/>
        </p:nvSpPr>
        <p:spPr>
          <a:xfrm>
            <a:off x="457200" y="831600"/>
            <a:ext cx="11427120" cy="548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What changed: from ML to LLMs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Transformers (engineer-level explanation)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How LLMs work in production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Embeddings (VERY important for engineers)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Prompting (practical engineering skill)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RAG (Retrieval Augmented Generation), Ontology, LLM wiki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SLM Distillation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Homeworks(2)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Outcome: Understand how modern AI products are actually built.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DAY – 3 :  Building AI Systems + Production + Real Use Cases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8" name="Text 4"/>
          <p:cNvSpPr/>
          <p:nvPr/>
        </p:nvSpPr>
        <p:spPr>
          <a:xfrm>
            <a:off x="457200" y="831600"/>
            <a:ext cx="11427120" cy="548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in real software architecture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LLM application patterns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agents (modern topic)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MLOps &amp; LLMOps (important for engineers)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Cost, latency, and scaling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Security and risks (engineering angle)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Homeworks (2)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Outcome: Design and prototype real AI-powered systems.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Extra Topics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Text 2"/>
          <p:cNvSpPr/>
          <p:nvPr/>
        </p:nvSpPr>
        <p:spPr>
          <a:xfrm>
            <a:off x="457200" y="831600"/>
            <a:ext cx="11427120" cy="548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Fine-tuning vs RAG tradeoff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Open-source models (Llama, Mistral)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Vector databases deep dive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Multimodal models (text + image)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Agent frameworks (LangChain, LangGraph, LlamaIndex)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880"/>
              </a:spcBef>
              <a:tabLst>
                <a:tab algn="l" pos="0"/>
              </a:tabLst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HVL- TEMPLATE FOR PRODUCTS AND SOLUTIONS_VERSION  3.2</Template>
  <TotalTime>4752</TotalTime>
  <Application>LibreOffice/24.2.7.2$Linux_X86_64 LibreOffice_project/420$Build-2</Application>
  <AppVersion>15.0000</AppVersion>
  <Words>840</Words>
  <Paragraphs>249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2025-11-24T12:26:39Z</dcterms:created>
  <dc:creator>Mehmet PEKMEZCİ</dc:creator>
  <dc:description/>
  <dc:language>en-US</dc:language>
  <cp:lastModifiedBy/>
  <cp:lastPrinted>2026-07-11T17:31:40Z</cp:lastPrinted>
  <dcterms:modified xsi:type="dcterms:W3CDTF">2026-07-11T17:31:48Z</dcterms:modified>
  <cp:revision>87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0x010100800CEB18A79B964CA054DFDEE64EDA10</vt:lpwstr>
  </property>
  <property fmtid="{D5CDD505-2E9C-101B-9397-08002B2CF9AE}" pid="3" name="Notes">
    <vt:i4>4</vt:i4>
  </property>
  <property fmtid="{D5CDD505-2E9C-101B-9397-08002B2CF9AE}" pid="4" name="PresentationFormat">
    <vt:lpwstr>Widescreen</vt:lpwstr>
  </property>
  <property fmtid="{D5CDD505-2E9C-101B-9397-08002B2CF9AE}" pid="5" name="Slides">
    <vt:i4>10</vt:i4>
  </property>
  <property fmtid="{D5CDD505-2E9C-101B-9397-08002B2CF9AE}" pid="6" name="VeriketAuthor">
    <vt:lpwstr>3ZXl6zLEMop/T4ZOd8aL6mXiYVv8uu7BpPRD/QTH98Q=</vt:lpwstr>
  </property>
  <property fmtid="{D5CDD505-2E9C-101B-9397-08002B2CF9AE}" pid="7" name="VeriketClassification">
    <vt:lpwstr>A5BC3CFD-4D51-461E-B5F0-D84C6FA67A36</vt:lpwstr>
  </property>
</Properties>
</file>