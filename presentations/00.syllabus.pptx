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Layouts/slideLayout2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</p:sldMasterIdLst>
  <p:sldIdLst>
    <p:sldId id="256" r:id="rId40"/>
    <p:sldId id="257" r:id="rId41"/>
    <p:sldId id="258" r:id="rId42"/>
    <p:sldId id="259" r:id="rId4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201571389867"/>
          <c:y val="0.0483124892924448"/>
          <c:w val="0.59046328908155"/>
          <c:h val="0.931985609045743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B4306FE-B018-4668-9338-8ADCA9C8323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1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8120" cy="1515960"/>
          </a:xfrm>
          <a:custGeom>
            <a:avLst/>
            <a:gdLst>
              <a:gd name="textAreaLeft" fmla="*/ 0 w 6468120"/>
              <a:gd name="textAreaRight" fmla="*/ 6474600 w 6468120"/>
              <a:gd name="textAreaTop" fmla="*/ 0 h 1515960"/>
              <a:gd name="textAreaBottom" fmla="*/ 1522440 h 15159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45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33600" cy="2608560"/>
          </a:xfrm>
          <a:custGeom>
            <a:avLst/>
            <a:gdLst>
              <a:gd name="textAreaLeft" fmla="*/ 0 w 2433600"/>
              <a:gd name="textAreaRight" fmla="*/ 2440080 w 2433600"/>
              <a:gd name="textAreaTop" fmla="*/ 0 h 2608560"/>
              <a:gd name="textAreaBottom" fmla="*/ 2615040 h 26085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80280" cy="9802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8400" cy="907560"/>
            <a:chOff x="4008600" y="3031920"/>
            <a:chExt cx="4118400" cy="90756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2360" cy="8589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7240" cy="8589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7160" cy="4892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901440" cy="194760"/>
            <a:chOff x="1717560" y="6498720"/>
            <a:chExt cx="901440" cy="19476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4360" cy="1839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5560" cy="18396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29480" cy="25344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5EC0836-7321-42D3-847C-9266F4AE5F4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7480" cy="3705120"/>
          </a:xfrm>
          <a:custGeom>
            <a:avLst/>
            <a:gdLst>
              <a:gd name="textAreaLeft" fmla="*/ 0 w 1347480"/>
              <a:gd name="textAreaRight" fmla="*/ 1353960 w 1347480"/>
              <a:gd name="textAreaTop" fmla="*/ 0 h 3705120"/>
              <a:gd name="textAreaBottom" fmla="*/ 3711600 h 370512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4680" cy="3705120"/>
          </a:xfrm>
          <a:custGeom>
            <a:avLst/>
            <a:gdLst>
              <a:gd name="textAreaLeft" fmla="*/ 0 w 1354680"/>
              <a:gd name="textAreaRight" fmla="*/ 1361160 w 1354680"/>
              <a:gd name="textAreaTop" fmla="*/ 0 h 3705120"/>
              <a:gd name="textAreaBottom" fmla="*/ 3711600 h 370512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6040" cy="3705120"/>
          </a:xfrm>
          <a:custGeom>
            <a:avLst/>
            <a:gdLst>
              <a:gd name="textAreaLeft" fmla="*/ 0 w 1346040"/>
              <a:gd name="textAreaRight" fmla="*/ 1352520 w 1346040"/>
              <a:gd name="textAreaTop" fmla="*/ 0 h 3705120"/>
              <a:gd name="textAreaBottom" fmla="*/ 3711600 h 370512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6120" cy="3705120"/>
          </a:xfrm>
          <a:custGeom>
            <a:avLst/>
            <a:gdLst>
              <a:gd name="textAreaLeft" fmla="*/ 0 w 1356120"/>
              <a:gd name="textAreaRight" fmla="*/ 1362600 w 1356120"/>
              <a:gd name="textAreaTop" fmla="*/ 0 h 3705120"/>
              <a:gd name="textAreaBottom" fmla="*/ 3711600 h 370512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8360" cy="1098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8360" cy="1098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8360" cy="1098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8360" cy="109836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1184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2720" y="671832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40960" y="-1068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578B61F-497E-4E58-BDC3-5C0CE765E92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4000" cy="3382920"/>
            <a:chOff x="877320" y="2252880"/>
            <a:chExt cx="54000" cy="338292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4000" cy="3383280"/>
            <a:chOff x="3442320" y="2233800"/>
            <a:chExt cx="54000" cy="338328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4000" cy="3382920"/>
            <a:chOff x="6006960" y="2252880"/>
            <a:chExt cx="54000" cy="338292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4000" cy="3383280"/>
            <a:chOff x="8574480" y="2233800"/>
            <a:chExt cx="54000" cy="338328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4000" cy="3382920"/>
            <a:chOff x="11136960" y="2252880"/>
            <a:chExt cx="54000" cy="338292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4000" cy="3378240"/>
            </a:xfrm>
            <a:custGeom>
              <a:avLst/>
              <a:gdLst>
                <a:gd name="textAreaLeft" fmla="*/ 0 w 54000"/>
                <a:gd name="textAreaRight" fmla="*/ 60480 w 54000"/>
                <a:gd name="textAreaTop" fmla="*/ 0 h 3378240"/>
                <a:gd name="textAreaBottom" fmla="*/ 3384720 h 337824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D069193-8732-4536-AE52-3AF6BBE8B5D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6120" cy="5330520"/>
            <a:chOff x="6215040" y="801720"/>
            <a:chExt cx="4686120" cy="533052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6120" cy="5330520"/>
            </a:xfrm>
            <a:custGeom>
              <a:avLst/>
              <a:gdLst>
                <a:gd name="textAreaLeft" fmla="*/ 0 w 4686120"/>
                <a:gd name="textAreaRight" fmla="*/ 4692600 w 4686120"/>
                <a:gd name="textAreaTop" fmla="*/ 0 h 5330520"/>
                <a:gd name="textAreaBottom" fmla="*/ 5337000 h 533052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6120" cy="5330520"/>
            </a:xfrm>
            <a:custGeom>
              <a:avLst/>
              <a:gdLst>
                <a:gd name="textAreaLeft" fmla="*/ 0 w 4686120"/>
                <a:gd name="textAreaRight" fmla="*/ 4692600 w 4686120"/>
                <a:gd name="textAreaTop" fmla="*/ 0 h 5330520"/>
                <a:gd name="textAreaBottom" fmla="*/ 5337000 h 533052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8160" y="-953280"/>
            <a:ext cx="7397640" cy="6141240"/>
          </a:xfrm>
          <a:custGeom>
            <a:avLst/>
            <a:gdLst>
              <a:gd name="textAreaLeft" fmla="*/ 0 w 7397640"/>
              <a:gd name="textAreaRight" fmla="*/ 7404120 w 7397640"/>
              <a:gd name="textAreaTop" fmla="*/ 0 h 6141240"/>
              <a:gd name="textAreaBottom" fmla="*/ 6147720 h 614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68560" cy="533052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73ED2E8-5896-4874-BB8B-5A16072A6B7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6600" cy="2318760"/>
            <a:chOff x="9316080" y="1022400"/>
            <a:chExt cx="2316600" cy="231876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6600" cy="2318760"/>
            <a:chOff x="6627960" y="1022400"/>
            <a:chExt cx="2316600" cy="231876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6600" cy="2318760"/>
            <a:chOff x="9316080" y="3486960"/>
            <a:chExt cx="2316600" cy="231876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6600" cy="2318760"/>
            <a:chOff x="6627960" y="3486960"/>
            <a:chExt cx="2316600" cy="231876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6600" cy="2318760"/>
            </a:xfrm>
            <a:custGeom>
              <a:avLst/>
              <a:gdLst>
                <a:gd name="textAreaLeft" fmla="*/ 0 w 2316600"/>
                <a:gd name="textAreaRight" fmla="*/ 2323080 w 2316600"/>
                <a:gd name="textAreaTop" fmla="*/ 0 h 2318760"/>
                <a:gd name="textAreaBottom" fmla="*/ 2325240 h 23187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3080" y="-681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81520" cy="4785840"/>
            <a:chOff x="581400" y="1022400"/>
            <a:chExt cx="4781520" cy="478584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81520" cy="4785840"/>
            </a:xfrm>
            <a:custGeom>
              <a:avLst/>
              <a:gdLst>
                <a:gd name="textAreaLeft" fmla="*/ 0 w 4781520"/>
                <a:gd name="textAreaRight" fmla="*/ 4788000 w 4781520"/>
                <a:gd name="textAreaTop" fmla="*/ 0 h 4785840"/>
                <a:gd name="textAreaBottom" fmla="*/ 4792320 h 4785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81520" cy="4785840"/>
            </a:xfrm>
            <a:custGeom>
              <a:avLst/>
              <a:gdLst>
                <a:gd name="textAreaLeft" fmla="*/ 0 w 4781520"/>
                <a:gd name="textAreaRight" fmla="*/ 4788000 w 4781520"/>
                <a:gd name="textAreaTop" fmla="*/ 0 h 4785840"/>
                <a:gd name="textAreaBottom" fmla="*/ 4792320 h 4785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11360" cy="427356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AD7FF0D-6E52-4573-8DCB-4D9528E3AF9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5480" cy="285480"/>
            <a:chOff x="1853640" y="3183480"/>
            <a:chExt cx="285480" cy="28548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5480" cy="285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4640" cy="1332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5480" cy="285480"/>
            <a:chOff x="3190320" y="3183480"/>
            <a:chExt cx="285480" cy="28548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5480" cy="285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4640" cy="1332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5480" cy="285480"/>
            <a:chOff x="4525560" y="3183480"/>
            <a:chExt cx="285480" cy="28548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5480" cy="285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4640" cy="1332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5480" cy="285480"/>
            <a:chOff x="5863680" y="3183480"/>
            <a:chExt cx="285480" cy="28548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5480" cy="285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4640" cy="1332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5480" cy="285480"/>
            <a:chOff x="7198920" y="3183480"/>
            <a:chExt cx="285480" cy="28548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5480" cy="285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4640" cy="1332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5480" cy="285480"/>
            <a:chOff x="8547480" y="3183480"/>
            <a:chExt cx="285480" cy="28548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5480" cy="285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4640" cy="1332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5480" cy="285480"/>
            <a:chOff x="9884880" y="3183480"/>
            <a:chExt cx="285480" cy="28548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5480" cy="285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4640" cy="1332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12040" cy="1265040"/>
            <a:chOff x="8135280" y="1762920"/>
            <a:chExt cx="1112040" cy="126504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6280" cy="126504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5040"/>
                <a:gd name="textAreaBottom" fmla="*/ 1271520 h 12650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6280" cy="126504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5040"/>
                <a:gd name="textAreaBottom" fmla="*/ 1271520 h 12650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12040" cy="1265040"/>
            <a:chOff x="5445720" y="1762920"/>
            <a:chExt cx="1112040" cy="126504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6280" cy="126504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5040"/>
                <a:gd name="textAreaBottom" fmla="*/ 1271520 h 12650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6280" cy="126504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5040"/>
                <a:gd name="textAreaBottom" fmla="*/ 1271520 h 12650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6280" cy="1269720"/>
            <a:chOff x="6789240" y="3629520"/>
            <a:chExt cx="1106280" cy="126972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6280" cy="1269720"/>
            <a:chOff x="1449000" y="3629520"/>
            <a:chExt cx="1106280" cy="126972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6280" cy="1269720"/>
            <a:chOff x="4109400" y="3629520"/>
            <a:chExt cx="1106280" cy="126972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12040" cy="1265040"/>
            <a:chOff x="2772000" y="1762920"/>
            <a:chExt cx="1112040" cy="126504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6280" cy="126504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5040"/>
                <a:gd name="textAreaBottom" fmla="*/ 1271520 h 12650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6280" cy="126504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5040"/>
                <a:gd name="textAreaBottom" fmla="*/ 1271520 h 126504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6280" cy="1269720"/>
            <a:chOff x="9475200" y="3629520"/>
            <a:chExt cx="1106280" cy="126972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6280" cy="1269720"/>
            </a:xfrm>
            <a:custGeom>
              <a:avLst/>
              <a:gdLst>
                <a:gd name="textAreaLeft" fmla="*/ 0 w 1106280"/>
                <a:gd name="textAreaRight" fmla="*/ 1112760 w 1106280"/>
                <a:gd name="textAreaTop" fmla="*/ 0 h 1269720"/>
                <a:gd name="textAreaBottom" fmla="*/ 1276200 h 126972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8EE4FE1-B7CB-4130-B805-6E40C289ED9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6680" cy="1557360"/>
          </a:xfrm>
          <a:custGeom>
            <a:avLst/>
            <a:gdLst>
              <a:gd name="textAreaLeft" fmla="*/ 0 w 1966680"/>
              <a:gd name="textAreaRight" fmla="*/ 1973160 w 1966680"/>
              <a:gd name="textAreaTop" fmla="*/ 0 h 1557360"/>
              <a:gd name="textAreaBottom" fmla="*/ 1563840 h 155736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79560" cy="1328760"/>
          </a:xfrm>
          <a:custGeom>
            <a:avLst/>
            <a:gdLst>
              <a:gd name="textAreaLeft" fmla="*/ 0 w 1879560"/>
              <a:gd name="textAreaRight" fmla="*/ 1886040 w 1879560"/>
              <a:gd name="textAreaTop" fmla="*/ 0 h 1328760"/>
              <a:gd name="textAreaBottom" fmla="*/ 1335240 h 132876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79400" cy="2257200"/>
          </a:xfrm>
          <a:custGeom>
            <a:avLst/>
            <a:gdLst>
              <a:gd name="textAreaLeft" fmla="*/ 0 w 1679400"/>
              <a:gd name="textAreaRight" fmla="*/ 1685880 w 1679400"/>
              <a:gd name="textAreaTop" fmla="*/ 0 h 2257200"/>
              <a:gd name="textAreaBottom" fmla="*/ 2263680 h 225720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18680" cy="2223360"/>
            <a:chOff x="5927400" y="580320"/>
            <a:chExt cx="2218680" cy="222336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18680" cy="2223360"/>
            <a:chOff x="8552520" y="3053520"/>
            <a:chExt cx="2218680" cy="222336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18680" cy="2223360"/>
            <a:chOff x="4307040" y="4130640"/>
            <a:chExt cx="2218680" cy="222336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18680" cy="2223360"/>
            <a:chOff x="970200" y="1405440"/>
            <a:chExt cx="2218680" cy="222336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5DE4972-4670-40B2-B462-D79CB8BF149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6680" cy="1557360"/>
          </a:xfrm>
          <a:custGeom>
            <a:avLst/>
            <a:gdLst>
              <a:gd name="textAreaLeft" fmla="*/ 0 w 1966680"/>
              <a:gd name="textAreaRight" fmla="*/ 1973160 w 1966680"/>
              <a:gd name="textAreaTop" fmla="*/ 0 h 1557360"/>
              <a:gd name="textAreaBottom" fmla="*/ 1563840 h 155736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79560" cy="1328760"/>
          </a:xfrm>
          <a:custGeom>
            <a:avLst/>
            <a:gdLst>
              <a:gd name="textAreaLeft" fmla="*/ 0 w 1879560"/>
              <a:gd name="textAreaRight" fmla="*/ 1886040 w 1879560"/>
              <a:gd name="textAreaTop" fmla="*/ 0 h 1328760"/>
              <a:gd name="textAreaBottom" fmla="*/ 1335240 h 132876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79400" cy="2257200"/>
          </a:xfrm>
          <a:custGeom>
            <a:avLst/>
            <a:gdLst>
              <a:gd name="textAreaLeft" fmla="*/ 0 w 1679400"/>
              <a:gd name="textAreaRight" fmla="*/ 1685880 w 1679400"/>
              <a:gd name="textAreaTop" fmla="*/ 0 h 2257200"/>
              <a:gd name="textAreaBottom" fmla="*/ 2263680 h 225720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18680" cy="2223360"/>
            <a:chOff x="5955120" y="495360"/>
            <a:chExt cx="2218680" cy="222336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18680" cy="2223360"/>
            <a:chOff x="8549280" y="3029760"/>
            <a:chExt cx="2218680" cy="222336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18680" cy="2223360"/>
            <a:chOff x="4201200" y="4067280"/>
            <a:chExt cx="2218680" cy="222336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73160" cy="19969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73160" cy="19969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73160" cy="19969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91680" y="-122220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18680" cy="2223360"/>
            <a:chOff x="970200" y="1238040"/>
            <a:chExt cx="2218680" cy="222336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18680" cy="2223360"/>
            </a:xfrm>
            <a:custGeom>
              <a:avLst/>
              <a:gdLst>
                <a:gd name="textAreaLeft" fmla="*/ 0 w 2218680"/>
                <a:gd name="textAreaRight" fmla="*/ 2225160 w 2218680"/>
                <a:gd name="textAreaTop" fmla="*/ 0 h 2223360"/>
                <a:gd name="textAreaBottom" fmla="*/ 2229840 h 2223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73160" cy="199692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6EB4505-3026-43B2-B4AE-5833021DBFA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33760" cy="1644480"/>
            <a:chOff x="5057280" y="834120"/>
            <a:chExt cx="1733760" cy="164448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6920" cy="1644480"/>
            </a:xfrm>
            <a:custGeom>
              <a:avLst/>
              <a:gdLst>
                <a:gd name="textAreaLeft" fmla="*/ 0 w 1726920"/>
                <a:gd name="textAreaRight" fmla="*/ 1733400 w 1726920"/>
                <a:gd name="textAreaTop" fmla="*/ 0 h 1644480"/>
                <a:gd name="textAreaBottom" fmla="*/ 1650960 h 16444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6920" cy="1644480"/>
            </a:xfrm>
            <a:custGeom>
              <a:avLst/>
              <a:gdLst>
                <a:gd name="textAreaLeft" fmla="*/ 0 w 1726920"/>
                <a:gd name="textAreaRight" fmla="*/ 1733400 w 1726920"/>
                <a:gd name="textAreaTop" fmla="*/ 0 h 1644480"/>
                <a:gd name="textAreaBottom" fmla="*/ 1650960 h 16444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29440" cy="1639800"/>
            <a:chOff x="6671520" y="2019960"/>
            <a:chExt cx="1729440" cy="163980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22240" cy="1639800"/>
            </a:xfrm>
            <a:custGeom>
              <a:avLst/>
              <a:gdLst>
                <a:gd name="textAreaLeft" fmla="*/ 0 w 1722240"/>
                <a:gd name="textAreaRight" fmla="*/ 1728720 w 1722240"/>
                <a:gd name="textAreaTop" fmla="*/ 0 h 1639800"/>
                <a:gd name="textAreaBottom" fmla="*/ 1646280 h 163980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22240" cy="1639800"/>
            </a:xfrm>
            <a:custGeom>
              <a:avLst/>
              <a:gdLst>
                <a:gd name="textAreaLeft" fmla="*/ 0 w 1722240"/>
                <a:gd name="textAreaRight" fmla="*/ 1728720 w 1722240"/>
                <a:gd name="textAreaTop" fmla="*/ 0 h 1639800"/>
                <a:gd name="textAreaBottom" fmla="*/ 1646280 h 163980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32320" cy="1639800"/>
            <a:chOff x="3398400" y="2019960"/>
            <a:chExt cx="1732320" cy="163980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5480" cy="1639800"/>
            </a:xfrm>
            <a:custGeom>
              <a:avLst/>
              <a:gdLst>
                <a:gd name="textAreaLeft" fmla="*/ 0 w 1725480"/>
                <a:gd name="textAreaRight" fmla="*/ 1731960 w 1725480"/>
                <a:gd name="textAreaTop" fmla="*/ 0 h 1639800"/>
                <a:gd name="textAreaBottom" fmla="*/ 1646280 h 163980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5480" cy="1639800"/>
            </a:xfrm>
            <a:custGeom>
              <a:avLst/>
              <a:gdLst>
                <a:gd name="textAreaLeft" fmla="*/ 0 w 1725480"/>
                <a:gd name="textAreaRight" fmla="*/ 1731960 w 1725480"/>
                <a:gd name="textAreaTop" fmla="*/ 0 h 1639800"/>
                <a:gd name="textAreaBottom" fmla="*/ 1646280 h 163980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32320" cy="1643040"/>
            <a:chOff x="4038120" y="3927960"/>
            <a:chExt cx="1732320" cy="164304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5480" cy="1643040"/>
            </a:xfrm>
            <a:custGeom>
              <a:avLst/>
              <a:gdLst>
                <a:gd name="textAreaLeft" fmla="*/ 0 w 1725480"/>
                <a:gd name="textAreaRight" fmla="*/ 1731960 w 1725480"/>
                <a:gd name="textAreaTop" fmla="*/ 0 h 1643040"/>
                <a:gd name="textAreaBottom" fmla="*/ 1649520 h 16430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5480" cy="1643040"/>
            </a:xfrm>
            <a:custGeom>
              <a:avLst/>
              <a:gdLst>
                <a:gd name="textAreaLeft" fmla="*/ 0 w 1725480"/>
                <a:gd name="textAreaRight" fmla="*/ 1731960 w 1725480"/>
                <a:gd name="textAreaTop" fmla="*/ 0 h 1643040"/>
                <a:gd name="textAreaBottom" fmla="*/ 1649520 h 16430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32680" cy="1643040"/>
            <a:chOff x="6055560" y="3927960"/>
            <a:chExt cx="1732680" cy="164304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5480" cy="1643040"/>
            </a:xfrm>
            <a:custGeom>
              <a:avLst/>
              <a:gdLst>
                <a:gd name="textAreaLeft" fmla="*/ 0 w 1725480"/>
                <a:gd name="textAreaRight" fmla="*/ 1731960 w 1725480"/>
                <a:gd name="textAreaTop" fmla="*/ 0 h 1643040"/>
                <a:gd name="textAreaBottom" fmla="*/ 1649520 h 16430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5480" cy="1643040"/>
            </a:xfrm>
            <a:custGeom>
              <a:avLst/>
              <a:gdLst>
                <a:gd name="textAreaLeft" fmla="*/ 0 w 1725480"/>
                <a:gd name="textAreaRight" fmla="*/ 1731960 w 1725480"/>
                <a:gd name="textAreaTop" fmla="*/ 0 h 1643040"/>
                <a:gd name="textAreaBottom" fmla="*/ 1649520 h 16430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32560" cy="99540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E75038A-E26A-4D38-B2DA-B923B6FA612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8280" y="-131652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6840" cy="1898640"/>
          </a:xfrm>
          <a:custGeom>
            <a:avLst/>
            <a:gdLst>
              <a:gd name="textAreaLeft" fmla="*/ 0 w 1896840"/>
              <a:gd name="textAreaRight" fmla="*/ 1903320 w 1896840"/>
              <a:gd name="textAreaTop" fmla="*/ 0 h 1898640"/>
              <a:gd name="textAreaBottom" fmla="*/ 1905120 h 18986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903680" cy="1898640"/>
            <a:chOff x="6915960" y="1239120"/>
            <a:chExt cx="1903680" cy="189864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4400" cy="1899360"/>
            <a:chOff x="9161280" y="3479760"/>
            <a:chExt cx="1904400" cy="189936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6840" cy="1898640"/>
          </a:xfrm>
          <a:custGeom>
            <a:avLst/>
            <a:gdLst>
              <a:gd name="textAreaLeft" fmla="*/ 0 w 1896840"/>
              <a:gd name="textAreaRight" fmla="*/ 1903320 w 1896840"/>
              <a:gd name="textAreaTop" fmla="*/ 0 h 1898640"/>
              <a:gd name="textAreaBottom" fmla="*/ 1905120 h 18986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8280" cy="4421880"/>
          </a:xfrm>
          <a:custGeom>
            <a:avLst/>
            <a:gdLst>
              <a:gd name="textAreaLeft" fmla="*/ 0 w 4418280"/>
              <a:gd name="textAreaRight" fmla="*/ 4424760 w 4418280"/>
              <a:gd name="textAreaTop" fmla="*/ 0 h 4421880"/>
              <a:gd name="textAreaBottom" fmla="*/ 4428360 h 44218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7920" cy="442260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F338835-9AD9-457E-9B57-6BA46CF5481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7440" y="-156492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6840" cy="1898640"/>
          </a:xfrm>
          <a:custGeom>
            <a:avLst/>
            <a:gdLst>
              <a:gd name="textAreaLeft" fmla="*/ 0 w 1896840"/>
              <a:gd name="textAreaRight" fmla="*/ 1903320 w 1896840"/>
              <a:gd name="textAreaTop" fmla="*/ 0 h 1898640"/>
              <a:gd name="textAreaBottom" fmla="*/ 1905120 h 18986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903680" cy="1898640"/>
            <a:chOff x="6915960" y="1239120"/>
            <a:chExt cx="1903680" cy="189864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4400" cy="1899360"/>
            <a:chOff x="9161280" y="3479760"/>
            <a:chExt cx="1904400" cy="189936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6840" cy="1898640"/>
            </a:xfrm>
            <a:custGeom>
              <a:avLst/>
              <a:gdLst>
                <a:gd name="textAreaLeft" fmla="*/ 0 w 1896840"/>
                <a:gd name="textAreaRight" fmla="*/ 1903320 w 1896840"/>
                <a:gd name="textAreaTop" fmla="*/ 0 h 1898640"/>
                <a:gd name="textAreaBottom" fmla="*/ 1905120 h 189864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6840" cy="1898640"/>
          </a:xfrm>
          <a:custGeom>
            <a:avLst/>
            <a:gdLst>
              <a:gd name="textAreaLeft" fmla="*/ 0 w 1896840"/>
              <a:gd name="textAreaRight" fmla="*/ 1903320 w 1896840"/>
              <a:gd name="textAreaTop" fmla="*/ 0 h 1898640"/>
              <a:gd name="textAreaBottom" fmla="*/ 1905120 h 18986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8280" cy="4421880"/>
          </a:xfrm>
          <a:custGeom>
            <a:avLst/>
            <a:gdLst>
              <a:gd name="textAreaLeft" fmla="*/ 0 w 4418280"/>
              <a:gd name="textAreaRight" fmla="*/ 4424760 w 4418280"/>
              <a:gd name="textAreaTop" fmla="*/ 0 h 4421880"/>
              <a:gd name="textAreaBottom" fmla="*/ 4428360 h 44218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7920" cy="442260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55CEEC2-966E-4AB0-B5ED-CA4BE862FFD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5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8120" cy="1515960"/>
          </a:xfrm>
          <a:custGeom>
            <a:avLst/>
            <a:gdLst>
              <a:gd name="textAreaLeft" fmla="*/ 0 w 6468120"/>
              <a:gd name="textAreaRight" fmla="*/ 6474600 w 6468120"/>
              <a:gd name="textAreaTop" fmla="*/ 0 h 1515960"/>
              <a:gd name="textAreaBottom" fmla="*/ 1522440 h 15159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33600" cy="2608560"/>
          </a:xfrm>
          <a:custGeom>
            <a:avLst/>
            <a:gdLst>
              <a:gd name="textAreaLeft" fmla="*/ 0 w 2433600"/>
              <a:gd name="textAreaRight" fmla="*/ 2440080 w 2433600"/>
              <a:gd name="textAreaTop" fmla="*/ 0 h 2608560"/>
              <a:gd name="textAreaBottom" fmla="*/ 2615040 h 26085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80280" cy="9802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826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901440" cy="194760"/>
            <a:chOff x="1717560" y="6498720"/>
            <a:chExt cx="901440" cy="19476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4360" cy="1839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5560" cy="18396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9480" cy="25344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45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7160" cy="4892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0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239DD70-FEF1-4817-8EF2-76271999711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Freeform 13"/>
          <p:cNvSpPr/>
          <p:nvPr/>
        </p:nvSpPr>
        <p:spPr>
          <a:xfrm rot="370200">
            <a:off x="-1922760" y="-906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0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1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2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4" name="Group 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31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7" name="Rectangle 1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39B0456-17AD-49C7-9767-D2C60F1073E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Freeform 58"/>
          <p:cNvSpPr/>
          <p:nvPr/>
        </p:nvSpPr>
        <p:spPr>
          <a:xfrm>
            <a:off x="-1972440" y="-131148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1" name="Freeform 11"/>
          <p:cNvSpPr/>
          <p:nvPr/>
        </p:nvSpPr>
        <p:spPr>
          <a:xfrm>
            <a:off x="23760" y="1996920"/>
            <a:ext cx="1630080" cy="1425600"/>
          </a:xfrm>
          <a:custGeom>
            <a:avLst/>
            <a:gdLst>
              <a:gd name="textAreaLeft" fmla="*/ 0 w 1630080"/>
              <a:gd name="textAreaRight" fmla="*/ 1636560 w 1630080"/>
              <a:gd name="textAreaTop" fmla="*/ 0 h 1425600"/>
              <a:gd name="textAreaBottom" fmla="*/ 1432080 h 142560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2" name="Freeform 12"/>
          <p:cNvSpPr/>
          <p:nvPr/>
        </p:nvSpPr>
        <p:spPr>
          <a:xfrm>
            <a:off x="2281320" y="3429000"/>
            <a:ext cx="1630080" cy="1425600"/>
          </a:xfrm>
          <a:custGeom>
            <a:avLst/>
            <a:gdLst>
              <a:gd name="textAreaLeft" fmla="*/ 0 w 1630080"/>
              <a:gd name="textAreaRight" fmla="*/ 1636560 w 1630080"/>
              <a:gd name="textAreaTop" fmla="*/ 0 h 1425600"/>
              <a:gd name="textAreaBottom" fmla="*/ 1432080 h 142560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3" name="Freeform 13"/>
          <p:cNvSpPr/>
          <p:nvPr/>
        </p:nvSpPr>
        <p:spPr>
          <a:xfrm>
            <a:off x="4541760" y="1996920"/>
            <a:ext cx="1630080" cy="1425600"/>
          </a:xfrm>
          <a:custGeom>
            <a:avLst/>
            <a:gdLst>
              <a:gd name="textAreaLeft" fmla="*/ 0 w 1630080"/>
              <a:gd name="textAreaRight" fmla="*/ 1636560 w 1630080"/>
              <a:gd name="textAreaTop" fmla="*/ 0 h 1425600"/>
              <a:gd name="textAreaBottom" fmla="*/ 1432080 h 142560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4"/>
          <p:cNvSpPr/>
          <p:nvPr/>
        </p:nvSpPr>
        <p:spPr>
          <a:xfrm>
            <a:off x="6799320" y="3429000"/>
            <a:ext cx="1630080" cy="1425600"/>
          </a:xfrm>
          <a:custGeom>
            <a:avLst/>
            <a:gdLst>
              <a:gd name="textAreaLeft" fmla="*/ 0 w 1630080"/>
              <a:gd name="textAreaRight" fmla="*/ 1636560 w 1630080"/>
              <a:gd name="textAreaTop" fmla="*/ 0 h 1425600"/>
              <a:gd name="textAreaBottom" fmla="*/ 1432080 h 142560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5"/>
          <p:cNvSpPr/>
          <p:nvPr/>
        </p:nvSpPr>
        <p:spPr>
          <a:xfrm>
            <a:off x="9056520" y="1996920"/>
            <a:ext cx="1630080" cy="1425600"/>
          </a:xfrm>
          <a:custGeom>
            <a:avLst/>
            <a:gdLst>
              <a:gd name="textAreaLeft" fmla="*/ 0 w 1630080"/>
              <a:gd name="textAreaRight" fmla="*/ 1636560 w 1630080"/>
              <a:gd name="textAreaTop" fmla="*/ 0 h 1425600"/>
              <a:gd name="textAreaBottom" fmla="*/ 1432080 h 142560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7" name="Group 11"/>
          <p:cNvGrpSpPr/>
          <p:nvPr/>
        </p:nvGrpSpPr>
        <p:grpSpPr>
          <a:xfrm>
            <a:off x="1544400" y="2684880"/>
            <a:ext cx="214920" cy="214920"/>
            <a:chOff x="1544400" y="2684880"/>
            <a:chExt cx="214920" cy="214920"/>
          </a:xfrm>
        </p:grpSpPr>
        <p:sp>
          <p:nvSpPr>
            <p:cNvPr id="328" name="Oval 12"/>
            <p:cNvSpPr/>
            <p:nvPr/>
          </p:nvSpPr>
          <p:spPr>
            <a:xfrm>
              <a:off x="1544400" y="2684880"/>
              <a:ext cx="214920" cy="214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29" name="Oval 28"/>
            <p:cNvSpPr/>
            <p:nvPr/>
          </p:nvSpPr>
          <p:spPr>
            <a:xfrm>
              <a:off x="1600200" y="2741040"/>
              <a:ext cx="100800" cy="99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0" name="Group 14"/>
          <p:cNvGrpSpPr/>
          <p:nvPr/>
        </p:nvGrpSpPr>
        <p:grpSpPr>
          <a:xfrm>
            <a:off x="3807720" y="3997800"/>
            <a:ext cx="214920" cy="214920"/>
            <a:chOff x="3807720" y="3997800"/>
            <a:chExt cx="214920" cy="214920"/>
          </a:xfrm>
        </p:grpSpPr>
        <p:sp>
          <p:nvSpPr>
            <p:cNvPr id="331" name="Oval 15"/>
            <p:cNvSpPr/>
            <p:nvPr/>
          </p:nvSpPr>
          <p:spPr>
            <a:xfrm>
              <a:off x="3807720" y="3997800"/>
              <a:ext cx="214920" cy="214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2" name="Oval 28"/>
            <p:cNvSpPr/>
            <p:nvPr/>
          </p:nvSpPr>
          <p:spPr>
            <a:xfrm>
              <a:off x="3863880" y="4053600"/>
              <a:ext cx="100800" cy="99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3" name="Group 17"/>
          <p:cNvGrpSpPr/>
          <p:nvPr/>
        </p:nvGrpSpPr>
        <p:grpSpPr>
          <a:xfrm>
            <a:off x="6057360" y="2685960"/>
            <a:ext cx="214920" cy="214920"/>
            <a:chOff x="6057360" y="2685960"/>
            <a:chExt cx="214920" cy="214920"/>
          </a:xfrm>
        </p:grpSpPr>
        <p:sp>
          <p:nvSpPr>
            <p:cNvPr id="334" name="Oval 18"/>
            <p:cNvSpPr/>
            <p:nvPr/>
          </p:nvSpPr>
          <p:spPr>
            <a:xfrm>
              <a:off x="6057360" y="2685960"/>
              <a:ext cx="214920" cy="214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5" name="Oval 28"/>
            <p:cNvSpPr/>
            <p:nvPr/>
          </p:nvSpPr>
          <p:spPr>
            <a:xfrm>
              <a:off x="6113520" y="2741760"/>
              <a:ext cx="100800" cy="99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6" name="Group 20"/>
          <p:cNvGrpSpPr/>
          <p:nvPr/>
        </p:nvGrpSpPr>
        <p:grpSpPr>
          <a:xfrm>
            <a:off x="8325360" y="3995280"/>
            <a:ext cx="214920" cy="214920"/>
            <a:chOff x="8325360" y="3995280"/>
            <a:chExt cx="214920" cy="214920"/>
          </a:xfrm>
        </p:grpSpPr>
        <p:sp>
          <p:nvSpPr>
            <p:cNvPr id="337" name="Oval 21"/>
            <p:cNvSpPr/>
            <p:nvPr/>
          </p:nvSpPr>
          <p:spPr>
            <a:xfrm>
              <a:off x="8325360" y="3995280"/>
              <a:ext cx="214920" cy="214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8" name="Oval 28"/>
            <p:cNvSpPr/>
            <p:nvPr/>
          </p:nvSpPr>
          <p:spPr>
            <a:xfrm>
              <a:off x="8381160" y="4051440"/>
              <a:ext cx="100800" cy="99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9" name="Group 23"/>
          <p:cNvGrpSpPr/>
          <p:nvPr/>
        </p:nvGrpSpPr>
        <p:grpSpPr>
          <a:xfrm>
            <a:off x="10582560" y="2683080"/>
            <a:ext cx="214920" cy="214920"/>
            <a:chOff x="10582560" y="2683080"/>
            <a:chExt cx="214920" cy="214920"/>
          </a:xfrm>
        </p:grpSpPr>
        <p:sp>
          <p:nvSpPr>
            <p:cNvPr id="340" name="Oval 24"/>
            <p:cNvSpPr/>
            <p:nvPr/>
          </p:nvSpPr>
          <p:spPr>
            <a:xfrm>
              <a:off x="10582560" y="2683080"/>
              <a:ext cx="214920" cy="2149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1" name="Oval 28"/>
            <p:cNvSpPr/>
            <p:nvPr/>
          </p:nvSpPr>
          <p:spPr>
            <a:xfrm>
              <a:off x="10638720" y="2739240"/>
              <a:ext cx="100800" cy="99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2" name="Group 27"/>
          <p:cNvGrpSpPr/>
          <p:nvPr/>
        </p:nvGrpSpPr>
        <p:grpSpPr>
          <a:xfrm>
            <a:off x="10225080" y="2946600"/>
            <a:ext cx="929880" cy="929880"/>
            <a:chOff x="10225080" y="2946600"/>
            <a:chExt cx="929880" cy="929880"/>
          </a:xfrm>
        </p:grpSpPr>
        <p:sp>
          <p:nvSpPr>
            <p:cNvPr id="343" name="Oval 29"/>
            <p:cNvSpPr/>
            <p:nvPr/>
          </p:nvSpPr>
          <p:spPr>
            <a:xfrm>
              <a:off x="1022508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4" name="Oval 30"/>
            <p:cNvSpPr/>
            <p:nvPr/>
          </p:nvSpPr>
          <p:spPr>
            <a:xfrm>
              <a:off x="1022508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5" name="Group 32"/>
          <p:cNvGrpSpPr/>
          <p:nvPr/>
        </p:nvGrpSpPr>
        <p:grpSpPr>
          <a:xfrm>
            <a:off x="1195560" y="2946600"/>
            <a:ext cx="929880" cy="929880"/>
            <a:chOff x="1195560" y="2946600"/>
            <a:chExt cx="929880" cy="929880"/>
          </a:xfrm>
        </p:grpSpPr>
        <p:sp>
          <p:nvSpPr>
            <p:cNvPr id="346" name="Oval 34"/>
            <p:cNvSpPr/>
            <p:nvPr/>
          </p:nvSpPr>
          <p:spPr>
            <a:xfrm>
              <a:off x="119556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7" name="Oval 35"/>
            <p:cNvSpPr/>
            <p:nvPr/>
          </p:nvSpPr>
          <p:spPr>
            <a:xfrm>
              <a:off x="119556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8" name="Group 37"/>
          <p:cNvGrpSpPr/>
          <p:nvPr/>
        </p:nvGrpSpPr>
        <p:grpSpPr>
          <a:xfrm>
            <a:off x="3443400" y="2946600"/>
            <a:ext cx="929880" cy="929880"/>
            <a:chOff x="3443400" y="2946600"/>
            <a:chExt cx="929880" cy="929880"/>
          </a:xfrm>
        </p:grpSpPr>
        <p:sp>
          <p:nvSpPr>
            <p:cNvPr id="349" name="Oval 39"/>
            <p:cNvSpPr/>
            <p:nvPr/>
          </p:nvSpPr>
          <p:spPr>
            <a:xfrm>
              <a:off x="344340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0" name="Oval 40"/>
            <p:cNvSpPr/>
            <p:nvPr/>
          </p:nvSpPr>
          <p:spPr>
            <a:xfrm>
              <a:off x="344340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1" name="Group 42"/>
          <p:cNvGrpSpPr/>
          <p:nvPr/>
        </p:nvGrpSpPr>
        <p:grpSpPr>
          <a:xfrm>
            <a:off x="5710320" y="2946600"/>
            <a:ext cx="929880" cy="929880"/>
            <a:chOff x="5710320" y="2946600"/>
            <a:chExt cx="929880" cy="929880"/>
          </a:xfrm>
        </p:grpSpPr>
        <p:sp>
          <p:nvSpPr>
            <p:cNvPr id="352" name="Oval 44"/>
            <p:cNvSpPr/>
            <p:nvPr/>
          </p:nvSpPr>
          <p:spPr>
            <a:xfrm>
              <a:off x="571032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3" name="Oval 45"/>
            <p:cNvSpPr/>
            <p:nvPr/>
          </p:nvSpPr>
          <p:spPr>
            <a:xfrm>
              <a:off x="571032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4" name="Group 47"/>
          <p:cNvGrpSpPr/>
          <p:nvPr/>
        </p:nvGrpSpPr>
        <p:grpSpPr>
          <a:xfrm>
            <a:off x="7970400" y="2946600"/>
            <a:ext cx="929880" cy="929880"/>
            <a:chOff x="7970400" y="2946600"/>
            <a:chExt cx="929880" cy="929880"/>
          </a:xfrm>
        </p:grpSpPr>
        <p:sp>
          <p:nvSpPr>
            <p:cNvPr id="355" name="Oval 49"/>
            <p:cNvSpPr/>
            <p:nvPr/>
          </p:nvSpPr>
          <p:spPr>
            <a:xfrm>
              <a:off x="797040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6" name="Oval 50"/>
            <p:cNvSpPr/>
            <p:nvPr/>
          </p:nvSpPr>
          <p:spPr>
            <a:xfrm>
              <a:off x="7970400" y="2946600"/>
              <a:ext cx="929880" cy="92988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7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8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9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1" name="Group 46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362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3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4" name="Rectangle 59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F9B5E5E-314D-4302-8D34-731FC909943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Freeform 59"/>
          <p:cNvSpPr/>
          <p:nvPr/>
        </p:nvSpPr>
        <p:spPr>
          <a:xfrm>
            <a:off x="-1935720" y="-101196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68" name="Group 6"/>
          <p:cNvGrpSpPr/>
          <p:nvPr/>
        </p:nvGrpSpPr>
        <p:grpSpPr>
          <a:xfrm>
            <a:off x="8416800" y="2606400"/>
            <a:ext cx="1322280" cy="1323720"/>
            <a:chOff x="8416800" y="2606400"/>
            <a:chExt cx="1322280" cy="1323720"/>
          </a:xfrm>
        </p:grpSpPr>
        <p:sp>
          <p:nvSpPr>
            <p:cNvPr id="369" name="Freeform 14"/>
            <p:cNvSpPr/>
            <p:nvPr/>
          </p:nvSpPr>
          <p:spPr>
            <a:xfrm>
              <a:off x="8416800" y="2606400"/>
              <a:ext cx="1322280" cy="1323720"/>
            </a:xfrm>
            <a:custGeom>
              <a:avLst/>
              <a:gdLst>
                <a:gd name="textAreaLeft" fmla="*/ 0 w 1322280"/>
                <a:gd name="textAreaRight" fmla="*/ 1328760 w 1322280"/>
                <a:gd name="textAreaTop" fmla="*/ 0 h 1323720"/>
                <a:gd name="textAreaBottom" fmla="*/ 1330200 h 13237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0" name="Freeform 14"/>
            <p:cNvSpPr/>
            <p:nvPr/>
          </p:nvSpPr>
          <p:spPr>
            <a:xfrm>
              <a:off x="8416800" y="2606400"/>
              <a:ext cx="1322280" cy="1323720"/>
            </a:xfrm>
            <a:custGeom>
              <a:avLst/>
              <a:gdLst>
                <a:gd name="textAreaLeft" fmla="*/ 0 w 1322280"/>
                <a:gd name="textAreaRight" fmla="*/ 1328760 w 1322280"/>
                <a:gd name="textAreaTop" fmla="*/ 0 h 1323720"/>
                <a:gd name="textAreaBottom" fmla="*/ 1330200 h 13237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1" name="Group 14"/>
          <p:cNvGrpSpPr/>
          <p:nvPr/>
        </p:nvGrpSpPr>
        <p:grpSpPr>
          <a:xfrm>
            <a:off x="6778800" y="986040"/>
            <a:ext cx="1334880" cy="1336320"/>
            <a:chOff x="6778800" y="986040"/>
            <a:chExt cx="1334880" cy="1336320"/>
          </a:xfrm>
        </p:grpSpPr>
        <p:sp>
          <p:nvSpPr>
            <p:cNvPr id="372" name="Freeform 6"/>
            <p:cNvSpPr/>
            <p:nvPr/>
          </p:nvSpPr>
          <p:spPr>
            <a:xfrm>
              <a:off x="6778800" y="9860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3" name="Freeform 6"/>
            <p:cNvSpPr/>
            <p:nvPr/>
          </p:nvSpPr>
          <p:spPr>
            <a:xfrm>
              <a:off x="6778800" y="9860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4" name="Group 19"/>
          <p:cNvGrpSpPr/>
          <p:nvPr/>
        </p:nvGrpSpPr>
        <p:grpSpPr>
          <a:xfrm>
            <a:off x="8404200" y="986040"/>
            <a:ext cx="1334880" cy="1336320"/>
            <a:chOff x="8404200" y="986040"/>
            <a:chExt cx="1334880" cy="1336320"/>
          </a:xfrm>
        </p:grpSpPr>
        <p:sp>
          <p:nvSpPr>
            <p:cNvPr id="375" name="Freeform 6"/>
            <p:cNvSpPr/>
            <p:nvPr/>
          </p:nvSpPr>
          <p:spPr>
            <a:xfrm>
              <a:off x="8404200" y="9860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6" name="Freeform 6"/>
            <p:cNvSpPr/>
            <p:nvPr/>
          </p:nvSpPr>
          <p:spPr>
            <a:xfrm>
              <a:off x="8404200" y="9860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7" name="Group 24"/>
          <p:cNvGrpSpPr/>
          <p:nvPr/>
        </p:nvGrpSpPr>
        <p:grpSpPr>
          <a:xfrm>
            <a:off x="10012320" y="986040"/>
            <a:ext cx="1334880" cy="1336320"/>
            <a:chOff x="10012320" y="986040"/>
            <a:chExt cx="1334880" cy="1336320"/>
          </a:xfrm>
        </p:grpSpPr>
        <p:sp>
          <p:nvSpPr>
            <p:cNvPr id="378" name="Freeform 6"/>
            <p:cNvSpPr/>
            <p:nvPr/>
          </p:nvSpPr>
          <p:spPr>
            <a:xfrm>
              <a:off x="10012320" y="9860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9" name="Freeform 6"/>
            <p:cNvSpPr/>
            <p:nvPr/>
          </p:nvSpPr>
          <p:spPr>
            <a:xfrm>
              <a:off x="10012320" y="9860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0" name="Group 29"/>
          <p:cNvGrpSpPr/>
          <p:nvPr/>
        </p:nvGrpSpPr>
        <p:grpSpPr>
          <a:xfrm>
            <a:off x="6778800" y="4192920"/>
            <a:ext cx="1334880" cy="1336320"/>
            <a:chOff x="6778800" y="4192920"/>
            <a:chExt cx="1334880" cy="1336320"/>
          </a:xfrm>
        </p:grpSpPr>
        <p:sp>
          <p:nvSpPr>
            <p:cNvPr id="381" name="Freeform 6"/>
            <p:cNvSpPr/>
            <p:nvPr/>
          </p:nvSpPr>
          <p:spPr>
            <a:xfrm>
              <a:off x="6778800" y="419292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2" name="Freeform 6"/>
            <p:cNvSpPr/>
            <p:nvPr/>
          </p:nvSpPr>
          <p:spPr>
            <a:xfrm>
              <a:off x="6778800" y="419292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3" name="Group 34"/>
          <p:cNvGrpSpPr/>
          <p:nvPr/>
        </p:nvGrpSpPr>
        <p:grpSpPr>
          <a:xfrm>
            <a:off x="8404200" y="4192920"/>
            <a:ext cx="1334880" cy="1336320"/>
            <a:chOff x="8404200" y="4192920"/>
            <a:chExt cx="1334880" cy="1336320"/>
          </a:xfrm>
        </p:grpSpPr>
        <p:sp>
          <p:nvSpPr>
            <p:cNvPr id="384" name="Freeform 6"/>
            <p:cNvSpPr/>
            <p:nvPr/>
          </p:nvSpPr>
          <p:spPr>
            <a:xfrm>
              <a:off x="8404200" y="419292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5" name="Freeform 6"/>
            <p:cNvSpPr/>
            <p:nvPr/>
          </p:nvSpPr>
          <p:spPr>
            <a:xfrm>
              <a:off x="8404200" y="419292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6" name="Group 40"/>
          <p:cNvGrpSpPr/>
          <p:nvPr/>
        </p:nvGrpSpPr>
        <p:grpSpPr>
          <a:xfrm>
            <a:off x="10012320" y="4192920"/>
            <a:ext cx="1334880" cy="1336320"/>
            <a:chOff x="10012320" y="4192920"/>
            <a:chExt cx="1334880" cy="1336320"/>
          </a:xfrm>
        </p:grpSpPr>
        <p:sp>
          <p:nvSpPr>
            <p:cNvPr id="387" name="Freeform 6"/>
            <p:cNvSpPr/>
            <p:nvPr/>
          </p:nvSpPr>
          <p:spPr>
            <a:xfrm>
              <a:off x="10012320" y="419292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8" name="Freeform 6"/>
            <p:cNvSpPr/>
            <p:nvPr/>
          </p:nvSpPr>
          <p:spPr>
            <a:xfrm>
              <a:off x="10012320" y="419292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9" name="Group 45"/>
          <p:cNvGrpSpPr/>
          <p:nvPr/>
        </p:nvGrpSpPr>
        <p:grpSpPr>
          <a:xfrm>
            <a:off x="6778800" y="2602440"/>
            <a:ext cx="1334880" cy="1336320"/>
            <a:chOff x="6778800" y="2602440"/>
            <a:chExt cx="1334880" cy="1336320"/>
          </a:xfrm>
        </p:grpSpPr>
        <p:sp>
          <p:nvSpPr>
            <p:cNvPr id="390" name="Freeform 6"/>
            <p:cNvSpPr/>
            <p:nvPr/>
          </p:nvSpPr>
          <p:spPr>
            <a:xfrm>
              <a:off x="6778800" y="26024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1" name="Freeform 6"/>
            <p:cNvSpPr/>
            <p:nvPr/>
          </p:nvSpPr>
          <p:spPr>
            <a:xfrm>
              <a:off x="6778800" y="26024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2" name="Group 50"/>
          <p:cNvGrpSpPr/>
          <p:nvPr/>
        </p:nvGrpSpPr>
        <p:grpSpPr>
          <a:xfrm>
            <a:off x="10012320" y="2602440"/>
            <a:ext cx="1334880" cy="1336320"/>
            <a:chOff x="10012320" y="2602440"/>
            <a:chExt cx="1334880" cy="1336320"/>
          </a:xfrm>
        </p:grpSpPr>
        <p:sp>
          <p:nvSpPr>
            <p:cNvPr id="393" name="Freeform 6"/>
            <p:cNvSpPr/>
            <p:nvPr/>
          </p:nvSpPr>
          <p:spPr>
            <a:xfrm>
              <a:off x="10012320" y="26024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4" name="Freeform 6"/>
            <p:cNvSpPr/>
            <p:nvPr/>
          </p:nvSpPr>
          <p:spPr>
            <a:xfrm>
              <a:off x="10012320" y="2602440"/>
              <a:ext cx="1334880" cy="1336320"/>
            </a:xfrm>
            <a:custGeom>
              <a:avLst/>
              <a:gdLst>
                <a:gd name="textAreaLeft" fmla="*/ 0 w 1334880"/>
                <a:gd name="textAreaRight" fmla="*/ 1341360 w 1334880"/>
                <a:gd name="textAreaTop" fmla="*/ 0 h 1336320"/>
                <a:gd name="textAreaBottom" fmla="*/ 1342800 h 13363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5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32560" cy="995400"/>
          </a:xfrm>
          <a:prstGeom prst="rect">
            <a:avLst/>
          </a:prstGeom>
          <a:ln w="0">
            <a:noFill/>
          </a:ln>
        </p:spPr>
      </p:pic>
      <p:sp>
        <p:nvSpPr>
          <p:cNvPr id="396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7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8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0" name="Group 4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401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2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3" name="Rectangle 60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63BA1E9-CC98-4CA9-9777-7A27613A484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Freeform 8"/>
          <p:cNvSpPr/>
          <p:nvPr/>
        </p:nvSpPr>
        <p:spPr>
          <a:xfrm rot="18117000">
            <a:off x="2336040" y="4885560"/>
            <a:ext cx="7441560" cy="2423520"/>
          </a:xfrm>
          <a:custGeom>
            <a:avLst/>
            <a:gdLst>
              <a:gd name="textAreaLeft" fmla="*/ 0 w 7441560"/>
              <a:gd name="textAreaRight" fmla="*/ 7448040 w 7441560"/>
              <a:gd name="textAreaTop" fmla="*/ 0 h 2423520"/>
              <a:gd name="textAreaBottom" fmla="*/ 2430000 h 242352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7" name="Freeform 9"/>
          <p:cNvSpPr/>
          <p:nvPr/>
        </p:nvSpPr>
        <p:spPr>
          <a:xfrm rot="3674400">
            <a:off x="2696040" y="927360"/>
            <a:ext cx="6388200" cy="2344320"/>
          </a:xfrm>
          <a:custGeom>
            <a:avLst/>
            <a:gdLst>
              <a:gd name="textAreaLeft" fmla="*/ 0 w 6388200"/>
              <a:gd name="textAreaRight" fmla="*/ 6394680 w 6388200"/>
              <a:gd name="textAreaTop" fmla="*/ 0 h 2344320"/>
              <a:gd name="textAreaBottom" fmla="*/ 2350800 h 234432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08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303320" cy="7339680"/>
          </a:xfrm>
          <a:prstGeom prst="rect">
            <a:avLst/>
          </a:prstGeom>
          <a:ln w="0">
            <a:noFill/>
          </a:ln>
        </p:spPr>
      </p:pic>
      <p:sp>
        <p:nvSpPr>
          <p:cNvPr id="409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0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1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Rectangle 10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00A28DD-FC4E-4C6F-8E36-436E93B916E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Freeform 66"/>
          <p:cNvSpPr/>
          <p:nvPr/>
        </p:nvSpPr>
        <p:spPr>
          <a:xfrm rot="370200">
            <a:off x="-2564280" y="-120708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7" name="Freeform 5"/>
          <p:cNvSpPr/>
          <p:nvPr/>
        </p:nvSpPr>
        <p:spPr>
          <a:xfrm>
            <a:off x="2153880" y="3953880"/>
            <a:ext cx="8053200" cy="1209600"/>
          </a:xfrm>
          <a:custGeom>
            <a:avLst/>
            <a:gdLst>
              <a:gd name="textAreaLeft" fmla="*/ 0 w 8053200"/>
              <a:gd name="textAreaRight" fmla="*/ 8059680 w 8053200"/>
              <a:gd name="textAreaTop" fmla="*/ 0 h 1209600"/>
              <a:gd name="textAreaBottom" fmla="*/ 1216080 h 120960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18" name="Freeform 6"/>
          <p:cNvSpPr/>
          <p:nvPr/>
        </p:nvSpPr>
        <p:spPr>
          <a:xfrm>
            <a:off x="1933200" y="2153520"/>
            <a:ext cx="8273880" cy="1793880"/>
          </a:xfrm>
          <a:custGeom>
            <a:avLst/>
            <a:gdLst>
              <a:gd name="textAreaLeft" fmla="*/ 0 w 8273880"/>
              <a:gd name="textAreaRight" fmla="*/ 8280360 w 8273880"/>
              <a:gd name="textAreaTop" fmla="*/ 0 h 1793880"/>
              <a:gd name="textAreaBottom" fmla="*/ 1800360 h 179388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19" name="Freeform 7"/>
          <p:cNvSpPr/>
          <p:nvPr/>
        </p:nvSpPr>
        <p:spPr>
          <a:xfrm>
            <a:off x="1933200" y="617040"/>
            <a:ext cx="8224560" cy="1530360"/>
          </a:xfrm>
          <a:custGeom>
            <a:avLst/>
            <a:gdLst>
              <a:gd name="textAreaLeft" fmla="*/ 0 w 8224560"/>
              <a:gd name="textAreaRight" fmla="*/ 8231040 w 8224560"/>
              <a:gd name="textAreaTop" fmla="*/ 0 h 1530360"/>
              <a:gd name="textAreaBottom" fmla="*/ 1536840 h 153036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0" name="Group 10"/>
          <p:cNvGrpSpPr/>
          <p:nvPr/>
        </p:nvGrpSpPr>
        <p:grpSpPr>
          <a:xfrm>
            <a:off x="3841200" y="4700880"/>
            <a:ext cx="299160" cy="299160"/>
            <a:chOff x="3841200" y="4700880"/>
            <a:chExt cx="299160" cy="299160"/>
          </a:xfrm>
        </p:grpSpPr>
        <p:sp>
          <p:nvSpPr>
            <p:cNvPr id="421" name="Oval 11"/>
            <p:cNvSpPr/>
            <p:nvPr/>
          </p:nvSpPr>
          <p:spPr>
            <a:xfrm>
              <a:off x="3841200" y="470088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2" name="Oval 28"/>
            <p:cNvSpPr/>
            <p:nvPr/>
          </p:nvSpPr>
          <p:spPr>
            <a:xfrm>
              <a:off x="3918600" y="477792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3" name="Group 13"/>
          <p:cNvGrpSpPr/>
          <p:nvPr/>
        </p:nvGrpSpPr>
        <p:grpSpPr>
          <a:xfrm>
            <a:off x="5922360" y="4700880"/>
            <a:ext cx="299160" cy="299160"/>
            <a:chOff x="5922360" y="4700880"/>
            <a:chExt cx="299160" cy="299160"/>
          </a:xfrm>
        </p:grpSpPr>
        <p:sp>
          <p:nvSpPr>
            <p:cNvPr id="424" name="Oval 14"/>
            <p:cNvSpPr/>
            <p:nvPr/>
          </p:nvSpPr>
          <p:spPr>
            <a:xfrm>
              <a:off x="5922360" y="470088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5" name="Oval 28"/>
            <p:cNvSpPr/>
            <p:nvPr/>
          </p:nvSpPr>
          <p:spPr>
            <a:xfrm>
              <a:off x="5999400" y="477792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6" name="Group 16"/>
          <p:cNvGrpSpPr/>
          <p:nvPr/>
        </p:nvGrpSpPr>
        <p:grpSpPr>
          <a:xfrm>
            <a:off x="7984080" y="4700880"/>
            <a:ext cx="299160" cy="299160"/>
            <a:chOff x="7984080" y="4700880"/>
            <a:chExt cx="299160" cy="299160"/>
          </a:xfrm>
        </p:grpSpPr>
        <p:sp>
          <p:nvSpPr>
            <p:cNvPr id="427" name="Oval 17"/>
            <p:cNvSpPr/>
            <p:nvPr/>
          </p:nvSpPr>
          <p:spPr>
            <a:xfrm>
              <a:off x="7984080" y="470088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8" name="Oval 28"/>
            <p:cNvSpPr/>
            <p:nvPr/>
          </p:nvSpPr>
          <p:spPr>
            <a:xfrm>
              <a:off x="8061120" y="477792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9" name="Group 19"/>
          <p:cNvGrpSpPr/>
          <p:nvPr/>
        </p:nvGrpSpPr>
        <p:grpSpPr>
          <a:xfrm>
            <a:off x="10055520" y="3793320"/>
            <a:ext cx="299160" cy="299160"/>
            <a:chOff x="10055520" y="3793320"/>
            <a:chExt cx="299160" cy="299160"/>
          </a:xfrm>
        </p:grpSpPr>
        <p:sp>
          <p:nvSpPr>
            <p:cNvPr id="430" name="Oval 20"/>
            <p:cNvSpPr/>
            <p:nvPr/>
          </p:nvSpPr>
          <p:spPr>
            <a:xfrm>
              <a:off x="10055520" y="379332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1" name="Oval 28"/>
            <p:cNvSpPr/>
            <p:nvPr/>
          </p:nvSpPr>
          <p:spPr>
            <a:xfrm>
              <a:off x="10132920" y="387036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2" name="Group 22"/>
          <p:cNvGrpSpPr/>
          <p:nvPr/>
        </p:nvGrpSpPr>
        <p:grpSpPr>
          <a:xfrm>
            <a:off x="3847680" y="2889360"/>
            <a:ext cx="299160" cy="299160"/>
            <a:chOff x="3847680" y="2889360"/>
            <a:chExt cx="299160" cy="299160"/>
          </a:xfrm>
        </p:grpSpPr>
        <p:sp>
          <p:nvSpPr>
            <p:cNvPr id="433" name="Oval 23"/>
            <p:cNvSpPr/>
            <p:nvPr/>
          </p:nvSpPr>
          <p:spPr>
            <a:xfrm>
              <a:off x="3847680" y="288936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4" name="Oval 28"/>
            <p:cNvSpPr/>
            <p:nvPr/>
          </p:nvSpPr>
          <p:spPr>
            <a:xfrm>
              <a:off x="3925080" y="296640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5" name="Group 25"/>
          <p:cNvGrpSpPr/>
          <p:nvPr/>
        </p:nvGrpSpPr>
        <p:grpSpPr>
          <a:xfrm>
            <a:off x="5912640" y="2895480"/>
            <a:ext cx="299160" cy="299160"/>
            <a:chOff x="5912640" y="2895480"/>
            <a:chExt cx="299160" cy="299160"/>
          </a:xfrm>
        </p:grpSpPr>
        <p:sp>
          <p:nvSpPr>
            <p:cNvPr id="436" name="Oval 26"/>
            <p:cNvSpPr/>
            <p:nvPr/>
          </p:nvSpPr>
          <p:spPr>
            <a:xfrm>
              <a:off x="5912640" y="289548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7" name="Oval 28"/>
            <p:cNvSpPr/>
            <p:nvPr/>
          </p:nvSpPr>
          <p:spPr>
            <a:xfrm>
              <a:off x="5990040" y="297288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8" name="Group 28"/>
          <p:cNvGrpSpPr/>
          <p:nvPr/>
        </p:nvGrpSpPr>
        <p:grpSpPr>
          <a:xfrm>
            <a:off x="7974360" y="2895480"/>
            <a:ext cx="299160" cy="299160"/>
            <a:chOff x="7974360" y="2895480"/>
            <a:chExt cx="299160" cy="299160"/>
          </a:xfrm>
        </p:grpSpPr>
        <p:sp>
          <p:nvSpPr>
            <p:cNvPr id="439" name="Oval 29"/>
            <p:cNvSpPr/>
            <p:nvPr/>
          </p:nvSpPr>
          <p:spPr>
            <a:xfrm>
              <a:off x="7974360" y="289548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0" name="Oval 28"/>
            <p:cNvSpPr/>
            <p:nvPr/>
          </p:nvSpPr>
          <p:spPr>
            <a:xfrm>
              <a:off x="8051760" y="297288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1" name="Group 31"/>
          <p:cNvGrpSpPr/>
          <p:nvPr/>
        </p:nvGrpSpPr>
        <p:grpSpPr>
          <a:xfrm>
            <a:off x="3847680" y="1094760"/>
            <a:ext cx="299160" cy="299160"/>
            <a:chOff x="3847680" y="1094760"/>
            <a:chExt cx="299160" cy="299160"/>
          </a:xfrm>
        </p:grpSpPr>
        <p:sp>
          <p:nvSpPr>
            <p:cNvPr id="442" name="Oval 32"/>
            <p:cNvSpPr/>
            <p:nvPr/>
          </p:nvSpPr>
          <p:spPr>
            <a:xfrm>
              <a:off x="3847680" y="109476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3" name="Oval 28"/>
            <p:cNvSpPr/>
            <p:nvPr/>
          </p:nvSpPr>
          <p:spPr>
            <a:xfrm>
              <a:off x="3925080" y="117216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4" name="Group 34"/>
          <p:cNvGrpSpPr/>
          <p:nvPr/>
        </p:nvGrpSpPr>
        <p:grpSpPr>
          <a:xfrm>
            <a:off x="5912640" y="1101240"/>
            <a:ext cx="299160" cy="299160"/>
            <a:chOff x="5912640" y="1101240"/>
            <a:chExt cx="299160" cy="299160"/>
          </a:xfrm>
        </p:grpSpPr>
        <p:sp>
          <p:nvSpPr>
            <p:cNvPr id="445" name="Oval 35"/>
            <p:cNvSpPr/>
            <p:nvPr/>
          </p:nvSpPr>
          <p:spPr>
            <a:xfrm>
              <a:off x="5912640" y="110124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6" name="Oval 28"/>
            <p:cNvSpPr/>
            <p:nvPr/>
          </p:nvSpPr>
          <p:spPr>
            <a:xfrm>
              <a:off x="5990040" y="117828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7" name="Group 37"/>
          <p:cNvGrpSpPr/>
          <p:nvPr/>
        </p:nvGrpSpPr>
        <p:grpSpPr>
          <a:xfrm>
            <a:off x="7974360" y="1101240"/>
            <a:ext cx="299160" cy="299160"/>
            <a:chOff x="7974360" y="1101240"/>
            <a:chExt cx="299160" cy="299160"/>
          </a:xfrm>
        </p:grpSpPr>
        <p:sp>
          <p:nvSpPr>
            <p:cNvPr id="448" name="Oval 38"/>
            <p:cNvSpPr/>
            <p:nvPr/>
          </p:nvSpPr>
          <p:spPr>
            <a:xfrm>
              <a:off x="7974360" y="110124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9" name="Oval 28"/>
            <p:cNvSpPr/>
            <p:nvPr/>
          </p:nvSpPr>
          <p:spPr>
            <a:xfrm>
              <a:off x="8051760" y="117828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0" name="Group 40"/>
          <p:cNvGrpSpPr/>
          <p:nvPr/>
        </p:nvGrpSpPr>
        <p:grpSpPr>
          <a:xfrm>
            <a:off x="1781280" y="1999080"/>
            <a:ext cx="299160" cy="299160"/>
            <a:chOff x="1781280" y="1999080"/>
            <a:chExt cx="299160" cy="299160"/>
          </a:xfrm>
        </p:grpSpPr>
        <p:sp>
          <p:nvSpPr>
            <p:cNvPr id="451" name="Oval 41"/>
            <p:cNvSpPr/>
            <p:nvPr/>
          </p:nvSpPr>
          <p:spPr>
            <a:xfrm>
              <a:off x="1781280" y="1999080"/>
              <a:ext cx="299160" cy="299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2" name="Oval 28"/>
            <p:cNvSpPr/>
            <p:nvPr/>
          </p:nvSpPr>
          <p:spPr>
            <a:xfrm>
              <a:off x="1858320" y="2076120"/>
              <a:ext cx="141480" cy="1396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3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4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5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7" name="Group 62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458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9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0" name="Rectangle 67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52B0400-586F-4534-B9E7-99F2630CEA6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Freeform 25"/>
          <p:cNvSpPr/>
          <p:nvPr/>
        </p:nvSpPr>
        <p:spPr>
          <a:xfrm>
            <a:off x="-1935720" y="-101196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4" name="Group 9"/>
          <p:cNvGrpSpPr/>
          <p:nvPr/>
        </p:nvGrpSpPr>
        <p:grpSpPr>
          <a:xfrm>
            <a:off x="278280" y="1993320"/>
            <a:ext cx="2702160" cy="2704680"/>
            <a:chOff x="278280" y="1993320"/>
            <a:chExt cx="2702160" cy="2704680"/>
          </a:xfrm>
        </p:grpSpPr>
        <p:sp>
          <p:nvSpPr>
            <p:cNvPr id="465" name="Freeform 6"/>
            <p:cNvSpPr/>
            <p:nvPr/>
          </p:nvSpPr>
          <p:spPr>
            <a:xfrm>
              <a:off x="27828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6" name="Freeform 6"/>
            <p:cNvSpPr/>
            <p:nvPr/>
          </p:nvSpPr>
          <p:spPr>
            <a:xfrm>
              <a:off x="27828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7" name="Group 12"/>
          <p:cNvGrpSpPr/>
          <p:nvPr/>
        </p:nvGrpSpPr>
        <p:grpSpPr>
          <a:xfrm>
            <a:off x="3215520" y="1993320"/>
            <a:ext cx="2702160" cy="2704680"/>
            <a:chOff x="3215520" y="1993320"/>
            <a:chExt cx="2702160" cy="2704680"/>
          </a:xfrm>
        </p:grpSpPr>
        <p:sp>
          <p:nvSpPr>
            <p:cNvPr id="468" name="Freeform 6"/>
            <p:cNvSpPr/>
            <p:nvPr/>
          </p:nvSpPr>
          <p:spPr>
            <a:xfrm>
              <a:off x="321552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9" name="Freeform 6"/>
            <p:cNvSpPr/>
            <p:nvPr/>
          </p:nvSpPr>
          <p:spPr>
            <a:xfrm>
              <a:off x="321552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0" name="Group 15"/>
          <p:cNvGrpSpPr/>
          <p:nvPr/>
        </p:nvGrpSpPr>
        <p:grpSpPr>
          <a:xfrm>
            <a:off x="6266880" y="1993320"/>
            <a:ext cx="2702160" cy="2704680"/>
            <a:chOff x="6266880" y="1993320"/>
            <a:chExt cx="2702160" cy="2704680"/>
          </a:xfrm>
        </p:grpSpPr>
        <p:sp>
          <p:nvSpPr>
            <p:cNvPr id="471" name="Freeform 6"/>
            <p:cNvSpPr/>
            <p:nvPr/>
          </p:nvSpPr>
          <p:spPr>
            <a:xfrm>
              <a:off x="626688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2" name="Freeform 6"/>
            <p:cNvSpPr/>
            <p:nvPr/>
          </p:nvSpPr>
          <p:spPr>
            <a:xfrm>
              <a:off x="626688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3" name="Group 18"/>
          <p:cNvGrpSpPr/>
          <p:nvPr/>
        </p:nvGrpSpPr>
        <p:grpSpPr>
          <a:xfrm>
            <a:off x="9318240" y="1993320"/>
            <a:ext cx="2702160" cy="2704680"/>
            <a:chOff x="9318240" y="1993320"/>
            <a:chExt cx="2702160" cy="2704680"/>
          </a:xfrm>
        </p:grpSpPr>
        <p:sp>
          <p:nvSpPr>
            <p:cNvPr id="474" name="Freeform 6"/>
            <p:cNvSpPr/>
            <p:nvPr/>
          </p:nvSpPr>
          <p:spPr>
            <a:xfrm>
              <a:off x="931824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5" name="Freeform 6"/>
            <p:cNvSpPr/>
            <p:nvPr/>
          </p:nvSpPr>
          <p:spPr>
            <a:xfrm>
              <a:off x="9318240" y="1993320"/>
              <a:ext cx="2702160" cy="2704680"/>
            </a:xfrm>
            <a:custGeom>
              <a:avLst/>
              <a:gdLst>
                <a:gd name="textAreaLeft" fmla="*/ 0 w 2702160"/>
                <a:gd name="textAreaRight" fmla="*/ 2708640 w 2702160"/>
                <a:gd name="textAreaTop" fmla="*/ 0 h 2704680"/>
                <a:gd name="textAreaBottom" fmla="*/ 2711160 h 2704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6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7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8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0" name="Group 21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481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2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3" name="Rectangle 26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0F4DF41-C92A-4735-BF66-EBA9DD4A890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Freeform 44"/>
          <p:cNvSpPr/>
          <p:nvPr/>
        </p:nvSpPr>
        <p:spPr>
          <a:xfrm rot="370200">
            <a:off x="-2179800" y="-152496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7" name="Group 41"/>
          <p:cNvGrpSpPr/>
          <p:nvPr/>
        </p:nvGrpSpPr>
        <p:grpSpPr>
          <a:xfrm>
            <a:off x="228600" y="1959840"/>
            <a:ext cx="11728440" cy="3594960"/>
            <a:chOff x="228600" y="1959840"/>
            <a:chExt cx="11728440" cy="3594960"/>
          </a:xfrm>
        </p:grpSpPr>
        <p:grpSp>
          <p:nvGrpSpPr>
            <p:cNvPr id="488" name="Group 5"/>
            <p:cNvGrpSpPr/>
            <p:nvPr/>
          </p:nvGrpSpPr>
          <p:grpSpPr>
            <a:xfrm>
              <a:off x="228600" y="1959840"/>
              <a:ext cx="2282400" cy="3594960"/>
              <a:chOff x="228600" y="1959840"/>
              <a:chExt cx="2282400" cy="3594960"/>
            </a:xfrm>
          </p:grpSpPr>
          <p:grpSp>
            <p:nvGrpSpPr>
              <p:cNvPr id="489" name="Group 6"/>
              <p:cNvGrpSpPr/>
              <p:nvPr/>
            </p:nvGrpSpPr>
            <p:grpSpPr>
              <a:xfrm>
                <a:off x="228600" y="1959840"/>
                <a:ext cx="2282400" cy="3594960"/>
                <a:chOff x="228600" y="1959840"/>
                <a:chExt cx="2282400" cy="3594960"/>
              </a:xfrm>
            </p:grpSpPr>
            <p:sp>
              <p:nvSpPr>
                <p:cNvPr id="490" name="Freeform 9"/>
                <p:cNvSpPr/>
                <p:nvPr/>
              </p:nvSpPr>
              <p:spPr>
                <a:xfrm>
                  <a:off x="228600" y="1959840"/>
                  <a:ext cx="2282400" cy="3594960"/>
                </a:xfrm>
                <a:custGeom>
                  <a:avLst/>
                  <a:gdLst>
                    <a:gd name="textAreaLeft" fmla="*/ 0 w 2282400"/>
                    <a:gd name="textAreaRight" fmla="*/ 2288880 w 228240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1" name="Freeform 9"/>
                <p:cNvSpPr/>
                <p:nvPr/>
              </p:nvSpPr>
              <p:spPr>
                <a:xfrm>
                  <a:off x="228600" y="1959840"/>
                  <a:ext cx="2282400" cy="3594960"/>
                </a:xfrm>
                <a:custGeom>
                  <a:avLst/>
                  <a:gdLst>
                    <a:gd name="textAreaLeft" fmla="*/ 0 w 2282400"/>
                    <a:gd name="textAreaRight" fmla="*/ 2288880 w 228240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2" name="Oval 7"/>
              <p:cNvSpPr/>
              <p:nvPr/>
            </p:nvSpPr>
            <p:spPr>
              <a:xfrm>
                <a:off x="658800" y="2261160"/>
                <a:ext cx="1436760" cy="14367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3" name="Group 10"/>
            <p:cNvGrpSpPr/>
            <p:nvPr/>
          </p:nvGrpSpPr>
          <p:grpSpPr>
            <a:xfrm>
              <a:off x="3373200" y="1959840"/>
              <a:ext cx="2286360" cy="3594960"/>
              <a:chOff x="3373200" y="1959840"/>
              <a:chExt cx="2286360" cy="3594960"/>
            </a:xfrm>
          </p:grpSpPr>
          <p:grpSp>
            <p:nvGrpSpPr>
              <p:cNvPr id="494" name="Group 11"/>
              <p:cNvGrpSpPr/>
              <p:nvPr/>
            </p:nvGrpSpPr>
            <p:grpSpPr>
              <a:xfrm>
                <a:off x="3373200" y="1959840"/>
                <a:ext cx="2286360" cy="3594960"/>
                <a:chOff x="3373200" y="1959840"/>
                <a:chExt cx="2286360" cy="3594960"/>
              </a:xfrm>
            </p:grpSpPr>
            <p:sp>
              <p:nvSpPr>
                <p:cNvPr id="495" name="Freeform 13"/>
                <p:cNvSpPr/>
                <p:nvPr/>
              </p:nvSpPr>
              <p:spPr>
                <a:xfrm>
                  <a:off x="3373200" y="1959840"/>
                  <a:ext cx="2286360" cy="3594960"/>
                </a:xfrm>
                <a:custGeom>
                  <a:avLst/>
                  <a:gdLst>
                    <a:gd name="textAreaLeft" fmla="*/ 0 w 2286360"/>
                    <a:gd name="textAreaRight" fmla="*/ 2292840 w 228636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6" name="Freeform 13"/>
                <p:cNvSpPr/>
                <p:nvPr/>
              </p:nvSpPr>
              <p:spPr>
                <a:xfrm>
                  <a:off x="3373200" y="1959840"/>
                  <a:ext cx="2286360" cy="3594960"/>
                </a:xfrm>
                <a:custGeom>
                  <a:avLst/>
                  <a:gdLst>
                    <a:gd name="textAreaLeft" fmla="*/ 0 w 2286360"/>
                    <a:gd name="textAreaRight" fmla="*/ 2292840 w 228636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7" name="Oval 12"/>
              <p:cNvSpPr/>
              <p:nvPr/>
            </p:nvSpPr>
            <p:spPr>
              <a:xfrm>
                <a:off x="3801240" y="2261160"/>
                <a:ext cx="1436760" cy="14367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8" name="Group 15"/>
            <p:cNvGrpSpPr/>
            <p:nvPr/>
          </p:nvGrpSpPr>
          <p:grpSpPr>
            <a:xfrm>
              <a:off x="6523920" y="1959840"/>
              <a:ext cx="2284560" cy="3594960"/>
              <a:chOff x="6523920" y="1959840"/>
              <a:chExt cx="2284560" cy="3594960"/>
            </a:xfrm>
          </p:grpSpPr>
          <p:grpSp>
            <p:nvGrpSpPr>
              <p:cNvPr id="499" name="Group 16"/>
              <p:cNvGrpSpPr/>
              <p:nvPr/>
            </p:nvGrpSpPr>
            <p:grpSpPr>
              <a:xfrm>
                <a:off x="6523920" y="1959840"/>
                <a:ext cx="2284560" cy="3594960"/>
                <a:chOff x="6523920" y="1959840"/>
                <a:chExt cx="2284560" cy="3594960"/>
              </a:xfrm>
            </p:grpSpPr>
            <p:sp>
              <p:nvSpPr>
                <p:cNvPr id="500" name="Freeform 17"/>
                <p:cNvSpPr/>
                <p:nvPr/>
              </p:nvSpPr>
              <p:spPr>
                <a:xfrm>
                  <a:off x="6523920" y="1959840"/>
                  <a:ext cx="2284560" cy="3594960"/>
                </a:xfrm>
                <a:custGeom>
                  <a:avLst/>
                  <a:gdLst>
                    <a:gd name="textAreaLeft" fmla="*/ 0 w 2284560"/>
                    <a:gd name="textAreaRight" fmla="*/ 2291040 w 228456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1" name="Freeform 17"/>
                <p:cNvSpPr/>
                <p:nvPr/>
              </p:nvSpPr>
              <p:spPr>
                <a:xfrm>
                  <a:off x="6523920" y="1959840"/>
                  <a:ext cx="2284560" cy="3594960"/>
                </a:xfrm>
                <a:custGeom>
                  <a:avLst/>
                  <a:gdLst>
                    <a:gd name="textAreaLeft" fmla="*/ 0 w 2284560"/>
                    <a:gd name="textAreaRight" fmla="*/ 2291040 w 228456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2" name="Oval 17"/>
              <p:cNvSpPr/>
              <p:nvPr/>
            </p:nvSpPr>
            <p:spPr>
              <a:xfrm>
                <a:off x="6953040" y="2261160"/>
                <a:ext cx="1436760" cy="14367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3" name="Group 20"/>
            <p:cNvGrpSpPr/>
            <p:nvPr/>
          </p:nvGrpSpPr>
          <p:grpSpPr>
            <a:xfrm>
              <a:off x="9672480" y="1959840"/>
              <a:ext cx="2284560" cy="3594960"/>
              <a:chOff x="9672480" y="1959840"/>
              <a:chExt cx="2284560" cy="3594960"/>
            </a:xfrm>
          </p:grpSpPr>
          <p:grpSp>
            <p:nvGrpSpPr>
              <p:cNvPr id="504" name="Group 21"/>
              <p:cNvGrpSpPr/>
              <p:nvPr/>
            </p:nvGrpSpPr>
            <p:grpSpPr>
              <a:xfrm>
                <a:off x="9672480" y="1959840"/>
                <a:ext cx="2284560" cy="3594960"/>
                <a:chOff x="9672480" y="1959840"/>
                <a:chExt cx="2284560" cy="3594960"/>
              </a:xfrm>
            </p:grpSpPr>
            <p:sp>
              <p:nvSpPr>
                <p:cNvPr id="505" name="Freeform 20"/>
                <p:cNvSpPr/>
                <p:nvPr/>
              </p:nvSpPr>
              <p:spPr>
                <a:xfrm>
                  <a:off x="9672480" y="1959840"/>
                  <a:ext cx="2284560" cy="3594960"/>
                </a:xfrm>
                <a:custGeom>
                  <a:avLst/>
                  <a:gdLst>
                    <a:gd name="textAreaLeft" fmla="*/ 0 w 2284560"/>
                    <a:gd name="textAreaRight" fmla="*/ 2291040 w 228456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6" name="Freeform 20"/>
                <p:cNvSpPr/>
                <p:nvPr/>
              </p:nvSpPr>
              <p:spPr>
                <a:xfrm>
                  <a:off x="9672480" y="1959840"/>
                  <a:ext cx="2284560" cy="3594960"/>
                </a:xfrm>
                <a:custGeom>
                  <a:avLst/>
                  <a:gdLst>
                    <a:gd name="textAreaLeft" fmla="*/ 0 w 2284560"/>
                    <a:gd name="textAreaRight" fmla="*/ 2291040 w 2284560"/>
                    <a:gd name="textAreaTop" fmla="*/ 0 h 3594960"/>
                    <a:gd name="textAreaBottom" fmla="*/ 3601440 h 359496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7" name="Oval 22"/>
              <p:cNvSpPr/>
              <p:nvPr/>
            </p:nvSpPr>
            <p:spPr>
              <a:xfrm>
                <a:off x="10102680" y="2261160"/>
                <a:ext cx="1436760" cy="143676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08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9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0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2" name="Group 34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513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4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5" name="Rectangle 43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342B6ED-3BC0-4B95-9737-6994EDE3884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Freeform 30"/>
          <p:cNvSpPr/>
          <p:nvPr/>
        </p:nvSpPr>
        <p:spPr>
          <a:xfrm>
            <a:off x="-1935720" y="-101196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19" name="Group 5"/>
          <p:cNvGrpSpPr/>
          <p:nvPr/>
        </p:nvGrpSpPr>
        <p:grpSpPr>
          <a:xfrm>
            <a:off x="811800" y="1545120"/>
            <a:ext cx="2891880" cy="4028400"/>
            <a:chOff x="811800" y="1545120"/>
            <a:chExt cx="2891880" cy="4028400"/>
          </a:xfrm>
        </p:grpSpPr>
        <p:sp>
          <p:nvSpPr>
            <p:cNvPr id="520" name="Freeform 6"/>
            <p:cNvSpPr/>
            <p:nvPr/>
          </p:nvSpPr>
          <p:spPr>
            <a:xfrm>
              <a:off x="811800" y="1545120"/>
              <a:ext cx="2891880" cy="4028400"/>
            </a:xfrm>
            <a:custGeom>
              <a:avLst/>
              <a:gdLst>
                <a:gd name="textAreaLeft" fmla="*/ 0 w 2891880"/>
                <a:gd name="textAreaRight" fmla="*/ 2898360 w 2891880"/>
                <a:gd name="textAreaTop" fmla="*/ 0 h 4028400"/>
                <a:gd name="textAreaBottom" fmla="*/ 4034880 h 40284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1" name="Freeform 30"/>
            <p:cNvSpPr/>
            <p:nvPr/>
          </p:nvSpPr>
          <p:spPr>
            <a:xfrm>
              <a:off x="811800" y="1545120"/>
              <a:ext cx="2891880" cy="4028400"/>
            </a:xfrm>
            <a:custGeom>
              <a:avLst/>
              <a:gdLst>
                <a:gd name="textAreaLeft" fmla="*/ 0 w 2891880"/>
                <a:gd name="textAreaRight" fmla="*/ 2898360 w 2891880"/>
                <a:gd name="textAreaTop" fmla="*/ 0 h 4028400"/>
                <a:gd name="textAreaBottom" fmla="*/ 4034880 h 40284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2" name="Text Placeholder 2"/>
          <p:cNvSpPr/>
          <p:nvPr/>
        </p:nvSpPr>
        <p:spPr>
          <a:xfrm>
            <a:off x="825120" y="1545120"/>
            <a:ext cx="2891880" cy="402840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4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5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7" name="Group 20"/>
          <p:cNvGrpSpPr/>
          <p:nvPr/>
        </p:nvGrpSpPr>
        <p:grpSpPr>
          <a:xfrm>
            <a:off x="4573440" y="1545120"/>
            <a:ext cx="2891880" cy="4028400"/>
            <a:chOff x="4573440" y="1545120"/>
            <a:chExt cx="2891880" cy="4028400"/>
          </a:xfrm>
        </p:grpSpPr>
        <p:sp>
          <p:nvSpPr>
            <p:cNvPr id="528" name="Freeform 21"/>
            <p:cNvSpPr/>
            <p:nvPr/>
          </p:nvSpPr>
          <p:spPr>
            <a:xfrm>
              <a:off x="4573440" y="1545120"/>
              <a:ext cx="2891880" cy="4028400"/>
            </a:xfrm>
            <a:custGeom>
              <a:avLst/>
              <a:gdLst>
                <a:gd name="textAreaLeft" fmla="*/ 0 w 2891880"/>
                <a:gd name="textAreaRight" fmla="*/ 2898360 w 2891880"/>
                <a:gd name="textAreaTop" fmla="*/ 0 h 4028400"/>
                <a:gd name="textAreaBottom" fmla="*/ 4034880 h 40284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9" name="Freeform 30"/>
            <p:cNvSpPr/>
            <p:nvPr/>
          </p:nvSpPr>
          <p:spPr>
            <a:xfrm>
              <a:off x="4573440" y="1545120"/>
              <a:ext cx="2891880" cy="4028400"/>
            </a:xfrm>
            <a:custGeom>
              <a:avLst/>
              <a:gdLst>
                <a:gd name="textAreaLeft" fmla="*/ 0 w 2891880"/>
                <a:gd name="textAreaRight" fmla="*/ 2898360 w 2891880"/>
                <a:gd name="textAreaTop" fmla="*/ 0 h 4028400"/>
                <a:gd name="textAreaBottom" fmla="*/ 4034880 h 40284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0" name="Text Placeholder 2"/>
          <p:cNvSpPr/>
          <p:nvPr/>
        </p:nvSpPr>
        <p:spPr>
          <a:xfrm>
            <a:off x="4587120" y="1545120"/>
            <a:ext cx="2891880" cy="402840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1" name="Group 24"/>
          <p:cNvGrpSpPr/>
          <p:nvPr/>
        </p:nvGrpSpPr>
        <p:grpSpPr>
          <a:xfrm>
            <a:off x="8362080" y="1545120"/>
            <a:ext cx="2891880" cy="4028400"/>
            <a:chOff x="8362080" y="1545120"/>
            <a:chExt cx="2891880" cy="4028400"/>
          </a:xfrm>
        </p:grpSpPr>
        <p:sp>
          <p:nvSpPr>
            <p:cNvPr id="532" name="Freeform 25"/>
            <p:cNvSpPr/>
            <p:nvPr/>
          </p:nvSpPr>
          <p:spPr>
            <a:xfrm>
              <a:off x="8362080" y="1545120"/>
              <a:ext cx="2891880" cy="4028400"/>
            </a:xfrm>
            <a:custGeom>
              <a:avLst/>
              <a:gdLst>
                <a:gd name="textAreaLeft" fmla="*/ 0 w 2891880"/>
                <a:gd name="textAreaRight" fmla="*/ 2898360 w 2891880"/>
                <a:gd name="textAreaTop" fmla="*/ 0 h 4028400"/>
                <a:gd name="textAreaBottom" fmla="*/ 4034880 h 40284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3" name="Freeform 30"/>
            <p:cNvSpPr/>
            <p:nvPr/>
          </p:nvSpPr>
          <p:spPr>
            <a:xfrm>
              <a:off x="8362080" y="1545120"/>
              <a:ext cx="2891880" cy="4028400"/>
            </a:xfrm>
            <a:custGeom>
              <a:avLst/>
              <a:gdLst>
                <a:gd name="textAreaLeft" fmla="*/ 0 w 2891880"/>
                <a:gd name="textAreaRight" fmla="*/ 2898360 w 2891880"/>
                <a:gd name="textAreaTop" fmla="*/ 0 h 4028400"/>
                <a:gd name="textAreaBottom" fmla="*/ 4034880 h 402840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4" name="Text Placeholder 2"/>
          <p:cNvSpPr/>
          <p:nvPr/>
        </p:nvSpPr>
        <p:spPr>
          <a:xfrm>
            <a:off x="8375760" y="1545120"/>
            <a:ext cx="2891880" cy="402840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5" name="Group 18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53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8" name="Rectangle 31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CC096F2-B1B3-49D9-8935-0100512B629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Freeform 51"/>
          <p:cNvSpPr/>
          <p:nvPr/>
        </p:nvSpPr>
        <p:spPr>
          <a:xfrm>
            <a:off x="-1935720" y="-101196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2" name="Group 5"/>
          <p:cNvGrpSpPr/>
          <p:nvPr/>
        </p:nvGrpSpPr>
        <p:grpSpPr>
          <a:xfrm>
            <a:off x="10181520" y="3993840"/>
            <a:ext cx="345960" cy="351360"/>
            <a:chOff x="10181520" y="3993840"/>
            <a:chExt cx="345960" cy="351360"/>
          </a:xfrm>
        </p:grpSpPr>
        <p:sp>
          <p:nvSpPr>
            <p:cNvPr id="543" name="Oval 12"/>
            <p:cNvSpPr/>
            <p:nvPr/>
          </p:nvSpPr>
          <p:spPr>
            <a:xfrm>
              <a:off x="10272600" y="4090320"/>
              <a:ext cx="158760" cy="1587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4" name="Oval 16"/>
            <p:cNvSpPr/>
            <p:nvPr/>
          </p:nvSpPr>
          <p:spPr>
            <a:xfrm>
              <a:off x="10181520" y="3993840"/>
              <a:ext cx="345960" cy="3513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5" name="Group 8"/>
          <p:cNvGrpSpPr/>
          <p:nvPr/>
        </p:nvGrpSpPr>
        <p:grpSpPr>
          <a:xfrm>
            <a:off x="7273080" y="3992760"/>
            <a:ext cx="345960" cy="351360"/>
            <a:chOff x="7273080" y="3992760"/>
            <a:chExt cx="345960" cy="351360"/>
          </a:xfrm>
        </p:grpSpPr>
        <p:sp>
          <p:nvSpPr>
            <p:cNvPr id="546" name="Oval 13"/>
            <p:cNvSpPr/>
            <p:nvPr/>
          </p:nvSpPr>
          <p:spPr>
            <a:xfrm>
              <a:off x="7363800" y="4089240"/>
              <a:ext cx="164160" cy="1587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7" name="Oval 17"/>
            <p:cNvSpPr/>
            <p:nvPr/>
          </p:nvSpPr>
          <p:spPr>
            <a:xfrm>
              <a:off x="7273080" y="3992760"/>
              <a:ext cx="345960" cy="3513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8" name="Group 11"/>
          <p:cNvGrpSpPr/>
          <p:nvPr/>
        </p:nvGrpSpPr>
        <p:grpSpPr>
          <a:xfrm>
            <a:off x="4402440" y="3992760"/>
            <a:ext cx="351360" cy="351360"/>
            <a:chOff x="4402440" y="3992760"/>
            <a:chExt cx="351360" cy="351360"/>
          </a:xfrm>
        </p:grpSpPr>
        <p:sp>
          <p:nvSpPr>
            <p:cNvPr id="549" name="Oval 14"/>
            <p:cNvSpPr/>
            <p:nvPr/>
          </p:nvSpPr>
          <p:spPr>
            <a:xfrm>
              <a:off x="4498920" y="4089240"/>
              <a:ext cx="158760" cy="1587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0" name="Oval 18"/>
            <p:cNvSpPr/>
            <p:nvPr/>
          </p:nvSpPr>
          <p:spPr>
            <a:xfrm>
              <a:off x="4402440" y="3992760"/>
              <a:ext cx="351360" cy="3513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1" name="Group 14"/>
          <p:cNvGrpSpPr/>
          <p:nvPr/>
        </p:nvGrpSpPr>
        <p:grpSpPr>
          <a:xfrm>
            <a:off x="1364760" y="3992760"/>
            <a:ext cx="351360" cy="351360"/>
            <a:chOff x="1364760" y="3992760"/>
            <a:chExt cx="351360" cy="351360"/>
          </a:xfrm>
        </p:grpSpPr>
        <p:sp>
          <p:nvSpPr>
            <p:cNvPr id="552" name="Oval 15"/>
            <p:cNvSpPr/>
            <p:nvPr/>
          </p:nvSpPr>
          <p:spPr>
            <a:xfrm>
              <a:off x="1459440" y="4089240"/>
              <a:ext cx="160560" cy="15876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3" name="Oval 19"/>
            <p:cNvSpPr/>
            <p:nvPr/>
          </p:nvSpPr>
          <p:spPr>
            <a:xfrm>
              <a:off x="1364760" y="3992760"/>
              <a:ext cx="351360" cy="35136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4" name="Freeform 20"/>
          <p:cNvSpPr/>
          <p:nvPr/>
        </p:nvSpPr>
        <p:spPr>
          <a:xfrm>
            <a:off x="10322280" y="3063240"/>
            <a:ext cx="64440" cy="849240"/>
          </a:xfrm>
          <a:custGeom>
            <a:avLst/>
            <a:gdLst>
              <a:gd name="textAreaLeft" fmla="*/ 0 w 64440"/>
              <a:gd name="textAreaRight" fmla="*/ 70920 w 64440"/>
              <a:gd name="textAreaTop" fmla="*/ 0 h 849240"/>
              <a:gd name="textAreaBottom" fmla="*/ 855720 h 8492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5" name="Freeform 21"/>
          <p:cNvSpPr/>
          <p:nvPr/>
        </p:nvSpPr>
        <p:spPr>
          <a:xfrm>
            <a:off x="7413840" y="3048840"/>
            <a:ext cx="64440" cy="849240"/>
          </a:xfrm>
          <a:custGeom>
            <a:avLst/>
            <a:gdLst>
              <a:gd name="textAreaLeft" fmla="*/ 0 w 64440"/>
              <a:gd name="textAreaRight" fmla="*/ 70920 w 64440"/>
              <a:gd name="textAreaTop" fmla="*/ 0 h 849240"/>
              <a:gd name="textAreaBottom" fmla="*/ 855720 h 8492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6" name="Freeform 22"/>
          <p:cNvSpPr/>
          <p:nvPr/>
        </p:nvSpPr>
        <p:spPr>
          <a:xfrm>
            <a:off x="4550040" y="3059640"/>
            <a:ext cx="62640" cy="849240"/>
          </a:xfrm>
          <a:custGeom>
            <a:avLst/>
            <a:gdLst>
              <a:gd name="textAreaLeft" fmla="*/ 0 w 62640"/>
              <a:gd name="textAreaRight" fmla="*/ 69120 w 62640"/>
              <a:gd name="textAreaTop" fmla="*/ 0 h 849240"/>
              <a:gd name="textAreaBottom" fmla="*/ 855720 h 8492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3"/>
          <p:cNvSpPr/>
          <p:nvPr/>
        </p:nvSpPr>
        <p:spPr>
          <a:xfrm>
            <a:off x="1504800" y="3054240"/>
            <a:ext cx="62640" cy="849240"/>
          </a:xfrm>
          <a:custGeom>
            <a:avLst/>
            <a:gdLst>
              <a:gd name="textAreaLeft" fmla="*/ 0 w 62640"/>
              <a:gd name="textAreaRight" fmla="*/ 69120 w 62640"/>
              <a:gd name="textAreaTop" fmla="*/ 0 h 849240"/>
              <a:gd name="textAreaBottom" fmla="*/ 855720 h 84924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58" name="Group 54"/>
          <p:cNvGrpSpPr/>
          <p:nvPr/>
        </p:nvGrpSpPr>
        <p:grpSpPr>
          <a:xfrm>
            <a:off x="524520" y="986040"/>
            <a:ext cx="2170080" cy="2171880"/>
            <a:chOff x="524520" y="986040"/>
            <a:chExt cx="2170080" cy="2171880"/>
          </a:xfrm>
        </p:grpSpPr>
        <p:sp>
          <p:nvSpPr>
            <p:cNvPr id="559" name="Freeform 6"/>
            <p:cNvSpPr/>
            <p:nvPr/>
          </p:nvSpPr>
          <p:spPr>
            <a:xfrm>
              <a:off x="524520" y="98604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0" name="Freeform 6"/>
            <p:cNvSpPr/>
            <p:nvPr/>
          </p:nvSpPr>
          <p:spPr>
            <a:xfrm>
              <a:off x="524520" y="98604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1" name="Group 58"/>
          <p:cNvGrpSpPr/>
          <p:nvPr/>
        </p:nvGrpSpPr>
        <p:grpSpPr>
          <a:xfrm>
            <a:off x="3493080" y="979920"/>
            <a:ext cx="2170080" cy="2171880"/>
            <a:chOff x="3493080" y="979920"/>
            <a:chExt cx="2170080" cy="2171880"/>
          </a:xfrm>
        </p:grpSpPr>
        <p:sp>
          <p:nvSpPr>
            <p:cNvPr id="562" name="Freeform 6"/>
            <p:cNvSpPr/>
            <p:nvPr/>
          </p:nvSpPr>
          <p:spPr>
            <a:xfrm>
              <a:off x="3493080" y="97992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3" name="Freeform 6"/>
            <p:cNvSpPr/>
            <p:nvPr/>
          </p:nvSpPr>
          <p:spPr>
            <a:xfrm>
              <a:off x="3493080" y="97992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4" name="Group 62"/>
          <p:cNvGrpSpPr/>
          <p:nvPr/>
        </p:nvGrpSpPr>
        <p:grpSpPr>
          <a:xfrm>
            <a:off x="6459120" y="979920"/>
            <a:ext cx="2170080" cy="2171880"/>
            <a:chOff x="6459120" y="979920"/>
            <a:chExt cx="2170080" cy="2171880"/>
          </a:xfrm>
        </p:grpSpPr>
        <p:sp>
          <p:nvSpPr>
            <p:cNvPr id="565" name="Freeform 6"/>
            <p:cNvSpPr/>
            <p:nvPr/>
          </p:nvSpPr>
          <p:spPr>
            <a:xfrm>
              <a:off x="6459120" y="97992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6" name="Freeform 6"/>
            <p:cNvSpPr/>
            <p:nvPr/>
          </p:nvSpPr>
          <p:spPr>
            <a:xfrm>
              <a:off x="6459120" y="97992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7" name="Group 66"/>
          <p:cNvGrpSpPr/>
          <p:nvPr/>
        </p:nvGrpSpPr>
        <p:grpSpPr>
          <a:xfrm>
            <a:off x="9425160" y="979920"/>
            <a:ext cx="2170080" cy="2171880"/>
            <a:chOff x="9425160" y="979920"/>
            <a:chExt cx="2170080" cy="2171880"/>
          </a:xfrm>
        </p:grpSpPr>
        <p:sp>
          <p:nvSpPr>
            <p:cNvPr id="568" name="Freeform 6"/>
            <p:cNvSpPr/>
            <p:nvPr/>
          </p:nvSpPr>
          <p:spPr>
            <a:xfrm>
              <a:off x="9425160" y="97992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9" name="Freeform 6"/>
            <p:cNvSpPr/>
            <p:nvPr/>
          </p:nvSpPr>
          <p:spPr>
            <a:xfrm>
              <a:off x="9425160" y="979920"/>
              <a:ext cx="2170080" cy="2171880"/>
            </a:xfrm>
            <a:custGeom>
              <a:avLst/>
              <a:gdLst>
                <a:gd name="textAreaLeft" fmla="*/ 0 w 2170080"/>
                <a:gd name="textAreaRight" fmla="*/ 2176560 w 2170080"/>
                <a:gd name="textAreaTop" fmla="*/ 0 h 2171880"/>
                <a:gd name="textAreaBottom" fmla="*/ 2178360 h 217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0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1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2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4" name="Group 47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57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7" name="Rectangle 52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7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CB31197-BEBE-44F4-9504-240460A08ED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Freeform 97"/>
          <p:cNvSpPr/>
          <p:nvPr/>
        </p:nvSpPr>
        <p:spPr>
          <a:xfrm rot="370200">
            <a:off x="-2116800" y="-153288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1" name="Freeform 13"/>
          <p:cNvSpPr/>
          <p:nvPr/>
        </p:nvSpPr>
        <p:spPr>
          <a:xfrm>
            <a:off x="10452240" y="3330720"/>
            <a:ext cx="977760" cy="91800"/>
          </a:xfrm>
          <a:custGeom>
            <a:avLst/>
            <a:gdLst>
              <a:gd name="textAreaLeft" fmla="*/ 0 w 977760"/>
              <a:gd name="textAreaRight" fmla="*/ 984240 w 977760"/>
              <a:gd name="textAreaTop" fmla="*/ 0 h 91800"/>
              <a:gd name="textAreaBottom" fmla="*/ 98280 h 9180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2" name="Group 6"/>
          <p:cNvGrpSpPr/>
          <p:nvPr/>
        </p:nvGrpSpPr>
        <p:grpSpPr>
          <a:xfrm>
            <a:off x="1744560" y="2349360"/>
            <a:ext cx="1163160" cy="1073160"/>
            <a:chOff x="1744560" y="2349360"/>
            <a:chExt cx="1163160" cy="1073160"/>
          </a:xfrm>
        </p:grpSpPr>
        <p:sp>
          <p:nvSpPr>
            <p:cNvPr id="583" name="Freeform 6"/>
            <p:cNvSpPr/>
            <p:nvPr/>
          </p:nvSpPr>
          <p:spPr>
            <a:xfrm>
              <a:off x="1744560" y="2441520"/>
              <a:ext cx="1082520" cy="981000"/>
            </a:xfrm>
            <a:custGeom>
              <a:avLst/>
              <a:gdLst>
                <a:gd name="textAreaLeft" fmla="*/ 0 w 1082520"/>
                <a:gd name="textAreaRight" fmla="*/ 1089000 w 108252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4" name="Group 8"/>
            <p:cNvGrpSpPr/>
            <p:nvPr/>
          </p:nvGrpSpPr>
          <p:grpSpPr>
            <a:xfrm>
              <a:off x="2743560" y="2349360"/>
              <a:ext cx="164160" cy="164160"/>
              <a:chOff x="2743560" y="2349360"/>
              <a:chExt cx="164160" cy="164160"/>
            </a:xfrm>
          </p:grpSpPr>
          <p:sp>
            <p:nvSpPr>
              <p:cNvPr id="585" name="Oval 9"/>
              <p:cNvSpPr/>
              <p:nvPr/>
            </p:nvSpPr>
            <p:spPr>
              <a:xfrm>
                <a:off x="2743560" y="234936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6" name="Oval 28"/>
              <p:cNvSpPr/>
              <p:nvPr/>
            </p:nvSpPr>
            <p:spPr>
              <a:xfrm>
                <a:off x="2786760" y="239256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7" name="Group 11"/>
          <p:cNvGrpSpPr/>
          <p:nvPr/>
        </p:nvGrpSpPr>
        <p:grpSpPr>
          <a:xfrm>
            <a:off x="3921120" y="2349360"/>
            <a:ext cx="1167840" cy="1073160"/>
            <a:chOff x="3921120" y="2349360"/>
            <a:chExt cx="1167840" cy="1073160"/>
          </a:xfrm>
        </p:grpSpPr>
        <p:sp>
          <p:nvSpPr>
            <p:cNvPr id="588" name="Freeform 7"/>
            <p:cNvSpPr/>
            <p:nvPr/>
          </p:nvSpPr>
          <p:spPr>
            <a:xfrm>
              <a:off x="3921120" y="2441520"/>
              <a:ext cx="1082520" cy="981000"/>
            </a:xfrm>
            <a:custGeom>
              <a:avLst/>
              <a:gdLst>
                <a:gd name="textAreaLeft" fmla="*/ 0 w 1082520"/>
                <a:gd name="textAreaRight" fmla="*/ 1089000 w 108252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9" name="Group 13"/>
            <p:cNvGrpSpPr/>
            <p:nvPr/>
          </p:nvGrpSpPr>
          <p:grpSpPr>
            <a:xfrm>
              <a:off x="4924800" y="2349360"/>
              <a:ext cx="164160" cy="164160"/>
              <a:chOff x="4924800" y="2349360"/>
              <a:chExt cx="164160" cy="164160"/>
            </a:xfrm>
          </p:grpSpPr>
          <p:sp>
            <p:nvSpPr>
              <p:cNvPr id="590" name="Oval 14"/>
              <p:cNvSpPr/>
              <p:nvPr/>
            </p:nvSpPr>
            <p:spPr>
              <a:xfrm>
                <a:off x="4924800" y="234936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1" name="Oval 28"/>
              <p:cNvSpPr/>
              <p:nvPr/>
            </p:nvSpPr>
            <p:spPr>
              <a:xfrm>
                <a:off x="4968000" y="239256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2" name="Group 16"/>
          <p:cNvGrpSpPr/>
          <p:nvPr/>
        </p:nvGrpSpPr>
        <p:grpSpPr>
          <a:xfrm>
            <a:off x="6097680" y="2349360"/>
            <a:ext cx="1159200" cy="1073160"/>
            <a:chOff x="6097680" y="2349360"/>
            <a:chExt cx="1159200" cy="1073160"/>
          </a:xfrm>
        </p:grpSpPr>
        <p:sp>
          <p:nvSpPr>
            <p:cNvPr id="593" name="Freeform 8"/>
            <p:cNvSpPr/>
            <p:nvPr/>
          </p:nvSpPr>
          <p:spPr>
            <a:xfrm>
              <a:off x="6097680" y="2441520"/>
              <a:ext cx="1082520" cy="981000"/>
            </a:xfrm>
            <a:custGeom>
              <a:avLst/>
              <a:gdLst>
                <a:gd name="textAreaLeft" fmla="*/ 0 w 1082520"/>
                <a:gd name="textAreaRight" fmla="*/ 1089000 w 108252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4" name="Group 18"/>
            <p:cNvGrpSpPr/>
            <p:nvPr/>
          </p:nvGrpSpPr>
          <p:grpSpPr>
            <a:xfrm>
              <a:off x="7092720" y="2349360"/>
              <a:ext cx="164160" cy="164160"/>
              <a:chOff x="7092720" y="2349360"/>
              <a:chExt cx="164160" cy="164160"/>
            </a:xfrm>
          </p:grpSpPr>
          <p:sp>
            <p:nvSpPr>
              <p:cNvPr id="595" name="Oval 19"/>
              <p:cNvSpPr/>
              <p:nvPr/>
            </p:nvSpPr>
            <p:spPr>
              <a:xfrm>
                <a:off x="7092720" y="234936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6" name="Oval 28"/>
              <p:cNvSpPr/>
              <p:nvPr/>
            </p:nvSpPr>
            <p:spPr>
              <a:xfrm>
                <a:off x="7135920" y="239256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7" name="Group 21"/>
          <p:cNvGrpSpPr/>
          <p:nvPr/>
        </p:nvGrpSpPr>
        <p:grpSpPr>
          <a:xfrm>
            <a:off x="8273880" y="2349360"/>
            <a:ext cx="1157040" cy="1073160"/>
            <a:chOff x="8273880" y="2349360"/>
            <a:chExt cx="1157040" cy="1073160"/>
          </a:xfrm>
        </p:grpSpPr>
        <p:sp>
          <p:nvSpPr>
            <p:cNvPr id="598" name="Freeform 15"/>
            <p:cNvSpPr/>
            <p:nvPr/>
          </p:nvSpPr>
          <p:spPr>
            <a:xfrm>
              <a:off x="8273880" y="2441520"/>
              <a:ext cx="1082520" cy="981000"/>
            </a:xfrm>
            <a:custGeom>
              <a:avLst/>
              <a:gdLst>
                <a:gd name="textAreaLeft" fmla="*/ 0 w 1082520"/>
                <a:gd name="textAreaRight" fmla="*/ 1089000 w 108252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9" name="Group 23"/>
            <p:cNvGrpSpPr/>
            <p:nvPr/>
          </p:nvGrpSpPr>
          <p:grpSpPr>
            <a:xfrm>
              <a:off x="9266760" y="2349360"/>
              <a:ext cx="164160" cy="164160"/>
              <a:chOff x="9266760" y="2349360"/>
              <a:chExt cx="164160" cy="164160"/>
            </a:xfrm>
          </p:grpSpPr>
          <p:sp>
            <p:nvSpPr>
              <p:cNvPr id="600" name="Oval 24"/>
              <p:cNvSpPr/>
              <p:nvPr/>
            </p:nvSpPr>
            <p:spPr>
              <a:xfrm>
                <a:off x="9266760" y="234936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1" name="Oval 28"/>
              <p:cNvSpPr/>
              <p:nvPr/>
            </p:nvSpPr>
            <p:spPr>
              <a:xfrm>
                <a:off x="9309960" y="239256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2" name="Group 26"/>
          <p:cNvGrpSpPr/>
          <p:nvPr/>
        </p:nvGrpSpPr>
        <p:grpSpPr>
          <a:xfrm>
            <a:off x="758880" y="3429000"/>
            <a:ext cx="1062000" cy="1063440"/>
            <a:chOff x="758880" y="3429000"/>
            <a:chExt cx="1062000" cy="1063440"/>
          </a:xfrm>
        </p:grpSpPr>
        <p:sp>
          <p:nvSpPr>
            <p:cNvPr id="603" name="Freeform 9"/>
            <p:cNvSpPr/>
            <p:nvPr/>
          </p:nvSpPr>
          <p:spPr>
            <a:xfrm>
              <a:off x="758880" y="3429000"/>
              <a:ext cx="979200" cy="984240"/>
            </a:xfrm>
            <a:custGeom>
              <a:avLst/>
              <a:gdLst>
                <a:gd name="textAreaLeft" fmla="*/ 0 w 979200"/>
                <a:gd name="textAreaRight" fmla="*/ 985680 w 979200"/>
                <a:gd name="textAreaTop" fmla="*/ 0 h 984240"/>
                <a:gd name="textAreaBottom" fmla="*/ 990720 h 98424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4" name="Group 28"/>
            <p:cNvGrpSpPr/>
            <p:nvPr/>
          </p:nvGrpSpPr>
          <p:grpSpPr>
            <a:xfrm>
              <a:off x="1656720" y="4328280"/>
              <a:ext cx="164160" cy="164160"/>
              <a:chOff x="1656720" y="4328280"/>
              <a:chExt cx="164160" cy="164160"/>
            </a:xfrm>
          </p:grpSpPr>
          <p:sp>
            <p:nvSpPr>
              <p:cNvPr id="605" name="Oval 29"/>
              <p:cNvSpPr/>
              <p:nvPr/>
            </p:nvSpPr>
            <p:spPr>
              <a:xfrm>
                <a:off x="1656720" y="432828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6" name="Oval 28"/>
              <p:cNvSpPr/>
              <p:nvPr/>
            </p:nvSpPr>
            <p:spPr>
              <a:xfrm>
                <a:off x="1699560" y="437148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7" name="Group 31"/>
          <p:cNvGrpSpPr/>
          <p:nvPr/>
        </p:nvGrpSpPr>
        <p:grpSpPr>
          <a:xfrm>
            <a:off x="2833560" y="3432240"/>
            <a:ext cx="1168560" cy="1060200"/>
            <a:chOff x="2833560" y="3432240"/>
            <a:chExt cx="1168560" cy="1060200"/>
          </a:xfrm>
        </p:grpSpPr>
        <p:sp>
          <p:nvSpPr>
            <p:cNvPr id="608" name="Freeform 10"/>
            <p:cNvSpPr/>
            <p:nvPr/>
          </p:nvSpPr>
          <p:spPr>
            <a:xfrm>
              <a:off x="2833560" y="3432240"/>
              <a:ext cx="1081080" cy="981000"/>
            </a:xfrm>
            <a:custGeom>
              <a:avLst/>
              <a:gdLst>
                <a:gd name="textAreaLeft" fmla="*/ 0 w 1081080"/>
                <a:gd name="textAreaRight" fmla="*/ 1087560 w 108108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9" name="Group 33"/>
            <p:cNvGrpSpPr/>
            <p:nvPr/>
          </p:nvGrpSpPr>
          <p:grpSpPr>
            <a:xfrm>
              <a:off x="3837960" y="4328280"/>
              <a:ext cx="164160" cy="164160"/>
              <a:chOff x="3837960" y="4328280"/>
              <a:chExt cx="164160" cy="164160"/>
            </a:xfrm>
          </p:grpSpPr>
          <p:sp>
            <p:nvSpPr>
              <p:cNvPr id="610" name="Oval 34"/>
              <p:cNvSpPr/>
              <p:nvPr/>
            </p:nvSpPr>
            <p:spPr>
              <a:xfrm>
                <a:off x="3837960" y="432828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1" name="Oval 28"/>
              <p:cNvSpPr/>
              <p:nvPr/>
            </p:nvSpPr>
            <p:spPr>
              <a:xfrm>
                <a:off x="3880800" y="437148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2" name="Group 36"/>
          <p:cNvGrpSpPr/>
          <p:nvPr/>
        </p:nvGrpSpPr>
        <p:grpSpPr>
          <a:xfrm>
            <a:off x="5010120" y="3432240"/>
            <a:ext cx="1159560" cy="1060200"/>
            <a:chOff x="5010120" y="3432240"/>
            <a:chExt cx="1159560" cy="1060200"/>
          </a:xfrm>
        </p:grpSpPr>
        <p:sp>
          <p:nvSpPr>
            <p:cNvPr id="613" name="Freeform 11"/>
            <p:cNvSpPr/>
            <p:nvPr/>
          </p:nvSpPr>
          <p:spPr>
            <a:xfrm>
              <a:off x="5010120" y="3432240"/>
              <a:ext cx="1081080" cy="981000"/>
            </a:xfrm>
            <a:custGeom>
              <a:avLst/>
              <a:gdLst>
                <a:gd name="textAreaLeft" fmla="*/ 0 w 1081080"/>
                <a:gd name="textAreaRight" fmla="*/ 1087560 w 108108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4" name="Group 38"/>
            <p:cNvGrpSpPr/>
            <p:nvPr/>
          </p:nvGrpSpPr>
          <p:grpSpPr>
            <a:xfrm>
              <a:off x="6005520" y="4328280"/>
              <a:ext cx="164160" cy="164160"/>
              <a:chOff x="6005520" y="4328280"/>
              <a:chExt cx="164160" cy="164160"/>
            </a:xfrm>
          </p:grpSpPr>
          <p:sp>
            <p:nvSpPr>
              <p:cNvPr id="615" name="Oval 39"/>
              <p:cNvSpPr/>
              <p:nvPr/>
            </p:nvSpPr>
            <p:spPr>
              <a:xfrm>
                <a:off x="6005520" y="432828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6" name="Oval 28"/>
              <p:cNvSpPr/>
              <p:nvPr/>
            </p:nvSpPr>
            <p:spPr>
              <a:xfrm>
                <a:off x="6048720" y="437148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7" name="Group 41"/>
          <p:cNvGrpSpPr/>
          <p:nvPr/>
        </p:nvGrpSpPr>
        <p:grpSpPr>
          <a:xfrm>
            <a:off x="7186680" y="3432240"/>
            <a:ext cx="1157040" cy="1060200"/>
            <a:chOff x="7186680" y="3432240"/>
            <a:chExt cx="1157040" cy="1060200"/>
          </a:xfrm>
        </p:grpSpPr>
        <p:sp>
          <p:nvSpPr>
            <p:cNvPr id="618" name="Freeform 12"/>
            <p:cNvSpPr/>
            <p:nvPr/>
          </p:nvSpPr>
          <p:spPr>
            <a:xfrm>
              <a:off x="7186680" y="3432240"/>
              <a:ext cx="1081080" cy="981000"/>
            </a:xfrm>
            <a:custGeom>
              <a:avLst/>
              <a:gdLst>
                <a:gd name="textAreaLeft" fmla="*/ 0 w 1081080"/>
                <a:gd name="textAreaRight" fmla="*/ 1087560 w 108108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9" name="Group 43"/>
            <p:cNvGrpSpPr/>
            <p:nvPr/>
          </p:nvGrpSpPr>
          <p:grpSpPr>
            <a:xfrm>
              <a:off x="8179560" y="4328280"/>
              <a:ext cx="164160" cy="164160"/>
              <a:chOff x="8179560" y="4328280"/>
              <a:chExt cx="164160" cy="164160"/>
            </a:xfrm>
          </p:grpSpPr>
          <p:sp>
            <p:nvSpPr>
              <p:cNvPr id="620" name="Oval 44"/>
              <p:cNvSpPr/>
              <p:nvPr/>
            </p:nvSpPr>
            <p:spPr>
              <a:xfrm>
                <a:off x="8179560" y="432828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1" name="Oval 28"/>
              <p:cNvSpPr/>
              <p:nvPr/>
            </p:nvSpPr>
            <p:spPr>
              <a:xfrm>
                <a:off x="8222760" y="437148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2" name="Group 46"/>
          <p:cNvGrpSpPr/>
          <p:nvPr/>
        </p:nvGrpSpPr>
        <p:grpSpPr>
          <a:xfrm>
            <a:off x="1656720" y="3344760"/>
            <a:ext cx="164160" cy="164160"/>
            <a:chOff x="1656720" y="3344760"/>
            <a:chExt cx="164160" cy="164160"/>
          </a:xfrm>
        </p:grpSpPr>
        <p:sp>
          <p:nvSpPr>
            <p:cNvPr id="623" name="Oval 47"/>
            <p:cNvSpPr/>
            <p:nvPr/>
          </p:nvSpPr>
          <p:spPr>
            <a:xfrm>
              <a:off x="165672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4" name="Oval 28"/>
            <p:cNvSpPr/>
            <p:nvPr/>
          </p:nvSpPr>
          <p:spPr>
            <a:xfrm>
              <a:off x="169956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5" name="Group 49"/>
          <p:cNvGrpSpPr/>
          <p:nvPr/>
        </p:nvGrpSpPr>
        <p:grpSpPr>
          <a:xfrm>
            <a:off x="2746800" y="3344760"/>
            <a:ext cx="164160" cy="164160"/>
            <a:chOff x="2746800" y="3344760"/>
            <a:chExt cx="164160" cy="164160"/>
          </a:xfrm>
        </p:grpSpPr>
        <p:sp>
          <p:nvSpPr>
            <p:cNvPr id="626" name="Oval 50"/>
            <p:cNvSpPr/>
            <p:nvPr/>
          </p:nvSpPr>
          <p:spPr>
            <a:xfrm>
              <a:off x="274680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7" name="Oval 28"/>
            <p:cNvSpPr/>
            <p:nvPr/>
          </p:nvSpPr>
          <p:spPr>
            <a:xfrm>
              <a:off x="279000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8" name="Group 52"/>
          <p:cNvGrpSpPr/>
          <p:nvPr/>
        </p:nvGrpSpPr>
        <p:grpSpPr>
          <a:xfrm>
            <a:off x="3832200" y="3344760"/>
            <a:ext cx="164160" cy="164160"/>
            <a:chOff x="3832200" y="3344760"/>
            <a:chExt cx="164160" cy="164160"/>
          </a:xfrm>
        </p:grpSpPr>
        <p:sp>
          <p:nvSpPr>
            <p:cNvPr id="629" name="Oval 53"/>
            <p:cNvSpPr/>
            <p:nvPr/>
          </p:nvSpPr>
          <p:spPr>
            <a:xfrm>
              <a:off x="383220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0" name="Oval 28"/>
            <p:cNvSpPr/>
            <p:nvPr/>
          </p:nvSpPr>
          <p:spPr>
            <a:xfrm>
              <a:off x="387540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1" name="Group 55"/>
          <p:cNvGrpSpPr/>
          <p:nvPr/>
        </p:nvGrpSpPr>
        <p:grpSpPr>
          <a:xfrm>
            <a:off x="4921200" y="3344760"/>
            <a:ext cx="164160" cy="164160"/>
            <a:chOff x="4921200" y="3344760"/>
            <a:chExt cx="164160" cy="164160"/>
          </a:xfrm>
        </p:grpSpPr>
        <p:sp>
          <p:nvSpPr>
            <p:cNvPr id="632" name="Oval 56"/>
            <p:cNvSpPr/>
            <p:nvPr/>
          </p:nvSpPr>
          <p:spPr>
            <a:xfrm>
              <a:off x="492120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3" name="Oval 28"/>
            <p:cNvSpPr/>
            <p:nvPr/>
          </p:nvSpPr>
          <p:spPr>
            <a:xfrm>
              <a:off x="496440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4" name="Group 58"/>
          <p:cNvGrpSpPr/>
          <p:nvPr/>
        </p:nvGrpSpPr>
        <p:grpSpPr>
          <a:xfrm>
            <a:off x="6014880" y="3344760"/>
            <a:ext cx="164160" cy="164160"/>
            <a:chOff x="6014880" y="3344760"/>
            <a:chExt cx="164160" cy="164160"/>
          </a:xfrm>
        </p:grpSpPr>
        <p:sp>
          <p:nvSpPr>
            <p:cNvPr id="635" name="Oval 59"/>
            <p:cNvSpPr/>
            <p:nvPr/>
          </p:nvSpPr>
          <p:spPr>
            <a:xfrm>
              <a:off x="601488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6" name="Oval 28"/>
            <p:cNvSpPr/>
            <p:nvPr/>
          </p:nvSpPr>
          <p:spPr>
            <a:xfrm>
              <a:off x="605808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7" name="Group 61"/>
          <p:cNvGrpSpPr/>
          <p:nvPr/>
        </p:nvGrpSpPr>
        <p:grpSpPr>
          <a:xfrm>
            <a:off x="7098840" y="3344760"/>
            <a:ext cx="164160" cy="164160"/>
            <a:chOff x="7098840" y="3344760"/>
            <a:chExt cx="164160" cy="164160"/>
          </a:xfrm>
        </p:grpSpPr>
        <p:sp>
          <p:nvSpPr>
            <p:cNvPr id="638" name="Oval 62"/>
            <p:cNvSpPr/>
            <p:nvPr/>
          </p:nvSpPr>
          <p:spPr>
            <a:xfrm>
              <a:off x="709884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9" name="Oval 28"/>
            <p:cNvSpPr/>
            <p:nvPr/>
          </p:nvSpPr>
          <p:spPr>
            <a:xfrm>
              <a:off x="714204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0" name="Group 64"/>
          <p:cNvGrpSpPr/>
          <p:nvPr/>
        </p:nvGrpSpPr>
        <p:grpSpPr>
          <a:xfrm>
            <a:off x="8182800" y="3344760"/>
            <a:ext cx="164160" cy="164160"/>
            <a:chOff x="8182800" y="3344760"/>
            <a:chExt cx="164160" cy="164160"/>
          </a:xfrm>
        </p:grpSpPr>
        <p:sp>
          <p:nvSpPr>
            <p:cNvPr id="641" name="Oval 65"/>
            <p:cNvSpPr/>
            <p:nvPr/>
          </p:nvSpPr>
          <p:spPr>
            <a:xfrm>
              <a:off x="818280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2" name="Oval 28"/>
            <p:cNvSpPr/>
            <p:nvPr/>
          </p:nvSpPr>
          <p:spPr>
            <a:xfrm>
              <a:off x="822600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3" name="Group 67"/>
          <p:cNvGrpSpPr/>
          <p:nvPr/>
        </p:nvGrpSpPr>
        <p:grpSpPr>
          <a:xfrm>
            <a:off x="9363240" y="3432240"/>
            <a:ext cx="1160640" cy="1060200"/>
            <a:chOff x="9363240" y="3432240"/>
            <a:chExt cx="1160640" cy="1060200"/>
          </a:xfrm>
        </p:grpSpPr>
        <p:sp>
          <p:nvSpPr>
            <p:cNvPr id="644" name="Freeform 14"/>
            <p:cNvSpPr/>
            <p:nvPr/>
          </p:nvSpPr>
          <p:spPr>
            <a:xfrm>
              <a:off x="9363240" y="3432240"/>
              <a:ext cx="1082520" cy="981000"/>
            </a:xfrm>
            <a:custGeom>
              <a:avLst/>
              <a:gdLst>
                <a:gd name="textAreaLeft" fmla="*/ 0 w 1082520"/>
                <a:gd name="textAreaRight" fmla="*/ 1089000 w 1082520"/>
                <a:gd name="textAreaTop" fmla="*/ 0 h 981000"/>
                <a:gd name="textAreaBottom" fmla="*/ 987480 h 98100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5" name="Group 69"/>
            <p:cNvGrpSpPr/>
            <p:nvPr/>
          </p:nvGrpSpPr>
          <p:grpSpPr>
            <a:xfrm>
              <a:off x="10359720" y="4328280"/>
              <a:ext cx="164160" cy="164160"/>
              <a:chOff x="10359720" y="4328280"/>
              <a:chExt cx="164160" cy="164160"/>
            </a:xfrm>
          </p:grpSpPr>
          <p:sp>
            <p:nvSpPr>
              <p:cNvPr id="646" name="Oval 70"/>
              <p:cNvSpPr/>
              <p:nvPr/>
            </p:nvSpPr>
            <p:spPr>
              <a:xfrm>
                <a:off x="10359720" y="4328280"/>
                <a:ext cx="164160" cy="16416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7" name="Oval 28"/>
              <p:cNvSpPr/>
              <p:nvPr/>
            </p:nvSpPr>
            <p:spPr>
              <a:xfrm>
                <a:off x="10402920" y="4371480"/>
                <a:ext cx="75960" cy="7524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48" name="Group 72"/>
          <p:cNvGrpSpPr/>
          <p:nvPr/>
        </p:nvGrpSpPr>
        <p:grpSpPr>
          <a:xfrm>
            <a:off x="9272880" y="3344760"/>
            <a:ext cx="164160" cy="164160"/>
            <a:chOff x="9272880" y="3344760"/>
            <a:chExt cx="164160" cy="164160"/>
          </a:xfrm>
        </p:grpSpPr>
        <p:sp>
          <p:nvSpPr>
            <p:cNvPr id="649" name="Oval 73"/>
            <p:cNvSpPr/>
            <p:nvPr/>
          </p:nvSpPr>
          <p:spPr>
            <a:xfrm>
              <a:off x="927288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0" name="Oval 28"/>
            <p:cNvSpPr/>
            <p:nvPr/>
          </p:nvSpPr>
          <p:spPr>
            <a:xfrm>
              <a:off x="931608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1" name="Group 75"/>
          <p:cNvGrpSpPr/>
          <p:nvPr/>
        </p:nvGrpSpPr>
        <p:grpSpPr>
          <a:xfrm>
            <a:off x="10358640" y="3344760"/>
            <a:ext cx="164160" cy="164160"/>
            <a:chOff x="10358640" y="3344760"/>
            <a:chExt cx="164160" cy="164160"/>
          </a:xfrm>
        </p:grpSpPr>
        <p:sp>
          <p:nvSpPr>
            <p:cNvPr id="652" name="Oval 76"/>
            <p:cNvSpPr/>
            <p:nvPr/>
          </p:nvSpPr>
          <p:spPr>
            <a:xfrm>
              <a:off x="1035864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3" name="Oval 28"/>
            <p:cNvSpPr/>
            <p:nvPr/>
          </p:nvSpPr>
          <p:spPr>
            <a:xfrm>
              <a:off x="1040184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4" name="Group 78"/>
          <p:cNvGrpSpPr/>
          <p:nvPr/>
        </p:nvGrpSpPr>
        <p:grpSpPr>
          <a:xfrm>
            <a:off x="11351880" y="3344760"/>
            <a:ext cx="164160" cy="164160"/>
            <a:chOff x="11351880" y="3344760"/>
            <a:chExt cx="164160" cy="164160"/>
          </a:xfrm>
        </p:grpSpPr>
        <p:sp>
          <p:nvSpPr>
            <p:cNvPr id="655" name="Oval 79"/>
            <p:cNvSpPr/>
            <p:nvPr/>
          </p:nvSpPr>
          <p:spPr>
            <a:xfrm>
              <a:off x="1135188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6" name="Oval 28"/>
            <p:cNvSpPr/>
            <p:nvPr/>
          </p:nvSpPr>
          <p:spPr>
            <a:xfrm>
              <a:off x="1139508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7" name="Group 112"/>
          <p:cNvGrpSpPr/>
          <p:nvPr/>
        </p:nvGrpSpPr>
        <p:grpSpPr>
          <a:xfrm>
            <a:off x="673560" y="3344760"/>
            <a:ext cx="164160" cy="164160"/>
            <a:chOff x="673560" y="3344760"/>
            <a:chExt cx="164160" cy="164160"/>
          </a:xfrm>
        </p:grpSpPr>
        <p:sp>
          <p:nvSpPr>
            <p:cNvPr id="658" name="Oval 113"/>
            <p:cNvSpPr/>
            <p:nvPr/>
          </p:nvSpPr>
          <p:spPr>
            <a:xfrm>
              <a:off x="673560" y="3344760"/>
              <a:ext cx="164160" cy="164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9" name="Oval 28"/>
            <p:cNvSpPr/>
            <p:nvPr/>
          </p:nvSpPr>
          <p:spPr>
            <a:xfrm>
              <a:off x="716760" y="3387960"/>
              <a:ext cx="75960" cy="75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0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1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2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4" name="Group 93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66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7" name="Rectangle 98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FF83C08-A743-40A3-9897-C22BC47702E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TextBox 9"/>
          <p:cNvSpPr/>
          <p:nvPr/>
        </p:nvSpPr>
        <p:spPr>
          <a:xfrm>
            <a:off x="4515120" y="4888800"/>
            <a:ext cx="3475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Grey_unpressed"/>
          <p:cNvSpPr/>
          <p:nvPr/>
        </p:nvSpPr>
        <p:spPr>
          <a:xfrm>
            <a:off x="2833920" y="2727720"/>
            <a:ext cx="6468120" cy="1515960"/>
          </a:xfrm>
          <a:custGeom>
            <a:avLst/>
            <a:gdLst>
              <a:gd name="textAreaLeft" fmla="*/ 0 w 6468120"/>
              <a:gd name="textAreaRight" fmla="*/ 6474600 w 6468120"/>
              <a:gd name="textAreaTop" fmla="*/ 0 h 1515960"/>
              <a:gd name="textAreaBottom" fmla="*/ 1522440 h 15159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2" name="Freeform 11"/>
          <p:cNvSpPr/>
          <p:nvPr/>
        </p:nvSpPr>
        <p:spPr>
          <a:xfrm>
            <a:off x="2435040" y="2589840"/>
            <a:ext cx="2433600" cy="2608560"/>
          </a:xfrm>
          <a:custGeom>
            <a:avLst/>
            <a:gdLst>
              <a:gd name="textAreaLeft" fmla="*/ 0 w 2433600"/>
              <a:gd name="textAreaRight" fmla="*/ 2440080 w 2433600"/>
              <a:gd name="textAreaTop" fmla="*/ 0 h 2608560"/>
              <a:gd name="textAreaBottom" fmla="*/ 2615040 h 26085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3" name="Oval 12"/>
          <p:cNvSpPr/>
          <p:nvPr/>
        </p:nvSpPr>
        <p:spPr>
          <a:xfrm>
            <a:off x="3103920" y="3080520"/>
            <a:ext cx="980280" cy="9802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4" name="TextBox 13"/>
          <p:cNvSpPr/>
          <p:nvPr/>
        </p:nvSpPr>
        <p:spPr>
          <a:xfrm>
            <a:off x="4591800" y="3215160"/>
            <a:ext cx="33984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5" name="Group 14"/>
          <p:cNvGrpSpPr/>
          <p:nvPr/>
        </p:nvGrpSpPr>
        <p:grpSpPr>
          <a:xfrm>
            <a:off x="1717560" y="6498720"/>
            <a:ext cx="901440" cy="194760"/>
            <a:chOff x="1717560" y="6498720"/>
            <a:chExt cx="901440" cy="194760"/>
          </a:xfrm>
        </p:grpSpPr>
        <p:pic>
          <p:nvPicPr>
            <p:cNvPr id="676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4360" cy="1839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7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5560" cy="18396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78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9480" cy="253440"/>
          </a:xfrm>
          <a:prstGeom prst="rect">
            <a:avLst/>
          </a:prstGeom>
          <a:ln w="0">
            <a:noFill/>
          </a:ln>
        </p:spPr>
      </p:pic>
      <p:sp>
        <p:nvSpPr>
          <p:cNvPr id="679" name="TextBox 5"/>
          <p:cNvSpPr/>
          <p:nvPr/>
        </p:nvSpPr>
        <p:spPr>
          <a:xfrm>
            <a:off x="1585440" y="64987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Box 18"/>
          <p:cNvSpPr/>
          <p:nvPr/>
        </p:nvSpPr>
        <p:spPr>
          <a:xfrm>
            <a:off x="1585440" y="645480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Box 19"/>
          <p:cNvSpPr/>
          <p:nvPr/>
        </p:nvSpPr>
        <p:spPr>
          <a:xfrm>
            <a:off x="1585440" y="65095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7"/>
          <p:cNvSpPr/>
          <p:nvPr/>
        </p:nvSpPr>
        <p:spPr>
          <a:xfrm>
            <a:off x="7392960" y="6313680"/>
            <a:ext cx="57045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Rectangle 1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49288FD-3FD0-485A-A5E2-EA3DCC09E15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Freeform 32"/>
          <p:cNvSpPr/>
          <p:nvPr/>
        </p:nvSpPr>
        <p:spPr>
          <a:xfrm>
            <a:off x="-1935720" y="-101196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7" name="Group 5"/>
          <p:cNvGrpSpPr/>
          <p:nvPr/>
        </p:nvGrpSpPr>
        <p:grpSpPr>
          <a:xfrm>
            <a:off x="837360" y="1394280"/>
            <a:ext cx="5003640" cy="1194840"/>
            <a:chOff x="837360" y="1394280"/>
            <a:chExt cx="5003640" cy="1194840"/>
          </a:xfrm>
        </p:grpSpPr>
        <p:sp>
          <p:nvSpPr>
            <p:cNvPr id="688" name="Freeform 6"/>
            <p:cNvSpPr/>
            <p:nvPr/>
          </p:nvSpPr>
          <p:spPr>
            <a:xfrm>
              <a:off x="837360" y="1397160"/>
              <a:ext cx="5003640" cy="1191960"/>
            </a:xfrm>
            <a:custGeom>
              <a:avLst/>
              <a:gdLst>
                <a:gd name="textAreaLeft" fmla="*/ 0 w 5003640"/>
                <a:gd name="textAreaRight" fmla="*/ 5010120 w 5003640"/>
                <a:gd name="textAreaTop" fmla="*/ 0 h 1191960"/>
                <a:gd name="textAreaBottom" fmla="*/ 1198440 h 11919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89" name="Freeform 6"/>
            <p:cNvSpPr/>
            <p:nvPr/>
          </p:nvSpPr>
          <p:spPr>
            <a:xfrm>
              <a:off x="837360" y="1394280"/>
              <a:ext cx="5003640" cy="1191960"/>
            </a:xfrm>
            <a:custGeom>
              <a:avLst/>
              <a:gdLst>
                <a:gd name="textAreaLeft" fmla="*/ 0 w 5003640"/>
                <a:gd name="textAreaRight" fmla="*/ 5010120 w 5003640"/>
                <a:gd name="textAreaTop" fmla="*/ 0 h 1191960"/>
                <a:gd name="textAreaBottom" fmla="*/ 1198440 h 11919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0" name="Group 8"/>
          <p:cNvGrpSpPr/>
          <p:nvPr/>
        </p:nvGrpSpPr>
        <p:grpSpPr>
          <a:xfrm>
            <a:off x="837360" y="2912040"/>
            <a:ext cx="5003640" cy="1194840"/>
            <a:chOff x="837360" y="2912040"/>
            <a:chExt cx="5003640" cy="1194840"/>
          </a:xfrm>
        </p:grpSpPr>
        <p:sp>
          <p:nvSpPr>
            <p:cNvPr id="691" name="Freeform 6"/>
            <p:cNvSpPr/>
            <p:nvPr/>
          </p:nvSpPr>
          <p:spPr>
            <a:xfrm>
              <a:off x="837360" y="2914920"/>
              <a:ext cx="5003640" cy="1191960"/>
            </a:xfrm>
            <a:custGeom>
              <a:avLst/>
              <a:gdLst>
                <a:gd name="textAreaLeft" fmla="*/ 0 w 5003640"/>
                <a:gd name="textAreaRight" fmla="*/ 5010120 w 5003640"/>
                <a:gd name="textAreaTop" fmla="*/ 0 h 1191960"/>
                <a:gd name="textAreaBottom" fmla="*/ 1198440 h 11919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2" name="Freeform 6"/>
            <p:cNvSpPr/>
            <p:nvPr/>
          </p:nvSpPr>
          <p:spPr>
            <a:xfrm>
              <a:off x="837360" y="2912040"/>
              <a:ext cx="5003640" cy="1191960"/>
            </a:xfrm>
            <a:custGeom>
              <a:avLst/>
              <a:gdLst>
                <a:gd name="textAreaLeft" fmla="*/ 0 w 5003640"/>
                <a:gd name="textAreaRight" fmla="*/ 5010120 w 5003640"/>
                <a:gd name="textAreaTop" fmla="*/ 0 h 1191960"/>
                <a:gd name="textAreaBottom" fmla="*/ 1198440 h 11919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3" name="Group 11"/>
          <p:cNvGrpSpPr/>
          <p:nvPr/>
        </p:nvGrpSpPr>
        <p:grpSpPr>
          <a:xfrm>
            <a:off x="837360" y="4462200"/>
            <a:ext cx="5003640" cy="1195200"/>
            <a:chOff x="837360" y="4462200"/>
            <a:chExt cx="5003640" cy="1195200"/>
          </a:xfrm>
        </p:grpSpPr>
        <p:sp>
          <p:nvSpPr>
            <p:cNvPr id="694" name="Freeform 6"/>
            <p:cNvSpPr/>
            <p:nvPr/>
          </p:nvSpPr>
          <p:spPr>
            <a:xfrm>
              <a:off x="837360" y="4465440"/>
              <a:ext cx="5003640" cy="1191960"/>
            </a:xfrm>
            <a:custGeom>
              <a:avLst/>
              <a:gdLst>
                <a:gd name="textAreaLeft" fmla="*/ 0 w 5003640"/>
                <a:gd name="textAreaRight" fmla="*/ 5010120 w 5003640"/>
                <a:gd name="textAreaTop" fmla="*/ 0 h 1191960"/>
                <a:gd name="textAreaBottom" fmla="*/ 1198440 h 11919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5" name="Freeform 6"/>
            <p:cNvSpPr/>
            <p:nvPr/>
          </p:nvSpPr>
          <p:spPr>
            <a:xfrm>
              <a:off x="837360" y="4462200"/>
              <a:ext cx="5003640" cy="1191960"/>
            </a:xfrm>
            <a:custGeom>
              <a:avLst/>
              <a:gdLst>
                <a:gd name="textAreaLeft" fmla="*/ 0 w 5003640"/>
                <a:gd name="textAreaRight" fmla="*/ 5010120 w 5003640"/>
                <a:gd name="textAreaTop" fmla="*/ 0 h 1191960"/>
                <a:gd name="textAreaBottom" fmla="*/ 1198440 h 119196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6" name="Group 18"/>
          <p:cNvGrpSpPr/>
          <p:nvPr/>
        </p:nvGrpSpPr>
        <p:grpSpPr>
          <a:xfrm>
            <a:off x="6685200" y="1352160"/>
            <a:ext cx="4686120" cy="4302000"/>
            <a:chOff x="6685200" y="1352160"/>
            <a:chExt cx="4686120" cy="4302000"/>
          </a:xfrm>
        </p:grpSpPr>
        <p:sp>
          <p:nvSpPr>
            <p:cNvPr id="697" name="Freeform 19"/>
            <p:cNvSpPr/>
            <p:nvPr/>
          </p:nvSpPr>
          <p:spPr>
            <a:xfrm>
              <a:off x="6685200" y="1352160"/>
              <a:ext cx="4686120" cy="4302000"/>
            </a:xfrm>
            <a:custGeom>
              <a:avLst/>
              <a:gdLst>
                <a:gd name="textAreaLeft" fmla="*/ 0 w 4686120"/>
                <a:gd name="textAreaRight" fmla="*/ 4692600 w 4686120"/>
                <a:gd name="textAreaTop" fmla="*/ 0 h 4302000"/>
                <a:gd name="textAreaBottom" fmla="*/ 4308480 h 43020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8" name="Freeform 6"/>
            <p:cNvSpPr/>
            <p:nvPr/>
          </p:nvSpPr>
          <p:spPr>
            <a:xfrm>
              <a:off x="6685200" y="1352160"/>
              <a:ext cx="4686120" cy="4302000"/>
            </a:xfrm>
            <a:custGeom>
              <a:avLst/>
              <a:gdLst>
                <a:gd name="textAreaLeft" fmla="*/ 0 w 4686120"/>
                <a:gd name="textAreaRight" fmla="*/ 4692600 w 4686120"/>
                <a:gd name="textAreaTop" fmla="*/ 0 h 4302000"/>
                <a:gd name="textAreaBottom" fmla="*/ 4308480 h 430200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99" name="Text Placeholder 6"/>
          <p:cNvSpPr/>
          <p:nvPr/>
        </p:nvSpPr>
        <p:spPr>
          <a:xfrm>
            <a:off x="6685200" y="1352160"/>
            <a:ext cx="4686120" cy="430200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1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2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4" name="Group 28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70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7" name="Rectangle 33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0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DDAE40C-F3F6-4CED-8A35-0E36A501E88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Freeform 55"/>
          <p:cNvSpPr/>
          <p:nvPr/>
        </p:nvSpPr>
        <p:spPr>
          <a:xfrm>
            <a:off x="-1935720" y="-101196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1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2" name="Group 6"/>
          <p:cNvGrpSpPr/>
          <p:nvPr/>
        </p:nvGrpSpPr>
        <p:grpSpPr>
          <a:xfrm>
            <a:off x="2272320" y="3737520"/>
            <a:ext cx="249120" cy="249120"/>
            <a:chOff x="2272320" y="3737520"/>
            <a:chExt cx="249120" cy="249120"/>
          </a:xfrm>
        </p:grpSpPr>
        <p:sp>
          <p:nvSpPr>
            <p:cNvPr id="713" name="Oval 7"/>
            <p:cNvSpPr/>
            <p:nvPr/>
          </p:nvSpPr>
          <p:spPr>
            <a:xfrm>
              <a:off x="2272320" y="373752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4" name="Oval 28"/>
            <p:cNvSpPr/>
            <p:nvPr/>
          </p:nvSpPr>
          <p:spPr>
            <a:xfrm>
              <a:off x="2336760" y="38023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5" name="Group 9"/>
          <p:cNvGrpSpPr/>
          <p:nvPr/>
        </p:nvGrpSpPr>
        <p:grpSpPr>
          <a:xfrm>
            <a:off x="4667040" y="3737520"/>
            <a:ext cx="249120" cy="249120"/>
            <a:chOff x="4667040" y="3737520"/>
            <a:chExt cx="249120" cy="249120"/>
          </a:xfrm>
        </p:grpSpPr>
        <p:sp>
          <p:nvSpPr>
            <p:cNvPr id="716" name="Oval 10"/>
            <p:cNvSpPr/>
            <p:nvPr/>
          </p:nvSpPr>
          <p:spPr>
            <a:xfrm>
              <a:off x="4667040" y="373752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7" name="Oval 28"/>
            <p:cNvSpPr/>
            <p:nvPr/>
          </p:nvSpPr>
          <p:spPr>
            <a:xfrm>
              <a:off x="4731480" y="38023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8" name="Group 12"/>
          <p:cNvGrpSpPr/>
          <p:nvPr/>
        </p:nvGrpSpPr>
        <p:grpSpPr>
          <a:xfrm>
            <a:off x="7063200" y="3737520"/>
            <a:ext cx="249120" cy="249120"/>
            <a:chOff x="7063200" y="3737520"/>
            <a:chExt cx="249120" cy="249120"/>
          </a:xfrm>
        </p:grpSpPr>
        <p:sp>
          <p:nvSpPr>
            <p:cNvPr id="719" name="Oval 13"/>
            <p:cNvSpPr/>
            <p:nvPr/>
          </p:nvSpPr>
          <p:spPr>
            <a:xfrm>
              <a:off x="7063200" y="373752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0" name="Oval 28"/>
            <p:cNvSpPr/>
            <p:nvPr/>
          </p:nvSpPr>
          <p:spPr>
            <a:xfrm>
              <a:off x="7128000" y="38023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1" name="Group 15"/>
          <p:cNvGrpSpPr/>
          <p:nvPr/>
        </p:nvGrpSpPr>
        <p:grpSpPr>
          <a:xfrm>
            <a:off x="9452520" y="3737520"/>
            <a:ext cx="249120" cy="249120"/>
            <a:chOff x="9452520" y="3737520"/>
            <a:chExt cx="249120" cy="249120"/>
          </a:xfrm>
        </p:grpSpPr>
        <p:sp>
          <p:nvSpPr>
            <p:cNvPr id="722" name="Oval 16"/>
            <p:cNvSpPr/>
            <p:nvPr/>
          </p:nvSpPr>
          <p:spPr>
            <a:xfrm>
              <a:off x="9452520" y="373752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3" name="Oval 28"/>
            <p:cNvSpPr/>
            <p:nvPr/>
          </p:nvSpPr>
          <p:spPr>
            <a:xfrm>
              <a:off x="9517320" y="38023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4" name="Group 19"/>
          <p:cNvGrpSpPr/>
          <p:nvPr/>
        </p:nvGrpSpPr>
        <p:grpSpPr>
          <a:xfrm>
            <a:off x="1460880" y="1296720"/>
            <a:ext cx="1890720" cy="1892880"/>
            <a:chOff x="1460880" y="1296720"/>
            <a:chExt cx="1890720" cy="1892880"/>
          </a:xfrm>
        </p:grpSpPr>
        <p:sp>
          <p:nvSpPr>
            <p:cNvPr id="725" name="Freeform 14"/>
            <p:cNvSpPr/>
            <p:nvPr/>
          </p:nvSpPr>
          <p:spPr>
            <a:xfrm>
              <a:off x="146088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6" name="Freeform 14"/>
            <p:cNvSpPr/>
            <p:nvPr/>
          </p:nvSpPr>
          <p:spPr>
            <a:xfrm>
              <a:off x="146088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7" name="Group 26"/>
          <p:cNvGrpSpPr/>
          <p:nvPr/>
        </p:nvGrpSpPr>
        <p:grpSpPr>
          <a:xfrm>
            <a:off x="3823920" y="1296720"/>
            <a:ext cx="1890720" cy="1892880"/>
            <a:chOff x="3823920" y="1296720"/>
            <a:chExt cx="1890720" cy="1892880"/>
          </a:xfrm>
        </p:grpSpPr>
        <p:sp>
          <p:nvSpPr>
            <p:cNvPr id="728" name="Freeform 14"/>
            <p:cNvSpPr/>
            <p:nvPr/>
          </p:nvSpPr>
          <p:spPr>
            <a:xfrm>
              <a:off x="382392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9" name="Freeform 14"/>
            <p:cNvSpPr/>
            <p:nvPr/>
          </p:nvSpPr>
          <p:spPr>
            <a:xfrm>
              <a:off x="382392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0" name="Group 33"/>
          <p:cNvGrpSpPr/>
          <p:nvPr/>
        </p:nvGrpSpPr>
        <p:grpSpPr>
          <a:xfrm>
            <a:off x="6215760" y="1296720"/>
            <a:ext cx="1890720" cy="1892880"/>
            <a:chOff x="6215760" y="1296720"/>
            <a:chExt cx="1890720" cy="1892880"/>
          </a:xfrm>
        </p:grpSpPr>
        <p:sp>
          <p:nvSpPr>
            <p:cNvPr id="731" name="Freeform 14"/>
            <p:cNvSpPr/>
            <p:nvPr/>
          </p:nvSpPr>
          <p:spPr>
            <a:xfrm>
              <a:off x="621576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2" name="Freeform 14"/>
            <p:cNvSpPr/>
            <p:nvPr/>
          </p:nvSpPr>
          <p:spPr>
            <a:xfrm>
              <a:off x="621576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3" name="Group 40"/>
          <p:cNvGrpSpPr/>
          <p:nvPr/>
        </p:nvGrpSpPr>
        <p:grpSpPr>
          <a:xfrm>
            <a:off x="8571240" y="1296720"/>
            <a:ext cx="1890720" cy="1892880"/>
            <a:chOff x="8571240" y="1296720"/>
            <a:chExt cx="1890720" cy="1892880"/>
          </a:xfrm>
        </p:grpSpPr>
        <p:sp>
          <p:nvSpPr>
            <p:cNvPr id="734" name="Freeform 14"/>
            <p:cNvSpPr/>
            <p:nvPr/>
          </p:nvSpPr>
          <p:spPr>
            <a:xfrm>
              <a:off x="857124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5" name="Freeform 14"/>
            <p:cNvSpPr/>
            <p:nvPr/>
          </p:nvSpPr>
          <p:spPr>
            <a:xfrm>
              <a:off x="8571240" y="129672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6" name="Text Placeholder 48"/>
          <p:cNvSpPr/>
          <p:nvPr/>
        </p:nvSpPr>
        <p:spPr>
          <a:xfrm>
            <a:off x="1460880" y="4126680"/>
            <a:ext cx="1890000" cy="16412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8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9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Text Placeholder 48"/>
          <p:cNvSpPr/>
          <p:nvPr/>
        </p:nvSpPr>
        <p:spPr>
          <a:xfrm>
            <a:off x="3823920" y="4136040"/>
            <a:ext cx="1890000" cy="16412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" name="Text Placeholder 48"/>
          <p:cNvSpPr/>
          <p:nvPr/>
        </p:nvSpPr>
        <p:spPr>
          <a:xfrm>
            <a:off x="6208560" y="4126680"/>
            <a:ext cx="1890000" cy="16412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8571240" y="4136040"/>
            <a:ext cx="1890000" cy="164124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4" name="Group 4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74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7" name="Rectangle 56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4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3BD6C67-25EF-47E1-AAAF-FED78EB2022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Freeform 44"/>
          <p:cNvSpPr/>
          <p:nvPr/>
        </p:nvSpPr>
        <p:spPr>
          <a:xfrm rot="370200">
            <a:off x="-2063880" y="-133236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1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2" name="Group 6"/>
          <p:cNvGrpSpPr/>
          <p:nvPr/>
        </p:nvGrpSpPr>
        <p:grpSpPr>
          <a:xfrm>
            <a:off x="2378160" y="5424480"/>
            <a:ext cx="249120" cy="249120"/>
            <a:chOff x="2378160" y="5424480"/>
            <a:chExt cx="249120" cy="249120"/>
          </a:xfrm>
        </p:grpSpPr>
        <p:sp>
          <p:nvSpPr>
            <p:cNvPr id="753" name="Oval 7"/>
            <p:cNvSpPr/>
            <p:nvPr/>
          </p:nvSpPr>
          <p:spPr>
            <a:xfrm>
              <a:off x="2378160" y="542448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4" name="Oval 28"/>
            <p:cNvSpPr/>
            <p:nvPr/>
          </p:nvSpPr>
          <p:spPr>
            <a:xfrm>
              <a:off x="2442600" y="54889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5" name="Group 9"/>
          <p:cNvGrpSpPr/>
          <p:nvPr/>
        </p:nvGrpSpPr>
        <p:grpSpPr>
          <a:xfrm>
            <a:off x="4772880" y="5424480"/>
            <a:ext cx="249120" cy="249120"/>
            <a:chOff x="4772880" y="5424480"/>
            <a:chExt cx="249120" cy="249120"/>
          </a:xfrm>
        </p:grpSpPr>
        <p:sp>
          <p:nvSpPr>
            <p:cNvPr id="756" name="Oval 10"/>
            <p:cNvSpPr/>
            <p:nvPr/>
          </p:nvSpPr>
          <p:spPr>
            <a:xfrm>
              <a:off x="4772880" y="542448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7" name="Oval 28"/>
            <p:cNvSpPr/>
            <p:nvPr/>
          </p:nvSpPr>
          <p:spPr>
            <a:xfrm>
              <a:off x="4837320" y="54889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8" name="Group 12"/>
          <p:cNvGrpSpPr/>
          <p:nvPr/>
        </p:nvGrpSpPr>
        <p:grpSpPr>
          <a:xfrm>
            <a:off x="7169040" y="5424480"/>
            <a:ext cx="249120" cy="249120"/>
            <a:chOff x="7169040" y="5424480"/>
            <a:chExt cx="249120" cy="249120"/>
          </a:xfrm>
        </p:grpSpPr>
        <p:sp>
          <p:nvSpPr>
            <p:cNvPr id="759" name="Oval 13"/>
            <p:cNvSpPr/>
            <p:nvPr/>
          </p:nvSpPr>
          <p:spPr>
            <a:xfrm>
              <a:off x="7169040" y="542448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0" name="Oval 28"/>
            <p:cNvSpPr/>
            <p:nvPr/>
          </p:nvSpPr>
          <p:spPr>
            <a:xfrm>
              <a:off x="7233840" y="54889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1" name="Group 15"/>
          <p:cNvGrpSpPr/>
          <p:nvPr/>
        </p:nvGrpSpPr>
        <p:grpSpPr>
          <a:xfrm>
            <a:off x="9558360" y="5424480"/>
            <a:ext cx="249120" cy="249120"/>
            <a:chOff x="9558360" y="5424480"/>
            <a:chExt cx="249120" cy="249120"/>
          </a:xfrm>
        </p:grpSpPr>
        <p:sp>
          <p:nvSpPr>
            <p:cNvPr id="762" name="Oval 16"/>
            <p:cNvSpPr/>
            <p:nvPr/>
          </p:nvSpPr>
          <p:spPr>
            <a:xfrm>
              <a:off x="9558360" y="5424480"/>
              <a:ext cx="249120" cy="2491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3" name="Oval 28"/>
            <p:cNvSpPr/>
            <p:nvPr/>
          </p:nvSpPr>
          <p:spPr>
            <a:xfrm>
              <a:off x="9622800" y="5488920"/>
              <a:ext cx="117000" cy="1159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4" name="Group 19"/>
          <p:cNvGrpSpPr/>
          <p:nvPr/>
        </p:nvGrpSpPr>
        <p:grpSpPr>
          <a:xfrm>
            <a:off x="1566720" y="2983680"/>
            <a:ext cx="1890720" cy="1892880"/>
            <a:chOff x="1566720" y="2983680"/>
            <a:chExt cx="1890720" cy="1892880"/>
          </a:xfrm>
        </p:grpSpPr>
        <p:sp>
          <p:nvSpPr>
            <p:cNvPr id="765" name="Freeform 14"/>
            <p:cNvSpPr/>
            <p:nvPr/>
          </p:nvSpPr>
          <p:spPr>
            <a:xfrm>
              <a:off x="156672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6" name="Freeform 14"/>
            <p:cNvSpPr/>
            <p:nvPr/>
          </p:nvSpPr>
          <p:spPr>
            <a:xfrm>
              <a:off x="156672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7" name="Group 26"/>
          <p:cNvGrpSpPr/>
          <p:nvPr/>
        </p:nvGrpSpPr>
        <p:grpSpPr>
          <a:xfrm>
            <a:off x="3929760" y="2983680"/>
            <a:ext cx="1890720" cy="1892880"/>
            <a:chOff x="3929760" y="2983680"/>
            <a:chExt cx="1890720" cy="1892880"/>
          </a:xfrm>
        </p:grpSpPr>
        <p:sp>
          <p:nvSpPr>
            <p:cNvPr id="768" name="Freeform 14"/>
            <p:cNvSpPr/>
            <p:nvPr/>
          </p:nvSpPr>
          <p:spPr>
            <a:xfrm>
              <a:off x="392976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9" name="Freeform 14"/>
            <p:cNvSpPr/>
            <p:nvPr/>
          </p:nvSpPr>
          <p:spPr>
            <a:xfrm>
              <a:off x="392976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0" name="Group 33"/>
          <p:cNvGrpSpPr/>
          <p:nvPr/>
        </p:nvGrpSpPr>
        <p:grpSpPr>
          <a:xfrm>
            <a:off x="6321600" y="2983680"/>
            <a:ext cx="1890720" cy="1892880"/>
            <a:chOff x="6321600" y="2983680"/>
            <a:chExt cx="1890720" cy="1892880"/>
          </a:xfrm>
        </p:grpSpPr>
        <p:sp>
          <p:nvSpPr>
            <p:cNvPr id="771" name="Freeform 14"/>
            <p:cNvSpPr/>
            <p:nvPr/>
          </p:nvSpPr>
          <p:spPr>
            <a:xfrm>
              <a:off x="632160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2" name="Freeform 14"/>
            <p:cNvSpPr/>
            <p:nvPr/>
          </p:nvSpPr>
          <p:spPr>
            <a:xfrm>
              <a:off x="632160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3" name="Group 40"/>
          <p:cNvGrpSpPr/>
          <p:nvPr/>
        </p:nvGrpSpPr>
        <p:grpSpPr>
          <a:xfrm>
            <a:off x="8677080" y="2983680"/>
            <a:ext cx="1890720" cy="1892880"/>
            <a:chOff x="8677080" y="2983680"/>
            <a:chExt cx="1890720" cy="1892880"/>
          </a:xfrm>
        </p:grpSpPr>
        <p:sp>
          <p:nvSpPr>
            <p:cNvPr id="774" name="Freeform 14"/>
            <p:cNvSpPr/>
            <p:nvPr/>
          </p:nvSpPr>
          <p:spPr>
            <a:xfrm>
              <a:off x="867708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5" name="Freeform 14"/>
            <p:cNvSpPr/>
            <p:nvPr/>
          </p:nvSpPr>
          <p:spPr>
            <a:xfrm>
              <a:off x="8677080" y="2983680"/>
              <a:ext cx="1890720" cy="1892880"/>
            </a:xfrm>
            <a:custGeom>
              <a:avLst/>
              <a:gdLst>
                <a:gd name="textAreaLeft" fmla="*/ 0 w 1890720"/>
                <a:gd name="textAreaRight" fmla="*/ 1897200 w 1890720"/>
                <a:gd name="textAreaTop" fmla="*/ 0 h 1892880"/>
                <a:gd name="textAreaBottom" fmla="*/ 1899360 h 1892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6" name="Text Placeholder 51"/>
          <p:cNvSpPr/>
          <p:nvPr/>
        </p:nvSpPr>
        <p:spPr>
          <a:xfrm>
            <a:off x="1566720" y="2984400"/>
            <a:ext cx="1890720" cy="18921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Text Placeholder 51"/>
          <p:cNvSpPr/>
          <p:nvPr/>
        </p:nvSpPr>
        <p:spPr>
          <a:xfrm>
            <a:off x="3929760" y="2984400"/>
            <a:ext cx="1890720" cy="18921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Text Placeholder 51"/>
          <p:cNvSpPr/>
          <p:nvPr/>
        </p:nvSpPr>
        <p:spPr>
          <a:xfrm>
            <a:off x="6321600" y="2984400"/>
            <a:ext cx="1890720" cy="18921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8677440" y="2984400"/>
            <a:ext cx="1890720" cy="189216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1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2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4" name="Group 3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78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7" name="Rectangle 47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8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E76325E-7FC5-49B5-859F-669087DAD4E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Freeform 27"/>
          <p:cNvSpPr/>
          <p:nvPr/>
        </p:nvSpPr>
        <p:spPr>
          <a:xfrm rot="370200">
            <a:off x="-2220480" y="-101952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1" name="Freeform 7"/>
          <p:cNvSpPr/>
          <p:nvPr/>
        </p:nvSpPr>
        <p:spPr>
          <a:xfrm>
            <a:off x="6723000" y="1060560"/>
            <a:ext cx="4417920" cy="4444200"/>
          </a:xfrm>
          <a:custGeom>
            <a:avLst/>
            <a:gdLst>
              <a:gd name="textAreaLeft" fmla="*/ 0 w 4417920"/>
              <a:gd name="textAreaRight" fmla="*/ 4424400 w 4417920"/>
              <a:gd name="textAreaTop" fmla="*/ 0 h 4444200"/>
              <a:gd name="textAreaBottom" fmla="*/ 4450680 h 44442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2" name="Freeform 7"/>
          <p:cNvSpPr/>
          <p:nvPr/>
        </p:nvSpPr>
        <p:spPr>
          <a:xfrm>
            <a:off x="1149120" y="1060560"/>
            <a:ext cx="4418280" cy="4421880"/>
          </a:xfrm>
          <a:custGeom>
            <a:avLst/>
            <a:gdLst>
              <a:gd name="textAreaLeft" fmla="*/ 0 w 4418280"/>
              <a:gd name="textAreaRight" fmla="*/ 4424760 w 4418280"/>
              <a:gd name="textAreaTop" fmla="*/ 0 h 4421880"/>
              <a:gd name="textAreaBottom" fmla="*/ 4428360 h 44218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3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4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5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Freeform 28"/>
          <p:cNvSpPr/>
          <p:nvPr/>
        </p:nvSpPr>
        <p:spPr>
          <a:xfrm>
            <a:off x="-1855800" y="-133848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98" name="Group 1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799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0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1" name="Text Placeholder 14"/>
          <p:cNvSpPr/>
          <p:nvPr/>
        </p:nvSpPr>
        <p:spPr>
          <a:xfrm>
            <a:off x="6747120" y="1060560"/>
            <a:ext cx="4370400" cy="442260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ectangle 15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66DA9DE-05B8-41DF-9D59-CC29E2BC5EC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Grey_unpressed"/>
          <p:cNvSpPr/>
          <p:nvPr/>
        </p:nvSpPr>
        <p:spPr>
          <a:xfrm>
            <a:off x="2833920" y="2727720"/>
            <a:ext cx="6468120" cy="1515960"/>
          </a:xfrm>
          <a:custGeom>
            <a:avLst/>
            <a:gdLst>
              <a:gd name="textAreaLeft" fmla="*/ 0 w 6468120"/>
              <a:gd name="textAreaRight" fmla="*/ 6474600 w 6468120"/>
              <a:gd name="textAreaTop" fmla="*/ 0 h 1515960"/>
              <a:gd name="textAreaBottom" fmla="*/ 1522440 h 15159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6" name="Freeform 6"/>
          <p:cNvSpPr/>
          <p:nvPr/>
        </p:nvSpPr>
        <p:spPr>
          <a:xfrm>
            <a:off x="2435040" y="2589840"/>
            <a:ext cx="2433600" cy="2608560"/>
          </a:xfrm>
          <a:custGeom>
            <a:avLst/>
            <a:gdLst>
              <a:gd name="textAreaLeft" fmla="*/ 0 w 2433600"/>
              <a:gd name="textAreaRight" fmla="*/ 2440080 w 2433600"/>
              <a:gd name="textAreaTop" fmla="*/ 0 h 2608560"/>
              <a:gd name="textAreaBottom" fmla="*/ 2615040 h 26085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7" name="Oval 7"/>
          <p:cNvSpPr/>
          <p:nvPr/>
        </p:nvSpPr>
        <p:spPr>
          <a:xfrm>
            <a:off x="3103920" y="3080520"/>
            <a:ext cx="980280" cy="9802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8" name="Group 8"/>
          <p:cNvGrpSpPr/>
          <p:nvPr/>
        </p:nvGrpSpPr>
        <p:grpSpPr>
          <a:xfrm>
            <a:off x="4008600" y="3031920"/>
            <a:ext cx="4118400" cy="907560"/>
            <a:chOff x="4008600" y="3031920"/>
            <a:chExt cx="4118400" cy="907560"/>
          </a:xfrm>
        </p:grpSpPr>
        <p:pic>
          <p:nvPicPr>
            <p:cNvPr id="809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2360" cy="8589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0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7240" cy="8589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1" name="Rectangle 12"/>
          <p:cNvSpPr/>
          <p:nvPr/>
        </p:nvSpPr>
        <p:spPr>
          <a:xfrm>
            <a:off x="11271960" y="256320"/>
            <a:ext cx="677160" cy="48924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2" name="Group 11"/>
          <p:cNvGrpSpPr/>
          <p:nvPr/>
        </p:nvGrpSpPr>
        <p:grpSpPr>
          <a:xfrm>
            <a:off x="1527120" y="6498720"/>
            <a:ext cx="901440" cy="194760"/>
            <a:chOff x="1527120" y="6498720"/>
            <a:chExt cx="901440" cy="194760"/>
          </a:xfrm>
        </p:grpSpPr>
        <p:pic>
          <p:nvPicPr>
            <p:cNvPr id="813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4360" cy="1839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4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5560" cy="1839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5" name="TextBox 16"/>
          <p:cNvSpPr/>
          <p:nvPr/>
        </p:nvSpPr>
        <p:spPr>
          <a:xfrm>
            <a:off x="1395000" y="64987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Box 17"/>
          <p:cNvSpPr/>
          <p:nvPr/>
        </p:nvSpPr>
        <p:spPr>
          <a:xfrm>
            <a:off x="1395000" y="645480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Box 18"/>
          <p:cNvSpPr/>
          <p:nvPr/>
        </p:nvSpPr>
        <p:spPr>
          <a:xfrm>
            <a:off x="1395000" y="65095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9"/>
          <p:cNvSpPr/>
          <p:nvPr/>
        </p:nvSpPr>
        <p:spPr>
          <a:xfrm>
            <a:off x="6386040" y="6313680"/>
            <a:ext cx="5704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9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53080" cy="28512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E35E989-B146-4C09-9D6A-BCB20E2BD66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Box 9"/>
          <p:cNvSpPr/>
          <p:nvPr/>
        </p:nvSpPr>
        <p:spPr>
          <a:xfrm>
            <a:off x="4515120" y="4888800"/>
            <a:ext cx="3475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Grey_unpressed"/>
          <p:cNvSpPr/>
          <p:nvPr/>
        </p:nvSpPr>
        <p:spPr>
          <a:xfrm>
            <a:off x="2833920" y="2727720"/>
            <a:ext cx="6468120" cy="1515960"/>
          </a:xfrm>
          <a:custGeom>
            <a:avLst/>
            <a:gdLst>
              <a:gd name="textAreaLeft" fmla="*/ 0 w 6468120"/>
              <a:gd name="textAreaRight" fmla="*/ 6474600 w 6468120"/>
              <a:gd name="textAreaTop" fmla="*/ 0 h 1515960"/>
              <a:gd name="textAreaBottom" fmla="*/ 1522440 h 151596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4" name="Freeform 11"/>
          <p:cNvSpPr/>
          <p:nvPr/>
        </p:nvSpPr>
        <p:spPr>
          <a:xfrm>
            <a:off x="2435040" y="2589840"/>
            <a:ext cx="2433600" cy="2608560"/>
          </a:xfrm>
          <a:custGeom>
            <a:avLst/>
            <a:gdLst>
              <a:gd name="textAreaLeft" fmla="*/ 0 w 2433600"/>
              <a:gd name="textAreaRight" fmla="*/ 2440080 w 2433600"/>
              <a:gd name="textAreaTop" fmla="*/ 0 h 2608560"/>
              <a:gd name="textAreaBottom" fmla="*/ 2615040 h 260856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5" name="Oval 12"/>
          <p:cNvSpPr/>
          <p:nvPr/>
        </p:nvSpPr>
        <p:spPr>
          <a:xfrm>
            <a:off x="3103920" y="3080520"/>
            <a:ext cx="980280" cy="9802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6" name="TextBox 13"/>
          <p:cNvSpPr/>
          <p:nvPr/>
        </p:nvSpPr>
        <p:spPr>
          <a:xfrm>
            <a:off x="4606200" y="3220200"/>
            <a:ext cx="101826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7" name="Group 21"/>
          <p:cNvGrpSpPr/>
          <p:nvPr/>
        </p:nvGrpSpPr>
        <p:grpSpPr>
          <a:xfrm>
            <a:off x="1527120" y="6498720"/>
            <a:ext cx="901440" cy="194760"/>
            <a:chOff x="1527120" y="6498720"/>
            <a:chExt cx="901440" cy="194760"/>
          </a:xfrm>
        </p:grpSpPr>
        <p:pic>
          <p:nvPicPr>
            <p:cNvPr id="828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4360" cy="18396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29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5560" cy="18396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0" name="TextBox 24"/>
          <p:cNvSpPr/>
          <p:nvPr/>
        </p:nvSpPr>
        <p:spPr>
          <a:xfrm>
            <a:off x="1395000" y="64987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Box 25"/>
          <p:cNvSpPr/>
          <p:nvPr/>
        </p:nvSpPr>
        <p:spPr>
          <a:xfrm>
            <a:off x="1395000" y="645480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26"/>
          <p:cNvSpPr/>
          <p:nvPr/>
        </p:nvSpPr>
        <p:spPr>
          <a:xfrm>
            <a:off x="1395000" y="6509520"/>
            <a:ext cx="4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7"/>
          <p:cNvSpPr/>
          <p:nvPr/>
        </p:nvSpPr>
        <p:spPr>
          <a:xfrm>
            <a:off x="6386040" y="6313680"/>
            <a:ext cx="57045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4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53080" cy="285120"/>
          </a:xfrm>
          <a:prstGeom prst="rect">
            <a:avLst/>
          </a:prstGeom>
          <a:ln w="0">
            <a:noFill/>
          </a:ln>
        </p:spPr>
      </p:pic>
      <p:sp>
        <p:nvSpPr>
          <p:cNvPr id="835" name="Rectangle 1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D4098A4-3379-4EE0-919B-D45C3034D76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38" name="Group 5"/>
          <p:cNvGrpSpPr/>
          <p:nvPr/>
        </p:nvGrpSpPr>
        <p:grpSpPr>
          <a:xfrm>
            <a:off x="5942880" y="1173240"/>
            <a:ext cx="4773960" cy="4779000"/>
            <a:chOff x="5942880" y="1173240"/>
            <a:chExt cx="4773960" cy="4779000"/>
          </a:xfrm>
        </p:grpSpPr>
        <p:sp>
          <p:nvSpPr>
            <p:cNvPr id="839" name="Oval 101"/>
            <p:cNvSpPr/>
            <p:nvPr/>
          </p:nvSpPr>
          <p:spPr>
            <a:xfrm>
              <a:off x="5942880" y="1173240"/>
              <a:ext cx="4773960" cy="477900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0" name="Group 7"/>
            <p:cNvGrpSpPr/>
            <p:nvPr/>
          </p:nvGrpSpPr>
          <p:grpSpPr>
            <a:xfrm>
              <a:off x="6314040" y="1564200"/>
              <a:ext cx="4003920" cy="4003920"/>
              <a:chOff x="6314040" y="1564200"/>
              <a:chExt cx="4003920" cy="4003920"/>
            </a:xfrm>
          </p:grpSpPr>
          <p:sp>
            <p:nvSpPr>
              <p:cNvPr id="841" name="Oval 8"/>
              <p:cNvSpPr/>
              <p:nvPr/>
            </p:nvSpPr>
            <p:spPr>
              <a:xfrm>
                <a:off x="6314040" y="1564200"/>
                <a:ext cx="4003920" cy="40039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2" name="Oval 9"/>
              <p:cNvSpPr/>
              <p:nvPr/>
            </p:nvSpPr>
            <p:spPr>
              <a:xfrm>
                <a:off x="6314040" y="1564200"/>
                <a:ext cx="4003920" cy="40039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3" name="Chart 13"/>
          <p:cNvGraphicFramePr/>
          <p:nvPr/>
        </p:nvGraphicFramePr>
        <p:xfrm>
          <a:off x="4898880" y="1365840"/>
          <a:ext cx="6643440" cy="420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4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5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6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7" name="object 384"/>
          <p:cNvSpPr/>
          <p:nvPr/>
        </p:nvSpPr>
        <p:spPr>
          <a:xfrm flipV="1">
            <a:off x="356760" y="671184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8" name="object 4"/>
          <p:cNvSpPr/>
          <p:nvPr/>
        </p:nvSpPr>
        <p:spPr>
          <a:xfrm>
            <a:off x="10477800" y="663120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9" name="object 384"/>
          <p:cNvSpPr/>
          <p:nvPr/>
        </p:nvSpPr>
        <p:spPr>
          <a:xfrm flipV="1" rot="10800000">
            <a:off x="6102720" y="671832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386"/>
          <p:cNvSpPr/>
          <p:nvPr/>
        </p:nvSpPr>
        <p:spPr>
          <a:xfrm>
            <a:off x="5927400" y="651744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Freeform 24"/>
          <p:cNvSpPr/>
          <p:nvPr/>
        </p:nvSpPr>
        <p:spPr>
          <a:xfrm>
            <a:off x="-1688040" y="-113904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2" name="Group 20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853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4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5" name="Rectangle 23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1864E52-DB95-49C4-9567-196974A3F46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8" name="Group 10"/>
          <p:cNvGrpSpPr/>
          <p:nvPr/>
        </p:nvGrpSpPr>
        <p:grpSpPr>
          <a:xfrm>
            <a:off x="4579920" y="1447920"/>
            <a:ext cx="2939760" cy="2943000"/>
            <a:chOff x="4579920" y="1447920"/>
            <a:chExt cx="2939760" cy="2943000"/>
          </a:xfrm>
        </p:grpSpPr>
        <p:sp>
          <p:nvSpPr>
            <p:cNvPr id="859" name="Oval 101"/>
            <p:cNvSpPr/>
            <p:nvPr/>
          </p:nvSpPr>
          <p:spPr>
            <a:xfrm>
              <a:off x="4579920" y="1447920"/>
              <a:ext cx="2939760" cy="294300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0" name="Group 12"/>
            <p:cNvGrpSpPr/>
            <p:nvPr/>
          </p:nvGrpSpPr>
          <p:grpSpPr>
            <a:xfrm>
              <a:off x="4808880" y="1688760"/>
              <a:ext cx="2465280" cy="2465280"/>
              <a:chOff x="4808880" y="1688760"/>
              <a:chExt cx="2465280" cy="2465280"/>
            </a:xfrm>
          </p:grpSpPr>
          <p:sp>
            <p:nvSpPr>
              <p:cNvPr id="861" name="Oval 13"/>
              <p:cNvSpPr/>
              <p:nvPr/>
            </p:nvSpPr>
            <p:spPr>
              <a:xfrm>
                <a:off x="4808880" y="1688760"/>
                <a:ext cx="2465280" cy="2465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2" name="Oval 14"/>
              <p:cNvSpPr/>
              <p:nvPr/>
            </p:nvSpPr>
            <p:spPr>
              <a:xfrm>
                <a:off x="4808880" y="1688760"/>
                <a:ext cx="2465280" cy="2465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3" name="Group 15"/>
          <p:cNvGrpSpPr/>
          <p:nvPr/>
        </p:nvGrpSpPr>
        <p:grpSpPr>
          <a:xfrm>
            <a:off x="1096920" y="1447920"/>
            <a:ext cx="2939760" cy="2943000"/>
            <a:chOff x="1096920" y="1447920"/>
            <a:chExt cx="2939760" cy="2943000"/>
          </a:xfrm>
        </p:grpSpPr>
        <p:sp>
          <p:nvSpPr>
            <p:cNvPr id="864" name="Oval 101"/>
            <p:cNvSpPr/>
            <p:nvPr/>
          </p:nvSpPr>
          <p:spPr>
            <a:xfrm>
              <a:off x="1096920" y="1447920"/>
              <a:ext cx="2939760" cy="294300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5" name="Group 17"/>
            <p:cNvGrpSpPr/>
            <p:nvPr/>
          </p:nvGrpSpPr>
          <p:grpSpPr>
            <a:xfrm>
              <a:off x="1325880" y="1688760"/>
              <a:ext cx="2465280" cy="2465280"/>
              <a:chOff x="1325880" y="1688760"/>
              <a:chExt cx="2465280" cy="2465280"/>
            </a:xfrm>
          </p:grpSpPr>
          <p:sp>
            <p:nvSpPr>
              <p:cNvPr id="866" name="Oval 18"/>
              <p:cNvSpPr/>
              <p:nvPr/>
            </p:nvSpPr>
            <p:spPr>
              <a:xfrm>
                <a:off x="1325880" y="1688760"/>
                <a:ext cx="2465280" cy="2465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7" name="Oval 19"/>
              <p:cNvSpPr/>
              <p:nvPr/>
            </p:nvSpPr>
            <p:spPr>
              <a:xfrm>
                <a:off x="1325880" y="1688760"/>
                <a:ext cx="2465280" cy="2465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68" name="Chart 20"/>
          <p:cNvGraphicFramePr/>
          <p:nvPr/>
        </p:nvGraphicFramePr>
        <p:xfrm>
          <a:off x="525600" y="1632600"/>
          <a:ext cx="4089600" cy="258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69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0" name="Chart 22"/>
          <p:cNvGraphicFramePr/>
          <p:nvPr/>
        </p:nvGraphicFramePr>
        <p:xfrm>
          <a:off x="3995280" y="1632600"/>
          <a:ext cx="4089600" cy="258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2" name="Freeform 119"/>
          <p:cNvSpPr/>
          <p:nvPr/>
        </p:nvSpPr>
        <p:spPr>
          <a:xfrm>
            <a:off x="1720800" y="4778280"/>
            <a:ext cx="1681200" cy="442800"/>
          </a:xfrm>
          <a:custGeom>
            <a:avLst/>
            <a:gdLst>
              <a:gd name="textAreaLeft" fmla="*/ 0 w 1681200"/>
              <a:gd name="textAreaRight" fmla="*/ 1687680 w 1681200"/>
              <a:gd name="textAreaTop" fmla="*/ 0 h 442800"/>
              <a:gd name="textAreaBottom" fmla="*/ 449280 h 44280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3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21"/>
          <p:cNvSpPr/>
          <p:nvPr/>
        </p:nvSpPr>
        <p:spPr>
          <a:xfrm>
            <a:off x="5224320" y="4778280"/>
            <a:ext cx="1679400" cy="442800"/>
          </a:xfrm>
          <a:custGeom>
            <a:avLst/>
            <a:gdLst>
              <a:gd name="textAreaLeft" fmla="*/ 0 w 1679400"/>
              <a:gd name="textAreaRight" fmla="*/ 1685880 w 1679400"/>
              <a:gd name="textAreaTop" fmla="*/ 0 h 442800"/>
              <a:gd name="textAreaBottom" fmla="*/ 449280 h 44280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3"/>
          <p:cNvSpPr/>
          <p:nvPr/>
        </p:nvSpPr>
        <p:spPr>
          <a:xfrm>
            <a:off x="8731080" y="4778280"/>
            <a:ext cx="1679400" cy="442800"/>
          </a:xfrm>
          <a:custGeom>
            <a:avLst/>
            <a:gdLst>
              <a:gd name="textAreaLeft" fmla="*/ 0 w 1679400"/>
              <a:gd name="textAreaRight" fmla="*/ 1685880 w 1679400"/>
              <a:gd name="textAreaTop" fmla="*/ 0 h 442800"/>
              <a:gd name="textAreaBottom" fmla="*/ 449280 h 44280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TextBox 31"/>
          <p:cNvSpPr/>
          <p:nvPr/>
        </p:nvSpPr>
        <p:spPr>
          <a:xfrm>
            <a:off x="1469880" y="5349960"/>
            <a:ext cx="217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9" name="TextBox 32"/>
          <p:cNvSpPr/>
          <p:nvPr/>
        </p:nvSpPr>
        <p:spPr>
          <a:xfrm>
            <a:off x="5029560" y="5349960"/>
            <a:ext cx="2096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3"/>
          <p:cNvSpPr/>
          <p:nvPr/>
        </p:nvSpPr>
        <p:spPr>
          <a:xfrm>
            <a:off x="8561160" y="5349960"/>
            <a:ext cx="208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1" name="Group 40"/>
          <p:cNvGrpSpPr/>
          <p:nvPr/>
        </p:nvGrpSpPr>
        <p:grpSpPr>
          <a:xfrm>
            <a:off x="8104680" y="1447920"/>
            <a:ext cx="2939760" cy="2943000"/>
            <a:chOff x="8104680" y="1447920"/>
            <a:chExt cx="2939760" cy="2943000"/>
          </a:xfrm>
        </p:grpSpPr>
        <p:sp>
          <p:nvSpPr>
            <p:cNvPr id="882" name="Oval 101"/>
            <p:cNvSpPr/>
            <p:nvPr/>
          </p:nvSpPr>
          <p:spPr>
            <a:xfrm>
              <a:off x="8104680" y="1447920"/>
              <a:ext cx="2939760" cy="294300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3" name="Group 42"/>
            <p:cNvGrpSpPr/>
            <p:nvPr/>
          </p:nvGrpSpPr>
          <p:grpSpPr>
            <a:xfrm>
              <a:off x="8333640" y="1688760"/>
              <a:ext cx="2465280" cy="2465280"/>
              <a:chOff x="8333640" y="1688760"/>
              <a:chExt cx="2465280" cy="2465280"/>
            </a:xfrm>
          </p:grpSpPr>
          <p:sp>
            <p:nvSpPr>
              <p:cNvPr id="884" name="Oval 43"/>
              <p:cNvSpPr/>
              <p:nvPr/>
            </p:nvSpPr>
            <p:spPr>
              <a:xfrm>
                <a:off x="8333640" y="1688760"/>
                <a:ext cx="2465280" cy="2465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5" name="Oval 44"/>
              <p:cNvSpPr/>
              <p:nvPr/>
            </p:nvSpPr>
            <p:spPr>
              <a:xfrm>
                <a:off x="8333640" y="1688760"/>
                <a:ext cx="2465280" cy="2465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6" name="Chart 45"/>
          <p:cNvGraphicFramePr/>
          <p:nvPr/>
        </p:nvGraphicFramePr>
        <p:xfrm>
          <a:off x="7520040" y="1632600"/>
          <a:ext cx="4089600" cy="258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7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object 384"/>
          <p:cNvSpPr/>
          <p:nvPr/>
        </p:nvSpPr>
        <p:spPr>
          <a:xfrm flipV="1">
            <a:off x="356760" y="671184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89" name="object 4"/>
          <p:cNvSpPr/>
          <p:nvPr/>
        </p:nvSpPr>
        <p:spPr>
          <a:xfrm>
            <a:off x="10477800" y="663120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0" name="object 384"/>
          <p:cNvSpPr/>
          <p:nvPr/>
        </p:nvSpPr>
        <p:spPr>
          <a:xfrm flipV="1" rot="10800000">
            <a:off x="6102720" y="671832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386"/>
          <p:cNvSpPr/>
          <p:nvPr/>
        </p:nvSpPr>
        <p:spPr>
          <a:xfrm>
            <a:off x="5927400" y="651744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Freeform 49"/>
          <p:cNvSpPr/>
          <p:nvPr/>
        </p:nvSpPr>
        <p:spPr>
          <a:xfrm rot="237600">
            <a:off x="-1342800" y="-920520"/>
            <a:ext cx="7397640" cy="6141240"/>
          </a:xfrm>
          <a:custGeom>
            <a:avLst/>
            <a:gdLst>
              <a:gd name="textAreaLeft" fmla="*/ 0 w 7397640"/>
              <a:gd name="textAreaRight" fmla="*/ 7404120 w 7397640"/>
              <a:gd name="textAreaTop" fmla="*/ 0 h 6141240"/>
              <a:gd name="textAreaBottom" fmla="*/ 6147720 h 614124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3" name="Group 38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894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6" name="Rectangle 50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9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4ABEE23-0112-426E-B643-1CCD27DF9B1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0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1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Freeform 17"/>
          <p:cNvSpPr/>
          <p:nvPr/>
        </p:nvSpPr>
        <p:spPr>
          <a:xfrm>
            <a:off x="3251160" y="1127160"/>
            <a:ext cx="538200" cy="4597200"/>
          </a:xfrm>
          <a:custGeom>
            <a:avLst/>
            <a:gdLst>
              <a:gd name="textAreaLeft" fmla="*/ 0 w 538200"/>
              <a:gd name="textAreaRight" fmla="*/ 544680 w 538200"/>
              <a:gd name="textAreaTop" fmla="*/ 0 h 4597200"/>
              <a:gd name="textAreaBottom" fmla="*/ 4603680 h 459720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Freeform 18"/>
          <p:cNvSpPr/>
          <p:nvPr/>
        </p:nvSpPr>
        <p:spPr>
          <a:xfrm>
            <a:off x="3251160" y="3429000"/>
            <a:ext cx="538200" cy="2295360"/>
          </a:xfrm>
          <a:custGeom>
            <a:avLst/>
            <a:gdLst>
              <a:gd name="textAreaLeft" fmla="*/ 0 w 538200"/>
              <a:gd name="textAreaRight" fmla="*/ 544680 w 538200"/>
              <a:gd name="textAreaTop" fmla="*/ 0 h 2295360"/>
              <a:gd name="textAreaBottom" fmla="*/ 2301840 h 229536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9"/>
          <p:cNvSpPr/>
          <p:nvPr/>
        </p:nvSpPr>
        <p:spPr>
          <a:xfrm>
            <a:off x="4508640" y="1127160"/>
            <a:ext cx="533160" cy="4597200"/>
          </a:xfrm>
          <a:custGeom>
            <a:avLst/>
            <a:gdLst>
              <a:gd name="textAreaLeft" fmla="*/ 0 w 533160"/>
              <a:gd name="textAreaRight" fmla="*/ 539640 w 533160"/>
              <a:gd name="textAreaTop" fmla="*/ 0 h 4597200"/>
              <a:gd name="textAreaBottom" fmla="*/ 4603680 h 459720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20"/>
          <p:cNvSpPr/>
          <p:nvPr/>
        </p:nvSpPr>
        <p:spPr>
          <a:xfrm>
            <a:off x="4508640" y="2887560"/>
            <a:ext cx="533160" cy="2836800"/>
          </a:xfrm>
          <a:custGeom>
            <a:avLst/>
            <a:gdLst>
              <a:gd name="textAreaLeft" fmla="*/ 0 w 533160"/>
              <a:gd name="textAreaRight" fmla="*/ 539640 w 533160"/>
              <a:gd name="textAreaTop" fmla="*/ 0 h 2836800"/>
              <a:gd name="textAreaBottom" fmla="*/ 2843280 h 283680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21"/>
          <p:cNvSpPr/>
          <p:nvPr/>
        </p:nvSpPr>
        <p:spPr>
          <a:xfrm>
            <a:off x="5761080" y="1127160"/>
            <a:ext cx="538200" cy="4597200"/>
          </a:xfrm>
          <a:custGeom>
            <a:avLst/>
            <a:gdLst>
              <a:gd name="textAreaLeft" fmla="*/ 0 w 538200"/>
              <a:gd name="textAreaRight" fmla="*/ 544680 w 538200"/>
              <a:gd name="textAreaTop" fmla="*/ 0 h 4597200"/>
              <a:gd name="textAreaBottom" fmla="*/ 4603680 h 459720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2"/>
          <p:cNvSpPr/>
          <p:nvPr/>
        </p:nvSpPr>
        <p:spPr>
          <a:xfrm>
            <a:off x="5761080" y="3813120"/>
            <a:ext cx="538200" cy="1911240"/>
          </a:xfrm>
          <a:custGeom>
            <a:avLst/>
            <a:gdLst>
              <a:gd name="textAreaLeft" fmla="*/ 0 w 538200"/>
              <a:gd name="textAreaRight" fmla="*/ 544680 w 538200"/>
              <a:gd name="textAreaTop" fmla="*/ 0 h 1911240"/>
              <a:gd name="textAreaBottom" fmla="*/ 1917720 h 191124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3"/>
          <p:cNvSpPr/>
          <p:nvPr/>
        </p:nvSpPr>
        <p:spPr>
          <a:xfrm>
            <a:off x="7016760" y="1127160"/>
            <a:ext cx="538200" cy="4597200"/>
          </a:xfrm>
          <a:custGeom>
            <a:avLst/>
            <a:gdLst>
              <a:gd name="textAreaLeft" fmla="*/ 0 w 538200"/>
              <a:gd name="textAreaRight" fmla="*/ 544680 w 538200"/>
              <a:gd name="textAreaTop" fmla="*/ 0 h 4597200"/>
              <a:gd name="textAreaBottom" fmla="*/ 4603680 h 459720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4"/>
          <p:cNvSpPr/>
          <p:nvPr/>
        </p:nvSpPr>
        <p:spPr>
          <a:xfrm>
            <a:off x="7016760" y="2887560"/>
            <a:ext cx="538200" cy="2836800"/>
          </a:xfrm>
          <a:custGeom>
            <a:avLst/>
            <a:gdLst>
              <a:gd name="textAreaLeft" fmla="*/ 0 w 538200"/>
              <a:gd name="textAreaRight" fmla="*/ 544680 w 538200"/>
              <a:gd name="textAreaTop" fmla="*/ 0 h 2836800"/>
              <a:gd name="textAreaBottom" fmla="*/ 2843280 h 283680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5"/>
          <p:cNvSpPr/>
          <p:nvPr/>
        </p:nvSpPr>
        <p:spPr>
          <a:xfrm>
            <a:off x="8273880" y="1127160"/>
            <a:ext cx="534960" cy="4597200"/>
          </a:xfrm>
          <a:custGeom>
            <a:avLst/>
            <a:gdLst>
              <a:gd name="textAreaLeft" fmla="*/ 0 w 534960"/>
              <a:gd name="textAreaRight" fmla="*/ 541440 w 534960"/>
              <a:gd name="textAreaTop" fmla="*/ 0 h 4597200"/>
              <a:gd name="textAreaBottom" fmla="*/ 4603680 h 459720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6"/>
          <p:cNvSpPr/>
          <p:nvPr/>
        </p:nvSpPr>
        <p:spPr>
          <a:xfrm>
            <a:off x="8273880" y="1611360"/>
            <a:ext cx="534960" cy="4113000"/>
          </a:xfrm>
          <a:custGeom>
            <a:avLst/>
            <a:gdLst>
              <a:gd name="textAreaLeft" fmla="*/ 0 w 534960"/>
              <a:gd name="textAreaRight" fmla="*/ 541440 w 534960"/>
              <a:gd name="textAreaTop" fmla="*/ 0 h 4113000"/>
              <a:gd name="textAreaBottom" fmla="*/ 4119480 h 411300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0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1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2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3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6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7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8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9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38" name="object 384"/>
          <p:cNvSpPr/>
          <p:nvPr/>
        </p:nvSpPr>
        <p:spPr>
          <a:xfrm flipV="1">
            <a:off x="356760" y="671184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object 4"/>
          <p:cNvSpPr/>
          <p:nvPr/>
        </p:nvSpPr>
        <p:spPr>
          <a:xfrm>
            <a:off x="10477800" y="663120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0" name="object 384"/>
          <p:cNvSpPr/>
          <p:nvPr/>
        </p:nvSpPr>
        <p:spPr>
          <a:xfrm flipV="1" rot="10800000">
            <a:off x="6102720" y="671832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386"/>
          <p:cNvSpPr/>
          <p:nvPr/>
        </p:nvSpPr>
        <p:spPr>
          <a:xfrm>
            <a:off x="5927400" y="651744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Freeform 52"/>
          <p:cNvSpPr/>
          <p:nvPr/>
        </p:nvSpPr>
        <p:spPr>
          <a:xfrm rot="370200">
            <a:off x="-1859400" y="-110628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3" name="Group 48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944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6" name="Rectangle 53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9A35B52-EB53-4292-AB2E-6470FA27832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49" name="Group 5"/>
          <p:cNvGrpSpPr/>
          <p:nvPr/>
        </p:nvGrpSpPr>
        <p:grpSpPr>
          <a:xfrm>
            <a:off x="5370480" y="955800"/>
            <a:ext cx="97200" cy="4581360"/>
            <a:chOff x="5370480" y="955800"/>
            <a:chExt cx="97200" cy="4581360"/>
          </a:xfrm>
        </p:grpSpPr>
        <p:sp>
          <p:nvSpPr>
            <p:cNvPr id="950" name="Freeform 10"/>
            <p:cNvSpPr/>
            <p:nvPr/>
          </p:nvSpPr>
          <p:spPr>
            <a:xfrm>
              <a:off x="5370480" y="955800"/>
              <a:ext cx="92520" cy="4581360"/>
            </a:xfrm>
            <a:custGeom>
              <a:avLst/>
              <a:gdLst>
                <a:gd name="textAreaLeft" fmla="*/ 0 w 92520"/>
                <a:gd name="textAreaRight" fmla="*/ 99000 w 92520"/>
                <a:gd name="textAreaTop" fmla="*/ 0 h 4581360"/>
                <a:gd name="textAreaBottom" fmla="*/ 4587840 h 458136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1" name="Freeform 16"/>
            <p:cNvSpPr/>
            <p:nvPr/>
          </p:nvSpPr>
          <p:spPr>
            <a:xfrm>
              <a:off x="5370480" y="4232520"/>
              <a:ext cx="97200" cy="1304640"/>
            </a:xfrm>
            <a:custGeom>
              <a:avLst/>
              <a:gdLst>
                <a:gd name="textAreaLeft" fmla="*/ 0 w 97200"/>
                <a:gd name="textAreaRight" fmla="*/ 103680 w 97200"/>
                <a:gd name="textAreaTop" fmla="*/ 0 h 1304640"/>
                <a:gd name="textAreaBottom" fmla="*/ 1311120 h 130464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2" name="Group 8"/>
          <p:cNvGrpSpPr/>
          <p:nvPr/>
        </p:nvGrpSpPr>
        <p:grpSpPr>
          <a:xfrm>
            <a:off x="6394320" y="955800"/>
            <a:ext cx="104040" cy="4581000"/>
            <a:chOff x="6394320" y="955800"/>
            <a:chExt cx="104040" cy="4581000"/>
          </a:xfrm>
        </p:grpSpPr>
        <p:sp>
          <p:nvSpPr>
            <p:cNvPr id="953" name="Freeform 11"/>
            <p:cNvSpPr/>
            <p:nvPr/>
          </p:nvSpPr>
          <p:spPr>
            <a:xfrm>
              <a:off x="6394320" y="955800"/>
              <a:ext cx="104040" cy="4538880"/>
            </a:xfrm>
            <a:custGeom>
              <a:avLst/>
              <a:gdLst>
                <a:gd name="textAreaLeft" fmla="*/ 0 w 104040"/>
                <a:gd name="textAreaRight" fmla="*/ 110520 w 104040"/>
                <a:gd name="textAreaTop" fmla="*/ 0 h 4538880"/>
                <a:gd name="textAreaBottom" fmla="*/ 4545360 h 453888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4" name="Freeform 17"/>
            <p:cNvSpPr/>
            <p:nvPr/>
          </p:nvSpPr>
          <p:spPr>
            <a:xfrm>
              <a:off x="6394320" y="3753360"/>
              <a:ext cx="104040" cy="1783440"/>
            </a:xfrm>
            <a:custGeom>
              <a:avLst/>
              <a:gdLst>
                <a:gd name="textAreaLeft" fmla="*/ 0 w 104040"/>
                <a:gd name="textAreaRight" fmla="*/ 110520 w 104040"/>
                <a:gd name="textAreaTop" fmla="*/ 0 h 1783440"/>
                <a:gd name="textAreaBottom" fmla="*/ 1789920 h 178344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5" name="Group 11"/>
          <p:cNvGrpSpPr/>
          <p:nvPr/>
        </p:nvGrpSpPr>
        <p:grpSpPr>
          <a:xfrm>
            <a:off x="7423200" y="955800"/>
            <a:ext cx="79200" cy="4581360"/>
            <a:chOff x="7423200" y="955800"/>
            <a:chExt cx="79200" cy="4581360"/>
          </a:xfrm>
        </p:grpSpPr>
        <p:sp>
          <p:nvSpPr>
            <p:cNvPr id="956" name="Freeform 12"/>
            <p:cNvSpPr/>
            <p:nvPr/>
          </p:nvSpPr>
          <p:spPr>
            <a:xfrm>
              <a:off x="7423200" y="955800"/>
              <a:ext cx="79200" cy="4581360"/>
            </a:xfrm>
            <a:custGeom>
              <a:avLst/>
              <a:gdLst>
                <a:gd name="textAreaLeft" fmla="*/ 0 w 79200"/>
                <a:gd name="textAreaRight" fmla="*/ 85680 w 79200"/>
                <a:gd name="textAreaTop" fmla="*/ 0 h 4581360"/>
                <a:gd name="textAreaBottom" fmla="*/ 4587840 h 458136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7" name="Freeform 18"/>
            <p:cNvSpPr/>
            <p:nvPr/>
          </p:nvSpPr>
          <p:spPr>
            <a:xfrm>
              <a:off x="7423200" y="2684160"/>
              <a:ext cx="79200" cy="2853000"/>
            </a:xfrm>
            <a:custGeom>
              <a:avLst/>
              <a:gdLst>
                <a:gd name="textAreaLeft" fmla="*/ 0 w 79200"/>
                <a:gd name="textAreaRight" fmla="*/ 85680 w 79200"/>
                <a:gd name="textAreaTop" fmla="*/ 0 h 2853000"/>
                <a:gd name="textAreaBottom" fmla="*/ 2859480 h 285300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8" name="Group 14"/>
          <p:cNvGrpSpPr/>
          <p:nvPr/>
        </p:nvGrpSpPr>
        <p:grpSpPr>
          <a:xfrm>
            <a:off x="8447040" y="955800"/>
            <a:ext cx="80280" cy="4581360"/>
            <a:chOff x="8447040" y="955800"/>
            <a:chExt cx="80280" cy="4581360"/>
          </a:xfrm>
        </p:grpSpPr>
        <p:sp>
          <p:nvSpPr>
            <p:cNvPr id="959" name="Freeform 13"/>
            <p:cNvSpPr/>
            <p:nvPr/>
          </p:nvSpPr>
          <p:spPr>
            <a:xfrm>
              <a:off x="8447040" y="955800"/>
              <a:ext cx="80280" cy="4417200"/>
            </a:xfrm>
            <a:custGeom>
              <a:avLst/>
              <a:gdLst>
                <a:gd name="textAreaLeft" fmla="*/ 0 w 80280"/>
                <a:gd name="textAreaRight" fmla="*/ 86760 w 80280"/>
                <a:gd name="textAreaTop" fmla="*/ 0 h 4417200"/>
                <a:gd name="textAreaBottom" fmla="*/ 4423680 h 441720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0" name="Freeform 19"/>
            <p:cNvSpPr/>
            <p:nvPr/>
          </p:nvSpPr>
          <p:spPr>
            <a:xfrm>
              <a:off x="8447040" y="2304720"/>
              <a:ext cx="80280" cy="3232440"/>
            </a:xfrm>
            <a:custGeom>
              <a:avLst/>
              <a:gdLst>
                <a:gd name="textAreaLeft" fmla="*/ 0 w 80280"/>
                <a:gd name="textAreaRight" fmla="*/ 86760 w 80280"/>
                <a:gd name="textAreaTop" fmla="*/ 0 h 3232440"/>
                <a:gd name="textAreaBottom" fmla="*/ 3238920 h 323244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1" name="Group 17"/>
          <p:cNvGrpSpPr/>
          <p:nvPr/>
        </p:nvGrpSpPr>
        <p:grpSpPr>
          <a:xfrm>
            <a:off x="9474120" y="955800"/>
            <a:ext cx="85680" cy="4581000"/>
            <a:chOff x="9474120" y="955800"/>
            <a:chExt cx="85680" cy="4581000"/>
          </a:xfrm>
        </p:grpSpPr>
        <p:sp>
          <p:nvSpPr>
            <p:cNvPr id="962" name="Freeform 14"/>
            <p:cNvSpPr/>
            <p:nvPr/>
          </p:nvSpPr>
          <p:spPr>
            <a:xfrm>
              <a:off x="9474120" y="955800"/>
              <a:ext cx="85680" cy="4338360"/>
            </a:xfrm>
            <a:custGeom>
              <a:avLst/>
              <a:gdLst>
                <a:gd name="textAreaLeft" fmla="*/ 0 w 85680"/>
                <a:gd name="textAreaRight" fmla="*/ 92160 w 85680"/>
                <a:gd name="textAreaTop" fmla="*/ 0 h 4338360"/>
                <a:gd name="textAreaBottom" fmla="*/ 4344840 h 433836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3" name="Freeform 20"/>
            <p:cNvSpPr/>
            <p:nvPr/>
          </p:nvSpPr>
          <p:spPr>
            <a:xfrm>
              <a:off x="9474120" y="4072320"/>
              <a:ext cx="85680" cy="1464480"/>
            </a:xfrm>
            <a:custGeom>
              <a:avLst/>
              <a:gdLst>
                <a:gd name="textAreaLeft" fmla="*/ 0 w 85680"/>
                <a:gd name="textAreaRight" fmla="*/ 92160 w 85680"/>
                <a:gd name="textAreaTop" fmla="*/ 0 h 1464480"/>
                <a:gd name="textAreaBottom" fmla="*/ 1470960 h 146448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4" name="Group 20"/>
          <p:cNvGrpSpPr/>
          <p:nvPr/>
        </p:nvGrpSpPr>
        <p:grpSpPr>
          <a:xfrm>
            <a:off x="10503000" y="955800"/>
            <a:ext cx="83880" cy="4581360"/>
            <a:chOff x="10503000" y="955800"/>
            <a:chExt cx="83880" cy="4581360"/>
          </a:xfrm>
        </p:grpSpPr>
        <p:sp>
          <p:nvSpPr>
            <p:cNvPr id="965" name="Freeform 15"/>
            <p:cNvSpPr/>
            <p:nvPr/>
          </p:nvSpPr>
          <p:spPr>
            <a:xfrm>
              <a:off x="10503000" y="955800"/>
              <a:ext cx="83880" cy="4457160"/>
            </a:xfrm>
            <a:custGeom>
              <a:avLst/>
              <a:gdLst>
                <a:gd name="textAreaLeft" fmla="*/ 0 w 83880"/>
                <a:gd name="textAreaRight" fmla="*/ 90360 w 83880"/>
                <a:gd name="textAreaTop" fmla="*/ 0 h 4457160"/>
                <a:gd name="textAreaBottom" fmla="*/ 4463640 h 445716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6" name="Freeform 21"/>
            <p:cNvSpPr/>
            <p:nvPr/>
          </p:nvSpPr>
          <p:spPr>
            <a:xfrm>
              <a:off x="10503000" y="3309840"/>
              <a:ext cx="83880" cy="2227320"/>
            </a:xfrm>
            <a:custGeom>
              <a:avLst/>
              <a:gdLst>
                <a:gd name="textAreaLeft" fmla="*/ 0 w 83880"/>
                <a:gd name="textAreaRight" fmla="*/ 90360 w 83880"/>
                <a:gd name="textAreaTop" fmla="*/ 0 h 2227320"/>
                <a:gd name="textAreaBottom" fmla="*/ 2233800 h 222732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7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Oval 29"/>
          <p:cNvSpPr/>
          <p:nvPr/>
        </p:nvSpPr>
        <p:spPr>
          <a:xfrm>
            <a:off x="5168520" y="3993120"/>
            <a:ext cx="472680" cy="472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4" name="Oval 30"/>
          <p:cNvSpPr/>
          <p:nvPr/>
        </p:nvSpPr>
        <p:spPr>
          <a:xfrm>
            <a:off x="6189480" y="3402720"/>
            <a:ext cx="472680" cy="472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5" name="Oval 31"/>
          <p:cNvSpPr/>
          <p:nvPr/>
        </p:nvSpPr>
        <p:spPr>
          <a:xfrm>
            <a:off x="7231680" y="2304720"/>
            <a:ext cx="472680" cy="472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2"/>
          <p:cNvSpPr/>
          <p:nvPr/>
        </p:nvSpPr>
        <p:spPr>
          <a:xfrm>
            <a:off x="8253720" y="1885680"/>
            <a:ext cx="472680" cy="472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3"/>
          <p:cNvSpPr/>
          <p:nvPr/>
        </p:nvSpPr>
        <p:spPr>
          <a:xfrm>
            <a:off x="9279000" y="3753360"/>
            <a:ext cx="472680" cy="472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4"/>
          <p:cNvSpPr/>
          <p:nvPr/>
        </p:nvSpPr>
        <p:spPr>
          <a:xfrm>
            <a:off x="10297800" y="2969640"/>
            <a:ext cx="472680" cy="47268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bject 384"/>
          <p:cNvSpPr/>
          <p:nvPr/>
        </p:nvSpPr>
        <p:spPr>
          <a:xfrm flipV="1">
            <a:off x="356760" y="671184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0" name="object 4"/>
          <p:cNvSpPr/>
          <p:nvPr/>
        </p:nvSpPr>
        <p:spPr>
          <a:xfrm>
            <a:off x="10477800" y="663120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1" name="object 384"/>
          <p:cNvSpPr/>
          <p:nvPr/>
        </p:nvSpPr>
        <p:spPr>
          <a:xfrm flipV="1" rot="10800000">
            <a:off x="6102720" y="671832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386"/>
          <p:cNvSpPr/>
          <p:nvPr/>
        </p:nvSpPr>
        <p:spPr>
          <a:xfrm>
            <a:off x="5927400" y="651744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Freeform 44"/>
          <p:cNvSpPr/>
          <p:nvPr/>
        </p:nvSpPr>
        <p:spPr>
          <a:xfrm>
            <a:off x="-2063880" y="-1115280"/>
            <a:ext cx="7423200" cy="3800880"/>
          </a:xfrm>
          <a:custGeom>
            <a:avLst/>
            <a:gdLst>
              <a:gd name="textAreaLeft" fmla="*/ 0 w 7423200"/>
              <a:gd name="textAreaRight" fmla="*/ 7429680 w 7423200"/>
              <a:gd name="textAreaTop" fmla="*/ 0 h 3800880"/>
              <a:gd name="textAreaBottom" fmla="*/ 3807360 h 380088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4" name="Group 40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985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7" name="Rectangle 45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8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0EB87FE-25F3-4B9F-9B43-D4F5BAD1351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" name="Freeform 13"/>
          <p:cNvSpPr/>
          <p:nvPr/>
        </p:nvSpPr>
        <p:spPr>
          <a:xfrm rot="370200">
            <a:off x="-1922760" y="-906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1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2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3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5" name="Group 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99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98" name="Rectangle 1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499C75E-3FC5-4469-A7F4-559B409BCEF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Freeform 13"/>
          <p:cNvSpPr/>
          <p:nvPr/>
        </p:nvSpPr>
        <p:spPr>
          <a:xfrm rot="370200">
            <a:off x="-1922760" y="-906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2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3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4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5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06" name="Group 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100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8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9" name="Rectangle 1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1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FB71017-4A44-4624-9C69-03C6162E922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4" name="Freeform 13"/>
          <p:cNvSpPr/>
          <p:nvPr/>
        </p:nvSpPr>
        <p:spPr>
          <a:xfrm rot="370200">
            <a:off x="-1922760" y="-906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5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6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7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8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19" name="Group 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1020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21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22" name="Rectangle 1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2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11E52D2-B4FB-4BAB-9B58-C31518ADA12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Freeform 13"/>
          <p:cNvSpPr/>
          <p:nvPr/>
        </p:nvSpPr>
        <p:spPr>
          <a:xfrm rot="370200">
            <a:off x="-1922760" y="-906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8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9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0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1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32" name="Group 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1033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34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35" name="Rectangle 1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Oval 6"/>
          <p:cNvSpPr/>
          <p:nvPr/>
        </p:nvSpPr>
        <p:spPr>
          <a:xfrm>
            <a:off x="11513880" y="273600"/>
            <a:ext cx="342720" cy="34092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6061FF3-4FDC-4EC4-8EC3-98FBAE582A8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0" name="Freeform 13"/>
          <p:cNvSpPr/>
          <p:nvPr/>
        </p:nvSpPr>
        <p:spPr>
          <a:xfrm rot="370200">
            <a:off x="-1922760" y="-906840"/>
            <a:ext cx="12067560" cy="5605920"/>
          </a:xfrm>
          <a:custGeom>
            <a:avLst/>
            <a:gdLst>
              <a:gd name="textAreaLeft" fmla="*/ 0 w 12067560"/>
              <a:gd name="textAreaRight" fmla="*/ 12074040 w 12067560"/>
              <a:gd name="textAreaTop" fmla="*/ 0 h 5605920"/>
              <a:gd name="textAreaBottom" fmla="*/ 5612400 h 560592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1" name="object 384"/>
          <p:cNvSpPr/>
          <p:nvPr/>
        </p:nvSpPr>
        <p:spPr>
          <a:xfrm flipV="1">
            <a:off x="356760" y="6701760"/>
            <a:ext cx="5705640" cy="39240"/>
          </a:xfrm>
          <a:custGeom>
            <a:avLst/>
            <a:gdLst>
              <a:gd name="textAreaLeft" fmla="*/ 0 w 5705640"/>
              <a:gd name="textAreaRight" fmla="*/ 5712120 w 570564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2" name="object 4"/>
          <p:cNvSpPr/>
          <p:nvPr/>
        </p:nvSpPr>
        <p:spPr>
          <a:xfrm>
            <a:off x="10477800" y="6621120"/>
            <a:ext cx="1387440" cy="167760"/>
          </a:xfrm>
          <a:custGeom>
            <a:avLst/>
            <a:gdLst>
              <a:gd name="textAreaLeft" fmla="*/ 0 w 1387440"/>
              <a:gd name="textAreaRight" fmla="*/ 1393920 w 1387440"/>
              <a:gd name="textAreaTop" fmla="*/ 0 h 167760"/>
              <a:gd name="textAreaBottom" fmla="*/ 174240 h 16776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3" name="object 384"/>
          <p:cNvSpPr/>
          <p:nvPr/>
        </p:nvSpPr>
        <p:spPr>
          <a:xfrm flipV="1" rot="10800000">
            <a:off x="6102720" y="6708240"/>
            <a:ext cx="4311720" cy="39240"/>
          </a:xfrm>
          <a:custGeom>
            <a:avLst/>
            <a:gdLst>
              <a:gd name="textAreaLeft" fmla="*/ 0 w 4311720"/>
              <a:gd name="textAreaRight" fmla="*/ 4318200 w 4311720"/>
              <a:gd name="textAreaTop" fmla="*/ 3240 h 39240"/>
              <a:gd name="textAreaBottom" fmla="*/ 48960 h 3924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4" name="object 386"/>
          <p:cNvSpPr/>
          <p:nvPr/>
        </p:nvSpPr>
        <p:spPr>
          <a:xfrm>
            <a:off x="5927400" y="6507720"/>
            <a:ext cx="330480" cy="315360"/>
          </a:xfrm>
          <a:custGeom>
            <a:avLst/>
            <a:gdLst>
              <a:gd name="textAreaLeft" fmla="*/ 0 w 330480"/>
              <a:gd name="textAreaRight" fmla="*/ 336960 w 330480"/>
              <a:gd name="textAreaTop" fmla="*/ 0 h 315360"/>
              <a:gd name="textAreaBottom" fmla="*/ 321840 h 31536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45" name="Group 9"/>
          <p:cNvGrpSpPr/>
          <p:nvPr/>
        </p:nvGrpSpPr>
        <p:grpSpPr>
          <a:xfrm>
            <a:off x="553680" y="565200"/>
            <a:ext cx="1473120" cy="49320"/>
            <a:chOff x="553680" y="565200"/>
            <a:chExt cx="1473120" cy="49320"/>
          </a:xfrm>
        </p:grpSpPr>
        <p:sp>
          <p:nvSpPr>
            <p:cNvPr id="1046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7" name="Freeform 7"/>
            <p:cNvSpPr/>
            <p:nvPr/>
          </p:nvSpPr>
          <p:spPr>
            <a:xfrm flipV="1" rot="16200000">
              <a:off x="1265400" y="-146880"/>
              <a:ext cx="49320" cy="1473120"/>
            </a:xfrm>
            <a:custGeom>
              <a:avLst/>
              <a:gdLst>
                <a:gd name="textAreaLeft" fmla="*/ 0 w 49320"/>
                <a:gd name="textAreaRight" fmla="*/ 55800 w 49320"/>
                <a:gd name="textAreaTop" fmla="*/ -3240 h 1473120"/>
                <a:gd name="textAreaBottom" fmla="*/ 1476360 h 147312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48" name="Rectangle 14"/>
          <p:cNvSpPr/>
          <p:nvPr/>
        </p:nvSpPr>
        <p:spPr>
          <a:xfrm>
            <a:off x="11441880" y="168480"/>
            <a:ext cx="510840" cy="53496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TextBox 1"/>
          <p:cNvSpPr/>
          <p:nvPr/>
        </p:nvSpPr>
        <p:spPr>
          <a:xfrm>
            <a:off x="5482080" y="6479640"/>
            <a:ext cx="911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Text Placeholder 10"/>
          <p:cNvSpPr/>
          <p:nvPr/>
        </p:nvSpPr>
        <p:spPr>
          <a:xfrm>
            <a:off x="2046600" y="4454640"/>
            <a:ext cx="8296200" cy="125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440" cy="41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1 : Core AI + Machine Learning Foundations (Engineer-Oriented)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 3"/>
          <p:cNvSpPr/>
          <p:nvPr/>
        </p:nvSpPr>
        <p:spPr>
          <a:xfrm>
            <a:off x="457200" y="831600"/>
            <a:ext cx="11426760" cy="548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landscape for engineers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ML systems actually work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Core ML types (practical framing) 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Neural networks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Homeworks (2)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Understand ML as a software system.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440" cy="41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2 :  LLMs, Generative AI, and Modern AI Stack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Text 1"/>
          <p:cNvSpPr/>
          <p:nvPr/>
        </p:nvSpPr>
        <p:spPr>
          <a:xfrm>
            <a:off x="457200" y="831600"/>
            <a:ext cx="11426760" cy="548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What changed: from ML to LLMs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Transformers (engineer-level explanation)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LLMs work in production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Embeddings (VERY 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Prompting (practical engineering skill)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RAG (Retrieval Augmented Generation), Ontology, LLM wiki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SLM Distillation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Homeworks(2)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Understand how modern AI products are actually built.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440" cy="41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DAY – 3 :  Building AI Systems + Production + Real Use Cases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" name="Text 4"/>
          <p:cNvSpPr/>
          <p:nvPr/>
        </p:nvSpPr>
        <p:spPr>
          <a:xfrm>
            <a:off x="457200" y="831600"/>
            <a:ext cx="11426760" cy="548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in real software architecture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LLM application patterns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agents (modern topic)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MLOps &amp; LLMOps (important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Cost, latency, and scaling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Security and risks (engineering angle)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Homeworks (2)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288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Outcome: Design and prototype real AI-powered systems.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4752</TotalTime>
  <Application>LibreOffice/24.2.7.2$Linux_X86_64 LibreOffice_project/420$Build-2</Application>
  <AppVersion>15.0000</AppVersion>
  <Words>840</Words>
  <Paragraphs>249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cp:lastPrinted>2026-07-11T17:31:40Z</cp:lastPrinted>
  <dcterms:modified xsi:type="dcterms:W3CDTF">2026-07-16T18:58:58Z</dcterms:modified>
  <cp:revision>88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10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