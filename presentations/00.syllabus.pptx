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</p:sldMasterIdLst>
  <p:sldIdLst>
    <p:sldId id="256" r:id="rId40"/>
    <p:sldId id="257" r:id="rId41"/>
    <p:sldId id="258" r:id="rId42"/>
    <p:sldId id="259" r:id="rId43"/>
    <p:sldId id="260" r:id="rId4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" Target="slides/slide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16178143793683"/>
          <c:y val="0.0483042137718397"/>
          <c:w val="0.590507666468007"/>
          <c:h val="0.932168550873587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87000">
                    <a:srgbClr val="ff0000"/>
                  </a:gs>
                  <a:gs pos="100000">
                    <a:srgbClr val="b2244c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242e3d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çıl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pe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I Arz Eder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+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+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+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çıl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14D2FC78-F7D2-4C41-8319-6DF31A97936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Grey_unpressed"/>
          <p:cNvSpPr/>
          <p:nvPr/>
        </p:nvSpPr>
        <p:spPr>
          <a:xfrm>
            <a:off x="2833920" y="2727720"/>
            <a:ext cx="6468840" cy="1516680"/>
          </a:xfrm>
          <a:custGeom>
            <a:avLst/>
            <a:gdLst>
              <a:gd name="textAreaLeft" fmla="*/ 0 w 6468840"/>
              <a:gd name="textAreaRight" fmla="*/ 6474600 w 6468840"/>
              <a:gd name="textAreaTop" fmla="*/ 0 h 1516680"/>
              <a:gd name="textAreaBottom" fmla="*/ 1522440 h 151668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" name="TextBox 4"/>
          <p:cNvSpPr/>
          <p:nvPr/>
        </p:nvSpPr>
        <p:spPr>
          <a:xfrm>
            <a:off x="7392960" y="6313680"/>
            <a:ext cx="57052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Freeform 6"/>
          <p:cNvSpPr/>
          <p:nvPr/>
        </p:nvSpPr>
        <p:spPr>
          <a:xfrm>
            <a:off x="2435040" y="2589840"/>
            <a:ext cx="2434320" cy="2609280"/>
          </a:xfrm>
          <a:custGeom>
            <a:avLst/>
            <a:gdLst>
              <a:gd name="textAreaLeft" fmla="*/ 0 w 2434320"/>
              <a:gd name="textAreaRight" fmla="*/ 2440080 w 2434320"/>
              <a:gd name="textAreaTop" fmla="*/ 0 h 2609280"/>
              <a:gd name="textAreaBottom" fmla="*/ 2615040 h 260928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" name="Oval 7"/>
          <p:cNvSpPr/>
          <p:nvPr/>
        </p:nvSpPr>
        <p:spPr>
          <a:xfrm>
            <a:off x="3103920" y="3080520"/>
            <a:ext cx="981000" cy="9810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" name="Group 8"/>
          <p:cNvGrpSpPr/>
          <p:nvPr/>
        </p:nvGrpSpPr>
        <p:grpSpPr>
          <a:xfrm>
            <a:off x="4008600" y="3031920"/>
            <a:ext cx="4119120" cy="908280"/>
            <a:chOff x="4008600" y="3031920"/>
            <a:chExt cx="4119120" cy="908280"/>
          </a:xfrm>
        </p:grpSpPr>
        <p:pic>
          <p:nvPicPr>
            <p:cNvPr id="7" name="Picture 9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4994640" y="3031920"/>
              <a:ext cx="3133080" cy="859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Picture 10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4008600" y="3080520"/>
              <a:ext cx="957960" cy="8596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" name="Rectangle 12"/>
          <p:cNvSpPr/>
          <p:nvPr/>
        </p:nvSpPr>
        <p:spPr>
          <a:xfrm>
            <a:off x="11271960" y="256320"/>
            <a:ext cx="677880" cy="48996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" name="Group 19"/>
          <p:cNvGrpSpPr/>
          <p:nvPr/>
        </p:nvGrpSpPr>
        <p:grpSpPr>
          <a:xfrm>
            <a:off x="1717560" y="6498720"/>
            <a:ext cx="902160" cy="195480"/>
            <a:chOff x="1717560" y="6498720"/>
            <a:chExt cx="902160" cy="195480"/>
          </a:xfrm>
        </p:grpSpPr>
        <p:pic>
          <p:nvPicPr>
            <p:cNvPr id="11" name="Picture 20" descr=""/>
            <p:cNvPicPr/>
            <p:nvPr/>
          </p:nvPicPr>
          <p:blipFill>
            <a:blip r:embed="rId4"/>
            <a:srcRect l="24312" t="0" r="0" b="0"/>
            <a:stretch/>
          </p:blipFill>
          <p:spPr>
            <a:xfrm>
              <a:off x="1934640" y="6498720"/>
              <a:ext cx="685080" cy="184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" name="Picture 21" descr=""/>
            <p:cNvPicPr/>
            <p:nvPr/>
          </p:nvPicPr>
          <p:blipFill>
            <a:blip r:embed="rId5"/>
            <a:srcRect l="0" t="0" r="76760" b="0"/>
            <a:stretch/>
          </p:blipFill>
          <p:spPr>
            <a:xfrm>
              <a:off x="1717560" y="6509520"/>
              <a:ext cx="206280" cy="1846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" name="Picture 22" descr=""/>
          <p:cNvPicPr/>
          <p:nvPr/>
        </p:nvPicPr>
        <p:blipFill>
          <a:blip r:embed="rId6"/>
          <a:stretch/>
        </p:blipFill>
        <p:spPr>
          <a:xfrm>
            <a:off x="169560" y="6469200"/>
            <a:ext cx="1330200" cy="254160"/>
          </a:xfrm>
          <a:prstGeom prst="rect">
            <a:avLst/>
          </a:prstGeom>
          <a:ln w="0">
            <a:noFill/>
          </a:ln>
        </p:spPr>
      </p:pic>
      <p:sp>
        <p:nvSpPr>
          <p:cNvPr id="14" name="TextBox 23"/>
          <p:cNvSpPr/>
          <p:nvPr/>
        </p:nvSpPr>
        <p:spPr>
          <a:xfrm>
            <a:off x="1585440" y="64987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24"/>
          <p:cNvSpPr/>
          <p:nvPr/>
        </p:nvSpPr>
        <p:spPr>
          <a:xfrm>
            <a:off x="1585440" y="645480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25"/>
          <p:cNvSpPr/>
          <p:nvPr/>
        </p:nvSpPr>
        <p:spPr>
          <a:xfrm>
            <a:off x="1585440" y="65095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7DF6784-AC38-4AC9-85CF-C65F4F62C181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Freeform 6"/>
          <p:cNvSpPr/>
          <p:nvPr/>
        </p:nvSpPr>
        <p:spPr>
          <a:xfrm>
            <a:off x="2395440" y="1946160"/>
            <a:ext cx="1348200" cy="3705840"/>
          </a:xfrm>
          <a:custGeom>
            <a:avLst/>
            <a:gdLst>
              <a:gd name="textAreaLeft" fmla="*/ 0 w 1348200"/>
              <a:gd name="textAreaRight" fmla="*/ 1353960 w 1348200"/>
              <a:gd name="textAreaTop" fmla="*/ 0 h 3705840"/>
              <a:gd name="textAreaBottom" fmla="*/ 3711600 h 3705840"/>
            </a:gdLst>
            <a:ahLst/>
            <a:rect l="textAreaLeft" t="textAreaTop" r="textAreaRight" b="textAreaBottom"/>
            <a:pathLst>
              <a:path w="356" h="974">
                <a:moveTo>
                  <a:pt x="174" y="972"/>
                </a:moveTo>
                <a:cubicBezTo>
                  <a:pt x="274" y="974"/>
                  <a:pt x="356" y="891"/>
                  <a:pt x="356" y="791"/>
                </a:cubicBezTo>
                <a:cubicBezTo>
                  <a:pt x="356" y="182"/>
                  <a:pt x="356" y="182"/>
                  <a:pt x="356" y="182"/>
                </a:cubicBezTo>
                <a:cubicBezTo>
                  <a:pt x="356" y="85"/>
                  <a:pt x="278" y="3"/>
                  <a:pt x="181" y="1"/>
                </a:cubicBezTo>
                <a:cubicBezTo>
                  <a:pt x="82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2" name="Freeform 7"/>
          <p:cNvSpPr/>
          <p:nvPr/>
        </p:nvSpPr>
        <p:spPr>
          <a:xfrm>
            <a:off x="4432320" y="1946160"/>
            <a:ext cx="1355400" cy="3705840"/>
          </a:xfrm>
          <a:custGeom>
            <a:avLst/>
            <a:gdLst>
              <a:gd name="textAreaLeft" fmla="*/ 0 w 1355400"/>
              <a:gd name="textAreaRight" fmla="*/ 1361160 w 1355400"/>
              <a:gd name="textAreaTop" fmla="*/ 0 h 3705840"/>
              <a:gd name="textAreaBottom" fmla="*/ 3711600 h 370584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3" name="Freeform 8"/>
          <p:cNvSpPr/>
          <p:nvPr/>
        </p:nvSpPr>
        <p:spPr>
          <a:xfrm>
            <a:off x="8443800" y="1946160"/>
            <a:ext cx="1346760" cy="3705840"/>
          </a:xfrm>
          <a:custGeom>
            <a:avLst/>
            <a:gdLst>
              <a:gd name="textAreaLeft" fmla="*/ 0 w 1346760"/>
              <a:gd name="textAreaRight" fmla="*/ 1352520 w 1346760"/>
              <a:gd name="textAreaTop" fmla="*/ 0 h 3705840"/>
              <a:gd name="textAreaBottom" fmla="*/ 3711600 h 370584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4" name="Freeform 9"/>
          <p:cNvSpPr/>
          <p:nvPr/>
        </p:nvSpPr>
        <p:spPr>
          <a:xfrm>
            <a:off x="6396840" y="1946160"/>
            <a:ext cx="1356840" cy="3705840"/>
          </a:xfrm>
          <a:custGeom>
            <a:avLst/>
            <a:gdLst>
              <a:gd name="textAreaLeft" fmla="*/ 0 w 1356840"/>
              <a:gd name="textAreaRight" fmla="*/ 1362600 w 1356840"/>
              <a:gd name="textAreaTop" fmla="*/ 0 h 3705840"/>
              <a:gd name="textAreaBottom" fmla="*/ 3711600 h 370584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" name="Rectangle 18"/>
          <p:cNvSpPr/>
          <p:nvPr/>
        </p:nvSpPr>
        <p:spPr>
          <a:xfrm rot="16200000">
            <a:off x="2796480" y="322668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19"/>
          <p:cNvSpPr/>
          <p:nvPr/>
        </p:nvSpPr>
        <p:spPr>
          <a:xfrm rot="16200000">
            <a:off x="4832280" y="4249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20"/>
          <p:cNvSpPr/>
          <p:nvPr/>
        </p:nvSpPr>
        <p:spPr>
          <a:xfrm rot="16200000">
            <a:off x="6807240" y="3250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ectangle 21"/>
          <p:cNvSpPr/>
          <p:nvPr/>
        </p:nvSpPr>
        <p:spPr>
          <a:xfrm rot="16200000">
            <a:off x="8845560" y="419580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17"/>
          <p:cNvSpPr/>
          <p:nvPr/>
        </p:nvSpPr>
        <p:spPr>
          <a:xfrm>
            <a:off x="2508840" y="2128320"/>
            <a:ext cx="1099080" cy="109908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" name="Oval 18"/>
          <p:cNvSpPr/>
          <p:nvPr/>
        </p:nvSpPr>
        <p:spPr>
          <a:xfrm>
            <a:off x="4572000" y="4398840"/>
            <a:ext cx="1099080" cy="109908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" name="Oval 19"/>
          <p:cNvSpPr/>
          <p:nvPr/>
        </p:nvSpPr>
        <p:spPr>
          <a:xfrm>
            <a:off x="8562240" y="4398840"/>
            <a:ext cx="1099080" cy="109908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" name="Oval 20"/>
          <p:cNvSpPr/>
          <p:nvPr/>
        </p:nvSpPr>
        <p:spPr>
          <a:xfrm>
            <a:off x="6514920" y="2128320"/>
            <a:ext cx="1099080" cy="109908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3" name="object 384"/>
          <p:cNvSpPr/>
          <p:nvPr/>
        </p:nvSpPr>
        <p:spPr>
          <a:xfrm flipV="1">
            <a:off x="356760" y="671256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object 4"/>
          <p:cNvSpPr/>
          <p:nvPr/>
        </p:nvSpPr>
        <p:spPr>
          <a:xfrm>
            <a:off x="10477800" y="663120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object 384"/>
          <p:cNvSpPr/>
          <p:nvPr/>
        </p:nvSpPr>
        <p:spPr>
          <a:xfrm flipV="1" rot="10800000">
            <a:off x="6102000" y="671832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object 386"/>
          <p:cNvSpPr/>
          <p:nvPr/>
        </p:nvSpPr>
        <p:spPr>
          <a:xfrm>
            <a:off x="5927400" y="651744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Freeform 29"/>
          <p:cNvSpPr/>
          <p:nvPr/>
        </p:nvSpPr>
        <p:spPr>
          <a:xfrm rot="370200">
            <a:off x="-1741680" y="-1069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8" name="Group 25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39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1" name="Rectangle 30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B818321-3882-4DD3-9D87-C9DEFCD8867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" name="Group 4"/>
          <p:cNvGrpSpPr/>
          <p:nvPr/>
        </p:nvGrpSpPr>
        <p:grpSpPr>
          <a:xfrm>
            <a:off x="877320" y="2252880"/>
            <a:ext cx="54720" cy="3383640"/>
            <a:chOff x="877320" y="2252880"/>
            <a:chExt cx="54720" cy="3383640"/>
          </a:xfrm>
        </p:grpSpPr>
        <p:sp>
          <p:nvSpPr>
            <p:cNvPr id="45" name="Freeform 6"/>
            <p:cNvSpPr/>
            <p:nvPr/>
          </p:nvSpPr>
          <p:spPr>
            <a:xfrm>
              <a:off x="877320" y="225756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Freeform 6"/>
            <p:cNvSpPr/>
            <p:nvPr/>
          </p:nvSpPr>
          <p:spPr>
            <a:xfrm>
              <a:off x="877320" y="225288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" name="Group 8"/>
          <p:cNvGrpSpPr/>
          <p:nvPr/>
        </p:nvGrpSpPr>
        <p:grpSpPr>
          <a:xfrm>
            <a:off x="3442320" y="2233800"/>
            <a:ext cx="54720" cy="3384000"/>
            <a:chOff x="3442320" y="2233800"/>
            <a:chExt cx="54720" cy="3384000"/>
          </a:xfrm>
        </p:grpSpPr>
        <p:sp>
          <p:nvSpPr>
            <p:cNvPr id="48" name="Freeform 6"/>
            <p:cNvSpPr/>
            <p:nvPr/>
          </p:nvSpPr>
          <p:spPr>
            <a:xfrm>
              <a:off x="3442320" y="223884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Freeform 6"/>
            <p:cNvSpPr/>
            <p:nvPr/>
          </p:nvSpPr>
          <p:spPr>
            <a:xfrm>
              <a:off x="3442320" y="223380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0" name="Group 11"/>
          <p:cNvGrpSpPr/>
          <p:nvPr/>
        </p:nvGrpSpPr>
        <p:grpSpPr>
          <a:xfrm>
            <a:off x="6006960" y="2252880"/>
            <a:ext cx="54720" cy="3383640"/>
            <a:chOff x="6006960" y="2252880"/>
            <a:chExt cx="54720" cy="3383640"/>
          </a:xfrm>
        </p:grpSpPr>
        <p:sp>
          <p:nvSpPr>
            <p:cNvPr id="51" name="Freeform 6"/>
            <p:cNvSpPr/>
            <p:nvPr/>
          </p:nvSpPr>
          <p:spPr>
            <a:xfrm>
              <a:off x="6006960" y="225756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Freeform 6"/>
            <p:cNvSpPr/>
            <p:nvPr/>
          </p:nvSpPr>
          <p:spPr>
            <a:xfrm>
              <a:off x="6006960" y="225288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3" name="Group 14"/>
          <p:cNvGrpSpPr/>
          <p:nvPr/>
        </p:nvGrpSpPr>
        <p:grpSpPr>
          <a:xfrm>
            <a:off x="8574480" y="2233800"/>
            <a:ext cx="54720" cy="3384000"/>
            <a:chOff x="8574480" y="2233800"/>
            <a:chExt cx="54720" cy="3384000"/>
          </a:xfrm>
        </p:grpSpPr>
        <p:sp>
          <p:nvSpPr>
            <p:cNvPr id="54" name="Freeform 6"/>
            <p:cNvSpPr/>
            <p:nvPr/>
          </p:nvSpPr>
          <p:spPr>
            <a:xfrm>
              <a:off x="8574480" y="223884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6"/>
            <p:cNvSpPr/>
            <p:nvPr/>
          </p:nvSpPr>
          <p:spPr>
            <a:xfrm>
              <a:off x="8574480" y="223380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" name="Group 17"/>
          <p:cNvGrpSpPr/>
          <p:nvPr/>
        </p:nvGrpSpPr>
        <p:grpSpPr>
          <a:xfrm>
            <a:off x="11136960" y="2252880"/>
            <a:ext cx="54720" cy="3383640"/>
            <a:chOff x="11136960" y="2252880"/>
            <a:chExt cx="54720" cy="3383640"/>
          </a:xfrm>
        </p:grpSpPr>
        <p:sp>
          <p:nvSpPr>
            <p:cNvPr id="57" name="Freeform 6"/>
            <p:cNvSpPr/>
            <p:nvPr/>
          </p:nvSpPr>
          <p:spPr>
            <a:xfrm>
              <a:off x="11136960" y="225756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6"/>
            <p:cNvSpPr/>
            <p:nvPr/>
          </p:nvSpPr>
          <p:spPr>
            <a:xfrm>
              <a:off x="11136960" y="2252880"/>
              <a:ext cx="54720" cy="3378960"/>
            </a:xfrm>
            <a:custGeom>
              <a:avLst/>
              <a:gdLst>
                <a:gd name="textAreaLeft" fmla="*/ 0 w 54720"/>
                <a:gd name="textAreaRight" fmla="*/ 60480 w 54720"/>
                <a:gd name="textAreaTop" fmla="*/ 0 h 3378960"/>
                <a:gd name="textAreaBottom" fmla="*/ 3384720 h 337896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9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Freeform 32"/>
          <p:cNvSpPr/>
          <p:nvPr/>
        </p:nvSpPr>
        <p:spPr>
          <a:xfrm>
            <a:off x="-1892160" y="-108900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4" name="Group 24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6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7" name="Rectangle 33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C9A81DA-E1F2-4FD7-9AD0-9DD8DFAED4D1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0" name="Group 7"/>
          <p:cNvGrpSpPr/>
          <p:nvPr/>
        </p:nvGrpSpPr>
        <p:grpSpPr>
          <a:xfrm>
            <a:off x="6215040" y="801720"/>
            <a:ext cx="4686840" cy="5331240"/>
            <a:chOff x="6215040" y="801720"/>
            <a:chExt cx="4686840" cy="5331240"/>
          </a:xfrm>
        </p:grpSpPr>
        <p:sp>
          <p:nvSpPr>
            <p:cNvPr id="71" name="Freeform 8"/>
            <p:cNvSpPr/>
            <p:nvPr/>
          </p:nvSpPr>
          <p:spPr>
            <a:xfrm>
              <a:off x="6215040" y="801720"/>
              <a:ext cx="4686840" cy="5331240"/>
            </a:xfrm>
            <a:custGeom>
              <a:avLst/>
              <a:gdLst>
                <a:gd name="textAreaLeft" fmla="*/ 0 w 4686840"/>
                <a:gd name="textAreaRight" fmla="*/ 4692600 w 4686840"/>
                <a:gd name="textAreaTop" fmla="*/ 0 h 5331240"/>
                <a:gd name="textAreaBottom" fmla="*/ 5337000 h 533124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" name="Freeform 6"/>
            <p:cNvSpPr/>
            <p:nvPr/>
          </p:nvSpPr>
          <p:spPr>
            <a:xfrm>
              <a:off x="6215040" y="801720"/>
              <a:ext cx="4686840" cy="5331240"/>
            </a:xfrm>
            <a:custGeom>
              <a:avLst/>
              <a:gdLst>
                <a:gd name="textAreaLeft" fmla="*/ 0 w 4686840"/>
                <a:gd name="textAreaRight" fmla="*/ 4692600 w 4686840"/>
                <a:gd name="textAreaTop" fmla="*/ 0 h 5331240"/>
                <a:gd name="textAreaBottom" fmla="*/ 5337000 h 533124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Freeform 18"/>
          <p:cNvSpPr/>
          <p:nvPr/>
        </p:nvSpPr>
        <p:spPr>
          <a:xfrm rot="237600">
            <a:off x="-1388880" y="-954000"/>
            <a:ext cx="7398360" cy="6141960"/>
          </a:xfrm>
          <a:custGeom>
            <a:avLst/>
            <a:gdLst>
              <a:gd name="textAreaLeft" fmla="*/ 0 w 7398360"/>
              <a:gd name="textAreaRight" fmla="*/ 7404120 w 7398360"/>
              <a:gd name="textAreaTop" fmla="*/ 0 h 6141960"/>
              <a:gd name="textAreaBottom" fmla="*/ 6147720 h 614196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78" name="Group 10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79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1" name="Text Placeholder 5"/>
          <p:cNvSpPr/>
          <p:nvPr/>
        </p:nvSpPr>
        <p:spPr>
          <a:xfrm>
            <a:off x="603720" y="805680"/>
            <a:ext cx="4769280" cy="5331240"/>
          </a:xfrm>
          <a:prstGeom prst="roundRect">
            <a:avLst>
              <a:gd name="adj" fmla="val 953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19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781A444-F0CD-4C85-B7CA-B6162E70E26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5" name="Group 11"/>
          <p:cNvGrpSpPr/>
          <p:nvPr/>
        </p:nvGrpSpPr>
        <p:grpSpPr>
          <a:xfrm>
            <a:off x="9316080" y="1022400"/>
            <a:ext cx="2317320" cy="2319480"/>
            <a:chOff x="9316080" y="1022400"/>
            <a:chExt cx="2317320" cy="2319480"/>
          </a:xfrm>
        </p:grpSpPr>
        <p:sp>
          <p:nvSpPr>
            <p:cNvPr id="86" name="Freeform 6"/>
            <p:cNvSpPr/>
            <p:nvPr/>
          </p:nvSpPr>
          <p:spPr>
            <a:xfrm>
              <a:off x="9316080" y="102240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7" name="Freeform 6"/>
            <p:cNvSpPr/>
            <p:nvPr/>
          </p:nvSpPr>
          <p:spPr>
            <a:xfrm>
              <a:off x="9316080" y="102240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8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2" name="Group 28"/>
          <p:cNvGrpSpPr/>
          <p:nvPr/>
        </p:nvGrpSpPr>
        <p:grpSpPr>
          <a:xfrm>
            <a:off x="6627960" y="1022400"/>
            <a:ext cx="2317320" cy="2319480"/>
            <a:chOff x="6627960" y="1022400"/>
            <a:chExt cx="2317320" cy="2319480"/>
          </a:xfrm>
        </p:grpSpPr>
        <p:sp>
          <p:nvSpPr>
            <p:cNvPr id="93" name="Freeform 6"/>
            <p:cNvSpPr/>
            <p:nvPr/>
          </p:nvSpPr>
          <p:spPr>
            <a:xfrm>
              <a:off x="6627960" y="102240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" name="Freeform 6"/>
            <p:cNvSpPr/>
            <p:nvPr/>
          </p:nvSpPr>
          <p:spPr>
            <a:xfrm>
              <a:off x="6627960" y="102240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5" name="Group 32"/>
          <p:cNvGrpSpPr/>
          <p:nvPr/>
        </p:nvGrpSpPr>
        <p:grpSpPr>
          <a:xfrm>
            <a:off x="9316080" y="3486960"/>
            <a:ext cx="2317320" cy="2319480"/>
            <a:chOff x="9316080" y="3486960"/>
            <a:chExt cx="2317320" cy="2319480"/>
          </a:xfrm>
        </p:grpSpPr>
        <p:sp>
          <p:nvSpPr>
            <p:cNvPr id="96" name="Freeform 6"/>
            <p:cNvSpPr/>
            <p:nvPr/>
          </p:nvSpPr>
          <p:spPr>
            <a:xfrm>
              <a:off x="9316080" y="348696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7" name="Freeform 6"/>
            <p:cNvSpPr/>
            <p:nvPr/>
          </p:nvSpPr>
          <p:spPr>
            <a:xfrm>
              <a:off x="9316080" y="348696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8" name="Group 36"/>
          <p:cNvGrpSpPr/>
          <p:nvPr/>
        </p:nvGrpSpPr>
        <p:grpSpPr>
          <a:xfrm>
            <a:off x="6627960" y="3486960"/>
            <a:ext cx="2317320" cy="2319480"/>
            <a:chOff x="6627960" y="3486960"/>
            <a:chExt cx="2317320" cy="2319480"/>
          </a:xfrm>
        </p:grpSpPr>
        <p:sp>
          <p:nvSpPr>
            <p:cNvPr id="99" name="Freeform 6"/>
            <p:cNvSpPr/>
            <p:nvPr/>
          </p:nvSpPr>
          <p:spPr>
            <a:xfrm>
              <a:off x="6627960" y="348696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0" name="Freeform 6"/>
            <p:cNvSpPr/>
            <p:nvPr/>
          </p:nvSpPr>
          <p:spPr>
            <a:xfrm>
              <a:off x="6627960" y="3486960"/>
              <a:ext cx="2317320" cy="2319480"/>
            </a:xfrm>
            <a:custGeom>
              <a:avLst/>
              <a:gdLst>
                <a:gd name="textAreaLeft" fmla="*/ 0 w 2317320"/>
                <a:gd name="textAreaRight" fmla="*/ 2323080 w 2317320"/>
                <a:gd name="textAreaTop" fmla="*/ 0 h 2319480"/>
                <a:gd name="textAreaBottom" fmla="*/ 2325240 h 23194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1" name="Freeform 45"/>
          <p:cNvSpPr/>
          <p:nvPr/>
        </p:nvSpPr>
        <p:spPr>
          <a:xfrm rot="370200">
            <a:off x="-1693800" y="-682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2" name="Group 17"/>
          <p:cNvGrpSpPr/>
          <p:nvPr/>
        </p:nvGrpSpPr>
        <p:grpSpPr>
          <a:xfrm>
            <a:off x="581400" y="1022400"/>
            <a:ext cx="4782240" cy="4786560"/>
            <a:chOff x="581400" y="1022400"/>
            <a:chExt cx="4782240" cy="4786560"/>
          </a:xfrm>
        </p:grpSpPr>
        <p:sp>
          <p:nvSpPr>
            <p:cNvPr id="103" name="Freeform 22"/>
            <p:cNvSpPr/>
            <p:nvPr/>
          </p:nvSpPr>
          <p:spPr>
            <a:xfrm>
              <a:off x="581400" y="1022400"/>
              <a:ext cx="4782240" cy="4786560"/>
            </a:xfrm>
            <a:custGeom>
              <a:avLst/>
              <a:gdLst>
                <a:gd name="textAreaLeft" fmla="*/ 0 w 4782240"/>
                <a:gd name="textAreaRight" fmla="*/ 4788000 w 4782240"/>
                <a:gd name="textAreaTop" fmla="*/ 0 h 4786560"/>
                <a:gd name="textAreaBottom" fmla="*/ 4792320 h 47865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4" name="Freeform 6"/>
            <p:cNvSpPr/>
            <p:nvPr/>
          </p:nvSpPr>
          <p:spPr>
            <a:xfrm>
              <a:off x="581400" y="1022400"/>
              <a:ext cx="4782240" cy="4786560"/>
            </a:xfrm>
            <a:custGeom>
              <a:avLst/>
              <a:gdLst>
                <a:gd name="textAreaLeft" fmla="*/ 0 w 4782240"/>
                <a:gd name="textAreaRight" fmla="*/ 4788000 w 4782240"/>
                <a:gd name="textAreaTop" fmla="*/ 0 h 4786560"/>
                <a:gd name="textAreaBottom" fmla="*/ 4792320 h 47865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5" name="Text Placeholder 2"/>
          <p:cNvSpPr/>
          <p:nvPr/>
        </p:nvSpPr>
        <p:spPr>
          <a:xfrm>
            <a:off x="817920" y="1284120"/>
            <a:ext cx="4312080" cy="4274280"/>
          </a:xfrm>
          <a:prstGeom prst="roundRect">
            <a:avLst>
              <a:gd name="adj" fmla="val 6666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6" name="Group 35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0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8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9" name="Rectangle 46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21D0312-2B27-4864-B167-2400D429ADD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Line 13"/>
          <p:cNvSpPr/>
          <p:nvPr/>
        </p:nvSpPr>
        <p:spPr>
          <a:xfrm>
            <a:off x="1998000" y="3327840"/>
            <a:ext cx="803268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113" name="Group 6"/>
          <p:cNvGrpSpPr/>
          <p:nvPr/>
        </p:nvGrpSpPr>
        <p:grpSpPr>
          <a:xfrm>
            <a:off x="1853640" y="3183480"/>
            <a:ext cx="286200" cy="286200"/>
            <a:chOff x="1853640" y="3183480"/>
            <a:chExt cx="286200" cy="286200"/>
          </a:xfrm>
        </p:grpSpPr>
        <p:sp>
          <p:nvSpPr>
            <p:cNvPr id="114" name="Oval 7"/>
            <p:cNvSpPr/>
            <p:nvPr/>
          </p:nvSpPr>
          <p:spPr>
            <a:xfrm>
              <a:off x="185364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5" name="Oval 28"/>
            <p:cNvSpPr/>
            <p:nvPr/>
          </p:nvSpPr>
          <p:spPr>
            <a:xfrm>
              <a:off x="192744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6" name="Group 9"/>
          <p:cNvGrpSpPr/>
          <p:nvPr/>
        </p:nvGrpSpPr>
        <p:grpSpPr>
          <a:xfrm>
            <a:off x="3190320" y="3183480"/>
            <a:ext cx="286200" cy="286200"/>
            <a:chOff x="3190320" y="3183480"/>
            <a:chExt cx="286200" cy="286200"/>
          </a:xfrm>
        </p:grpSpPr>
        <p:sp>
          <p:nvSpPr>
            <p:cNvPr id="117" name="Oval 10"/>
            <p:cNvSpPr/>
            <p:nvPr/>
          </p:nvSpPr>
          <p:spPr>
            <a:xfrm>
              <a:off x="319032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8" name="Oval 28"/>
            <p:cNvSpPr/>
            <p:nvPr/>
          </p:nvSpPr>
          <p:spPr>
            <a:xfrm>
              <a:off x="326412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4525560" y="3183480"/>
            <a:ext cx="286200" cy="286200"/>
            <a:chOff x="4525560" y="3183480"/>
            <a:chExt cx="286200" cy="286200"/>
          </a:xfrm>
        </p:grpSpPr>
        <p:sp>
          <p:nvSpPr>
            <p:cNvPr id="120" name="Oval 13"/>
            <p:cNvSpPr/>
            <p:nvPr/>
          </p:nvSpPr>
          <p:spPr>
            <a:xfrm>
              <a:off x="452556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1" name="Oval 28"/>
            <p:cNvSpPr/>
            <p:nvPr/>
          </p:nvSpPr>
          <p:spPr>
            <a:xfrm>
              <a:off x="459936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2" name="Group 15"/>
          <p:cNvGrpSpPr/>
          <p:nvPr/>
        </p:nvGrpSpPr>
        <p:grpSpPr>
          <a:xfrm>
            <a:off x="5863680" y="3183480"/>
            <a:ext cx="286200" cy="286200"/>
            <a:chOff x="5863680" y="3183480"/>
            <a:chExt cx="286200" cy="286200"/>
          </a:xfrm>
        </p:grpSpPr>
        <p:sp>
          <p:nvSpPr>
            <p:cNvPr id="123" name="Oval 16"/>
            <p:cNvSpPr/>
            <p:nvPr/>
          </p:nvSpPr>
          <p:spPr>
            <a:xfrm>
              <a:off x="586368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4" name="Oval 28"/>
            <p:cNvSpPr/>
            <p:nvPr/>
          </p:nvSpPr>
          <p:spPr>
            <a:xfrm>
              <a:off x="593748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5" name="Group 18"/>
          <p:cNvGrpSpPr/>
          <p:nvPr/>
        </p:nvGrpSpPr>
        <p:grpSpPr>
          <a:xfrm>
            <a:off x="7198920" y="3183480"/>
            <a:ext cx="286200" cy="286200"/>
            <a:chOff x="7198920" y="3183480"/>
            <a:chExt cx="286200" cy="286200"/>
          </a:xfrm>
        </p:grpSpPr>
        <p:sp>
          <p:nvSpPr>
            <p:cNvPr id="126" name="Oval 19"/>
            <p:cNvSpPr/>
            <p:nvPr/>
          </p:nvSpPr>
          <p:spPr>
            <a:xfrm>
              <a:off x="719892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7" name="Oval 28"/>
            <p:cNvSpPr/>
            <p:nvPr/>
          </p:nvSpPr>
          <p:spPr>
            <a:xfrm>
              <a:off x="727272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8" name="Group 21"/>
          <p:cNvGrpSpPr/>
          <p:nvPr/>
        </p:nvGrpSpPr>
        <p:grpSpPr>
          <a:xfrm>
            <a:off x="8547480" y="3183480"/>
            <a:ext cx="286200" cy="286200"/>
            <a:chOff x="8547480" y="3183480"/>
            <a:chExt cx="286200" cy="286200"/>
          </a:xfrm>
        </p:grpSpPr>
        <p:sp>
          <p:nvSpPr>
            <p:cNvPr id="129" name="Oval 22"/>
            <p:cNvSpPr/>
            <p:nvPr/>
          </p:nvSpPr>
          <p:spPr>
            <a:xfrm>
              <a:off x="854748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0" name="Oval 28"/>
            <p:cNvSpPr/>
            <p:nvPr/>
          </p:nvSpPr>
          <p:spPr>
            <a:xfrm>
              <a:off x="862128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1" name="Group 24"/>
          <p:cNvGrpSpPr/>
          <p:nvPr/>
        </p:nvGrpSpPr>
        <p:grpSpPr>
          <a:xfrm>
            <a:off x="9884880" y="3183480"/>
            <a:ext cx="286200" cy="286200"/>
            <a:chOff x="9884880" y="3183480"/>
            <a:chExt cx="286200" cy="286200"/>
          </a:xfrm>
        </p:grpSpPr>
        <p:sp>
          <p:nvSpPr>
            <p:cNvPr id="132" name="Oval 25"/>
            <p:cNvSpPr/>
            <p:nvPr/>
          </p:nvSpPr>
          <p:spPr>
            <a:xfrm>
              <a:off x="9884880" y="3183480"/>
              <a:ext cx="286200" cy="2862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3" name="Oval 28"/>
            <p:cNvSpPr/>
            <p:nvPr/>
          </p:nvSpPr>
          <p:spPr>
            <a:xfrm>
              <a:off x="9958680" y="3257280"/>
              <a:ext cx="135360" cy="1339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4" name="Group 28"/>
          <p:cNvGrpSpPr/>
          <p:nvPr/>
        </p:nvGrpSpPr>
        <p:grpSpPr>
          <a:xfrm>
            <a:off x="8135280" y="1762920"/>
            <a:ext cx="1112760" cy="1265760"/>
            <a:chOff x="8135280" y="1762920"/>
            <a:chExt cx="1112760" cy="1265760"/>
          </a:xfrm>
        </p:grpSpPr>
        <p:sp>
          <p:nvSpPr>
            <p:cNvPr id="135" name="Freeform 28"/>
            <p:cNvSpPr/>
            <p:nvPr/>
          </p:nvSpPr>
          <p:spPr>
            <a:xfrm>
              <a:off x="8141040" y="1762920"/>
              <a:ext cx="1107000" cy="126576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65760"/>
                <a:gd name="textAreaBottom" fmla="*/ 1271520 h 126576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6" name="Freeform 28"/>
            <p:cNvSpPr/>
            <p:nvPr/>
          </p:nvSpPr>
          <p:spPr>
            <a:xfrm>
              <a:off x="8135280" y="1762920"/>
              <a:ext cx="1107000" cy="126576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65760"/>
                <a:gd name="textAreaBottom" fmla="*/ 1271520 h 126576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37" name="Group 33"/>
          <p:cNvGrpSpPr/>
          <p:nvPr/>
        </p:nvGrpSpPr>
        <p:grpSpPr>
          <a:xfrm>
            <a:off x="5445720" y="1762920"/>
            <a:ext cx="1112760" cy="1265760"/>
            <a:chOff x="5445720" y="1762920"/>
            <a:chExt cx="1112760" cy="1265760"/>
          </a:xfrm>
        </p:grpSpPr>
        <p:sp>
          <p:nvSpPr>
            <p:cNvPr id="138" name="Freeform 28"/>
            <p:cNvSpPr/>
            <p:nvPr/>
          </p:nvSpPr>
          <p:spPr>
            <a:xfrm>
              <a:off x="5451480" y="1762920"/>
              <a:ext cx="1107000" cy="126576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65760"/>
                <a:gd name="textAreaBottom" fmla="*/ 1271520 h 126576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9" name="Freeform 28"/>
            <p:cNvSpPr/>
            <p:nvPr/>
          </p:nvSpPr>
          <p:spPr>
            <a:xfrm>
              <a:off x="5445720" y="1762920"/>
              <a:ext cx="1107000" cy="126576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65760"/>
                <a:gd name="textAreaBottom" fmla="*/ 1271520 h 126576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0" name="Group 38"/>
          <p:cNvGrpSpPr/>
          <p:nvPr/>
        </p:nvGrpSpPr>
        <p:grpSpPr>
          <a:xfrm>
            <a:off x="6789240" y="3629520"/>
            <a:ext cx="1107000" cy="1270440"/>
            <a:chOff x="6789240" y="3629520"/>
            <a:chExt cx="1107000" cy="1270440"/>
          </a:xfrm>
        </p:grpSpPr>
        <p:sp>
          <p:nvSpPr>
            <p:cNvPr id="141" name="Freeform 34"/>
            <p:cNvSpPr/>
            <p:nvPr/>
          </p:nvSpPr>
          <p:spPr>
            <a:xfrm>
              <a:off x="678924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2" name="Freeform 34"/>
            <p:cNvSpPr/>
            <p:nvPr/>
          </p:nvSpPr>
          <p:spPr>
            <a:xfrm>
              <a:off x="678924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3" name="Group 43"/>
          <p:cNvGrpSpPr/>
          <p:nvPr/>
        </p:nvGrpSpPr>
        <p:grpSpPr>
          <a:xfrm>
            <a:off x="1449000" y="3629520"/>
            <a:ext cx="1107000" cy="1270440"/>
            <a:chOff x="1449000" y="3629520"/>
            <a:chExt cx="1107000" cy="1270440"/>
          </a:xfrm>
        </p:grpSpPr>
        <p:sp>
          <p:nvSpPr>
            <p:cNvPr id="144" name="Freeform 34"/>
            <p:cNvSpPr/>
            <p:nvPr/>
          </p:nvSpPr>
          <p:spPr>
            <a:xfrm>
              <a:off x="144900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5" name="Freeform 34"/>
            <p:cNvSpPr/>
            <p:nvPr/>
          </p:nvSpPr>
          <p:spPr>
            <a:xfrm>
              <a:off x="144900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6" name="Group 48"/>
          <p:cNvGrpSpPr/>
          <p:nvPr/>
        </p:nvGrpSpPr>
        <p:grpSpPr>
          <a:xfrm>
            <a:off x="4109400" y="3629520"/>
            <a:ext cx="1107000" cy="1270440"/>
            <a:chOff x="4109400" y="3629520"/>
            <a:chExt cx="1107000" cy="1270440"/>
          </a:xfrm>
        </p:grpSpPr>
        <p:sp>
          <p:nvSpPr>
            <p:cNvPr id="147" name="Freeform 34"/>
            <p:cNvSpPr/>
            <p:nvPr/>
          </p:nvSpPr>
          <p:spPr>
            <a:xfrm>
              <a:off x="410940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8" name="Freeform 34"/>
            <p:cNvSpPr/>
            <p:nvPr/>
          </p:nvSpPr>
          <p:spPr>
            <a:xfrm>
              <a:off x="410940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9" name="Group 53"/>
          <p:cNvGrpSpPr/>
          <p:nvPr/>
        </p:nvGrpSpPr>
        <p:grpSpPr>
          <a:xfrm>
            <a:off x="2772000" y="1762920"/>
            <a:ext cx="1112760" cy="1265760"/>
            <a:chOff x="2772000" y="1762920"/>
            <a:chExt cx="1112760" cy="1265760"/>
          </a:xfrm>
        </p:grpSpPr>
        <p:sp>
          <p:nvSpPr>
            <p:cNvPr id="150" name="Freeform 28"/>
            <p:cNvSpPr/>
            <p:nvPr/>
          </p:nvSpPr>
          <p:spPr>
            <a:xfrm>
              <a:off x="2777760" y="1762920"/>
              <a:ext cx="1107000" cy="126576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65760"/>
                <a:gd name="textAreaBottom" fmla="*/ 1271520 h 126576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1" name="Freeform 28"/>
            <p:cNvSpPr/>
            <p:nvPr/>
          </p:nvSpPr>
          <p:spPr>
            <a:xfrm>
              <a:off x="2772000" y="1762920"/>
              <a:ext cx="1107000" cy="126576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65760"/>
                <a:gd name="textAreaBottom" fmla="*/ 1271520 h 126576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52" name="Group 58"/>
          <p:cNvGrpSpPr/>
          <p:nvPr/>
        </p:nvGrpSpPr>
        <p:grpSpPr>
          <a:xfrm>
            <a:off x="9475200" y="3629520"/>
            <a:ext cx="1107000" cy="1270440"/>
            <a:chOff x="9475200" y="3629520"/>
            <a:chExt cx="1107000" cy="1270440"/>
          </a:xfrm>
        </p:grpSpPr>
        <p:sp>
          <p:nvSpPr>
            <p:cNvPr id="153" name="Freeform 34"/>
            <p:cNvSpPr/>
            <p:nvPr/>
          </p:nvSpPr>
          <p:spPr>
            <a:xfrm>
              <a:off x="947520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4" name="Freeform 34"/>
            <p:cNvSpPr/>
            <p:nvPr/>
          </p:nvSpPr>
          <p:spPr>
            <a:xfrm>
              <a:off x="9475200" y="3629520"/>
              <a:ext cx="1107000" cy="1270440"/>
            </a:xfrm>
            <a:custGeom>
              <a:avLst/>
              <a:gdLst>
                <a:gd name="textAreaLeft" fmla="*/ 0 w 1107000"/>
                <a:gd name="textAreaRight" fmla="*/ 1112760 w 1107000"/>
                <a:gd name="textAreaTop" fmla="*/ 0 h 1270440"/>
                <a:gd name="textAreaBottom" fmla="*/ 1276200 h 127044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55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Freeform 73"/>
          <p:cNvSpPr/>
          <p:nvPr/>
        </p:nvSpPr>
        <p:spPr>
          <a:xfrm>
            <a:off x="-1861200" y="-100620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60" name="Group 6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61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62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63" name="Rectangle 7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6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F4AD096-9780-436A-8BDC-CC64AC63F3D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Freeform 10"/>
          <p:cNvSpPr/>
          <p:nvPr/>
        </p:nvSpPr>
        <p:spPr>
          <a:xfrm>
            <a:off x="2082960" y="3490920"/>
            <a:ext cx="1967400" cy="1558080"/>
          </a:xfrm>
          <a:custGeom>
            <a:avLst/>
            <a:gdLst>
              <a:gd name="textAreaLeft" fmla="*/ 0 w 1967400"/>
              <a:gd name="textAreaRight" fmla="*/ 1973160 w 1967400"/>
              <a:gd name="textAreaTop" fmla="*/ 0 h 1558080"/>
              <a:gd name="textAreaBottom" fmla="*/ 1563840 h 1558080"/>
            </a:gdLst>
            <a:ah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gradFill rotWithShape="0">
            <a:gsLst>
              <a:gs pos="0">
                <a:srgbClr val="bf0000"/>
              </a:gs>
              <a:gs pos="50000">
                <a:srgbClr val="a10000"/>
              </a:gs>
              <a:gs pos="100000">
                <a:srgbClr val="710000"/>
              </a:gs>
            </a:gsLst>
            <a:lin ang="18900000"/>
          </a:gradFill>
          <a:ln w="0">
            <a:solidFill>
              <a:srgbClr val="c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7" name="Freeform 11"/>
          <p:cNvSpPr/>
          <p:nvPr/>
        </p:nvSpPr>
        <p:spPr>
          <a:xfrm>
            <a:off x="6576840" y="3053520"/>
            <a:ext cx="1880280" cy="1329480"/>
          </a:xfrm>
          <a:custGeom>
            <a:avLst/>
            <a:gdLst>
              <a:gd name="textAreaLeft" fmla="*/ 0 w 1880280"/>
              <a:gd name="textAreaRight" fmla="*/ 1886040 w 1880280"/>
              <a:gd name="textAreaTop" fmla="*/ 0 h 1329480"/>
              <a:gd name="textAreaBottom" fmla="*/ 1335240 h 1329480"/>
            </a:gdLst>
            <a:ah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8" name="Freeform 12"/>
          <p:cNvSpPr/>
          <p:nvPr/>
        </p:nvSpPr>
        <p:spPr>
          <a:xfrm>
            <a:off x="4175280" y="1803240"/>
            <a:ext cx="1680120" cy="2257920"/>
          </a:xfrm>
          <a:custGeom>
            <a:avLst/>
            <a:gdLst>
              <a:gd name="textAreaLeft" fmla="*/ 0 w 1680120"/>
              <a:gd name="textAreaRight" fmla="*/ 1685880 w 1680120"/>
              <a:gd name="textAreaTop" fmla="*/ 0 h 2257920"/>
              <a:gd name="textAreaBottom" fmla="*/ 2263680 h 2257920"/>
            </a:gdLst>
            <a:ah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9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3" name="Group 24"/>
          <p:cNvGrpSpPr/>
          <p:nvPr/>
        </p:nvGrpSpPr>
        <p:grpSpPr>
          <a:xfrm>
            <a:off x="5927400" y="580320"/>
            <a:ext cx="2219400" cy="2224080"/>
            <a:chOff x="5927400" y="580320"/>
            <a:chExt cx="2219400" cy="2224080"/>
          </a:xfrm>
        </p:grpSpPr>
        <p:sp>
          <p:nvSpPr>
            <p:cNvPr id="174" name="Freeform 25"/>
            <p:cNvSpPr/>
            <p:nvPr/>
          </p:nvSpPr>
          <p:spPr>
            <a:xfrm>
              <a:off x="5927400" y="58032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5" name="Freeform 6"/>
            <p:cNvSpPr/>
            <p:nvPr/>
          </p:nvSpPr>
          <p:spPr>
            <a:xfrm>
              <a:off x="5927400" y="58032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6" name="Group 28"/>
          <p:cNvGrpSpPr/>
          <p:nvPr/>
        </p:nvGrpSpPr>
        <p:grpSpPr>
          <a:xfrm>
            <a:off x="8552520" y="3053520"/>
            <a:ext cx="2219400" cy="2224080"/>
            <a:chOff x="8552520" y="3053520"/>
            <a:chExt cx="2219400" cy="2224080"/>
          </a:xfrm>
        </p:grpSpPr>
        <p:sp>
          <p:nvSpPr>
            <p:cNvPr id="177" name="Freeform 29"/>
            <p:cNvSpPr/>
            <p:nvPr/>
          </p:nvSpPr>
          <p:spPr>
            <a:xfrm>
              <a:off x="8552520" y="305352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8" name="Freeform 6"/>
            <p:cNvSpPr/>
            <p:nvPr/>
          </p:nvSpPr>
          <p:spPr>
            <a:xfrm>
              <a:off x="8552520" y="305352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9" name="Group 32"/>
          <p:cNvGrpSpPr/>
          <p:nvPr/>
        </p:nvGrpSpPr>
        <p:grpSpPr>
          <a:xfrm>
            <a:off x="4307040" y="4130640"/>
            <a:ext cx="2219400" cy="2224080"/>
            <a:chOff x="4307040" y="4130640"/>
            <a:chExt cx="2219400" cy="2224080"/>
          </a:xfrm>
        </p:grpSpPr>
        <p:sp>
          <p:nvSpPr>
            <p:cNvPr id="180" name="Freeform 33"/>
            <p:cNvSpPr/>
            <p:nvPr/>
          </p:nvSpPr>
          <p:spPr>
            <a:xfrm>
              <a:off x="4307040" y="413064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1" name="Freeform 6"/>
            <p:cNvSpPr/>
            <p:nvPr/>
          </p:nvSpPr>
          <p:spPr>
            <a:xfrm>
              <a:off x="4307040" y="413064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2" name="Freeform 44"/>
          <p:cNvSpPr/>
          <p:nvPr/>
        </p:nvSpPr>
        <p:spPr>
          <a:xfrm>
            <a:off x="-2009880" y="-127620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83" name="Group 36"/>
          <p:cNvGrpSpPr/>
          <p:nvPr/>
        </p:nvGrpSpPr>
        <p:grpSpPr>
          <a:xfrm>
            <a:off x="970200" y="1405440"/>
            <a:ext cx="2219400" cy="2224080"/>
            <a:chOff x="970200" y="1405440"/>
            <a:chExt cx="2219400" cy="2224080"/>
          </a:xfrm>
        </p:grpSpPr>
        <p:sp>
          <p:nvSpPr>
            <p:cNvPr id="184" name="Freeform 37"/>
            <p:cNvSpPr/>
            <p:nvPr/>
          </p:nvSpPr>
          <p:spPr>
            <a:xfrm>
              <a:off x="970200" y="140544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5" name="Freeform 6"/>
            <p:cNvSpPr/>
            <p:nvPr/>
          </p:nvSpPr>
          <p:spPr>
            <a:xfrm>
              <a:off x="970200" y="140544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86" name="Group 27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8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8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9" name="Rectangle 45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1E8704A-25FB-4D77-A8A0-2FD9FB08903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Freeform 10"/>
          <p:cNvSpPr/>
          <p:nvPr/>
        </p:nvSpPr>
        <p:spPr>
          <a:xfrm>
            <a:off x="2082960" y="3490920"/>
            <a:ext cx="1967400" cy="1558080"/>
          </a:xfrm>
          <a:custGeom>
            <a:avLst/>
            <a:gdLst>
              <a:gd name="textAreaLeft" fmla="*/ 0 w 1967400"/>
              <a:gd name="textAreaRight" fmla="*/ 1973160 w 1967400"/>
              <a:gd name="textAreaTop" fmla="*/ 0 h 1558080"/>
              <a:gd name="textAreaBottom" fmla="*/ 1563840 h 1558080"/>
            </a:gdLst>
            <a:ah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3" name="Freeform 11"/>
          <p:cNvSpPr/>
          <p:nvPr/>
        </p:nvSpPr>
        <p:spPr>
          <a:xfrm>
            <a:off x="6552720" y="3029760"/>
            <a:ext cx="1880280" cy="1329480"/>
          </a:xfrm>
          <a:custGeom>
            <a:avLst/>
            <a:gdLst>
              <a:gd name="textAreaLeft" fmla="*/ 0 w 1880280"/>
              <a:gd name="textAreaRight" fmla="*/ 1886040 w 1880280"/>
              <a:gd name="textAreaTop" fmla="*/ 0 h 1329480"/>
              <a:gd name="textAreaBottom" fmla="*/ 1335240 h 1329480"/>
            </a:gdLst>
            <a:ah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4" name="Freeform 12"/>
          <p:cNvSpPr/>
          <p:nvPr/>
        </p:nvSpPr>
        <p:spPr>
          <a:xfrm>
            <a:off x="4175280" y="1803240"/>
            <a:ext cx="1680120" cy="2257920"/>
          </a:xfrm>
          <a:custGeom>
            <a:avLst/>
            <a:gdLst>
              <a:gd name="textAreaLeft" fmla="*/ 0 w 1680120"/>
              <a:gd name="textAreaRight" fmla="*/ 1685880 w 1680120"/>
              <a:gd name="textAreaTop" fmla="*/ 0 h 2257920"/>
              <a:gd name="textAreaBottom" fmla="*/ 2263680 h 2257920"/>
            </a:gdLst>
            <a:ah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5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9" name="Group 27"/>
          <p:cNvGrpSpPr/>
          <p:nvPr/>
        </p:nvGrpSpPr>
        <p:grpSpPr>
          <a:xfrm>
            <a:off x="5955120" y="495360"/>
            <a:ext cx="2219400" cy="2224080"/>
            <a:chOff x="5955120" y="495360"/>
            <a:chExt cx="2219400" cy="2224080"/>
          </a:xfrm>
        </p:grpSpPr>
        <p:sp>
          <p:nvSpPr>
            <p:cNvPr id="200" name="Freeform 28"/>
            <p:cNvSpPr/>
            <p:nvPr/>
          </p:nvSpPr>
          <p:spPr>
            <a:xfrm>
              <a:off x="5955120" y="49536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1" name="Freeform 6"/>
            <p:cNvSpPr/>
            <p:nvPr/>
          </p:nvSpPr>
          <p:spPr>
            <a:xfrm>
              <a:off x="5955120" y="49536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2" name="Group 30"/>
          <p:cNvGrpSpPr/>
          <p:nvPr/>
        </p:nvGrpSpPr>
        <p:grpSpPr>
          <a:xfrm>
            <a:off x="8549280" y="3029760"/>
            <a:ext cx="2219400" cy="2224080"/>
            <a:chOff x="8549280" y="3029760"/>
            <a:chExt cx="2219400" cy="2224080"/>
          </a:xfrm>
        </p:grpSpPr>
        <p:sp>
          <p:nvSpPr>
            <p:cNvPr id="203" name="Freeform 31"/>
            <p:cNvSpPr/>
            <p:nvPr/>
          </p:nvSpPr>
          <p:spPr>
            <a:xfrm>
              <a:off x="8549280" y="302976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4" name="Freeform 6"/>
            <p:cNvSpPr/>
            <p:nvPr/>
          </p:nvSpPr>
          <p:spPr>
            <a:xfrm>
              <a:off x="8549280" y="302976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5" name="Group 33"/>
          <p:cNvGrpSpPr/>
          <p:nvPr/>
        </p:nvGrpSpPr>
        <p:grpSpPr>
          <a:xfrm>
            <a:off x="4201200" y="4067280"/>
            <a:ext cx="2219400" cy="2224080"/>
            <a:chOff x="4201200" y="4067280"/>
            <a:chExt cx="2219400" cy="2224080"/>
          </a:xfrm>
        </p:grpSpPr>
        <p:sp>
          <p:nvSpPr>
            <p:cNvPr id="206" name="Freeform 34"/>
            <p:cNvSpPr/>
            <p:nvPr/>
          </p:nvSpPr>
          <p:spPr>
            <a:xfrm>
              <a:off x="4201200" y="406728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7" name="Freeform 6"/>
            <p:cNvSpPr/>
            <p:nvPr/>
          </p:nvSpPr>
          <p:spPr>
            <a:xfrm>
              <a:off x="4201200" y="406728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08" name="Text Placeholder 2"/>
          <p:cNvSpPr/>
          <p:nvPr/>
        </p:nvSpPr>
        <p:spPr>
          <a:xfrm>
            <a:off x="6068880" y="615240"/>
            <a:ext cx="1973880" cy="199764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Placeholder 2"/>
          <p:cNvSpPr/>
          <p:nvPr/>
        </p:nvSpPr>
        <p:spPr>
          <a:xfrm>
            <a:off x="8672040" y="3143160"/>
            <a:ext cx="1973880" cy="199764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Placeholder 2"/>
          <p:cNvSpPr/>
          <p:nvPr/>
        </p:nvSpPr>
        <p:spPr>
          <a:xfrm>
            <a:off x="4323960" y="4203000"/>
            <a:ext cx="1973880" cy="199764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Freeform 42"/>
          <p:cNvSpPr/>
          <p:nvPr/>
        </p:nvSpPr>
        <p:spPr>
          <a:xfrm rot="370200">
            <a:off x="-2192400" y="-122292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12" name="Group 23"/>
          <p:cNvGrpSpPr/>
          <p:nvPr/>
        </p:nvGrpSpPr>
        <p:grpSpPr>
          <a:xfrm>
            <a:off x="970200" y="1238040"/>
            <a:ext cx="2219400" cy="2224080"/>
            <a:chOff x="970200" y="1238040"/>
            <a:chExt cx="2219400" cy="2224080"/>
          </a:xfrm>
        </p:grpSpPr>
        <p:sp>
          <p:nvSpPr>
            <p:cNvPr id="213" name="Freeform 24"/>
            <p:cNvSpPr/>
            <p:nvPr/>
          </p:nvSpPr>
          <p:spPr>
            <a:xfrm>
              <a:off x="970200" y="123804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4" name="Freeform 6"/>
            <p:cNvSpPr/>
            <p:nvPr/>
          </p:nvSpPr>
          <p:spPr>
            <a:xfrm>
              <a:off x="970200" y="1238040"/>
              <a:ext cx="2219400" cy="2224080"/>
            </a:xfrm>
            <a:custGeom>
              <a:avLst/>
              <a:gdLst>
                <a:gd name="textAreaLeft" fmla="*/ 0 w 2219400"/>
                <a:gd name="textAreaRight" fmla="*/ 2225160 w 2219400"/>
                <a:gd name="textAreaTop" fmla="*/ 0 h 2224080"/>
                <a:gd name="textAreaBottom" fmla="*/ 2229840 h 22240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5" name="Text Placeholder 2"/>
          <p:cNvSpPr/>
          <p:nvPr/>
        </p:nvSpPr>
        <p:spPr>
          <a:xfrm>
            <a:off x="1089000" y="1362240"/>
            <a:ext cx="1973880" cy="199764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6" name="Group 26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21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8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9" name="Rectangle 43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5D0FC64-CC73-4BBE-AAD6-814F215F247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26" name="Group 25"/>
          <p:cNvGrpSpPr/>
          <p:nvPr/>
        </p:nvGrpSpPr>
        <p:grpSpPr>
          <a:xfrm>
            <a:off x="5057280" y="834120"/>
            <a:ext cx="1734480" cy="1645200"/>
            <a:chOff x="5057280" y="834120"/>
            <a:chExt cx="1734480" cy="1645200"/>
          </a:xfrm>
        </p:grpSpPr>
        <p:sp>
          <p:nvSpPr>
            <p:cNvPr id="227" name="Freeform 6"/>
            <p:cNvSpPr/>
            <p:nvPr/>
          </p:nvSpPr>
          <p:spPr>
            <a:xfrm>
              <a:off x="5057280" y="834120"/>
              <a:ext cx="1727640" cy="1645200"/>
            </a:xfrm>
            <a:custGeom>
              <a:avLst/>
              <a:gdLst>
                <a:gd name="textAreaLeft" fmla="*/ 0 w 1727640"/>
                <a:gd name="textAreaRight" fmla="*/ 1733400 w 1727640"/>
                <a:gd name="textAreaTop" fmla="*/ 0 h 1645200"/>
                <a:gd name="textAreaBottom" fmla="*/ 1650960 h 164520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28" name="Freeform 6"/>
            <p:cNvSpPr/>
            <p:nvPr/>
          </p:nvSpPr>
          <p:spPr>
            <a:xfrm>
              <a:off x="5064120" y="834120"/>
              <a:ext cx="1727640" cy="1645200"/>
            </a:xfrm>
            <a:custGeom>
              <a:avLst/>
              <a:gdLst>
                <a:gd name="textAreaLeft" fmla="*/ 0 w 1727640"/>
                <a:gd name="textAreaRight" fmla="*/ 1733400 w 1727640"/>
                <a:gd name="textAreaTop" fmla="*/ 0 h 1645200"/>
                <a:gd name="textAreaBottom" fmla="*/ 1650960 h 164520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29" name="Group 28"/>
          <p:cNvGrpSpPr/>
          <p:nvPr/>
        </p:nvGrpSpPr>
        <p:grpSpPr>
          <a:xfrm>
            <a:off x="6671520" y="2019960"/>
            <a:ext cx="1730160" cy="1640520"/>
            <a:chOff x="6671520" y="2019960"/>
            <a:chExt cx="1730160" cy="1640520"/>
          </a:xfrm>
        </p:grpSpPr>
        <p:sp>
          <p:nvSpPr>
            <p:cNvPr id="230" name="Freeform 7"/>
            <p:cNvSpPr/>
            <p:nvPr/>
          </p:nvSpPr>
          <p:spPr>
            <a:xfrm>
              <a:off x="6671520" y="2019960"/>
              <a:ext cx="1722960" cy="1640520"/>
            </a:xfrm>
            <a:custGeom>
              <a:avLst/>
              <a:gdLst>
                <a:gd name="textAreaLeft" fmla="*/ 0 w 1722960"/>
                <a:gd name="textAreaRight" fmla="*/ 1728720 w 1722960"/>
                <a:gd name="textAreaTop" fmla="*/ 0 h 1640520"/>
                <a:gd name="textAreaBottom" fmla="*/ 1646280 h 1640520"/>
              </a:gdLst>
              <a:ah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1" name="Freeform 7"/>
            <p:cNvSpPr/>
            <p:nvPr/>
          </p:nvSpPr>
          <p:spPr>
            <a:xfrm>
              <a:off x="6678720" y="2019960"/>
              <a:ext cx="1722960" cy="1640520"/>
            </a:xfrm>
            <a:custGeom>
              <a:avLst/>
              <a:gdLst>
                <a:gd name="textAreaLeft" fmla="*/ 0 w 1722960"/>
                <a:gd name="textAreaRight" fmla="*/ 1728720 w 1722960"/>
                <a:gd name="textAreaTop" fmla="*/ 0 h 1640520"/>
                <a:gd name="textAreaBottom" fmla="*/ 1646280 h 1640520"/>
              </a:gdLst>
              <a:ah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2" name="Group 31"/>
          <p:cNvGrpSpPr/>
          <p:nvPr/>
        </p:nvGrpSpPr>
        <p:grpSpPr>
          <a:xfrm>
            <a:off x="3398400" y="2019960"/>
            <a:ext cx="1733040" cy="1640520"/>
            <a:chOff x="3398400" y="2019960"/>
            <a:chExt cx="1733040" cy="1640520"/>
          </a:xfrm>
        </p:grpSpPr>
        <p:sp>
          <p:nvSpPr>
            <p:cNvPr id="233" name="Freeform 8"/>
            <p:cNvSpPr/>
            <p:nvPr/>
          </p:nvSpPr>
          <p:spPr>
            <a:xfrm>
              <a:off x="3398400" y="2019960"/>
              <a:ext cx="1726200" cy="1640520"/>
            </a:xfrm>
            <a:custGeom>
              <a:avLst/>
              <a:gdLst>
                <a:gd name="textAreaLeft" fmla="*/ 0 w 1726200"/>
                <a:gd name="textAreaRight" fmla="*/ 1731960 w 1726200"/>
                <a:gd name="textAreaTop" fmla="*/ 0 h 1640520"/>
                <a:gd name="textAreaBottom" fmla="*/ 1646280 h 1640520"/>
              </a:gdLst>
              <a:ah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4" name="Freeform 8"/>
            <p:cNvSpPr/>
            <p:nvPr/>
          </p:nvSpPr>
          <p:spPr>
            <a:xfrm>
              <a:off x="3405240" y="2019960"/>
              <a:ext cx="1726200" cy="1640520"/>
            </a:xfrm>
            <a:custGeom>
              <a:avLst/>
              <a:gdLst>
                <a:gd name="textAreaLeft" fmla="*/ 0 w 1726200"/>
                <a:gd name="textAreaRight" fmla="*/ 1731960 w 1726200"/>
                <a:gd name="textAreaTop" fmla="*/ 0 h 1640520"/>
                <a:gd name="textAreaBottom" fmla="*/ 1646280 h 1640520"/>
              </a:gdLst>
              <a:ah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5" name="Group 34"/>
          <p:cNvGrpSpPr/>
          <p:nvPr/>
        </p:nvGrpSpPr>
        <p:grpSpPr>
          <a:xfrm>
            <a:off x="4038120" y="3927960"/>
            <a:ext cx="1733040" cy="1643760"/>
            <a:chOff x="4038120" y="3927960"/>
            <a:chExt cx="1733040" cy="1643760"/>
          </a:xfrm>
        </p:grpSpPr>
        <p:sp>
          <p:nvSpPr>
            <p:cNvPr id="236" name="Freeform 9"/>
            <p:cNvSpPr/>
            <p:nvPr/>
          </p:nvSpPr>
          <p:spPr>
            <a:xfrm>
              <a:off x="4038120" y="3927960"/>
              <a:ext cx="1726200" cy="1643760"/>
            </a:xfrm>
            <a:custGeom>
              <a:avLst/>
              <a:gdLst>
                <a:gd name="textAreaLeft" fmla="*/ 0 w 1726200"/>
                <a:gd name="textAreaRight" fmla="*/ 1731960 w 1726200"/>
                <a:gd name="textAreaTop" fmla="*/ 0 h 1643760"/>
                <a:gd name="textAreaBottom" fmla="*/ 1649520 h 164376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7" name="Freeform 9"/>
            <p:cNvSpPr/>
            <p:nvPr/>
          </p:nvSpPr>
          <p:spPr>
            <a:xfrm>
              <a:off x="4044960" y="3927960"/>
              <a:ext cx="1726200" cy="1643760"/>
            </a:xfrm>
            <a:custGeom>
              <a:avLst/>
              <a:gdLst>
                <a:gd name="textAreaLeft" fmla="*/ 0 w 1726200"/>
                <a:gd name="textAreaRight" fmla="*/ 1731960 w 1726200"/>
                <a:gd name="textAreaTop" fmla="*/ 0 h 1643760"/>
                <a:gd name="textAreaBottom" fmla="*/ 1649520 h 164376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8" name="Group 37"/>
          <p:cNvGrpSpPr/>
          <p:nvPr/>
        </p:nvGrpSpPr>
        <p:grpSpPr>
          <a:xfrm>
            <a:off x="6055560" y="3927960"/>
            <a:ext cx="1733400" cy="1643760"/>
            <a:chOff x="6055560" y="3927960"/>
            <a:chExt cx="1733400" cy="1643760"/>
          </a:xfrm>
        </p:grpSpPr>
        <p:sp>
          <p:nvSpPr>
            <p:cNvPr id="239" name="Freeform 10"/>
            <p:cNvSpPr/>
            <p:nvPr/>
          </p:nvSpPr>
          <p:spPr>
            <a:xfrm>
              <a:off x="6055560" y="3927960"/>
              <a:ext cx="1726200" cy="1643760"/>
            </a:xfrm>
            <a:custGeom>
              <a:avLst/>
              <a:gdLst>
                <a:gd name="textAreaLeft" fmla="*/ 0 w 1726200"/>
                <a:gd name="textAreaRight" fmla="*/ 1731960 w 1726200"/>
                <a:gd name="textAreaTop" fmla="*/ 0 h 1643760"/>
                <a:gd name="textAreaBottom" fmla="*/ 1649520 h 164376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0" name="Freeform 10"/>
            <p:cNvSpPr/>
            <p:nvPr/>
          </p:nvSpPr>
          <p:spPr>
            <a:xfrm>
              <a:off x="6062760" y="3927960"/>
              <a:ext cx="1726200" cy="1643760"/>
            </a:xfrm>
            <a:custGeom>
              <a:avLst/>
              <a:gdLst>
                <a:gd name="textAreaLeft" fmla="*/ 0 w 1726200"/>
                <a:gd name="textAreaRight" fmla="*/ 1731960 w 1726200"/>
                <a:gd name="textAreaTop" fmla="*/ 0 h 1643760"/>
                <a:gd name="textAreaBottom" fmla="*/ 1649520 h 164376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241" name="Picture 60" descr=""/>
          <p:cNvPicPr/>
          <p:nvPr/>
        </p:nvPicPr>
        <p:blipFill>
          <a:blip r:embed="rId2"/>
          <a:srcRect l="0" t="0" r="76273" b="0"/>
          <a:stretch/>
        </p:blipFill>
        <p:spPr>
          <a:xfrm>
            <a:off x="5283720" y="2795400"/>
            <a:ext cx="1133280" cy="996120"/>
          </a:xfrm>
          <a:prstGeom prst="rect">
            <a:avLst/>
          </a:prstGeom>
          <a:ln w="0">
            <a:noFill/>
          </a:ln>
        </p:spPr>
      </p:pic>
      <p:sp>
        <p:nvSpPr>
          <p:cNvPr id="242" name="Freeform 48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43" name="Group 44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244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46" name="Rectangle 49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4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3CEE8CA-2BE6-475F-92CD-75D8FA8FEF1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Freeform 27"/>
          <p:cNvSpPr/>
          <p:nvPr/>
        </p:nvSpPr>
        <p:spPr>
          <a:xfrm rot="370200">
            <a:off x="-2529000" y="-131724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50" name="Freeform 7"/>
          <p:cNvSpPr/>
          <p:nvPr/>
        </p:nvSpPr>
        <p:spPr>
          <a:xfrm>
            <a:off x="9197280" y="1239120"/>
            <a:ext cx="1897560" cy="1899360"/>
          </a:xfrm>
          <a:custGeom>
            <a:avLst/>
            <a:gdLst>
              <a:gd name="textAreaLeft" fmla="*/ 0 w 1897560"/>
              <a:gd name="textAreaRight" fmla="*/ 1903320 w 1897560"/>
              <a:gd name="textAreaTop" fmla="*/ 0 h 1899360"/>
              <a:gd name="textAreaBottom" fmla="*/ 1905120 h 189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51" name="Group 6"/>
          <p:cNvGrpSpPr/>
          <p:nvPr/>
        </p:nvGrpSpPr>
        <p:grpSpPr>
          <a:xfrm>
            <a:off x="6915960" y="1239120"/>
            <a:ext cx="1904400" cy="1899360"/>
            <a:chOff x="6915960" y="1239120"/>
            <a:chExt cx="1904400" cy="1899360"/>
          </a:xfrm>
        </p:grpSpPr>
        <p:sp>
          <p:nvSpPr>
            <p:cNvPr id="252" name="Freeform 6"/>
            <p:cNvSpPr/>
            <p:nvPr/>
          </p:nvSpPr>
          <p:spPr>
            <a:xfrm>
              <a:off x="6922800" y="123912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3" name="Freeform 6"/>
            <p:cNvSpPr/>
            <p:nvPr/>
          </p:nvSpPr>
          <p:spPr>
            <a:xfrm>
              <a:off x="6915960" y="123912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54" name="Group 9"/>
          <p:cNvGrpSpPr/>
          <p:nvPr/>
        </p:nvGrpSpPr>
        <p:grpSpPr>
          <a:xfrm>
            <a:off x="9161280" y="3479760"/>
            <a:ext cx="1905120" cy="1900080"/>
            <a:chOff x="9161280" y="3479760"/>
            <a:chExt cx="1905120" cy="1900080"/>
          </a:xfrm>
        </p:grpSpPr>
        <p:sp>
          <p:nvSpPr>
            <p:cNvPr id="255" name="Freeform 8"/>
            <p:cNvSpPr/>
            <p:nvPr/>
          </p:nvSpPr>
          <p:spPr>
            <a:xfrm>
              <a:off x="9161280" y="348048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6" name="Freeform 8"/>
            <p:cNvSpPr/>
            <p:nvPr/>
          </p:nvSpPr>
          <p:spPr>
            <a:xfrm>
              <a:off x="9168840" y="347976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57" name="Freeform 9"/>
          <p:cNvSpPr/>
          <p:nvPr/>
        </p:nvSpPr>
        <p:spPr>
          <a:xfrm>
            <a:off x="6958800" y="3480480"/>
            <a:ext cx="1897560" cy="1899360"/>
          </a:xfrm>
          <a:custGeom>
            <a:avLst/>
            <a:gdLst>
              <a:gd name="textAreaLeft" fmla="*/ 0 w 1897560"/>
              <a:gd name="textAreaRight" fmla="*/ 1903320 w 1897560"/>
              <a:gd name="textAreaTop" fmla="*/ 0 h 1899360"/>
              <a:gd name="textAreaBottom" fmla="*/ 1905120 h 189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8" name="Freeform 7"/>
          <p:cNvSpPr/>
          <p:nvPr/>
        </p:nvSpPr>
        <p:spPr>
          <a:xfrm>
            <a:off x="1149120" y="1060560"/>
            <a:ext cx="4419000" cy="4422600"/>
          </a:xfrm>
          <a:custGeom>
            <a:avLst/>
            <a:gdLst>
              <a:gd name="textAreaLeft" fmla="*/ 0 w 4419000"/>
              <a:gd name="textAreaRight" fmla="*/ 4424760 w 4419000"/>
              <a:gd name="textAreaTop" fmla="*/ 0 h 4422600"/>
              <a:gd name="textAreaBottom" fmla="*/ 4428360 h 44226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9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Freeform 28"/>
          <p:cNvSpPr/>
          <p:nvPr/>
        </p:nvSpPr>
        <p:spPr>
          <a:xfrm>
            <a:off x="-1855800" y="-133848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64" name="Text Placeholder 2"/>
          <p:cNvSpPr/>
          <p:nvPr/>
        </p:nvSpPr>
        <p:spPr>
          <a:xfrm>
            <a:off x="1149480" y="1060560"/>
            <a:ext cx="4418640" cy="442332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5" name="Group 1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26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6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68" name="Rectangle 29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7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C64E39B-DF1F-4066-A7BF-7B2515F54E4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Freeform 27"/>
          <p:cNvSpPr/>
          <p:nvPr/>
        </p:nvSpPr>
        <p:spPr>
          <a:xfrm rot="370200">
            <a:off x="-2738160" y="-156564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72" name="Freeform 7"/>
          <p:cNvSpPr/>
          <p:nvPr/>
        </p:nvSpPr>
        <p:spPr>
          <a:xfrm>
            <a:off x="9197280" y="1239120"/>
            <a:ext cx="1897560" cy="1899360"/>
          </a:xfrm>
          <a:custGeom>
            <a:avLst/>
            <a:gdLst>
              <a:gd name="textAreaLeft" fmla="*/ 0 w 1897560"/>
              <a:gd name="textAreaRight" fmla="*/ 1903320 w 1897560"/>
              <a:gd name="textAreaTop" fmla="*/ 0 h 1899360"/>
              <a:gd name="textAreaBottom" fmla="*/ 1905120 h 189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73" name="Group 6"/>
          <p:cNvGrpSpPr/>
          <p:nvPr/>
        </p:nvGrpSpPr>
        <p:grpSpPr>
          <a:xfrm>
            <a:off x="6915960" y="1239120"/>
            <a:ext cx="1904400" cy="1899360"/>
            <a:chOff x="6915960" y="1239120"/>
            <a:chExt cx="1904400" cy="1899360"/>
          </a:xfrm>
        </p:grpSpPr>
        <p:sp>
          <p:nvSpPr>
            <p:cNvPr id="274" name="Freeform 6"/>
            <p:cNvSpPr/>
            <p:nvPr/>
          </p:nvSpPr>
          <p:spPr>
            <a:xfrm>
              <a:off x="6922800" y="123912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5" name="Freeform 6"/>
            <p:cNvSpPr/>
            <p:nvPr/>
          </p:nvSpPr>
          <p:spPr>
            <a:xfrm>
              <a:off x="6915960" y="123912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76" name="Group 9"/>
          <p:cNvGrpSpPr/>
          <p:nvPr/>
        </p:nvGrpSpPr>
        <p:grpSpPr>
          <a:xfrm>
            <a:off x="9161280" y="3479760"/>
            <a:ext cx="1905120" cy="1900080"/>
            <a:chOff x="9161280" y="3479760"/>
            <a:chExt cx="1905120" cy="1900080"/>
          </a:xfrm>
        </p:grpSpPr>
        <p:sp>
          <p:nvSpPr>
            <p:cNvPr id="277" name="Freeform 8"/>
            <p:cNvSpPr/>
            <p:nvPr/>
          </p:nvSpPr>
          <p:spPr>
            <a:xfrm>
              <a:off x="9161280" y="348048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8" name="Freeform 8"/>
            <p:cNvSpPr/>
            <p:nvPr/>
          </p:nvSpPr>
          <p:spPr>
            <a:xfrm>
              <a:off x="9168840" y="3479760"/>
              <a:ext cx="1897560" cy="1899360"/>
            </a:xfrm>
            <a:custGeom>
              <a:avLst/>
              <a:gdLst>
                <a:gd name="textAreaLeft" fmla="*/ 0 w 1897560"/>
                <a:gd name="textAreaRight" fmla="*/ 1903320 w 1897560"/>
                <a:gd name="textAreaTop" fmla="*/ 0 h 1899360"/>
                <a:gd name="textAreaBottom" fmla="*/ 1905120 h 189936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79" name="Freeform 9"/>
          <p:cNvSpPr/>
          <p:nvPr/>
        </p:nvSpPr>
        <p:spPr>
          <a:xfrm>
            <a:off x="6958800" y="3480480"/>
            <a:ext cx="1897560" cy="1899360"/>
          </a:xfrm>
          <a:custGeom>
            <a:avLst/>
            <a:gdLst>
              <a:gd name="textAreaLeft" fmla="*/ 0 w 1897560"/>
              <a:gd name="textAreaRight" fmla="*/ 1903320 w 1897560"/>
              <a:gd name="textAreaTop" fmla="*/ 0 h 1899360"/>
              <a:gd name="textAreaBottom" fmla="*/ 1905120 h 189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0" name="Freeform 7"/>
          <p:cNvSpPr/>
          <p:nvPr/>
        </p:nvSpPr>
        <p:spPr>
          <a:xfrm>
            <a:off x="1149120" y="1060560"/>
            <a:ext cx="4419000" cy="4422600"/>
          </a:xfrm>
          <a:custGeom>
            <a:avLst/>
            <a:gdLst>
              <a:gd name="textAreaLeft" fmla="*/ 0 w 4419000"/>
              <a:gd name="textAreaRight" fmla="*/ 4424760 w 4419000"/>
              <a:gd name="textAreaTop" fmla="*/ 0 h 4422600"/>
              <a:gd name="textAreaBottom" fmla="*/ 4428360 h 44226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1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Freeform 28"/>
          <p:cNvSpPr/>
          <p:nvPr/>
        </p:nvSpPr>
        <p:spPr>
          <a:xfrm>
            <a:off x="-1855800" y="-133848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86" name="Text Placeholder 2"/>
          <p:cNvSpPr/>
          <p:nvPr/>
        </p:nvSpPr>
        <p:spPr>
          <a:xfrm>
            <a:off x="1149480" y="1060560"/>
            <a:ext cx="4418640" cy="442332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7" name="Group 1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288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89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90" name="Rectangle 29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A2FA5BD-F64F-4B9A-8EAD-70483BD5D2D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4515120" y="4888800"/>
            <a:ext cx="3476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Grey_unpressed"/>
          <p:cNvSpPr/>
          <p:nvPr/>
        </p:nvSpPr>
        <p:spPr>
          <a:xfrm>
            <a:off x="2833920" y="2727720"/>
            <a:ext cx="6468840" cy="1516680"/>
          </a:xfrm>
          <a:custGeom>
            <a:avLst/>
            <a:gdLst>
              <a:gd name="textAreaLeft" fmla="*/ 0 w 6468840"/>
              <a:gd name="textAreaRight" fmla="*/ 6474600 w 6468840"/>
              <a:gd name="textAreaTop" fmla="*/ 0 h 1516680"/>
              <a:gd name="textAreaBottom" fmla="*/ 1522440 h 151668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95" name="Freeform 11"/>
          <p:cNvSpPr/>
          <p:nvPr/>
        </p:nvSpPr>
        <p:spPr>
          <a:xfrm>
            <a:off x="2435040" y="2589840"/>
            <a:ext cx="2434320" cy="2609280"/>
          </a:xfrm>
          <a:custGeom>
            <a:avLst/>
            <a:gdLst>
              <a:gd name="textAreaLeft" fmla="*/ 0 w 2434320"/>
              <a:gd name="textAreaRight" fmla="*/ 2440080 w 2434320"/>
              <a:gd name="textAreaTop" fmla="*/ 0 h 2609280"/>
              <a:gd name="textAreaBottom" fmla="*/ 2615040 h 260928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6" name="Oval 12"/>
          <p:cNvSpPr/>
          <p:nvPr/>
        </p:nvSpPr>
        <p:spPr>
          <a:xfrm>
            <a:off x="3103920" y="3080520"/>
            <a:ext cx="981000" cy="9810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090680" y="3134880"/>
            <a:ext cx="10183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TEŞEKKÜRLER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8" name="Group 14"/>
          <p:cNvGrpSpPr/>
          <p:nvPr/>
        </p:nvGrpSpPr>
        <p:grpSpPr>
          <a:xfrm>
            <a:off x="1717560" y="6498720"/>
            <a:ext cx="902160" cy="195480"/>
            <a:chOff x="1717560" y="6498720"/>
            <a:chExt cx="902160" cy="195480"/>
          </a:xfrm>
        </p:grpSpPr>
        <p:pic>
          <p:nvPicPr>
            <p:cNvPr id="299" name="Picture 15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934640" y="6498720"/>
              <a:ext cx="685080" cy="184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00" name="Picture 16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717560" y="6509520"/>
              <a:ext cx="206280" cy="1846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01" name="Picture 4" descr=""/>
          <p:cNvPicPr/>
          <p:nvPr/>
        </p:nvPicPr>
        <p:blipFill>
          <a:blip r:embed="rId4"/>
          <a:stretch/>
        </p:blipFill>
        <p:spPr>
          <a:xfrm>
            <a:off x="169560" y="6469200"/>
            <a:ext cx="1330200" cy="254160"/>
          </a:xfrm>
          <a:prstGeom prst="rect">
            <a:avLst/>
          </a:prstGeom>
          <a:ln w="0">
            <a:noFill/>
          </a:ln>
        </p:spPr>
      </p:pic>
      <p:sp>
        <p:nvSpPr>
          <p:cNvPr id="302" name="TextBox 5"/>
          <p:cNvSpPr/>
          <p:nvPr/>
        </p:nvSpPr>
        <p:spPr>
          <a:xfrm>
            <a:off x="1585440" y="64987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8"/>
          <p:cNvSpPr/>
          <p:nvPr/>
        </p:nvSpPr>
        <p:spPr>
          <a:xfrm>
            <a:off x="1585440" y="645480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19"/>
          <p:cNvSpPr/>
          <p:nvPr/>
        </p:nvSpPr>
        <p:spPr>
          <a:xfrm>
            <a:off x="1585440" y="65095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17"/>
          <p:cNvSpPr/>
          <p:nvPr/>
        </p:nvSpPr>
        <p:spPr>
          <a:xfrm>
            <a:off x="7392960" y="6313680"/>
            <a:ext cx="57052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ectangle 20"/>
          <p:cNvSpPr/>
          <p:nvPr/>
        </p:nvSpPr>
        <p:spPr>
          <a:xfrm>
            <a:off x="11271960" y="256320"/>
            <a:ext cx="677880" cy="48996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CF8F172-6EF1-458D-AF0B-4EEE225AF7D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Freeform 13"/>
          <p:cNvSpPr/>
          <p:nvPr/>
        </p:nvSpPr>
        <p:spPr>
          <a:xfrm rot="370200">
            <a:off x="-1923480" y="-907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0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2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14" name="Group 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31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1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17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1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BCC967D-58F2-4B33-B66A-B2DC72CA14D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Freeform 58"/>
          <p:cNvSpPr/>
          <p:nvPr/>
        </p:nvSpPr>
        <p:spPr>
          <a:xfrm>
            <a:off x="-1972440" y="-131148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1" name="Freeform 11"/>
          <p:cNvSpPr/>
          <p:nvPr/>
        </p:nvSpPr>
        <p:spPr>
          <a:xfrm>
            <a:off x="23760" y="1996920"/>
            <a:ext cx="1630800" cy="1426320"/>
          </a:xfrm>
          <a:custGeom>
            <a:avLst/>
            <a:gdLst>
              <a:gd name="textAreaLeft" fmla="*/ 0 w 1630800"/>
              <a:gd name="textAreaRight" fmla="*/ 1636560 w 1630800"/>
              <a:gd name="textAreaTop" fmla="*/ 0 h 1426320"/>
              <a:gd name="textAreaBottom" fmla="*/ 1432080 h 1426320"/>
            </a:gdLst>
            <a:ahLst/>
            <a:rect l="textAreaLeft" t="textAreaTop" r="textAreaRight" b="textAreaBottom"/>
            <a:pathLst>
              <a:path w="430" h="376">
                <a:moveTo>
                  <a:pt x="430" y="0"/>
                </a:moveTo>
                <a:cubicBezTo>
                  <a:pt x="430" y="208"/>
                  <a:pt x="430" y="208"/>
                  <a:pt x="430" y="208"/>
                </a:cubicBezTo>
                <a:cubicBezTo>
                  <a:pt x="337" y="208"/>
                  <a:pt x="262" y="283"/>
                  <a:pt x="262" y="376"/>
                </a:cubicBezTo>
                <a:cubicBezTo>
                  <a:pt x="0" y="376"/>
                  <a:pt x="0" y="376"/>
                  <a:pt x="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2" name="Freeform 12"/>
          <p:cNvSpPr/>
          <p:nvPr/>
        </p:nvSpPr>
        <p:spPr>
          <a:xfrm>
            <a:off x="2281320" y="3429000"/>
            <a:ext cx="1630800" cy="1426320"/>
          </a:xfrm>
          <a:custGeom>
            <a:avLst/>
            <a:gdLst>
              <a:gd name="textAreaLeft" fmla="*/ 0 w 1630800"/>
              <a:gd name="textAreaRight" fmla="*/ 1636560 w 1630800"/>
              <a:gd name="textAreaTop" fmla="*/ 0 h 1426320"/>
              <a:gd name="textAreaBottom" fmla="*/ 1432080 h 1426320"/>
            </a:gdLst>
            <a:ah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3" name="Freeform 13"/>
          <p:cNvSpPr/>
          <p:nvPr/>
        </p:nvSpPr>
        <p:spPr>
          <a:xfrm>
            <a:off x="4541760" y="1996920"/>
            <a:ext cx="1630800" cy="1426320"/>
          </a:xfrm>
          <a:custGeom>
            <a:avLst/>
            <a:gdLst>
              <a:gd name="textAreaLeft" fmla="*/ 0 w 1630800"/>
              <a:gd name="textAreaRight" fmla="*/ 1636560 w 1630800"/>
              <a:gd name="textAreaTop" fmla="*/ 0 h 1426320"/>
              <a:gd name="textAreaBottom" fmla="*/ 1432080 h 1426320"/>
            </a:gdLst>
            <a:ah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4" name="Freeform 14"/>
          <p:cNvSpPr/>
          <p:nvPr/>
        </p:nvSpPr>
        <p:spPr>
          <a:xfrm>
            <a:off x="6799320" y="3429000"/>
            <a:ext cx="1630800" cy="1426320"/>
          </a:xfrm>
          <a:custGeom>
            <a:avLst/>
            <a:gdLst>
              <a:gd name="textAreaLeft" fmla="*/ 0 w 1630800"/>
              <a:gd name="textAreaRight" fmla="*/ 1636560 w 1630800"/>
              <a:gd name="textAreaTop" fmla="*/ 0 h 1426320"/>
              <a:gd name="textAreaBottom" fmla="*/ 1432080 h 1426320"/>
            </a:gdLst>
            <a:ah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5" name="Freeform 15"/>
          <p:cNvSpPr/>
          <p:nvPr/>
        </p:nvSpPr>
        <p:spPr>
          <a:xfrm>
            <a:off x="9056520" y="1996920"/>
            <a:ext cx="1630800" cy="1426320"/>
          </a:xfrm>
          <a:custGeom>
            <a:avLst/>
            <a:gdLst>
              <a:gd name="textAreaLeft" fmla="*/ 0 w 1630800"/>
              <a:gd name="textAreaRight" fmla="*/ 1636560 w 1630800"/>
              <a:gd name="textAreaTop" fmla="*/ 0 h 1426320"/>
              <a:gd name="textAreaBottom" fmla="*/ 1432080 h 1426320"/>
            </a:gdLst>
            <a:ah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6" name="Line 16"/>
          <p:cNvSpPr/>
          <p:nvPr/>
        </p:nvSpPr>
        <p:spPr>
          <a:xfrm>
            <a:off x="11337840" y="3429000"/>
            <a:ext cx="866520" cy="360"/>
          </a:xfrm>
          <a:prstGeom prst="line">
            <a:avLst/>
          </a:prstGeom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327" name="Group 11"/>
          <p:cNvGrpSpPr/>
          <p:nvPr/>
        </p:nvGrpSpPr>
        <p:grpSpPr>
          <a:xfrm>
            <a:off x="1544400" y="2684880"/>
            <a:ext cx="215640" cy="215640"/>
            <a:chOff x="1544400" y="2684880"/>
            <a:chExt cx="215640" cy="215640"/>
          </a:xfrm>
        </p:grpSpPr>
        <p:sp>
          <p:nvSpPr>
            <p:cNvPr id="328" name="Oval 12"/>
            <p:cNvSpPr/>
            <p:nvPr/>
          </p:nvSpPr>
          <p:spPr>
            <a:xfrm>
              <a:off x="1544400" y="2684880"/>
              <a:ext cx="215640" cy="215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29" name="Oval 28"/>
            <p:cNvSpPr/>
            <p:nvPr/>
          </p:nvSpPr>
          <p:spPr>
            <a:xfrm>
              <a:off x="1600200" y="2741040"/>
              <a:ext cx="101520" cy="100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5280" bIns="35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0" name="Group 14"/>
          <p:cNvGrpSpPr/>
          <p:nvPr/>
        </p:nvGrpSpPr>
        <p:grpSpPr>
          <a:xfrm>
            <a:off x="3807720" y="3997800"/>
            <a:ext cx="215640" cy="215640"/>
            <a:chOff x="3807720" y="3997800"/>
            <a:chExt cx="215640" cy="215640"/>
          </a:xfrm>
        </p:grpSpPr>
        <p:sp>
          <p:nvSpPr>
            <p:cNvPr id="331" name="Oval 15"/>
            <p:cNvSpPr/>
            <p:nvPr/>
          </p:nvSpPr>
          <p:spPr>
            <a:xfrm>
              <a:off x="3807720" y="3997800"/>
              <a:ext cx="215640" cy="215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2" name="Oval 28"/>
            <p:cNvSpPr/>
            <p:nvPr/>
          </p:nvSpPr>
          <p:spPr>
            <a:xfrm>
              <a:off x="3863880" y="4053600"/>
              <a:ext cx="101520" cy="100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5280" bIns="35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3" name="Group 17"/>
          <p:cNvGrpSpPr/>
          <p:nvPr/>
        </p:nvGrpSpPr>
        <p:grpSpPr>
          <a:xfrm>
            <a:off x="6057360" y="2685960"/>
            <a:ext cx="215640" cy="215640"/>
            <a:chOff x="6057360" y="2685960"/>
            <a:chExt cx="215640" cy="215640"/>
          </a:xfrm>
        </p:grpSpPr>
        <p:sp>
          <p:nvSpPr>
            <p:cNvPr id="334" name="Oval 18"/>
            <p:cNvSpPr/>
            <p:nvPr/>
          </p:nvSpPr>
          <p:spPr>
            <a:xfrm>
              <a:off x="6057360" y="2685960"/>
              <a:ext cx="215640" cy="215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5" name="Oval 28"/>
            <p:cNvSpPr/>
            <p:nvPr/>
          </p:nvSpPr>
          <p:spPr>
            <a:xfrm>
              <a:off x="6113520" y="2741760"/>
              <a:ext cx="101520" cy="100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5280" bIns="35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6" name="Group 20"/>
          <p:cNvGrpSpPr/>
          <p:nvPr/>
        </p:nvGrpSpPr>
        <p:grpSpPr>
          <a:xfrm>
            <a:off x="8325360" y="3995280"/>
            <a:ext cx="215640" cy="215640"/>
            <a:chOff x="8325360" y="3995280"/>
            <a:chExt cx="215640" cy="215640"/>
          </a:xfrm>
        </p:grpSpPr>
        <p:sp>
          <p:nvSpPr>
            <p:cNvPr id="337" name="Oval 21"/>
            <p:cNvSpPr/>
            <p:nvPr/>
          </p:nvSpPr>
          <p:spPr>
            <a:xfrm>
              <a:off x="8325360" y="3995280"/>
              <a:ext cx="215640" cy="215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8" name="Oval 28"/>
            <p:cNvSpPr/>
            <p:nvPr/>
          </p:nvSpPr>
          <p:spPr>
            <a:xfrm>
              <a:off x="8381160" y="4051440"/>
              <a:ext cx="101520" cy="100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5280" bIns="35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9" name="Group 23"/>
          <p:cNvGrpSpPr/>
          <p:nvPr/>
        </p:nvGrpSpPr>
        <p:grpSpPr>
          <a:xfrm>
            <a:off x="10582560" y="2683080"/>
            <a:ext cx="215640" cy="215640"/>
            <a:chOff x="10582560" y="2683080"/>
            <a:chExt cx="215640" cy="215640"/>
          </a:xfrm>
        </p:grpSpPr>
        <p:sp>
          <p:nvSpPr>
            <p:cNvPr id="340" name="Oval 24"/>
            <p:cNvSpPr/>
            <p:nvPr/>
          </p:nvSpPr>
          <p:spPr>
            <a:xfrm>
              <a:off x="10582560" y="2683080"/>
              <a:ext cx="215640" cy="215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1" name="Oval 28"/>
            <p:cNvSpPr/>
            <p:nvPr/>
          </p:nvSpPr>
          <p:spPr>
            <a:xfrm>
              <a:off x="10638720" y="2739240"/>
              <a:ext cx="101520" cy="100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5280" bIns="35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2" name="Group 27"/>
          <p:cNvGrpSpPr/>
          <p:nvPr/>
        </p:nvGrpSpPr>
        <p:grpSpPr>
          <a:xfrm>
            <a:off x="10225080" y="2946600"/>
            <a:ext cx="930600" cy="930600"/>
            <a:chOff x="10225080" y="2946600"/>
            <a:chExt cx="930600" cy="930600"/>
          </a:xfrm>
        </p:grpSpPr>
        <p:sp>
          <p:nvSpPr>
            <p:cNvPr id="343" name="Oval 29"/>
            <p:cNvSpPr/>
            <p:nvPr/>
          </p:nvSpPr>
          <p:spPr>
            <a:xfrm>
              <a:off x="1022508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4" name="Oval 30"/>
            <p:cNvSpPr/>
            <p:nvPr/>
          </p:nvSpPr>
          <p:spPr>
            <a:xfrm>
              <a:off x="1022508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45" name="Group 32"/>
          <p:cNvGrpSpPr/>
          <p:nvPr/>
        </p:nvGrpSpPr>
        <p:grpSpPr>
          <a:xfrm>
            <a:off x="1195560" y="2946600"/>
            <a:ext cx="930600" cy="930600"/>
            <a:chOff x="1195560" y="2946600"/>
            <a:chExt cx="930600" cy="930600"/>
          </a:xfrm>
        </p:grpSpPr>
        <p:sp>
          <p:nvSpPr>
            <p:cNvPr id="346" name="Oval 34"/>
            <p:cNvSpPr/>
            <p:nvPr/>
          </p:nvSpPr>
          <p:spPr>
            <a:xfrm>
              <a:off x="119556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7" name="Oval 35"/>
            <p:cNvSpPr/>
            <p:nvPr/>
          </p:nvSpPr>
          <p:spPr>
            <a:xfrm>
              <a:off x="119556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48" name="Group 37"/>
          <p:cNvGrpSpPr/>
          <p:nvPr/>
        </p:nvGrpSpPr>
        <p:grpSpPr>
          <a:xfrm>
            <a:off x="3443400" y="2946600"/>
            <a:ext cx="930600" cy="930600"/>
            <a:chOff x="3443400" y="2946600"/>
            <a:chExt cx="930600" cy="930600"/>
          </a:xfrm>
        </p:grpSpPr>
        <p:sp>
          <p:nvSpPr>
            <p:cNvPr id="349" name="Oval 39"/>
            <p:cNvSpPr/>
            <p:nvPr/>
          </p:nvSpPr>
          <p:spPr>
            <a:xfrm>
              <a:off x="344340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0" name="Oval 40"/>
            <p:cNvSpPr/>
            <p:nvPr/>
          </p:nvSpPr>
          <p:spPr>
            <a:xfrm>
              <a:off x="344340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1" name="Group 42"/>
          <p:cNvGrpSpPr/>
          <p:nvPr/>
        </p:nvGrpSpPr>
        <p:grpSpPr>
          <a:xfrm>
            <a:off x="5710320" y="2946600"/>
            <a:ext cx="930600" cy="930600"/>
            <a:chOff x="5710320" y="2946600"/>
            <a:chExt cx="930600" cy="930600"/>
          </a:xfrm>
        </p:grpSpPr>
        <p:sp>
          <p:nvSpPr>
            <p:cNvPr id="352" name="Oval 44"/>
            <p:cNvSpPr/>
            <p:nvPr/>
          </p:nvSpPr>
          <p:spPr>
            <a:xfrm>
              <a:off x="571032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3" name="Oval 45"/>
            <p:cNvSpPr/>
            <p:nvPr/>
          </p:nvSpPr>
          <p:spPr>
            <a:xfrm>
              <a:off x="571032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4" name="Group 47"/>
          <p:cNvGrpSpPr/>
          <p:nvPr/>
        </p:nvGrpSpPr>
        <p:grpSpPr>
          <a:xfrm>
            <a:off x="7970400" y="2946600"/>
            <a:ext cx="930600" cy="930600"/>
            <a:chOff x="7970400" y="2946600"/>
            <a:chExt cx="930600" cy="930600"/>
          </a:xfrm>
        </p:grpSpPr>
        <p:sp>
          <p:nvSpPr>
            <p:cNvPr id="355" name="Oval 49"/>
            <p:cNvSpPr/>
            <p:nvPr/>
          </p:nvSpPr>
          <p:spPr>
            <a:xfrm>
              <a:off x="797040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6" name="Oval 50"/>
            <p:cNvSpPr/>
            <p:nvPr/>
          </p:nvSpPr>
          <p:spPr>
            <a:xfrm>
              <a:off x="7970400" y="2946600"/>
              <a:ext cx="930600" cy="930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57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8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9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61" name="Group 46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362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63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64" name="Rectangle 59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6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0478023-1C4F-4779-B398-31DCC22938B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Freeform 59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68" name="Group 6"/>
          <p:cNvGrpSpPr/>
          <p:nvPr/>
        </p:nvGrpSpPr>
        <p:grpSpPr>
          <a:xfrm>
            <a:off x="8416800" y="2606400"/>
            <a:ext cx="1323000" cy="1324440"/>
            <a:chOff x="8416800" y="2606400"/>
            <a:chExt cx="1323000" cy="1324440"/>
          </a:xfrm>
        </p:grpSpPr>
        <p:sp>
          <p:nvSpPr>
            <p:cNvPr id="369" name="Freeform 14"/>
            <p:cNvSpPr/>
            <p:nvPr/>
          </p:nvSpPr>
          <p:spPr>
            <a:xfrm>
              <a:off x="8416800" y="2606400"/>
              <a:ext cx="1323000" cy="1324440"/>
            </a:xfrm>
            <a:custGeom>
              <a:avLst/>
              <a:gdLst>
                <a:gd name="textAreaLeft" fmla="*/ 0 w 1323000"/>
                <a:gd name="textAreaRight" fmla="*/ 1328760 w 1323000"/>
                <a:gd name="textAreaTop" fmla="*/ 0 h 1324440"/>
                <a:gd name="textAreaBottom" fmla="*/ 1330200 h 13244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0" name="Freeform 14"/>
            <p:cNvSpPr/>
            <p:nvPr/>
          </p:nvSpPr>
          <p:spPr>
            <a:xfrm>
              <a:off x="8416800" y="2606400"/>
              <a:ext cx="1323000" cy="1324440"/>
            </a:xfrm>
            <a:custGeom>
              <a:avLst/>
              <a:gdLst>
                <a:gd name="textAreaLeft" fmla="*/ 0 w 1323000"/>
                <a:gd name="textAreaRight" fmla="*/ 1328760 w 1323000"/>
                <a:gd name="textAreaTop" fmla="*/ 0 h 1324440"/>
                <a:gd name="textAreaBottom" fmla="*/ 1330200 h 13244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1" name="Group 14"/>
          <p:cNvGrpSpPr/>
          <p:nvPr/>
        </p:nvGrpSpPr>
        <p:grpSpPr>
          <a:xfrm>
            <a:off x="6778800" y="986040"/>
            <a:ext cx="1335600" cy="1337040"/>
            <a:chOff x="6778800" y="986040"/>
            <a:chExt cx="1335600" cy="1337040"/>
          </a:xfrm>
        </p:grpSpPr>
        <p:sp>
          <p:nvSpPr>
            <p:cNvPr id="372" name="Freeform 6"/>
            <p:cNvSpPr/>
            <p:nvPr/>
          </p:nvSpPr>
          <p:spPr>
            <a:xfrm>
              <a:off x="6778800" y="9860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3" name="Freeform 6"/>
            <p:cNvSpPr/>
            <p:nvPr/>
          </p:nvSpPr>
          <p:spPr>
            <a:xfrm>
              <a:off x="6778800" y="9860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4" name="Group 19"/>
          <p:cNvGrpSpPr/>
          <p:nvPr/>
        </p:nvGrpSpPr>
        <p:grpSpPr>
          <a:xfrm>
            <a:off x="8404200" y="986040"/>
            <a:ext cx="1335600" cy="1337040"/>
            <a:chOff x="8404200" y="986040"/>
            <a:chExt cx="1335600" cy="1337040"/>
          </a:xfrm>
        </p:grpSpPr>
        <p:sp>
          <p:nvSpPr>
            <p:cNvPr id="375" name="Freeform 6"/>
            <p:cNvSpPr/>
            <p:nvPr/>
          </p:nvSpPr>
          <p:spPr>
            <a:xfrm>
              <a:off x="8404200" y="9860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6" name="Freeform 6"/>
            <p:cNvSpPr/>
            <p:nvPr/>
          </p:nvSpPr>
          <p:spPr>
            <a:xfrm>
              <a:off x="8404200" y="9860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7" name="Group 24"/>
          <p:cNvGrpSpPr/>
          <p:nvPr/>
        </p:nvGrpSpPr>
        <p:grpSpPr>
          <a:xfrm>
            <a:off x="10012320" y="986040"/>
            <a:ext cx="1335600" cy="1337040"/>
            <a:chOff x="10012320" y="986040"/>
            <a:chExt cx="1335600" cy="1337040"/>
          </a:xfrm>
        </p:grpSpPr>
        <p:sp>
          <p:nvSpPr>
            <p:cNvPr id="378" name="Freeform 6"/>
            <p:cNvSpPr/>
            <p:nvPr/>
          </p:nvSpPr>
          <p:spPr>
            <a:xfrm>
              <a:off x="10012320" y="9860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9" name="Freeform 6"/>
            <p:cNvSpPr/>
            <p:nvPr/>
          </p:nvSpPr>
          <p:spPr>
            <a:xfrm>
              <a:off x="10012320" y="9860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0" name="Group 29"/>
          <p:cNvGrpSpPr/>
          <p:nvPr/>
        </p:nvGrpSpPr>
        <p:grpSpPr>
          <a:xfrm>
            <a:off x="6778800" y="4192920"/>
            <a:ext cx="1335600" cy="1337040"/>
            <a:chOff x="6778800" y="4192920"/>
            <a:chExt cx="1335600" cy="1337040"/>
          </a:xfrm>
        </p:grpSpPr>
        <p:sp>
          <p:nvSpPr>
            <p:cNvPr id="381" name="Freeform 6"/>
            <p:cNvSpPr/>
            <p:nvPr/>
          </p:nvSpPr>
          <p:spPr>
            <a:xfrm>
              <a:off x="6778800" y="419292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2" name="Freeform 6"/>
            <p:cNvSpPr/>
            <p:nvPr/>
          </p:nvSpPr>
          <p:spPr>
            <a:xfrm>
              <a:off x="6778800" y="419292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3" name="Group 34"/>
          <p:cNvGrpSpPr/>
          <p:nvPr/>
        </p:nvGrpSpPr>
        <p:grpSpPr>
          <a:xfrm>
            <a:off x="8404200" y="4192920"/>
            <a:ext cx="1335600" cy="1337040"/>
            <a:chOff x="8404200" y="4192920"/>
            <a:chExt cx="1335600" cy="1337040"/>
          </a:xfrm>
        </p:grpSpPr>
        <p:sp>
          <p:nvSpPr>
            <p:cNvPr id="384" name="Freeform 6"/>
            <p:cNvSpPr/>
            <p:nvPr/>
          </p:nvSpPr>
          <p:spPr>
            <a:xfrm>
              <a:off x="8404200" y="419292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5" name="Freeform 6"/>
            <p:cNvSpPr/>
            <p:nvPr/>
          </p:nvSpPr>
          <p:spPr>
            <a:xfrm>
              <a:off x="8404200" y="419292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6" name="Group 40"/>
          <p:cNvGrpSpPr/>
          <p:nvPr/>
        </p:nvGrpSpPr>
        <p:grpSpPr>
          <a:xfrm>
            <a:off x="10012320" y="4192920"/>
            <a:ext cx="1335600" cy="1337040"/>
            <a:chOff x="10012320" y="4192920"/>
            <a:chExt cx="1335600" cy="1337040"/>
          </a:xfrm>
        </p:grpSpPr>
        <p:sp>
          <p:nvSpPr>
            <p:cNvPr id="387" name="Freeform 6"/>
            <p:cNvSpPr/>
            <p:nvPr/>
          </p:nvSpPr>
          <p:spPr>
            <a:xfrm>
              <a:off x="10012320" y="419292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8" name="Freeform 6"/>
            <p:cNvSpPr/>
            <p:nvPr/>
          </p:nvSpPr>
          <p:spPr>
            <a:xfrm>
              <a:off x="10012320" y="419292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9" name="Group 45"/>
          <p:cNvGrpSpPr/>
          <p:nvPr/>
        </p:nvGrpSpPr>
        <p:grpSpPr>
          <a:xfrm>
            <a:off x="6778800" y="2602440"/>
            <a:ext cx="1335600" cy="1337040"/>
            <a:chOff x="6778800" y="2602440"/>
            <a:chExt cx="1335600" cy="1337040"/>
          </a:xfrm>
        </p:grpSpPr>
        <p:sp>
          <p:nvSpPr>
            <p:cNvPr id="390" name="Freeform 6"/>
            <p:cNvSpPr/>
            <p:nvPr/>
          </p:nvSpPr>
          <p:spPr>
            <a:xfrm>
              <a:off x="6778800" y="26024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1" name="Freeform 6"/>
            <p:cNvSpPr/>
            <p:nvPr/>
          </p:nvSpPr>
          <p:spPr>
            <a:xfrm>
              <a:off x="6778800" y="26024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2" name="Group 50"/>
          <p:cNvGrpSpPr/>
          <p:nvPr/>
        </p:nvGrpSpPr>
        <p:grpSpPr>
          <a:xfrm>
            <a:off x="10012320" y="2602440"/>
            <a:ext cx="1335600" cy="1337040"/>
            <a:chOff x="10012320" y="2602440"/>
            <a:chExt cx="1335600" cy="1337040"/>
          </a:xfrm>
        </p:grpSpPr>
        <p:sp>
          <p:nvSpPr>
            <p:cNvPr id="393" name="Freeform 6"/>
            <p:cNvSpPr/>
            <p:nvPr/>
          </p:nvSpPr>
          <p:spPr>
            <a:xfrm>
              <a:off x="10012320" y="26024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4" name="Freeform 6"/>
            <p:cNvSpPr/>
            <p:nvPr/>
          </p:nvSpPr>
          <p:spPr>
            <a:xfrm>
              <a:off x="10012320" y="2602440"/>
              <a:ext cx="1335600" cy="1337040"/>
            </a:xfrm>
            <a:custGeom>
              <a:avLst/>
              <a:gdLst>
                <a:gd name="textAreaLeft" fmla="*/ 0 w 1335600"/>
                <a:gd name="textAreaRight" fmla="*/ 1341360 w 1335600"/>
                <a:gd name="textAreaTop" fmla="*/ 0 h 1337040"/>
                <a:gd name="textAreaBottom" fmla="*/ 1342800 h 1337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395" name="Picture 33" descr=""/>
          <p:cNvPicPr/>
          <p:nvPr/>
        </p:nvPicPr>
        <p:blipFill>
          <a:blip r:embed="rId2"/>
          <a:srcRect l="0" t="0" r="76273" b="0"/>
          <a:stretch/>
        </p:blipFill>
        <p:spPr>
          <a:xfrm>
            <a:off x="8470800" y="2760120"/>
            <a:ext cx="1133280" cy="996120"/>
          </a:xfrm>
          <a:prstGeom prst="rect">
            <a:avLst/>
          </a:prstGeom>
          <a:ln w="0">
            <a:noFill/>
          </a:ln>
        </p:spPr>
      </p:pic>
      <p:sp>
        <p:nvSpPr>
          <p:cNvPr id="396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7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8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00" name="Group 4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401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2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03" name="Rectangle 60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0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2B4C4BC-A271-497E-B9A4-19D8761CEE7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Freeform 8"/>
          <p:cNvSpPr/>
          <p:nvPr/>
        </p:nvSpPr>
        <p:spPr>
          <a:xfrm rot="18117000">
            <a:off x="2336400" y="4885560"/>
            <a:ext cx="7442280" cy="2424240"/>
          </a:xfrm>
          <a:custGeom>
            <a:avLst/>
            <a:gdLst>
              <a:gd name="textAreaLeft" fmla="*/ 0 w 7442280"/>
              <a:gd name="textAreaRight" fmla="*/ 7448040 w 7442280"/>
              <a:gd name="textAreaTop" fmla="*/ 0 h 2424240"/>
              <a:gd name="textAreaBottom" fmla="*/ 2430000 h 2424240"/>
            </a:gdLst>
            <a:ahLst/>
            <a:rect l="textAreaLeft" t="textAreaTop" r="textAreaRight" b="textAreaBottom"/>
            <a:pathLst>
              <a:path w="9418037" h="2429992">
                <a:moveTo>
                  <a:pt x="689691" y="804567"/>
                </a:moveTo>
                <a:cubicBezTo>
                  <a:pt x="916962" y="924084"/>
                  <a:pt x="2726928" y="823574"/>
                  <a:pt x="2627787" y="1057254"/>
                </a:cubicBezTo>
                <a:cubicBezTo>
                  <a:pt x="2528646" y="1290934"/>
                  <a:pt x="432010" y="1981122"/>
                  <a:pt x="94843" y="2206648"/>
                </a:cubicBezTo>
                <a:cubicBezTo>
                  <a:pt x="-242324" y="2432174"/>
                  <a:pt x="413087" y="2381633"/>
                  <a:pt x="604784" y="2410409"/>
                </a:cubicBezTo>
                <a:cubicBezTo>
                  <a:pt x="796482" y="2439185"/>
                  <a:pt x="1020626" y="2441981"/>
                  <a:pt x="1245028" y="2379303"/>
                </a:cubicBezTo>
                <a:cubicBezTo>
                  <a:pt x="1469430" y="2316625"/>
                  <a:pt x="1705942" y="2124838"/>
                  <a:pt x="1951198" y="2034342"/>
                </a:cubicBezTo>
                <a:cubicBezTo>
                  <a:pt x="2196454" y="1943846"/>
                  <a:pt x="2451266" y="1860856"/>
                  <a:pt x="2716563" y="1836327"/>
                </a:cubicBezTo>
                <a:cubicBezTo>
                  <a:pt x="2981860" y="1811798"/>
                  <a:pt x="3207578" y="1913398"/>
                  <a:pt x="3542982" y="1887166"/>
                </a:cubicBezTo>
                <a:cubicBezTo>
                  <a:pt x="3878386" y="1860934"/>
                  <a:pt x="4276313" y="1737784"/>
                  <a:pt x="4728986" y="1678936"/>
                </a:cubicBezTo>
                <a:cubicBezTo>
                  <a:pt x="5181659" y="1620088"/>
                  <a:pt x="5652440" y="1577838"/>
                  <a:pt x="6259022" y="1534080"/>
                </a:cubicBezTo>
                <a:cubicBezTo>
                  <a:pt x="6865604" y="1490322"/>
                  <a:pt x="7970127" y="1659320"/>
                  <a:pt x="8368479" y="1416385"/>
                </a:cubicBezTo>
                <a:cubicBezTo>
                  <a:pt x="8766831" y="1173450"/>
                  <a:pt x="10343644" y="280175"/>
                  <a:pt x="8649137" y="76472"/>
                </a:cubicBezTo>
                <a:cubicBezTo>
                  <a:pt x="6954630" y="-127231"/>
                  <a:pt x="2067340" y="135581"/>
                  <a:pt x="836511" y="179528"/>
                </a:cubicBezTo>
                <a:cubicBezTo>
                  <a:pt x="-394318" y="223475"/>
                  <a:pt x="1527886" y="218156"/>
                  <a:pt x="1264164" y="340154"/>
                </a:cubicBezTo>
                <a:cubicBezTo>
                  <a:pt x="1000442" y="462152"/>
                  <a:pt x="462420" y="685050"/>
                  <a:pt x="689691" y="804567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07" name="Freeform 9"/>
          <p:cNvSpPr/>
          <p:nvPr/>
        </p:nvSpPr>
        <p:spPr>
          <a:xfrm rot="3674400">
            <a:off x="2695680" y="928080"/>
            <a:ext cx="6388920" cy="2345040"/>
          </a:xfrm>
          <a:custGeom>
            <a:avLst/>
            <a:gdLst>
              <a:gd name="textAreaLeft" fmla="*/ 0 w 6388920"/>
              <a:gd name="textAreaRight" fmla="*/ 6394680 w 6388920"/>
              <a:gd name="textAreaTop" fmla="*/ 0 h 2345040"/>
              <a:gd name="textAreaBottom" fmla="*/ 2350800 h 2345040"/>
            </a:gdLst>
            <a:ahLst/>
            <a:rect l="textAreaLeft" t="textAreaTop" r="textAreaRight" b="textAreaBottom"/>
            <a:pathLst>
              <a:path w="8085950" h="2350830">
                <a:moveTo>
                  <a:pt x="813307" y="1490610"/>
                </a:moveTo>
                <a:cubicBezTo>
                  <a:pt x="756250" y="1634839"/>
                  <a:pt x="66965" y="1968342"/>
                  <a:pt x="6894" y="2069024"/>
                </a:cubicBezTo>
                <a:cubicBezTo>
                  <a:pt x="-53177" y="2169706"/>
                  <a:pt x="294781" y="2097742"/>
                  <a:pt x="452883" y="2094703"/>
                </a:cubicBezTo>
                <a:cubicBezTo>
                  <a:pt x="610985" y="2091664"/>
                  <a:pt x="892097" y="2008129"/>
                  <a:pt x="955505" y="2050791"/>
                </a:cubicBezTo>
                <a:cubicBezTo>
                  <a:pt x="1018913" y="2093453"/>
                  <a:pt x="735999" y="2358187"/>
                  <a:pt x="833332" y="2350674"/>
                </a:cubicBezTo>
                <a:cubicBezTo>
                  <a:pt x="930665" y="2343161"/>
                  <a:pt x="1294246" y="2096209"/>
                  <a:pt x="1539502" y="2005713"/>
                </a:cubicBezTo>
                <a:cubicBezTo>
                  <a:pt x="1784758" y="1915217"/>
                  <a:pt x="2039570" y="1832227"/>
                  <a:pt x="2304867" y="1807698"/>
                </a:cubicBezTo>
                <a:cubicBezTo>
                  <a:pt x="2570164" y="1783169"/>
                  <a:pt x="2795882" y="1884769"/>
                  <a:pt x="3131286" y="1858537"/>
                </a:cubicBezTo>
                <a:cubicBezTo>
                  <a:pt x="3466690" y="1832305"/>
                  <a:pt x="3864617" y="1709155"/>
                  <a:pt x="4317290" y="1650307"/>
                </a:cubicBezTo>
                <a:cubicBezTo>
                  <a:pt x="4769963" y="1591459"/>
                  <a:pt x="5240744" y="1549209"/>
                  <a:pt x="5847326" y="1505451"/>
                </a:cubicBezTo>
                <a:cubicBezTo>
                  <a:pt x="6453908" y="1461693"/>
                  <a:pt x="7631478" y="1564171"/>
                  <a:pt x="7956783" y="1387756"/>
                </a:cubicBezTo>
                <a:cubicBezTo>
                  <a:pt x="8282088" y="1211342"/>
                  <a:pt x="7365615" y="642797"/>
                  <a:pt x="7799155" y="446964"/>
                </a:cubicBezTo>
                <a:cubicBezTo>
                  <a:pt x="7405669" y="273233"/>
                  <a:pt x="8806227" y="125627"/>
                  <a:pt x="7550675" y="50595"/>
                </a:cubicBezTo>
                <a:cubicBezTo>
                  <a:pt x="6295123" y="-24437"/>
                  <a:pt x="2573389" y="-12246"/>
                  <a:pt x="1387153" y="62307"/>
                </a:cubicBezTo>
                <a:cubicBezTo>
                  <a:pt x="200917" y="136860"/>
                  <a:pt x="193051" y="312190"/>
                  <a:pt x="433260" y="497911"/>
                </a:cubicBezTo>
                <a:cubicBezTo>
                  <a:pt x="673469" y="683632"/>
                  <a:pt x="373786" y="935937"/>
                  <a:pt x="349235" y="1203649"/>
                </a:cubicBezTo>
                <a:cubicBezTo>
                  <a:pt x="296655" y="1477110"/>
                  <a:pt x="870364" y="1346381"/>
                  <a:pt x="813307" y="1490610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pic>
        <p:nvPicPr>
          <p:cNvPr id="408" name="Picture 11" descr=""/>
          <p:cNvPicPr/>
          <p:nvPr/>
        </p:nvPicPr>
        <p:blipFill>
          <a:blip r:embed="rId2"/>
          <a:stretch/>
        </p:blipFill>
        <p:spPr>
          <a:xfrm>
            <a:off x="-123120" y="-124920"/>
            <a:ext cx="7304040" cy="7340400"/>
          </a:xfrm>
          <a:prstGeom prst="rect">
            <a:avLst/>
          </a:prstGeom>
          <a:ln w="0">
            <a:noFill/>
          </a:ln>
        </p:spPr>
      </p:pic>
      <p:sp>
        <p:nvSpPr>
          <p:cNvPr id="409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0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1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3" name="Rectangle 10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1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F91D9F3-A092-4B22-8BDE-E23122D1477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Freeform 66"/>
          <p:cNvSpPr/>
          <p:nvPr/>
        </p:nvSpPr>
        <p:spPr>
          <a:xfrm rot="370200">
            <a:off x="-2565000" y="-120780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17" name="Freeform 5"/>
          <p:cNvSpPr/>
          <p:nvPr/>
        </p:nvSpPr>
        <p:spPr>
          <a:xfrm>
            <a:off x="2153880" y="3953880"/>
            <a:ext cx="8053920" cy="1210320"/>
          </a:xfrm>
          <a:custGeom>
            <a:avLst/>
            <a:gdLst>
              <a:gd name="textAreaLeft" fmla="*/ 0 w 8053920"/>
              <a:gd name="textAreaRight" fmla="*/ 8059680 w 8053920"/>
              <a:gd name="textAreaTop" fmla="*/ 0 h 1210320"/>
              <a:gd name="textAreaBottom" fmla="*/ 1216080 h 1210320"/>
            </a:gdLst>
            <a:ahLst/>
            <a:rect l="textAreaLeft" t="textAreaTop" r="textAreaRight" b="textAreaBottom"/>
            <a:pathLst>
              <a:path w="2116" h="319">
                <a:moveTo>
                  <a:pt x="2116" y="0"/>
                </a:moveTo>
                <a:cubicBezTo>
                  <a:pt x="2116" y="131"/>
                  <a:pt x="2010" y="237"/>
                  <a:pt x="1879" y="237"/>
                </a:cubicBezTo>
                <a:cubicBezTo>
                  <a:pt x="179" y="237"/>
                  <a:pt x="179" y="237"/>
                  <a:pt x="179" y="237"/>
                </a:cubicBezTo>
                <a:cubicBezTo>
                  <a:pt x="107" y="237"/>
                  <a:pt x="43" y="268"/>
                  <a:pt x="0" y="319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18" name="Freeform 6"/>
          <p:cNvSpPr/>
          <p:nvPr/>
        </p:nvSpPr>
        <p:spPr>
          <a:xfrm>
            <a:off x="1933200" y="2153520"/>
            <a:ext cx="8274600" cy="1794600"/>
          </a:xfrm>
          <a:custGeom>
            <a:avLst/>
            <a:gdLst>
              <a:gd name="textAreaLeft" fmla="*/ 0 w 8274600"/>
              <a:gd name="textAreaRight" fmla="*/ 8280360 w 8274600"/>
              <a:gd name="textAreaTop" fmla="*/ 0 h 1794600"/>
              <a:gd name="textAreaBottom" fmla="*/ 1800360 h 1794600"/>
            </a:gdLst>
            <a:ahLst/>
            <a:rect l="textAreaLeft" t="textAreaTop" r="textAreaRight" b="textAreaBottom"/>
            <a:pathLst>
              <a:path w="2174" h="47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0"/>
                  <a:pt x="106" y="236"/>
                  <a:pt x="237" y="236"/>
                </a:cubicBezTo>
                <a:cubicBezTo>
                  <a:pt x="1937" y="236"/>
                  <a:pt x="1937" y="236"/>
                  <a:pt x="1937" y="236"/>
                </a:cubicBezTo>
                <a:cubicBezTo>
                  <a:pt x="2068" y="236"/>
                  <a:pt x="2174" y="342"/>
                  <a:pt x="2174" y="472"/>
                </a:cubicBezTo>
                <a:cubicBezTo>
                  <a:pt x="2174" y="472"/>
                  <a:pt x="2174" y="472"/>
                  <a:pt x="2174" y="472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19" name="Freeform 7"/>
          <p:cNvSpPr/>
          <p:nvPr/>
        </p:nvSpPr>
        <p:spPr>
          <a:xfrm>
            <a:off x="1933200" y="617040"/>
            <a:ext cx="8225280" cy="1531080"/>
          </a:xfrm>
          <a:custGeom>
            <a:avLst/>
            <a:gdLst>
              <a:gd name="textAreaLeft" fmla="*/ 0 w 8225280"/>
              <a:gd name="textAreaRight" fmla="*/ 8231040 w 8225280"/>
              <a:gd name="textAreaTop" fmla="*/ 0 h 1531080"/>
              <a:gd name="textAreaBottom" fmla="*/ 1536840 h 1531080"/>
            </a:gdLst>
            <a:ahLst/>
            <a:rect l="textAreaLeft" t="textAreaTop" r="textAreaRight" b="textAreaBottom"/>
            <a:pathLst>
              <a:path w="2161" h="403">
                <a:moveTo>
                  <a:pt x="2161" y="0"/>
                </a:moveTo>
                <a:cubicBezTo>
                  <a:pt x="2131" y="96"/>
                  <a:pt x="2041" y="166"/>
                  <a:pt x="1935" y="166"/>
                </a:cubicBezTo>
                <a:cubicBezTo>
                  <a:pt x="237" y="166"/>
                  <a:pt x="237" y="166"/>
                  <a:pt x="237" y="166"/>
                </a:cubicBezTo>
                <a:cubicBezTo>
                  <a:pt x="106" y="166"/>
                  <a:pt x="0" y="272"/>
                  <a:pt x="0" y="403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420" name="Group 10"/>
          <p:cNvGrpSpPr/>
          <p:nvPr/>
        </p:nvGrpSpPr>
        <p:grpSpPr>
          <a:xfrm>
            <a:off x="3841200" y="4700880"/>
            <a:ext cx="299880" cy="299880"/>
            <a:chOff x="3841200" y="4700880"/>
            <a:chExt cx="299880" cy="299880"/>
          </a:xfrm>
        </p:grpSpPr>
        <p:sp>
          <p:nvSpPr>
            <p:cNvPr id="421" name="Oval 11"/>
            <p:cNvSpPr/>
            <p:nvPr/>
          </p:nvSpPr>
          <p:spPr>
            <a:xfrm>
              <a:off x="3841200" y="470088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2" name="Oval 28"/>
            <p:cNvSpPr/>
            <p:nvPr/>
          </p:nvSpPr>
          <p:spPr>
            <a:xfrm>
              <a:off x="3918600" y="477792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3" name="Group 13"/>
          <p:cNvGrpSpPr/>
          <p:nvPr/>
        </p:nvGrpSpPr>
        <p:grpSpPr>
          <a:xfrm>
            <a:off x="5922360" y="4700880"/>
            <a:ext cx="299880" cy="299880"/>
            <a:chOff x="5922360" y="4700880"/>
            <a:chExt cx="299880" cy="299880"/>
          </a:xfrm>
        </p:grpSpPr>
        <p:sp>
          <p:nvSpPr>
            <p:cNvPr id="424" name="Oval 14"/>
            <p:cNvSpPr/>
            <p:nvPr/>
          </p:nvSpPr>
          <p:spPr>
            <a:xfrm>
              <a:off x="5922360" y="470088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5" name="Oval 28"/>
            <p:cNvSpPr/>
            <p:nvPr/>
          </p:nvSpPr>
          <p:spPr>
            <a:xfrm>
              <a:off x="5999400" y="477792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6" name="Group 16"/>
          <p:cNvGrpSpPr/>
          <p:nvPr/>
        </p:nvGrpSpPr>
        <p:grpSpPr>
          <a:xfrm>
            <a:off x="7984080" y="4700880"/>
            <a:ext cx="299880" cy="299880"/>
            <a:chOff x="7984080" y="4700880"/>
            <a:chExt cx="299880" cy="299880"/>
          </a:xfrm>
        </p:grpSpPr>
        <p:sp>
          <p:nvSpPr>
            <p:cNvPr id="427" name="Oval 17"/>
            <p:cNvSpPr/>
            <p:nvPr/>
          </p:nvSpPr>
          <p:spPr>
            <a:xfrm>
              <a:off x="7984080" y="470088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8" name="Oval 28"/>
            <p:cNvSpPr/>
            <p:nvPr/>
          </p:nvSpPr>
          <p:spPr>
            <a:xfrm>
              <a:off x="8061120" y="477792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9" name="Group 19"/>
          <p:cNvGrpSpPr/>
          <p:nvPr/>
        </p:nvGrpSpPr>
        <p:grpSpPr>
          <a:xfrm>
            <a:off x="10055520" y="3793320"/>
            <a:ext cx="299880" cy="299880"/>
            <a:chOff x="10055520" y="3793320"/>
            <a:chExt cx="299880" cy="299880"/>
          </a:xfrm>
        </p:grpSpPr>
        <p:sp>
          <p:nvSpPr>
            <p:cNvPr id="430" name="Oval 20"/>
            <p:cNvSpPr/>
            <p:nvPr/>
          </p:nvSpPr>
          <p:spPr>
            <a:xfrm>
              <a:off x="10055520" y="379332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1" name="Oval 28"/>
            <p:cNvSpPr/>
            <p:nvPr/>
          </p:nvSpPr>
          <p:spPr>
            <a:xfrm>
              <a:off x="10132920" y="387036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2" name="Group 22"/>
          <p:cNvGrpSpPr/>
          <p:nvPr/>
        </p:nvGrpSpPr>
        <p:grpSpPr>
          <a:xfrm>
            <a:off x="3847680" y="2889360"/>
            <a:ext cx="299880" cy="299880"/>
            <a:chOff x="3847680" y="2889360"/>
            <a:chExt cx="299880" cy="299880"/>
          </a:xfrm>
        </p:grpSpPr>
        <p:sp>
          <p:nvSpPr>
            <p:cNvPr id="433" name="Oval 23"/>
            <p:cNvSpPr/>
            <p:nvPr/>
          </p:nvSpPr>
          <p:spPr>
            <a:xfrm>
              <a:off x="3847680" y="288936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4" name="Oval 28"/>
            <p:cNvSpPr/>
            <p:nvPr/>
          </p:nvSpPr>
          <p:spPr>
            <a:xfrm>
              <a:off x="3925080" y="296640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5" name="Group 25"/>
          <p:cNvGrpSpPr/>
          <p:nvPr/>
        </p:nvGrpSpPr>
        <p:grpSpPr>
          <a:xfrm>
            <a:off x="5912640" y="2895480"/>
            <a:ext cx="299880" cy="299880"/>
            <a:chOff x="5912640" y="2895480"/>
            <a:chExt cx="299880" cy="299880"/>
          </a:xfrm>
        </p:grpSpPr>
        <p:sp>
          <p:nvSpPr>
            <p:cNvPr id="436" name="Oval 26"/>
            <p:cNvSpPr/>
            <p:nvPr/>
          </p:nvSpPr>
          <p:spPr>
            <a:xfrm>
              <a:off x="5912640" y="289548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7" name="Oval 28"/>
            <p:cNvSpPr/>
            <p:nvPr/>
          </p:nvSpPr>
          <p:spPr>
            <a:xfrm>
              <a:off x="5990040" y="297288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8" name="Group 28"/>
          <p:cNvGrpSpPr/>
          <p:nvPr/>
        </p:nvGrpSpPr>
        <p:grpSpPr>
          <a:xfrm>
            <a:off x="7974360" y="2895480"/>
            <a:ext cx="299880" cy="299880"/>
            <a:chOff x="7974360" y="2895480"/>
            <a:chExt cx="299880" cy="299880"/>
          </a:xfrm>
        </p:grpSpPr>
        <p:sp>
          <p:nvSpPr>
            <p:cNvPr id="439" name="Oval 29"/>
            <p:cNvSpPr/>
            <p:nvPr/>
          </p:nvSpPr>
          <p:spPr>
            <a:xfrm>
              <a:off x="7974360" y="289548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0" name="Oval 28"/>
            <p:cNvSpPr/>
            <p:nvPr/>
          </p:nvSpPr>
          <p:spPr>
            <a:xfrm>
              <a:off x="8051760" y="297288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1" name="Group 31"/>
          <p:cNvGrpSpPr/>
          <p:nvPr/>
        </p:nvGrpSpPr>
        <p:grpSpPr>
          <a:xfrm>
            <a:off x="3847680" y="1094760"/>
            <a:ext cx="299880" cy="299880"/>
            <a:chOff x="3847680" y="1094760"/>
            <a:chExt cx="299880" cy="299880"/>
          </a:xfrm>
        </p:grpSpPr>
        <p:sp>
          <p:nvSpPr>
            <p:cNvPr id="442" name="Oval 32"/>
            <p:cNvSpPr/>
            <p:nvPr/>
          </p:nvSpPr>
          <p:spPr>
            <a:xfrm>
              <a:off x="3847680" y="109476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3" name="Oval 28"/>
            <p:cNvSpPr/>
            <p:nvPr/>
          </p:nvSpPr>
          <p:spPr>
            <a:xfrm>
              <a:off x="3925080" y="117216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4" name="Group 34"/>
          <p:cNvGrpSpPr/>
          <p:nvPr/>
        </p:nvGrpSpPr>
        <p:grpSpPr>
          <a:xfrm>
            <a:off x="5912640" y="1101240"/>
            <a:ext cx="299880" cy="299880"/>
            <a:chOff x="5912640" y="1101240"/>
            <a:chExt cx="299880" cy="299880"/>
          </a:xfrm>
        </p:grpSpPr>
        <p:sp>
          <p:nvSpPr>
            <p:cNvPr id="445" name="Oval 35"/>
            <p:cNvSpPr/>
            <p:nvPr/>
          </p:nvSpPr>
          <p:spPr>
            <a:xfrm>
              <a:off x="5912640" y="110124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6" name="Oval 28"/>
            <p:cNvSpPr/>
            <p:nvPr/>
          </p:nvSpPr>
          <p:spPr>
            <a:xfrm>
              <a:off x="5990040" y="117828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7" name="Group 37"/>
          <p:cNvGrpSpPr/>
          <p:nvPr/>
        </p:nvGrpSpPr>
        <p:grpSpPr>
          <a:xfrm>
            <a:off x="7974360" y="1101240"/>
            <a:ext cx="299880" cy="299880"/>
            <a:chOff x="7974360" y="1101240"/>
            <a:chExt cx="299880" cy="299880"/>
          </a:xfrm>
        </p:grpSpPr>
        <p:sp>
          <p:nvSpPr>
            <p:cNvPr id="448" name="Oval 38"/>
            <p:cNvSpPr/>
            <p:nvPr/>
          </p:nvSpPr>
          <p:spPr>
            <a:xfrm>
              <a:off x="7974360" y="110124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9" name="Oval 28"/>
            <p:cNvSpPr/>
            <p:nvPr/>
          </p:nvSpPr>
          <p:spPr>
            <a:xfrm>
              <a:off x="8051760" y="117828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50" name="Group 40"/>
          <p:cNvGrpSpPr/>
          <p:nvPr/>
        </p:nvGrpSpPr>
        <p:grpSpPr>
          <a:xfrm>
            <a:off x="1781280" y="1999080"/>
            <a:ext cx="299880" cy="299880"/>
            <a:chOff x="1781280" y="1999080"/>
            <a:chExt cx="299880" cy="299880"/>
          </a:xfrm>
        </p:grpSpPr>
        <p:sp>
          <p:nvSpPr>
            <p:cNvPr id="451" name="Oval 41"/>
            <p:cNvSpPr/>
            <p:nvPr/>
          </p:nvSpPr>
          <p:spPr>
            <a:xfrm>
              <a:off x="1781280" y="1999080"/>
              <a:ext cx="299880" cy="299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2" name="Oval 28"/>
            <p:cNvSpPr/>
            <p:nvPr/>
          </p:nvSpPr>
          <p:spPr>
            <a:xfrm>
              <a:off x="1858320" y="2076120"/>
              <a:ext cx="142200" cy="140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453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4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6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57" name="Group 62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458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9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60" name="Rectangle 67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6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A07C397-71AD-4E6B-B47E-21704F35CD3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Freeform 25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64" name="Group 9"/>
          <p:cNvGrpSpPr/>
          <p:nvPr/>
        </p:nvGrpSpPr>
        <p:grpSpPr>
          <a:xfrm>
            <a:off x="278280" y="1993320"/>
            <a:ext cx="2702880" cy="2705400"/>
            <a:chOff x="278280" y="1993320"/>
            <a:chExt cx="2702880" cy="2705400"/>
          </a:xfrm>
        </p:grpSpPr>
        <p:sp>
          <p:nvSpPr>
            <p:cNvPr id="465" name="Freeform 6"/>
            <p:cNvSpPr/>
            <p:nvPr/>
          </p:nvSpPr>
          <p:spPr>
            <a:xfrm>
              <a:off x="27828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6" name="Freeform 6"/>
            <p:cNvSpPr/>
            <p:nvPr/>
          </p:nvSpPr>
          <p:spPr>
            <a:xfrm>
              <a:off x="27828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67" name="Group 12"/>
          <p:cNvGrpSpPr/>
          <p:nvPr/>
        </p:nvGrpSpPr>
        <p:grpSpPr>
          <a:xfrm>
            <a:off x="3215520" y="1993320"/>
            <a:ext cx="2702880" cy="2705400"/>
            <a:chOff x="3215520" y="1993320"/>
            <a:chExt cx="2702880" cy="2705400"/>
          </a:xfrm>
        </p:grpSpPr>
        <p:sp>
          <p:nvSpPr>
            <p:cNvPr id="468" name="Freeform 6"/>
            <p:cNvSpPr/>
            <p:nvPr/>
          </p:nvSpPr>
          <p:spPr>
            <a:xfrm>
              <a:off x="321552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9" name="Freeform 6"/>
            <p:cNvSpPr/>
            <p:nvPr/>
          </p:nvSpPr>
          <p:spPr>
            <a:xfrm>
              <a:off x="321552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0" name="Group 15"/>
          <p:cNvGrpSpPr/>
          <p:nvPr/>
        </p:nvGrpSpPr>
        <p:grpSpPr>
          <a:xfrm>
            <a:off x="6266880" y="1993320"/>
            <a:ext cx="2702880" cy="2705400"/>
            <a:chOff x="6266880" y="1993320"/>
            <a:chExt cx="2702880" cy="2705400"/>
          </a:xfrm>
        </p:grpSpPr>
        <p:sp>
          <p:nvSpPr>
            <p:cNvPr id="471" name="Freeform 6"/>
            <p:cNvSpPr/>
            <p:nvPr/>
          </p:nvSpPr>
          <p:spPr>
            <a:xfrm>
              <a:off x="626688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2" name="Freeform 6"/>
            <p:cNvSpPr/>
            <p:nvPr/>
          </p:nvSpPr>
          <p:spPr>
            <a:xfrm>
              <a:off x="626688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3" name="Group 18"/>
          <p:cNvGrpSpPr/>
          <p:nvPr/>
        </p:nvGrpSpPr>
        <p:grpSpPr>
          <a:xfrm>
            <a:off x="9318240" y="1993320"/>
            <a:ext cx="2702880" cy="2705400"/>
            <a:chOff x="9318240" y="1993320"/>
            <a:chExt cx="2702880" cy="2705400"/>
          </a:xfrm>
        </p:grpSpPr>
        <p:sp>
          <p:nvSpPr>
            <p:cNvPr id="474" name="Freeform 6"/>
            <p:cNvSpPr/>
            <p:nvPr/>
          </p:nvSpPr>
          <p:spPr>
            <a:xfrm>
              <a:off x="931824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5" name="Freeform 6"/>
            <p:cNvSpPr/>
            <p:nvPr/>
          </p:nvSpPr>
          <p:spPr>
            <a:xfrm>
              <a:off x="9318240" y="1993320"/>
              <a:ext cx="2702880" cy="2705400"/>
            </a:xfrm>
            <a:custGeom>
              <a:avLst/>
              <a:gdLst>
                <a:gd name="textAreaLeft" fmla="*/ 0 w 2702880"/>
                <a:gd name="textAreaRight" fmla="*/ 2708640 w 2702880"/>
                <a:gd name="textAreaTop" fmla="*/ 0 h 2705400"/>
                <a:gd name="textAreaBottom" fmla="*/ 2711160 h 27054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76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7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80" name="Group 21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481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82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83" name="Rectangle 26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8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C47ED01-F7E1-49F1-A976-366B9D96B29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Freeform 44"/>
          <p:cNvSpPr/>
          <p:nvPr/>
        </p:nvSpPr>
        <p:spPr>
          <a:xfrm rot="370200">
            <a:off x="-2180520" y="-152568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87" name="Group 41"/>
          <p:cNvGrpSpPr/>
          <p:nvPr/>
        </p:nvGrpSpPr>
        <p:grpSpPr>
          <a:xfrm>
            <a:off x="228600" y="1959840"/>
            <a:ext cx="11729160" cy="3595680"/>
            <a:chOff x="228600" y="1959840"/>
            <a:chExt cx="11729160" cy="3595680"/>
          </a:xfrm>
        </p:grpSpPr>
        <p:grpSp>
          <p:nvGrpSpPr>
            <p:cNvPr id="488" name="Group 5"/>
            <p:cNvGrpSpPr/>
            <p:nvPr/>
          </p:nvGrpSpPr>
          <p:grpSpPr>
            <a:xfrm>
              <a:off x="228600" y="1959840"/>
              <a:ext cx="2283120" cy="3595680"/>
              <a:chOff x="228600" y="1959840"/>
              <a:chExt cx="2283120" cy="3595680"/>
            </a:xfrm>
          </p:grpSpPr>
          <p:grpSp>
            <p:nvGrpSpPr>
              <p:cNvPr id="489" name="Group 6"/>
              <p:cNvGrpSpPr/>
              <p:nvPr/>
            </p:nvGrpSpPr>
            <p:grpSpPr>
              <a:xfrm>
                <a:off x="228600" y="1959840"/>
                <a:ext cx="2283120" cy="3595680"/>
                <a:chOff x="228600" y="1959840"/>
                <a:chExt cx="2283120" cy="3595680"/>
              </a:xfrm>
            </p:grpSpPr>
            <p:sp>
              <p:nvSpPr>
                <p:cNvPr id="490" name="Freeform 9"/>
                <p:cNvSpPr/>
                <p:nvPr/>
              </p:nvSpPr>
              <p:spPr>
                <a:xfrm>
                  <a:off x="228600" y="1959840"/>
                  <a:ext cx="2283120" cy="3595680"/>
                </a:xfrm>
                <a:custGeom>
                  <a:avLst/>
                  <a:gdLst>
                    <a:gd name="textAreaLeft" fmla="*/ 0 w 2283120"/>
                    <a:gd name="textAreaRight" fmla="*/ 2288880 w 228312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1" name="Freeform 9"/>
                <p:cNvSpPr/>
                <p:nvPr/>
              </p:nvSpPr>
              <p:spPr>
                <a:xfrm>
                  <a:off x="228600" y="1959840"/>
                  <a:ext cx="2283120" cy="3595680"/>
                </a:xfrm>
                <a:custGeom>
                  <a:avLst/>
                  <a:gdLst>
                    <a:gd name="textAreaLeft" fmla="*/ 0 w 2283120"/>
                    <a:gd name="textAreaRight" fmla="*/ 2288880 w 228312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2" name="Oval 7"/>
              <p:cNvSpPr/>
              <p:nvPr/>
            </p:nvSpPr>
            <p:spPr>
              <a:xfrm>
                <a:off x="658800" y="2261160"/>
                <a:ext cx="1437480" cy="143748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493" name="Group 10"/>
            <p:cNvGrpSpPr/>
            <p:nvPr/>
          </p:nvGrpSpPr>
          <p:grpSpPr>
            <a:xfrm>
              <a:off x="3373200" y="1959840"/>
              <a:ext cx="2287080" cy="3595680"/>
              <a:chOff x="3373200" y="1959840"/>
              <a:chExt cx="2287080" cy="3595680"/>
            </a:xfrm>
          </p:grpSpPr>
          <p:grpSp>
            <p:nvGrpSpPr>
              <p:cNvPr id="494" name="Group 11"/>
              <p:cNvGrpSpPr/>
              <p:nvPr/>
            </p:nvGrpSpPr>
            <p:grpSpPr>
              <a:xfrm>
                <a:off x="3373200" y="1959840"/>
                <a:ext cx="2287080" cy="3595680"/>
                <a:chOff x="3373200" y="1959840"/>
                <a:chExt cx="2287080" cy="3595680"/>
              </a:xfrm>
            </p:grpSpPr>
            <p:sp>
              <p:nvSpPr>
                <p:cNvPr id="495" name="Freeform 13"/>
                <p:cNvSpPr/>
                <p:nvPr/>
              </p:nvSpPr>
              <p:spPr>
                <a:xfrm>
                  <a:off x="3373200" y="1959840"/>
                  <a:ext cx="2287080" cy="3595680"/>
                </a:xfrm>
                <a:custGeom>
                  <a:avLst/>
                  <a:gdLst>
                    <a:gd name="textAreaLeft" fmla="*/ 0 w 2287080"/>
                    <a:gd name="textAreaRight" fmla="*/ 2292840 w 228708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6" name="Freeform 13"/>
                <p:cNvSpPr/>
                <p:nvPr/>
              </p:nvSpPr>
              <p:spPr>
                <a:xfrm>
                  <a:off x="3373200" y="1959840"/>
                  <a:ext cx="2287080" cy="3595680"/>
                </a:xfrm>
                <a:custGeom>
                  <a:avLst/>
                  <a:gdLst>
                    <a:gd name="textAreaLeft" fmla="*/ 0 w 2287080"/>
                    <a:gd name="textAreaRight" fmla="*/ 2292840 w 228708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7" name="Oval 12"/>
              <p:cNvSpPr/>
              <p:nvPr/>
            </p:nvSpPr>
            <p:spPr>
              <a:xfrm>
                <a:off x="3801240" y="2261160"/>
                <a:ext cx="1437480" cy="143748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498" name="Group 15"/>
            <p:cNvGrpSpPr/>
            <p:nvPr/>
          </p:nvGrpSpPr>
          <p:grpSpPr>
            <a:xfrm>
              <a:off x="6523920" y="1959840"/>
              <a:ext cx="2285280" cy="3595680"/>
              <a:chOff x="6523920" y="1959840"/>
              <a:chExt cx="2285280" cy="3595680"/>
            </a:xfrm>
          </p:grpSpPr>
          <p:grpSp>
            <p:nvGrpSpPr>
              <p:cNvPr id="499" name="Group 16"/>
              <p:cNvGrpSpPr/>
              <p:nvPr/>
            </p:nvGrpSpPr>
            <p:grpSpPr>
              <a:xfrm>
                <a:off x="6523920" y="1959840"/>
                <a:ext cx="2285280" cy="3595680"/>
                <a:chOff x="6523920" y="1959840"/>
                <a:chExt cx="2285280" cy="3595680"/>
              </a:xfrm>
            </p:grpSpPr>
            <p:sp>
              <p:nvSpPr>
                <p:cNvPr id="500" name="Freeform 17"/>
                <p:cNvSpPr/>
                <p:nvPr/>
              </p:nvSpPr>
              <p:spPr>
                <a:xfrm>
                  <a:off x="6523920" y="1959840"/>
                  <a:ext cx="2285280" cy="3595680"/>
                </a:xfrm>
                <a:custGeom>
                  <a:avLst/>
                  <a:gdLst>
                    <a:gd name="textAreaLeft" fmla="*/ 0 w 2285280"/>
                    <a:gd name="textAreaRight" fmla="*/ 2291040 w 228528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1" name="Freeform 17"/>
                <p:cNvSpPr/>
                <p:nvPr/>
              </p:nvSpPr>
              <p:spPr>
                <a:xfrm>
                  <a:off x="6523920" y="1959840"/>
                  <a:ext cx="2285280" cy="3595680"/>
                </a:xfrm>
                <a:custGeom>
                  <a:avLst/>
                  <a:gdLst>
                    <a:gd name="textAreaLeft" fmla="*/ 0 w 2285280"/>
                    <a:gd name="textAreaRight" fmla="*/ 2291040 w 228528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2" name="Oval 17"/>
              <p:cNvSpPr/>
              <p:nvPr/>
            </p:nvSpPr>
            <p:spPr>
              <a:xfrm>
                <a:off x="6953040" y="2261160"/>
                <a:ext cx="1437480" cy="143748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3" name="Group 20"/>
            <p:cNvGrpSpPr/>
            <p:nvPr/>
          </p:nvGrpSpPr>
          <p:grpSpPr>
            <a:xfrm>
              <a:off x="9672480" y="1959840"/>
              <a:ext cx="2285280" cy="3595680"/>
              <a:chOff x="9672480" y="1959840"/>
              <a:chExt cx="2285280" cy="3595680"/>
            </a:xfrm>
          </p:grpSpPr>
          <p:grpSp>
            <p:nvGrpSpPr>
              <p:cNvPr id="504" name="Group 21"/>
              <p:cNvGrpSpPr/>
              <p:nvPr/>
            </p:nvGrpSpPr>
            <p:grpSpPr>
              <a:xfrm>
                <a:off x="9672480" y="1959840"/>
                <a:ext cx="2285280" cy="3595680"/>
                <a:chOff x="9672480" y="1959840"/>
                <a:chExt cx="2285280" cy="3595680"/>
              </a:xfrm>
            </p:grpSpPr>
            <p:sp>
              <p:nvSpPr>
                <p:cNvPr id="505" name="Freeform 20"/>
                <p:cNvSpPr/>
                <p:nvPr/>
              </p:nvSpPr>
              <p:spPr>
                <a:xfrm>
                  <a:off x="9672480" y="1959840"/>
                  <a:ext cx="2285280" cy="3595680"/>
                </a:xfrm>
                <a:custGeom>
                  <a:avLst/>
                  <a:gdLst>
                    <a:gd name="textAreaLeft" fmla="*/ 0 w 2285280"/>
                    <a:gd name="textAreaRight" fmla="*/ 2291040 w 228528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6" name="Freeform 20"/>
                <p:cNvSpPr/>
                <p:nvPr/>
              </p:nvSpPr>
              <p:spPr>
                <a:xfrm>
                  <a:off x="9672480" y="1959840"/>
                  <a:ext cx="2285280" cy="3595680"/>
                </a:xfrm>
                <a:custGeom>
                  <a:avLst/>
                  <a:gdLst>
                    <a:gd name="textAreaLeft" fmla="*/ 0 w 2285280"/>
                    <a:gd name="textAreaRight" fmla="*/ 2291040 w 2285280"/>
                    <a:gd name="textAreaTop" fmla="*/ 0 h 3595680"/>
                    <a:gd name="textAreaBottom" fmla="*/ 3601440 h 359568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7" name="Oval 22"/>
              <p:cNvSpPr/>
              <p:nvPr/>
            </p:nvSpPr>
            <p:spPr>
              <a:xfrm>
                <a:off x="10102680" y="2261160"/>
                <a:ext cx="1437480" cy="143748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sp>
        <p:nvSpPr>
          <p:cNvPr id="508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9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0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1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12" name="Group 34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513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14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15" name="Rectangle 43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2A15BDB-60B6-42F5-B617-AADC76356EB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Freeform 30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19" name="Group 5"/>
          <p:cNvGrpSpPr/>
          <p:nvPr/>
        </p:nvGrpSpPr>
        <p:grpSpPr>
          <a:xfrm>
            <a:off x="811800" y="1545120"/>
            <a:ext cx="2892600" cy="4029120"/>
            <a:chOff x="811800" y="1545120"/>
            <a:chExt cx="2892600" cy="4029120"/>
          </a:xfrm>
        </p:grpSpPr>
        <p:sp>
          <p:nvSpPr>
            <p:cNvPr id="520" name="Freeform 6"/>
            <p:cNvSpPr/>
            <p:nvPr/>
          </p:nvSpPr>
          <p:spPr>
            <a:xfrm>
              <a:off x="811800" y="1545120"/>
              <a:ext cx="2892600" cy="4029120"/>
            </a:xfrm>
            <a:custGeom>
              <a:avLst/>
              <a:gdLst>
                <a:gd name="textAreaLeft" fmla="*/ 0 w 2892600"/>
                <a:gd name="textAreaRight" fmla="*/ 2898360 w 2892600"/>
                <a:gd name="textAreaTop" fmla="*/ 0 h 4029120"/>
                <a:gd name="textAreaBottom" fmla="*/ 4034880 h 402912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21" name="Freeform 30"/>
            <p:cNvSpPr/>
            <p:nvPr/>
          </p:nvSpPr>
          <p:spPr>
            <a:xfrm>
              <a:off x="811800" y="1545120"/>
              <a:ext cx="2892600" cy="4029120"/>
            </a:xfrm>
            <a:custGeom>
              <a:avLst/>
              <a:gdLst>
                <a:gd name="textAreaLeft" fmla="*/ 0 w 2892600"/>
                <a:gd name="textAreaRight" fmla="*/ 2898360 w 2892600"/>
                <a:gd name="textAreaTop" fmla="*/ 0 h 4029120"/>
                <a:gd name="textAreaBottom" fmla="*/ 4034880 h 402912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22" name="Text Placeholder 2"/>
          <p:cNvSpPr/>
          <p:nvPr/>
        </p:nvSpPr>
        <p:spPr>
          <a:xfrm>
            <a:off x="825120" y="1545120"/>
            <a:ext cx="2892600" cy="402912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5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6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27" name="Group 20"/>
          <p:cNvGrpSpPr/>
          <p:nvPr/>
        </p:nvGrpSpPr>
        <p:grpSpPr>
          <a:xfrm>
            <a:off x="4573440" y="1545120"/>
            <a:ext cx="2892600" cy="4029120"/>
            <a:chOff x="4573440" y="1545120"/>
            <a:chExt cx="2892600" cy="4029120"/>
          </a:xfrm>
        </p:grpSpPr>
        <p:sp>
          <p:nvSpPr>
            <p:cNvPr id="528" name="Freeform 21"/>
            <p:cNvSpPr/>
            <p:nvPr/>
          </p:nvSpPr>
          <p:spPr>
            <a:xfrm>
              <a:off x="4573440" y="1545120"/>
              <a:ext cx="2892600" cy="4029120"/>
            </a:xfrm>
            <a:custGeom>
              <a:avLst/>
              <a:gdLst>
                <a:gd name="textAreaLeft" fmla="*/ 0 w 2892600"/>
                <a:gd name="textAreaRight" fmla="*/ 2898360 w 2892600"/>
                <a:gd name="textAreaTop" fmla="*/ 0 h 4029120"/>
                <a:gd name="textAreaBottom" fmla="*/ 4034880 h 402912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29" name="Freeform 30"/>
            <p:cNvSpPr/>
            <p:nvPr/>
          </p:nvSpPr>
          <p:spPr>
            <a:xfrm>
              <a:off x="4573440" y="1545120"/>
              <a:ext cx="2892600" cy="4029120"/>
            </a:xfrm>
            <a:custGeom>
              <a:avLst/>
              <a:gdLst>
                <a:gd name="textAreaLeft" fmla="*/ 0 w 2892600"/>
                <a:gd name="textAreaRight" fmla="*/ 2898360 w 2892600"/>
                <a:gd name="textAreaTop" fmla="*/ 0 h 4029120"/>
                <a:gd name="textAreaBottom" fmla="*/ 4034880 h 402912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0" name="Text Placeholder 2"/>
          <p:cNvSpPr/>
          <p:nvPr/>
        </p:nvSpPr>
        <p:spPr>
          <a:xfrm>
            <a:off x="4587120" y="1545120"/>
            <a:ext cx="2892600" cy="402912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1" name="Group 24"/>
          <p:cNvGrpSpPr/>
          <p:nvPr/>
        </p:nvGrpSpPr>
        <p:grpSpPr>
          <a:xfrm>
            <a:off x="8362080" y="1545120"/>
            <a:ext cx="2892600" cy="4029120"/>
            <a:chOff x="8362080" y="1545120"/>
            <a:chExt cx="2892600" cy="4029120"/>
          </a:xfrm>
        </p:grpSpPr>
        <p:sp>
          <p:nvSpPr>
            <p:cNvPr id="532" name="Freeform 25"/>
            <p:cNvSpPr/>
            <p:nvPr/>
          </p:nvSpPr>
          <p:spPr>
            <a:xfrm>
              <a:off x="8362080" y="1545120"/>
              <a:ext cx="2892600" cy="4029120"/>
            </a:xfrm>
            <a:custGeom>
              <a:avLst/>
              <a:gdLst>
                <a:gd name="textAreaLeft" fmla="*/ 0 w 2892600"/>
                <a:gd name="textAreaRight" fmla="*/ 2898360 w 2892600"/>
                <a:gd name="textAreaTop" fmla="*/ 0 h 4029120"/>
                <a:gd name="textAreaBottom" fmla="*/ 4034880 h 402912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3" name="Freeform 30"/>
            <p:cNvSpPr/>
            <p:nvPr/>
          </p:nvSpPr>
          <p:spPr>
            <a:xfrm>
              <a:off x="8362080" y="1545120"/>
              <a:ext cx="2892600" cy="4029120"/>
            </a:xfrm>
            <a:custGeom>
              <a:avLst/>
              <a:gdLst>
                <a:gd name="textAreaLeft" fmla="*/ 0 w 2892600"/>
                <a:gd name="textAreaRight" fmla="*/ 2898360 w 2892600"/>
                <a:gd name="textAreaTop" fmla="*/ 0 h 4029120"/>
                <a:gd name="textAreaBottom" fmla="*/ 4034880 h 402912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4" name="Text Placeholder 2"/>
          <p:cNvSpPr/>
          <p:nvPr/>
        </p:nvSpPr>
        <p:spPr>
          <a:xfrm>
            <a:off x="8375760" y="1545120"/>
            <a:ext cx="2892600" cy="402912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5" name="Group 18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53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8" name="Rectangle 31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4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50420BE-E1FA-4667-BAC6-591CCCBD81A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Freeform 51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42" name="Group 5"/>
          <p:cNvGrpSpPr/>
          <p:nvPr/>
        </p:nvGrpSpPr>
        <p:grpSpPr>
          <a:xfrm>
            <a:off x="10181520" y="3993840"/>
            <a:ext cx="346680" cy="352080"/>
            <a:chOff x="10181520" y="3993840"/>
            <a:chExt cx="346680" cy="352080"/>
          </a:xfrm>
        </p:grpSpPr>
        <p:sp>
          <p:nvSpPr>
            <p:cNvPr id="543" name="Oval 12"/>
            <p:cNvSpPr/>
            <p:nvPr/>
          </p:nvSpPr>
          <p:spPr>
            <a:xfrm>
              <a:off x="10272600" y="4090320"/>
              <a:ext cx="159480" cy="15948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4" name="Oval 16"/>
            <p:cNvSpPr/>
            <p:nvPr/>
          </p:nvSpPr>
          <p:spPr>
            <a:xfrm>
              <a:off x="10181520" y="3993840"/>
              <a:ext cx="346680" cy="35208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45" name="Group 8"/>
          <p:cNvGrpSpPr/>
          <p:nvPr/>
        </p:nvGrpSpPr>
        <p:grpSpPr>
          <a:xfrm>
            <a:off x="7273080" y="3992760"/>
            <a:ext cx="346680" cy="352080"/>
            <a:chOff x="7273080" y="3992760"/>
            <a:chExt cx="346680" cy="352080"/>
          </a:xfrm>
        </p:grpSpPr>
        <p:sp>
          <p:nvSpPr>
            <p:cNvPr id="546" name="Oval 13"/>
            <p:cNvSpPr/>
            <p:nvPr/>
          </p:nvSpPr>
          <p:spPr>
            <a:xfrm>
              <a:off x="7363800" y="4089240"/>
              <a:ext cx="164880" cy="15948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7" name="Oval 17"/>
            <p:cNvSpPr/>
            <p:nvPr/>
          </p:nvSpPr>
          <p:spPr>
            <a:xfrm>
              <a:off x="7273080" y="3992760"/>
              <a:ext cx="346680" cy="35208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48" name="Group 11"/>
          <p:cNvGrpSpPr/>
          <p:nvPr/>
        </p:nvGrpSpPr>
        <p:grpSpPr>
          <a:xfrm>
            <a:off x="4402440" y="3992760"/>
            <a:ext cx="352080" cy="352080"/>
            <a:chOff x="4402440" y="3992760"/>
            <a:chExt cx="352080" cy="352080"/>
          </a:xfrm>
        </p:grpSpPr>
        <p:sp>
          <p:nvSpPr>
            <p:cNvPr id="549" name="Oval 14"/>
            <p:cNvSpPr/>
            <p:nvPr/>
          </p:nvSpPr>
          <p:spPr>
            <a:xfrm>
              <a:off x="4498920" y="4089240"/>
              <a:ext cx="159480" cy="15948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0" name="Oval 18"/>
            <p:cNvSpPr/>
            <p:nvPr/>
          </p:nvSpPr>
          <p:spPr>
            <a:xfrm>
              <a:off x="4402440" y="3992760"/>
              <a:ext cx="352080" cy="35208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1" name="Group 14"/>
          <p:cNvGrpSpPr/>
          <p:nvPr/>
        </p:nvGrpSpPr>
        <p:grpSpPr>
          <a:xfrm>
            <a:off x="1364760" y="3992760"/>
            <a:ext cx="352080" cy="352080"/>
            <a:chOff x="1364760" y="3992760"/>
            <a:chExt cx="352080" cy="352080"/>
          </a:xfrm>
        </p:grpSpPr>
        <p:sp>
          <p:nvSpPr>
            <p:cNvPr id="552" name="Oval 15"/>
            <p:cNvSpPr/>
            <p:nvPr/>
          </p:nvSpPr>
          <p:spPr>
            <a:xfrm>
              <a:off x="1459440" y="4089240"/>
              <a:ext cx="161280" cy="15948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3" name="Oval 19"/>
            <p:cNvSpPr/>
            <p:nvPr/>
          </p:nvSpPr>
          <p:spPr>
            <a:xfrm>
              <a:off x="1364760" y="3992760"/>
              <a:ext cx="352080" cy="35208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554" name="Freeform 20"/>
          <p:cNvSpPr/>
          <p:nvPr/>
        </p:nvSpPr>
        <p:spPr>
          <a:xfrm>
            <a:off x="10322280" y="3063240"/>
            <a:ext cx="65160" cy="849960"/>
          </a:xfrm>
          <a:custGeom>
            <a:avLst/>
            <a:gdLst>
              <a:gd name="textAreaLeft" fmla="*/ 0 w 65160"/>
              <a:gd name="textAreaRight" fmla="*/ 70920 w 65160"/>
              <a:gd name="textAreaTop" fmla="*/ 0 h 849960"/>
              <a:gd name="textAreaBottom" fmla="*/ 855720 h 84996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3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3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3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3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3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3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3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3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3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3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3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3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5" name="Freeform 21"/>
          <p:cNvSpPr/>
          <p:nvPr/>
        </p:nvSpPr>
        <p:spPr>
          <a:xfrm>
            <a:off x="7413840" y="3048840"/>
            <a:ext cx="65160" cy="849960"/>
          </a:xfrm>
          <a:custGeom>
            <a:avLst/>
            <a:gdLst>
              <a:gd name="textAreaLeft" fmla="*/ 0 w 65160"/>
              <a:gd name="textAreaRight" fmla="*/ 70920 w 65160"/>
              <a:gd name="textAreaTop" fmla="*/ 0 h 849960"/>
              <a:gd name="textAreaBottom" fmla="*/ 855720 h 84996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6" name="Freeform 22"/>
          <p:cNvSpPr/>
          <p:nvPr/>
        </p:nvSpPr>
        <p:spPr>
          <a:xfrm>
            <a:off x="4550040" y="3059640"/>
            <a:ext cx="63360" cy="849960"/>
          </a:xfrm>
          <a:custGeom>
            <a:avLst/>
            <a:gdLst>
              <a:gd name="textAreaLeft" fmla="*/ 0 w 63360"/>
              <a:gd name="textAreaRight" fmla="*/ 69120 w 63360"/>
              <a:gd name="textAreaTop" fmla="*/ 0 h 849960"/>
              <a:gd name="textAreaBottom" fmla="*/ 855720 h 84996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7" name="Freeform 23"/>
          <p:cNvSpPr/>
          <p:nvPr/>
        </p:nvSpPr>
        <p:spPr>
          <a:xfrm>
            <a:off x="1504800" y="3054240"/>
            <a:ext cx="63360" cy="849960"/>
          </a:xfrm>
          <a:custGeom>
            <a:avLst/>
            <a:gdLst>
              <a:gd name="textAreaLeft" fmla="*/ 0 w 63360"/>
              <a:gd name="textAreaRight" fmla="*/ 69120 w 63360"/>
              <a:gd name="textAreaTop" fmla="*/ 0 h 849960"/>
              <a:gd name="textAreaBottom" fmla="*/ 855720 h 84996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58" name="Group 54"/>
          <p:cNvGrpSpPr/>
          <p:nvPr/>
        </p:nvGrpSpPr>
        <p:grpSpPr>
          <a:xfrm>
            <a:off x="524520" y="986040"/>
            <a:ext cx="2170800" cy="2172600"/>
            <a:chOff x="524520" y="986040"/>
            <a:chExt cx="2170800" cy="2172600"/>
          </a:xfrm>
        </p:grpSpPr>
        <p:sp>
          <p:nvSpPr>
            <p:cNvPr id="559" name="Freeform 6"/>
            <p:cNvSpPr/>
            <p:nvPr/>
          </p:nvSpPr>
          <p:spPr>
            <a:xfrm>
              <a:off x="524520" y="98604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0" name="Freeform 6"/>
            <p:cNvSpPr/>
            <p:nvPr/>
          </p:nvSpPr>
          <p:spPr>
            <a:xfrm>
              <a:off x="524520" y="98604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1" name="Group 58"/>
          <p:cNvGrpSpPr/>
          <p:nvPr/>
        </p:nvGrpSpPr>
        <p:grpSpPr>
          <a:xfrm>
            <a:off x="3493080" y="979920"/>
            <a:ext cx="2170800" cy="2172600"/>
            <a:chOff x="3493080" y="979920"/>
            <a:chExt cx="2170800" cy="2172600"/>
          </a:xfrm>
        </p:grpSpPr>
        <p:sp>
          <p:nvSpPr>
            <p:cNvPr id="562" name="Freeform 6"/>
            <p:cNvSpPr/>
            <p:nvPr/>
          </p:nvSpPr>
          <p:spPr>
            <a:xfrm>
              <a:off x="3493080" y="97992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3" name="Freeform 6"/>
            <p:cNvSpPr/>
            <p:nvPr/>
          </p:nvSpPr>
          <p:spPr>
            <a:xfrm>
              <a:off x="3493080" y="97992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4" name="Group 62"/>
          <p:cNvGrpSpPr/>
          <p:nvPr/>
        </p:nvGrpSpPr>
        <p:grpSpPr>
          <a:xfrm>
            <a:off x="6459120" y="979920"/>
            <a:ext cx="2170800" cy="2172600"/>
            <a:chOff x="6459120" y="979920"/>
            <a:chExt cx="2170800" cy="2172600"/>
          </a:xfrm>
        </p:grpSpPr>
        <p:sp>
          <p:nvSpPr>
            <p:cNvPr id="565" name="Freeform 6"/>
            <p:cNvSpPr/>
            <p:nvPr/>
          </p:nvSpPr>
          <p:spPr>
            <a:xfrm>
              <a:off x="6459120" y="97992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6" name="Freeform 6"/>
            <p:cNvSpPr/>
            <p:nvPr/>
          </p:nvSpPr>
          <p:spPr>
            <a:xfrm>
              <a:off x="6459120" y="97992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7" name="Group 66"/>
          <p:cNvGrpSpPr/>
          <p:nvPr/>
        </p:nvGrpSpPr>
        <p:grpSpPr>
          <a:xfrm>
            <a:off x="9425160" y="979920"/>
            <a:ext cx="2170800" cy="2172600"/>
            <a:chOff x="9425160" y="979920"/>
            <a:chExt cx="2170800" cy="2172600"/>
          </a:xfrm>
        </p:grpSpPr>
        <p:sp>
          <p:nvSpPr>
            <p:cNvPr id="568" name="Freeform 6"/>
            <p:cNvSpPr/>
            <p:nvPr/>
          </p:nvSpPr>
          <p:spPr>
            <a:xfrm>
              <a:off x="9425160" y="97992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9" name="Freeform 6"/>
            <p:cNvSpPr/>
            <p:nvPr/>
          </p:nvSpPr>
          <p:spPr>
            <a:xfrm>
              <a:off x="9425160" y="979920"/>
              <a:ext cx="2170800" cy="2172600"/>
            </a:xfrm>
            <a:custGeom>
              <a:avLst/>
              <a:gdLst>
                <a:gd name="textAreaLeft" fmla="*/ 0 w 2170800"/>
                <a:gd name="textAreaRight" fmla="*/ 2176560 w 2170800"/>
                <a:gd name="textAreaTop" fmla="*/ 0 h 2172600"/>
                <a:gd name="textAreaBottom" fmla="*/ 2178360 h 21726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0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1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2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74" name="Group 47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57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7" name="Rectangle 52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7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1E1440AF-3175-4E38-8E65-370CC08E7F3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Freeform 97"/>
          <p:cNvSpPr/>
          <p:nvPr/>
        </p:nvSpPr>
        <p:spPr>
          <a:xfrm rot="370200">
            <a:off x="-2117520" y="-153360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81" name="Freeform 13"/>
          <p:cNvSpPr/>
          <p:nvPr/>
        </p:nvSpPr>
        <p:spPr>
          <a:xfrm>
            <a:off x="10452240" y="3330720"/>
            <a:ext cx="978480" cy="92520"/>
          </a:xfrm>
          <a:custGeom>
            <a:avLst/>
            <a:gdLst>
              <a:gd name="textAreaLeft" fmla="*/ 0 w 978480"/>
              <a:gd name="textAreaRight" fmla="*/ 984240 w 978480"/>
              <a:gd name="textAreaTop" fmla="*/ 0 h 92520"/>
              <a:gd name="textAreaBottom" fmla="*/ 98280 h 92520"/>
            </a:gdLst>
            <a:ahLst/>
            <a:rect l="textAreaLeft" t="textAreaTop" r="textAreaRight" b="textAreaBottom"/>
            <a:pathLst>
              <a:path w="259" h="26">
                <a:moveTo>
                  <a:pt x="259" y="26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12"/>
                  <a:pt x="14" y="0"/>
                  <a:pt x="0" y="0"/>
                </a:cubicBezTo>
              </a:path>
            </a:pathLst>
          </a:custGeom>
          <a:noFill/>
          <a:ln cap="rnd" w="3810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82" name="Group 6"/>
          <p:cNvGrpSpPr/>
          <p:nvPr/>
        </p:nvGrpSpPr>
        <p:grpSpPr>
          <a:xfrm>
            <a:off x="1744560" y="2349360"/>
            <a:ext cx="1163880" cy="1073880"/>
            <a:chOff x="1744560" y="2349360"/>
            <a:chExt cx="1163880" cy="1073880"/>
          </a:xfrm>
        </p:grpSpPr>
        <p:sp>
          <p:nvSpPr>
            <p:cNvPr id="583" name="Freeform 6"/>
            <p:cNvSpPr/>
            <p:nvPr/>
          </p:nvSpPr>
          <p:spPr>
            <a:xfrm>
              <a:off x="1744560" y="2441520"/>
              <a:ext cx="1083240" cy="981720"/>
            </a:xfrm>
            <a:custGeom>
              <a:avLst/>
              <a:gdLst>
                <a:gd name="textAreaLeft" fmla="*/ 0 w 1083240"/>
                <a:gd name="textAreaRight" fmla="*/ 1089000 w 108324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2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84" name="Group 8"/>
            <p:cNvGrpSpPr/>
            <p:nvPr/>
          </p:nvGrpSpPr>
          <p:grpSpPr>
            <a:xfrm>
              <a:off x="2743560" y="2349360"/>
              <a:ext cx="164880" cy="164880"/>
              <a:chOff x="2743560" y="2349360"/>
              <a:chExt cx="164880" cy="164880"/>
            </a:xfrm>
          </p:grpSpPr>
          <p:sp>
            <p:nvSpPr>
              <p:cNvPr id="585" name="Oval 9"/>
              <p:cNvSpPr/>
              <p:nvPr/>
            </p:nvSpPr>
            <p:spPr>
              <a:xfrm>
                <a:off x="2743560" y="234936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86" name="Oval 28"/>
              <p:cNvSpPr/>
              <p:nvPr/>
            </p:nvSpPr>
            <p:spPr>
              <a:xfrm>
                <a:off x="2786760" y="239256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87" name="Group 11"/>
          <p:cNvGrpSpPr/>
          <p:nvPr/>
        </p:nvGrpSpPr>
        <p:grpSpPr>
          <a:xfrm>
            <a:off x="3921120" y="2349360"/>
            <a:ext cx="1168560" cy="1073880"/>
            <a:chOff x="3921120" y="2349360"/>
            <a:chExt cx="1168560" cy="1073880"/>
          </a:xfrm>
        </p:grpSpPr>
        <p:sp>
          <p:nvSpPr>
            <p:cNvPr id="588" name="Freeform 7"/>
            <p:cNvSpPr/>
            <p:nvPr/>
          </p:nvSpPr>
          <p:spPr>
            <a:xfrm>
              <a:off x="3921120" y="2441520"/>
              <a:ext cx="1083240" cy="981720"/>
            </a:xfrm>
            <a:custGeom>
              <a:avLst/>
              <a:gdLst>
                <a:gd name="textAreaLeft" fmla="*/ 0 w 1083240"/>
                <a:gd name="textAreaRight" fmla="*/ 1089000 w 108324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89" name="Group 13"/>
            <p:cNvGrpSpPr/>
            <p:nvPr/>
          </p:nvGrpSpPr>
          <p:grpSpPr>
            <a:xfrm>
              <a:off x="4924800" y="2349360"/>
              <a:ext cx="164880" cy="164880"/>
              <a:chOff x="4924800" y="2349360"/>
              <a:chExt cx="164880" cy="164880"/>
            </a:xfrm>
          </p:grpSpPr>
          <p:sp>
            <p:nvSpPr>
              <p:cNvPr id="590" name="Oval 14"/>
              <p:cNvSpPr/>
              <p:nvPr/>
            </p:nvSpPr>
            <p:spPr>
              <a:xfrm>
                <a:off x="4924800" y="234936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1" name="Oval 28"/>
              <p:cNvSpPr/>
              <p:nvPr/>
            </p:nvSpPr>
            <p:spPr>
              <a:xfrm>
                <a:off x="4968000" y="239256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2" name="Group 16"/>
          <p:cNvGrpSpPr/>
          <p:nvPr/>
        </p:nvGrpSpPr>
        <p:grpSpPr>
          <a:xfrm>
            <a:off x="6097680" y="2349360"/>
            <a:ext cx="1159920" cy="1073880"/>
            <a:chOff x="6097680" y="2349360"/>
            <a:chExt cx="1159920" cy="1073880"/>
          </a:xfrm>
        </p:grpSpPr>
        <p:sp>
          <p:nvSpPr>
            <p:cNvPr id="593" name="Freeform 8"/>
            <p:cNvSpPr/>
            <p:nvPr/>
          </p:nvSpPr>
          <p:spPr>
            <a:xfrm>
              <a:off x="6097680" y="2441520"/>
              <a:ext cx="1083240" cy="981720"/>
            </a:xfrm>
            <a:custGeom>
              <a:avLst/>
              <a:gdLst>
                <a:gd name="textAreaLeft" fmla="*/ 0 w 1083240"/>
                <a:gd name="textAreaRight" fmla="*/ 1089000 w 108324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4" name="Group 18"/>
            <p:cNvGrpSpPr/>
            <p:nvPr/>
          </p:nvGrpSpPr>
          <p:grpSpPr>
            <a:xfrm>
              <a:off x="7092720" y="2349360"/>
              <a:ext cx="164880" cy="164880"/>
              <a:chOff x="7092720" y="2349360"/>
              <a:chExt cx="164880" cy="164880"/>
            </a:xfrm>
          </p:grpSpPr>
          <p:sp>
            <p:nvSpPr>
              <p:cNvPr id="595" name="Oval 19"/>
              <p:cNvSpPr/>
              <p:nvPr/>
            </p:nvSpPr>
            <p:spPr>
              <a:xfrm>
                <a:off x="7092720" y="234936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6" name="Oval 28"/>
              <p:cNvSpPr/>
              <p:nvPr/>
            </p:nvSpPr>
            <p:spPr>
              <a:xfrm>
                <a:off x="7135920" y="239256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7" name="Group 21"/>
          <p:cNvGrpSpPr/>
          <p:nvPr/>
        </p:nvGrpSpPr>
        <p:grpSpPr>
          <a:xfrm>
            <a:off x="8273880" y="2349360"/>
            <a:ext cx="1157760" cy="1073880"/>
            <a:chOff x="8273880" y="2349360"/>
            <a:chExt cx="1157760" cy="1073880"/>
          </a:xfrm>
        </p:grpSpPr>
        <p:sp>
          <p:nvSpPr>
            <p:cNvPr id="598" name="Freeform 15"/>
            <p:cNvSpPr/>
            <p:nvPr/>
          </p:nvSpPr>
          <p:spPr>
            <a:xfrm>
              <a:off x="8273880" y="2441520"/>
              <a:ext cx="1083240" cy="981720"/>
            </a:xfrm>
            <a:custGeom>
              <a:avLst/>
              <a:gdLst>
                <a:gd name="textAreaLeft" fmla="*/ 0 w 1083240"/>
                <a:gd name="textAreaRight" fmla="*/ 1089000 w 108324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9" name="Group 23"/>
            <p:cNvGrpSpPr/>
            <p:nvPr/>
          </p:nvGrpSpPr>
          <p:grpSpPr>
            <a:xfrm>
              <a:off x="9266760" y="2349360"/>
              <a:ext cx="164880" cy="164880"/>
              <a:chOff x="9266760" y="2349360"/>
              <a:chExt cx="164880" cy="164880"/>
            </a:xfrm>
          </p:grpSpPr>
          <p:sp>
            <p:nvSpPr>
              <p:cNvPr id="600" name="Oval 24"/>
              <p:cNvSpPr/>
              <p:nvPr/>
            </p:nvSpPr>
            <p:spPr>
              <a:xfrm>
                <a:off x="9266760" y="234936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1" name="Oval 28"/>
              <p:cNvSpPr/>
              <p:nvPr/>
            </p:nvSpPr>
            <p:spPr>
              <a:xfrm>
                <a:off x="9309960" y="239256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2" name="Group 26"/>
          <p:cNvGrpSpPr/>
          <p:nvPr/>
        </p:nvGrpSpPr>
        <p:grpSpPr>
          <a:xfrm>
            <a:off x="758880" y="3429000"/>
            <a:ext cx="1062720" cy="1064160"/>
            <a:chOff x="758880" y="3429000"/>
            <a:chExt cx="1062720" cy="1064160"/>
          </a:xfrm>
        </p:grpSpPr>
        <p:sp>
          <p:nvSpPr>
            <p:cNvPr id="603" name="Freeform 9"/>
            <p:cNvSpPr/>
            <p:nvPr/>
          </p:nvSpPr>
          <p:spPr>
            <a:xfrm>
              <a:off x="758880" y="3429000"/>
              <a:ext cx="979920" cy="984960"/>
            </a:xfrm>
            <a:custGeom>
              <a:avLst/>
              <a:gdLst>
                <a:gd name="textAreaLeft" fmla="*/ 0 w 979920"/>
                <a:gd name="textAreaRight" fmla="*/ 985680 w 979920"/>
                <a:gd name="textAreaTop" fmla="*/ 0 h 984960"/>
                <a:gd name="textAreaBottom" fmla="*/ 990720 h 984960"/>
              </a:gdLst>
              <a:ahLst/>
              <a:rect l="textAreaLeft" t="textAreaTop" r="textAreaRight" b="textAreaBottom"/>
              <a:pathLst>
                <a:path w="259" h="260">
                  <a:moveTo>
                    <a:pt x="259" y="260"/>
                  </a:moveTo>
                  <a:cubicBezTo>
                    <a:pt x="259" y="27"/>
                    <a:pt x="259" y="27"/>
                    <a:pt x="259" y="27"/>
                  </a:cubicBezTo>
                  <a:cubicBezTo>
                    <a:pt x="245" y="27"/>
                    <a:pt x="233" y="15"/>
                    <a:pt x="23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4" name="Group 28"/>
            <p:cNvGrpSpPr/>
            <p:nvPr/>
          </p:nvGrpSpPr>
          <p:grpSpPr>
            <a:xfrm>
              <a:off x="1656720" y="4328280"/>
              <a:ext cx="164880" cy="164880"/>
              <a:chOff x="1656720" y="4328280"/>
              <a:chExt cx="164880" cy="164880"/>
            </a:xfrm>
          </p:grpSpPr>
          <p:sp>
            <p:nvSpPr>
              <p:cNvPr id="605" name="Oval 29"/>
              <p:cNvSpPr/>
              <p:nvPr/>
            </p:nvSpPr>
            <p:spPr>
              <a:xfrm>
                <a:off x="1656720" y="432828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6" name="Oval 28"/>
              <p:cNvSpPr/>
              <p:nvPr/>
            </p:nvSpPr>
            <p:spPr>
              <a:xfrm>
                <a:off x="1699560" y="437148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7" name="Group 31"/>
          <p:cNvGrpSpPr/>
          <p:nvPr/>
        </p:nvGrpSpPr>
        <p:grpSpPr>
          <a:xfrm>
            <a:off x="2833560" y="3432240"/>
            <a:ext cx="1169280" cy="1060920"/>
            <a:chOff x="2833560" y="3432240"/>
            <a:chExt cx="1169280" cy="1060920"/>
          </a:xfrm>
        </p:grpSpPr>
        <p:sp>
          <p:nvSpPr>
            <p:cNvPr id="608" name="Freeform 10"/>
            <p:cNvSpPr/>
            <p:nvPr/>
          </p:nvSpPr>
          <p:spPr>
            <a:xfrm>
              <a:off x="2833560" y="3432240"/>
              <a:ext cx="1081800" cy="981720"/>
            </a:xfrm>
            <a:custGeom>
              <a:avLst/>
              <a:gdLst>
                <a:gd name="textAreaLeft" fmla="*/ 0 w 1081800"/>
                <a:gd name="textAreaRight" fmla="*/ 1087560 w 108180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60" y="14"/>
                    <a:pt x="26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9" name="Group 33"/>
            <p:cNvGrpSpPr/>
            <p:nvPr/>
          </p:nvGrpSpPr>
          <p:grpSpPr>
            <a:xfrm>
              <a:off x="3837960" y="4328280"/>
              <a:ext cx="164880" cy="164880"/>
              <a:chOff x="3837960" y="4328280"/>
              <a:chExt cx="164880" cy="164880"/>
            </a:xfrm>
          </p:grpSpPr>
          <p:sp>
            <p:nvSpPr>
              <p:cNvPr id="610" name="Oval 34"/>
              <p:cNvSpPr/>
              <p:nvPr/>
            </p:nvSpPr>
            <p:spPr>
              <a:xfrm>
                <a:off x="3837960" y="432828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1" name="Oval 28"/>
              <p:cNvSpPr/>
              <p:nvPr/>
            </p:nvSpPr>
            <p:spPr>
              <a:xfrm>
                <a:off x="3880800" y="437148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2" name="Group 36"/>
          <p:cNvGrpSpPr/>
          <p:nvPr/>
        </p:nvGrpSpPr>
        <p:grpSpPr>
          <a:xfrm>
            <a:off x="5010120" y="3432240"/>
            <a:ext cx="1160280" cy="1060920"/>
            <a:chOff x="5010120" y="3432240"/>
            <a:chExt cx="1160280" cy="1060920"/>
          </a:xfrm>
        </p:grpSpPr>
        <p:sp>
          <p:nvSpPr>
            <p:cNvPr id="613" name="Freeform 11"/>
            <p:cNvSpPr/>
            <p:nvPr/>
          </p:nvSpPr>
          <p:spPr>
            <a:xfrm>
              <a:off x="5010120" y="3432240"/>
              <a:ext cx="1081800" cy="981720"/>
            </a:xfrm>
            <a:custGeom>
              <a:avLst/>
              <a:gdLst>
                <a:gd name="textAreaLeft" fmla="*/ 0 w 1081800"/>
                <a:gd name="textAreaRight" fmla="*/ 1087560 w 108180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4" name="Group 38"/>
            <p:cNvGrpSpPr/>
            <p:nvPr/>
          </p:nvGrpSpPr>
          <p:grpSpPr>
            <a:xfrm>
              <a:off x="6005520" y="4328280"/>
              <a:ext cx="164880" cy="164880"/>
              <a:chOff x="6005520" y="4328280"/>
              <a:chExt cx="164880" cy="164880"/>
            </a:xfrm>
          </p:grpSpPr>
          <p:sp>
            <p:nvSpPr>
              <p:cNvPr id="615" name="Oval 39"/>
              <p:cNvSpPr/>
              <p:nvPr/>
            </p:nvSpPr>
            <p:spPr>
              <a:xfrm>
                <a:off x="6005520" y="432828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6" name="Oval 28"/>
              <p:cNvSpPr/>
              <p:nvPr/>
            </p:nvSpPr>
            <p:spPr>
              <a:xfrm>
                <a:off x="6048720" y="437148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7" name="Group 41"/>
          <p:cNvGrpSpPr/>
          <p:nvPr/>
        </p:nvGrpSpPr>
        <p:grpSpPr>
          <a:xfrm>
            <a:off x="7186680" y="3432240"/>
            <a:ext cx="1157760" cy="1060920"/>
            <a:chOff x="7186680" y="3432240"/>
            <a:chExt cx="1157760" cy="1060920"/>
          </a:xfrm>
        </p:grpSpPr>
        <p:sp>
          <p:nvSpPr>
            <p:cNvPr id="618" name="Freeform 12"/>
            <p:cNvSpPr/>
            <p:nvPr/>
          </p:nvSpPr>
          <p:spPr>
            <a:xfrm>
              <a:off x="7186680" y="3432240"/>
              <a:ext cx="1081800" cy="981720"/>
            </a:xfrm>
            <a:custGeom>
              <a:avLst/>
              <a:gdLst>
                <a:gd name="textAreaLeft" fmla="*/ 0 w 1081800"/>
                <a:gd name="textAreaRight" fmla="*/ 1087560 w 108180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9" name="Group 43"/>
            <p:cNvGrpSpPr/>
            <p:nvPr/>
          </p:nvGrpSpPr>
          <p:grpSpPr>
            <a:xfrm>
              <a:off x="8179560" y="4328280"/>
              <a:ext cx="164880" cy="164880"/>
              <a:chOff x="8179560" y="4328280"/>
              <a:chExt cx="164880" cy="164880"/>
            </a:xfrm>
          </p:grpSpPr>
          <p:sp>
            <p:nvSpPr>
              <p:cNvPr id="620" name="Oval 44"/>
              <p:cNvSpPr/>
              <p:nvPr/>
            </p:nvSpPr>
            <p:spPr>
              <a:xfrm>
                <a:off x="8179560" y="432828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21" name="Oval 28"/>
              <p:cNvSpPr/>
              <p:nvPr/>
            </p:nvSpPr>
            <p:spPr>
              <a:xfrm>
                <a:off x="8222760" y="437148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22" name="Group 46"/>
          <p:cNvGrpSpPr/>
          <p:nvPr/>
        </p:nvGrpSpPr>
        <p:grpSpPr>
          <a:xfrm>
            <a:off x="1656720" y="3344760"/>
            <a:ext cx="164880" cy="164880"/>
            <a:chOff x="1656720" y="3344760"/>
            <a:chExt cx="164880" cy="164880"/>
          </a:xfrm>
        </p:grpSpPr>
        <p:sp>
          <p:nvSpPr>
            <p:cNvPr id="623" name="Oval 47"/>
            <p:cNvSpPr/>
            <p:nvPr/>
          </p:nvSpPr>
          <p:spPr>
            <a:xfrm>
              <a:off x="165672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4" name="Oval 28"/>
            <p:cNvSpPr/>
            <p:nvPr/>
          </p:nvSpPr>
          <p:spPr>
            <a:xfrm>
              <a:off x="169956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25" name="Group 49"/>
          <p:cNvGrpSpPr/>
          <p:nvPr/>
        </p:nvGrpSpPr>
        <p:grpSpPr>
          <a:xfrm>
            <a:off x="2746800" y="3344760"/>
            <a:ext cx="164880" cy="164880"/>
            <a:chOff x="2746800" y="3344760"/>
            <a:chExt cx="164880" cy="164880"/>
          </a:xfrm>
        </p:grpSpPr>
        <p:sp>
          <p:nvSpPr>
            <p:cNvPr id="626" name="Oval 50"/>
            <p:cNvSpPr/>
            <p:nvPr/>
          </p:nvSpPr>
          <p:spPr>
            <a:xfrm>
              <a:off x="274680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7" name="Oval 28"/>
            <p:cNvSpPr/>
            <p:nvPr/>
          </p:nvSpPr>
          <p:spPr>
            <a:xfrm>
              <a:off x="279000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28" name="Group 52"/>
          <p:cNvGrpSpPr/>
          <p:nvPr/>
        </p:nvGrpSpPr>
        <p:grpSpPr>
          <a:xfrm>
            <a:off x="3832200" y="3344760"/>
            <a:ext cx="164880" cy="164880"/>
            <a:chOff x="3832200" y="3344760"/>
            <a:chExt cx="164880" cy="164880"/>
          </a:xfrm>
        </p:grpSpPr>
        <p:sp>
          <p:nvSpPr>
            <p:cNvPr id="629" name="Oval 53"/>
            <p:cNvSpPr/>
            <p:nvPr/>
          </p:nvSpPr>
          <p:spPr>
            <a:xfrm>
              <a:off x="383220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0" name="Oval 28"/>
            <p:cNvSpPr/>
            <p:nvPr/>
          </p:nvSpPr>
          <p:spPr>
            <a:xfrm>
              <a:off x="387540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1" name="Group 55"/>
          <p:cNvGrpSpPr/>
          <p:nvPr/>
        </p:nvGrpSpPr>
        <p:grpSpPr>
          <a:xfrm>
            <a:off x="4921200" y="3344760"/>
            <a:ext cx="164880" cy="164880"/>
            <a:chOff x="4921200" y="3344760"/>
            <a:chExt cx="164880" cy="164880"/>
          </a:xfrm>
        </p:grpSpPr>
        <p:sp>
          <p:nvSpPr>
            <p:cNvPr id="632" name="Oval 56"/>
            <p:cNvSpPr/>
            <p:nvPr/>
          </p:nvSpPr>
          <p:spPr>
            <a:xfrm>
              <a:off x="492120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3" name="Oval 28"/>
            <p:cNvSpPr/>
            <p:nvPr/>
          </p:nvSpPr>
          <p:spPr>
            <a:xfrm>
              <a:off x="496440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4" name="Group 58"/>
          <p:cNvGrpSpPr/>
          <p:nvPr/>
        </p:nvGrpSpPr>
        <p:grpSpPr>
          <a:xfrm>
            <a:off x="6014880" y="3344760"/>
            <a:ext cx="164880" cy="164880"/>
            <a:chOff x="6014880" y="3344760"/>
            <a:chExt cx="164880" cy="164880"/>
          </a:xfrm>
        </p:grpSpPr>
        <p:sp>
          <p:nvSpPr>
            <p:cNvPr id="635" name="Oval 59"/>
            <p:cNvSpPr/>
            <p:nvPr/>
          </p:nvSpPr>
          <p:spPr>
            <a:xfrm>
              <a:off x="601488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6" name="Oval 28"/>
            <p:cNvSpPr/>
            <p:nvPr/>
          </p:nvSpPr>
          <p:spPr>
            <a:xfrm>
              <a:off x="605808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7" name="Group 61"/>
          <p:cNvGrpSpPr/>
          <p:nvPr/>
        </p:nvGrpSpPr>
        <p:grpSpPr>
          <a:xfrm>
            <a:off x="7098840" y="3344760"/>
            <a:ext cx="164880" cy="164880"/>
            <a:chOff x="7098840" y="3344760"/>
            <a:chExt cx="164880" cy="164880"/>
          </a:xfrm>
        </p:grpSpPr>
        <p:sp>
          <p:nvSpPr>
            <p:cNvPr id="638" name="Oval 62"/>
            <p:cNvSpPr/>
            <p:nvPr/>
          </p:nvSpPr>
          <p:spPr>
            <a:xfrm>
              <a:off x="709884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9" name="Oval 28"/>
            <p:cNvSpPr/>
            <p:nvPr/>
          </p:nvSpPr>
          <p:spPr>
            <a:xfrm>
              <a:off x="714204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0" name="Group 64"/>
          <p:cNvGrpSpPr/>
          <p:nvPr/>
        </p:nvGrpSpPr>
        <p:grpSpPr>
          <a:xfrm>
            <a:off x="8182800" y="3344760"/>
            <a:ext cx="164880" cy="164880"/>
            <a:chOff x="8182800" y="3344760"/>
            <a:chExt cx="164880" cy="164880"/>
          </a:xfrm>
        </p:grpSpPr>
        <p:sp>
          <p:nvSpPr>
            <p:cNvPr id="641" name="Oval 65"/>
            <p:cNvSpPr/>
            <p:nvPr/>
          </p:nvSpPr>
          <p:spPr>
            <a:xfrm>
              <a:off x="818280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2" name="Oval 28"/>
            <p:cNvSpPr/>
            <p:nvPr/>
          </p:nvSpPr>
          <p:spPr>
            <a:xfrm>
              <a:off x="822600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3" name="Group 67"/>
          <p:cNvGrpSpPr/>
          <p:nvPr/>
        </p:nvGrpSpPr>
        <p:grpSpPr>
          <a:xfrm>
            <a:off x="9363240" y="3432240"/>
            <a:ext cx="1161360" cy="1060920"/>
            <a:chOff x="9363240" y="3432240"/>
            <a:chExt cx="1161360" cy="1060920"/>
          </a:xfrm>
        </p:grpSpPr>
        <p:sp>
          <p:nvSpPr>
            <p:cNvPr id="644" name="Freeform 14"/>
            <p:cNvSpPr/>
            <p:nvPr/>
          </p:nvSpPr>
          <p:spPr>
            <a:xfrm>
              <a:off x="9363240" y="3432240"/>
              <a:ext cx="1083240" cy="981720"/>
            </a:xfrm>
            <a:custGeom>
              <a:avLst/>
              <a:gdLst>
                <a:gd name="textAreaLeft" fmla="*/ 0 w 1083240"/>
                <a:gd name="textAreaRight" fmla="*/ 1089000 w 1083240"/>
                <a:gd name="textAreaTop" fmla="*/ 0 h 981720"/>
                <a:gd name="textAreaBottom" fmla="*/ 987480 h 98172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4"/>
                    <a:pt x="14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45" name="Group 69"/>
            <p:cNvGrpSpPr/>
            <p:nvPr/>
          </p:nvGrpSpPr>
          <p:grpSpPr>
            <a:xfrm>
              <a:off x="10359720" y="4328280"/>
              <a:ext cx="164880" cy="164880"/>
              <a:chOff x="10359720" y="4328280"/>
              <a:chExt cx="164880" cy="164880"/>
            </a:xfrm>
          </p:grpSpPr>
          <p:sp>
            <p:nvSpPr>
              <p:cNvPr id="646" name="Oval 70"/>
              <p:cNvSpPr/>
              <p:nvPr/>
            </p:nvSpPr>
            <p:spPr>
              <a:xfrm>
                <a:off x="10359720" y="4328280"/>
                <a:ext cx="164880" cy="16488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47" name="Oval 28"/>
              <p:cNvSpPr/>
              <p:nvPr/>
            </p:nvSpPr>
            <p:spPr>
              <a:xfrm>
                <a:off x="10402920" y="4371480"/>
                <a:ext cx="76680" cy="7596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6640" bIns="2664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48" name="Group 72"/>
          <p:cNvGrpSpPr/>
          <p:nvPr/>
        </p:nvGrpSpPr>
        <p:grpSpPr>
          <a:xfrm>
            <a:off x="9272880" y="3344760"/>
            <a:ext cx="164880" cy="164880"/>
            <a:chOff x="9272880" y="3344760"/>
            <a:chExt cx="164880" cy="164880"/>
          </a:xfrm>
        </p:grpSpPr>
        <p:sp>
          <p:nvSpPr>
            <p:cNvPr id="649" name="Oval 73"/>
            <p:cNvSpPr/>
            <p:nvPr/>
          </p:nvSpPr>
          <p:spPr>
            <a:xfrm>
              <a:off x="927288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0" name="Oval 28"/>
            <p:cNvSpPr/>
            <p:nvPr/>
          </p:nvSpPr>
          <p:spPr>
            <a:xfrm>
              <a:off x="931608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1" name="Group 75"/>
          <p:cNvGrpSpPr/>
          <p:nvPr/>
        </p:nvGrpSpPr>
        <p:grpSpPr>
          <a:xfrm>
            <a:off x="10358640" y="3344760"/>
            <a:ext cx="164880" cy="164880"/>
            <a:chOff x="10358640" y="3344760"/>
            <a:chExt cx="164880" cy="164880"/>
          </a:xfrm>
        </p:grpSpPr>
        <p:sp>
          <p:nvSpPr>
            <p:cNvPr id="652" name="Oval 76"/>
            <p:cNvSpPr/>
            <p:nvPr/>
          </p:nvSpPr>
          <p:spPr>
            <a:xfrm>
              <a:off x="1035864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3" name="Oval 28"/>
            <p:cNvSpPr/>
            <p:nvPr/>
          </p:nvSpPr>
          <p:spPr>
            <a:xfrm>
              <a:off x="1040184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4" name="Group 78"/>
          <p:cNvGrpSpPr/>
          <p:nvPr/>
        </p:nvGrpSpPr>
        <p:grpSpPr>
          <a:xfrm>
            <a:off x="11351880" y="3344760"/>
            <a:ext cx="164880" cy="164880"/>
            <a:chOff x="11351880" y="3344760"/>
            <a:chExt cx="164880" cy="164880"/>
          </a:xfrm>
        </p:grpSpPr>
        <p:sp>
          <p:nvSpPr>
            <p:cNvPr id="655" name="Oval 79"/>
            <p:cNvSpPr/>
            <p:nvPr/>
          </p:nvSpPr>
          <p:spPr>
            <a:xfrm>
              <a:off x="1135188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6" name="Oval 28"/>
            <p:cNvSpPr/>
            <p:nvPr/>
          </p:nvSpPr>
          <p:spPr>
            <a:xfrm>
              <a:off x="1139508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7" name="Group 112"/>
          <p:cNvGrpSpPr/>
          <p:nvPr/>
        </p:nvGrpSpPr>
        <p:grpSpPr>
          <a:xfrm>
            <a:off x="673560" y="3344760"/>
            <a:ext cx="164880" cy="164880"/>
            <a:chOff x="673560" y="3344760"/>
            <a:chExt cx="164880" cy="164880"/>
          </a:xfrm>
        </p:grpSpPr>
        <p:sp>
          <p:nvSpPr>
            <p:cNvPr id="658" name="Oval 113"/>
            <p:cNvSpPr/>
            <p:nvPr/>
          </p:nvSpPr>
          <p:spPr>
            <a:xfrm>
              <a:off x="673560" y="3344760"/>
              <a:ext cx="164880" cy="1648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9" name="Oval 28"/>
            <p:cNvSpPr/>
            <p:nvPr/>
          </p:nvSpPr>
          <p:spPr>
            <a:xfrm>
              <a:off x="716760" y="3387960"/>
              <a:ext cx="76680" cy="759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640" bIns="266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660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1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2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64" name="Group 93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66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67" name="Rectangle 98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34582EB-C5C0-4431-A383-DD06C75498E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Box 9"/>
          <p:cNvSpPr/>
          <p:nvPr/>
        </p:nvSpPr>
        <p:spPr>
          <a:xfrm>
            <a:off x="4515120" y="4888800"/>
            <a:ext cx="3476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Grey_unpressed"/>
          <p:cNvSpPr/>
          <p:nvPr/>
        </p:nvSpPr>
        <p:spPr>
          <a:xfrm>
            <a:off x="2833920" y="2727720"/>
            <a:ext cx="6468840" cy="1516680"/>
          </a:xfrm>
          <a:custGeom>
            <a:avLst/>
            <a:gdLst>
              <a:gd name="textAreaLeft" fmla="*/ 0 w 6468840"/>
              <a:gd name="textAreaRight" fmla="*/ 6474600 w 6468840"/>
              <a:gd name="textAreaTop" fmla="*/ 0 h 1516680"/>
              <a:gd name="textAreaBottom" fmla="*/ 1522440 h 151668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672" name="Freeform 11"/>
          <p:cNvSpPr/>
          <p:nvPr/>
        </p:nvSpPr>
        <p:spPr>
          <a:xfrm>
            <a:off x="2435040" y="2589840"/>
            <a:ext cx="2434320" cy="2609280"/>
          </a:xfrm>
          <a:custGeom>
            <a:avLst/>
            <a:gdLst>
              <a:gd name="textAreaLeft" fmla="*/ 0 w 2434320"/>
              <a:gd name="textAreaRight" fmla="*/ 2440080 w 2434320"/>
              <a:gd name="textAreaTop" fmla="*/ 0 h 2609280"/>
              <a:gd name="textAreaBottom" fmla="*/ 2615040 h 260928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3" name="Oval 12"/>
          <p:cNvSpPr/>
          <p:nvPr/>
        </p:nvSpPr>
        <p:spPr>
          <a:xfrm>
            <a:off x="3103920" y="3080520"/>
            <a:ext cx="981000" cy="9810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4" name="TextBox 13"/>
          <p:cNvSpPr/>
          <p:nvPr/>
        </p:nvSpPr>
        <p:spPr>
          <a:xfrm>
            <a:off x="4591800" y="3215160"/>
            <a:ext cx="3399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ARZ EDERİM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5" name="Group 14"/>
          <p:cNvGrpSpPr/>
          <p:nvPr/>
        </p:nvGrpSpPr>
        <p:grpSpPr>
          <a:xfrm>
            <a:off x="1717560" y="6498720"/>
            <a:ext cx="902160" cy="195480"/>
            <a:chOff x="1717560" y="6498720"/>
            <a:chExt cx="902160" cy="195480"/>
          </a:xfrm>
        </p:grpSpPr>
        <p:pic>
          <p:nvPicPr>
            <p:cNvPr id="676" name="Picture 15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934640" y="6498720"/>
              <a:ext cx="685080" cy="184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77" name="Picture 16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717560" y="6509520"/>
              <a:ext cx="206280" cy="1846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678" name="Picture 4" descr=""/>
          <p:cNvPicPr/>
          <p:nvPr/>
        </p:nvPicPr>
        <p:blipFill>
          <a:blip r:embed="rId4"/>
          <a:stretch/>
        </p:blipFill>
        <p:spPr>
          <a:xfrm>
            <a:off x="169560" y="6469200"/>
            <a:ext cx="1330200" cy="254160"/>
          </a:xfrm>
          <a:prstGeom prst="rect">
            <a:avLst/>
          </a:prstGeom>
          <a:ln w="0">
            <a:noFill/>
          </a:ln>
        </p:spPr>
      </p:pic>
      <p:sp>
        <p:nvSpPr>
          <p:cNvPr id="679" name="TextBox 5"/>
          <p:cNvSpPr/>
          <p:nvPr/>
        </p:nvSpPr>
        <p:spPr>
          <a:xfrm>
            <a:off x="1585440" y="64987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Box 18"/>
          <p:cNvSpPr/>
          <p:nvPr/>
        </p:nvSpPr>
        <p:spPr>
          <a:xfrm>
            <a:off x="1585440" y="645480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Box 19"/>
          <p:cNvSpPr/>
          <p:nvPr/>
        </p:nvSpPr>
        <p:spPr>
          <a:xfrm>
            <a:off x="1585440" y="65095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Box 17"/>
          <p:cNvSpPr/>
          <p:nvPr/>
        </p:nvSpPr>
        <p:spPr>
          <a:xfrm>
            <a:off x="7392960" y="6313680"/>
            <a:ext cx="57052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Rectangle 1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5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8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F9A76D3-C524-4261-A278-185C77AFCEC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Freeform 32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87" name="Group 5"/>
          <p:cNvGrpSpPr/>
          <p:nvPr/>
        </p:nvGrpSpPr>
        <p:grpSpPr>
          <a:xfrm>
            <a:off x="837360" y="1394280"/>
            <a:ext cx="5004360" cy="1195560"/>
            <a:chOff x="837360" y="1394280"/>
            <a:chExt cx="5004360" cy="1195560"/>
          </a:xfrm>
        </p:grpSpPr>
        <p:sp>
          <p:nvSpPr>
            <p:cNvPr id="688" name="Freeform 6"/>
            <p:cNvSpPr/>
            <p:nvPr/>
          </p:nvSpPr>
          <p:spPr>
            <a:xfrm>
              <a:off x="837360" y="1397160"/>
              <a:ext cx="5004360" cy="1192680"/>
            </a:xfrm>
            <a:custGeom>
              <a:avLst/>
              <a:gdLst>
                <a:gd name="textAreaLeft" fmla="*/ 0 w 5004360"/>
                <a:gd name="textAreaRight" fmla="*/ 5010120 w 5004360"/>
                <a:gd name="textAreaTop" fmla="*/ 0 h 1192680"/>
                <a:gd name="textAreaBottom" fmla="*/ 1198440 h 119268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89" name="Freeform 6"/>
            <p:cNvSpPr/>
            <p:nvPr/>
          </p:nvSpPr>
          <p:spPr>
            <a:xfrm>
              <a:off x="837360" y="1394280"/>
              <a:ext cx="5004360" cy="1192680"/>
            </a:xfrm>
            <a:custGeom>
              <a:avLst/>
              <a:gdLst>
                <a:gd name="textAreaLeft" fmla="*/ 0 w 5004360"/>
                <a:gd name="textAreaRight" fmla="*/ 5010120 w 5004360"/>
                <a:gd name="textAreaTop" fmla="*/ 0 h 1192680"/>
                <a:gd name="textAreaBottom" fmla="*/ 1198440 h 119268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0" name="Group 8"/>
          <p:cNvGrpSpPr/>
          <p:nvPr/>
        </p:nvGrpSpPr>
        <p:grpSpPr>
          <a:xfrm>
            <a:off x="837360" y="2912040"/>
            <a:ext cx="5004360" cy="1195560"/>
            <a:chOff x="837360" y="2912040"/>
            <a:chExt cx="5004360" cy="1195560"/>
          </a:xfrm>
        </p:grpSpPr>
        <p:sp>
          <p:nvSpPr>
            <p:cNvPr id="691" name="Freeform 6"/>
            <p:cNvSpPr/>
            <p:nvPr/>
          </p:nvSpPr>
          <p:spPr>
            <a:xfrm>
              <a:off x="837360" y="2914920"/>
              <a:ext cx="5004360" cy="1192680"/>
            </a:xfrm>
            <a:custGeom>
              <a:avLst/>
              <a:gdLst>
                <a:gd name="textAreaLeft" fmla="*/ 0 w 5004360"/>
                <a:gd name="textAreaRight" fmla="*/ 5010120 w 5004360"/>
                <a:gd name="textAreaTop" fmla="*/ 0 h 1192680"/>
                <a:gd name="textAreaBottom" fmla="*/ 1198440 h 119268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2" name="Freeform 6"/>
            <p:cNvSpPr/>
            <p:nvPr/>
          </p:nvSpPr>
          <p:spPr>
            <a:xfrm>
              <a:off x="837360" y="2912040"/>
              <a:ext cx="5004360" cy="1192680"/>
            </a:xfrm>
            <a:custGeom>
              <a:avLst/>
              <a:gdLst>
                <a:gd name="textAreaLeft" fmla="*/ 0 w 5004360"/>
                <a:gd name="textAreaRight" fmla="*/ 5010120 w 5004360"/>
                <a:gd name="textAreaTop" fmla="*/ 0 h 1192680"/>
                <a:gd name="textAreaBottom" fmla="*/ 1198440 h 119268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3" name="Group 11"/>
          <p:cNvGrpSpPr/>
          <p:nvPr/>
        </p:nvGrpSpPr>
        <p:grpSpPr>
          <a:xfrm>
            <a:off x="837360" y="4462200"/>
            <a:ext cx="5004360" cy="1195920"/>
            <a:chOff x="837360" y="4462200"/>
            <a:chExt cx="5004360" cy="1195920"/>
          </a:xfrm>
        </p:grpSpPr>
        <p:sp>
          <p:nvSpPr>
            <p:cNvPr id="694" name="Freeform 6"/>
            <p:cNvSpPr/>
            <p:nvPr/>
          </p:nvSpPr>
          <p:spPr>
            <a:xfrm>
              <a:off x="837360" y="4465440"/>
              <a:ext cx="5004360" cy="1192680"/>
            </a:xfrm>
            <a:custGeom>
              <a:avLst/>
              <a:gdLst>
                <a:gd name="textAreaLeft" fmla="*/ 0 w 5004360"/>
                <a:gd name="textAreaRight" fmla="*/ 5010120 w 5004360"/>
                <a:gd name="textAreaTop" fmla="*/ 0 h 1192680"/>
                <a:gd name="textAreaBottom" fmla="*/ 1198440 h 119268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5" name="Freeform 6"/>
            <p:cNvSpPr/>
            <p:nvPr/>
          </p:nvSpPr>
          <p:spPr>
            <a:xfrm>
              <a:off x="837360" y="4462200"/>
              <a:ext cx="5004360" cy="1192680"/>
            </a:xfrm>
            <a:custGeom>
              <a:avLst/>
              <a:gdLst>
                <a:gd name="textAreaLeft" fmla="*/ 0 w 5004360"/>
                <a:gd name="textAreaRight" fmla="*/ 5010120 w 5004360"/>
                <a:gd name="textAreaTop" fmla="*/ 0 h 1192680"/>
                <a:gd name="textAreaBottom" fmla="*/ 1198440 h 119268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6" name="Group 18"/>
          <p:cNvGrpSpPr/>
          <p:nvPr/>
        </p:nvGrpSpPr>
        <p:grpSpPr>
          <a:xfrm>
            <a:off x="6685200" y="1352160"/>
            <a:ext cx="4686840" cy="4302720"/>
            <a:chOff x="6685200" y="1352160"/>
            <a:chExt cx="4686840" cy="4302720"/>
          </a:xfrm>
        </p:grpSpPr>
        <p:sp>
          <p:nvSpPr>
            <p:cNvPr id="697" name="Freeform 19"/>
            <p:cNvSpPr/>
            <p:nvPr/>
          </p:nvSpPr>
          <p:spPr>
            <a:xfrm>
              <a:off x="6685200" y="1352160"/>
              <a:ext cx="4686840" cy="4302720"/>
            </a:xfrm>
            <a:custGeom>
              <a:avLst/>
              <a:gdLst>
                <a:gd name="textAreaLeft" fmla="*/ 0 w 4686840"/>
                <a:gd name="textAreaRight" fmla="*/ 4692600 w 4686840"/>
                <a:gd name="textAreaTop" fmla="*/ 0 h 4302720"/>
                <a:gd name="textAreaBottom" fmla="*/ 4308480 h 430272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8" name="Freeform 6"/>
            <p:cNvSpPr/>
            <p:nvPr/>
          </p:nvSpPr>
          <p:spPr>
            <a:xfrm>
              <a:off x="6685200" y="1352160"/>
              <a:ext cx="4686840" cy="4302720"/>
            </a:xfrm>
            <a:custGeom>
              <a:avLst/>
              <a:gdLst>
                <a:gd name="textAreaLeft" fmla="*/ 0 w 4686840"/>
                <a:gd name="textAreaRight" fmla="*/ 4692600 w 4686840"/>
                <a:gd name="textAreaTop" fmla="*/ 0 h 4302720"/>
                <a:gd name="textAreaBottom" fmla="*/ 4308480 h 430272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99" name="Text Placeholder 6"/>
          <p:cNvSpPr/>
          <p:nvPr/>
        </p:nvSpPr>
        <p:spPr>
          <a:xfrm>
            <a:off x="6685200" y="1352160"/>
            <a:ext cx="4686840" cy="4302720"/>
          </a:xfrm>
          <a:prstGeom prst="roundRect">
            <a:avLst>
              <a:gd name="adj" fmla="val 10328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1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2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04" name="Group 28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70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7" name="Rectangle 33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0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FBE16F8-224E-46C4-8A49-E572476CCEC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Freeform 55"/>
          <p:cNvSpPr/>
          <p:nvPr/>
        </p:nvSpPr>
        <p:spPr>
          <a:xfrm>
            <a:off x="-1935720" y="-101196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11" name="Line 6"/>
          <p:cNvSpPr/>
          <p:nvPr/>
        </p:nvSpPr>
        <p:spPr>
          <a:xfrm>
            <a:off x="2403720" y="387072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12" name="Group 6"/>
          <p:cNvGrpSpPr/>
          <p:nvPr/>
        </p:nvGrpSpPr>
        <p:grpSpPr>
          <a:xfrm>
            <a:off x="2272320" y="3737520"/>
            <a:ext cx="249840" cy="249840"/>
            <a:chOff x="2272320" y="3737520"/>
            <a:chExt cx="249840" cy="249840"/>
          </a:xfrm>
        </p:grpSpPr>
        <p:sp>
          <p:nvSpPr>
            <p:cNvPr id="713" name="Oval 7"/>
            <p:cNvSpPr/>
            <p:nvPr/>
          </p:nvSpPr>
          <p:spPr>
            <a:xfrm>
              <a:off x="2272320" y="373752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4" name="Oval 28"/>
            <p:cNvSpPr/>
            <p:nvPr/>
          </p:nvSpPr>
          <p:spPr>
            <a:xfrm>
              <a:off x="2336760" y="38023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15" name="Group 9"/>
          <p:cNvGrpSpPr/>
          <p:nvPr/>
        </p:nvGrpSpPr>
        <p:grpSpPr>
          <a:xfrm>
            <a:off x="4667040" y="3737520"/>
            <a:ext cx="249840" cy="249840"/>
            <a:chOff x="4667040" y="3737520"/>
            <a:chExt cx="249840" cy="249840"/>
          </a:xfrm>
        </p:grpSpPr>
        <p:sp>
          <p:nvSpPr>
            <p:cNvPr id="716" name="Oval 10"/>
            <p:cNvSpPr/>
            <p:nvPr/>
          </p:nvSpPr>
          <p:spPr>
            <a:xfrm>
              <a:off x="4667040" y="373752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7" name="Oval 28"/>
            <p:cNvSpPr/>
            <p:nvPr/>
          </p:nvSpPr>
          <p:spPr>
            <a:xfrm>
              <a:off x="4731480" y="38023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18" name="Group 12"/>
          <p:cNvGrpSpPr/>
          <p:nvPr/>
        </p:nvGrpSpPr>
        <p:grpSpPr>
          <a:xfrm>
            <a:off x="7063200" y="3737520"/>
            <a:ext cx="249840" cy="249840"/>
            <a:chOff x="7063200" y="3737520"/>
            <a:chExt cx="249840" cy="249840"/>
          </a:xfrm>
        </p:grpSpPr>
        <p:sp>
          <p:nvSpPr>
            <p:cNvPr id="719" name="Oval 13"/>
            <p:cNvSpPr/>
            <p:nvPr/>
          </p:nvSpPr>
          <p:spPr>
            <a:xfrm>
              <a:off x="7063200" y="373752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0" name="Oval 28"/>
            <p:cNvSpPr/>
            <p:nvPr/>
          </p:nvSpPr>
          <p:spPr>
            <a:xfrm>
              <a:off x="7128000" y="38023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1" name="Group 15"/>
          <p:cNvGrpSpPr/>
          <p:nvPr/>
        </p:nvGrpSpPr>
        <p:grpSpPr>
          <a:xfrm>
            <a:off x="9452520" y="3737520"/>
            <a:ext cx="249840" cy="249840"/>
            <a:chOff x="9452520" y="3737520"/>
            <a:chExt cx="249840" cy="249840"/>
          </a:xfrm>
        </p:grpSpPr>
        <p:sp>
          <p:nvSpPr>
            <p:cNvPr id="722" name="Oval 16"/>
            <p:cNvSpPr/>
            <p:nvPr/>
          </p:nvSpPr>
          <p:spPr>
            <a:xfrm>
              <a:off x="9452520" y="373752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3" name="Oval 28"/>
            <p:cNvSpPr/>
            <p:nvPr/>
          </p:nvSpPr>
          <p:spPr>
            <a:xfrm>
              <a:off x="9517320" y="38023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4" name="Group 19"/>
          <p:cNvGrpSpPr/>
          <p:nvPr/>
        </p:nvGrpSpPr>
        <p:grpSpPr>
          <a:xfrm>
            <a:off x="1460880" y="1296720"/>
            <a:ext cx="1891440" cy="1893600"/>
            <a:chOff x="1460880" y="1296720"/>
            <a:chExt cx="1891440" cy="1893600"/>
          </a:xfrm>
        </p:grpSpPr>
        <p:sp>
          <p:nvSpPr>
            <p:cNvPr id="725" name="Freeform 14"/>
            <p:cNvSpPr/>
            <p:nvPr/>
          </p:nvSpPr>
          <p:spPr>
            <a:xfrm>
              <a:off x="146088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6" name="Freeform 14"/>
            <p:cNvSpPr/>
            <p:nvPr/>
          </p:nvSpPr>
          <p:spPr>
            <a:xfrm>
              <a:off x="146088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27" name="Group 26"/>
          <p:cNvGrpSpPr/>
          <p:nvPr/>
        </p:nvGrpSpPr>
        <p:grpSpPr>
          <a:xfrm>
            <a:off x="3823920" y="1296720"/>
            <a:ext cx="1891440" cy="1893600"/>
            <a:chOff x="3823920" y="1296720"/>
            <a:chExt cx="1891440" cy="1893600"/>
          </a:xfrm>
        </p:grpSpPr>
        <p:sp>
          <p:nvSpPr>
            <p:cNvPr id="728" name="Freeform 14"/>
            <p:cNvSpPr/>
            <p:nvPr/>
          </p:nvSpPr>
          <p:spPr>
            <a:xfrm>
              <a:off x="382392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9" name="Freeform 14"/>
            <p:cNvSpPr/>
            <p:nvPr/>
          </p:nvSpPr>
          <p:spPr>
            <a:xfrm>
              <a:off x="382392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0" name="Group 33"/>
          <p:cNvGrpSpPr/>
          <p:nvPr/>
        </p:nvGrpSpPr>
        <p:grpSpPr>
          <a:xfrm>
            <a:off x="6215760" y="1296720"/>
            <a:ext cx="1891440" cy="1893600"/>
            <a:chOff x="6215760" y="1296720"/>
            <a:chExt cx="1891440" cy="1893600"/>
          </a:xfrm>
        </p:grpSpPr>
        <p:sp>
          <p:nvSpPr>
            <p:cNvPr id="731" name="Freeform 14"/>
            <p:cNvSpPr/>
            <p:nvPr/>
          </p:nvSpPr>
          <p:spPr>
            <a:xfrm>
              <a:off x="621576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2" name="Freeform 14"/>
            <p:cNvSpPr/>
            <p:nvPr/>
          </p:nvSpPr>
          <p:spPr>
            <a:xfrm>
              <a:off x="621576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3" name="Group 40"/>
          <p:cNvGrpSpPr/>
          <p:nvPr/>
        </p:nvGrpSpPr>
        <p:grpSpPr>
          <a:xfrm>
            <a:off x="8571240" y="1296720"/>
            <a:ext cx="1891440" cy="1893600"/>
            <a:chOff x="8571240" y="1296720"/>
            <a:chExt cx="1891440" cy="1893600"/>
          </a:xfrm>
        </p:grpSpPr>
        <p:sp>
          <p:nvSpPr>
            <p:cNvPr id="734" name="Freeform 14"/>
            <p:cNvSpPr/>
            <p:nvPr/>
          </p:nvSpPr>
          <p:spPr>
            <a:xfrm>
              <a:off x="857124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5" name="Freeform 14"/>
            <p:cNvSpPr/>
            <p:nvPr/>
          </p:nvSpPr>
          <p:spPr>
            <a:xfrm>
              <a:off x="8571240" y="129672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6" name="Text Placeholder 48"/>
          <p:cNvSpPr/>
          <p:nvPr/>
        </p:nvSpPr>
        <p:spPr>
          <a:xfrm>
            <a:off x="1460880" y="4126680"/>
            <a:ext cx="1890720" cy="164196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8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9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0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1" name="Text Placeholder 48"/>
          <p:cNvSpPr/>
          <p:nvPr/>
        </p:nvSpPr>
        <p:spPr>
          <a:xfrm>
            <a:off x="3823920" y="4136040"/>
            <a:ext cx="1890720" cy="164196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Placeholder 48"/>
          <p:cNvSpPr/>
          <p:nvPr/>
        </p:nvSpPr>
        <p:spPr>
          <a:xfrm>
            <a:off x="6208560" y="4126680"/>
            <a:ext cx="1890720" cy="164196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Placeholder 48"/>
          <p:cNvSpPr/>
          <p:nvPr/>
        </p:nvSpPr>
        <p:spPr>
          <a:xfrm>
            <a:off x="8571240" y="4136040"/>
            <a:ext cx="1890720" cy="164196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44" name="Group 4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74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4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47" name="Rectangle 56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4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C7B52EC-E237-461F-B9C4-E4F2C15CEB79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Freeform 44"/>
          <p:cNvSpPr/>
          <p:nvPr/>
        </p:nvSpPr>
        <p:spPr>
          <a:xfrm rot="370200">
            <a:off x="-2064600" y="-133308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51" name="Line 6"/>
          <p:cNvSpPr/>
          <p:nvPr/>
        </p:nvSpPr>
        <p:spPr>
          <a:xfrm>
            <a:off x="2509560" y="555768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52" name="Group 6"/>
          <p:cNvGrpSpPr/>
          <p:nvPr/>
        </p:nvGrpSpPr>
        <p:grpSpPr>
          <a:xfrm>
            <a:off x="2378160" y="5424480"/>
            <a:ext cx="249840" cy="249840"/>
            <a:chOff x="2378160" y="5424480"/>
            <a:chExt cx="249840" cy="249840"/>
          </a:xfrm>
        </p:grpSpPr>
        <p:sp>
          <p:nvSpPr>
            <p:cNvPr id="753" name="Oval 7"/>
            <p:cNvSpPr/>
            <p:nvPr/>
          </p:nvSpPr>
          <p:spPr>
            <a:xfrm>
              <a:off x="2378160" y="542448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4" name="Oval 28"/>
            <p:cNvSpPr/>
            <p:nvPr/>
          </p:nvSpPr>
          <p:spPr>
            <a:xfrm>
              <a:off x="2442600" y="54889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55" name="Group 9"/>
          <p:cNvGrpSpPr/>
          <p:nvPr/>
        </p:nvGrpSpPr>
        <p:grpSpPr>
          <a:xfrm>
            <a:off x="4772880" y="5424480"/>
            <a:ext cx="249840" cy="249840"/>
            <a:chOff x="4772880" y="5424480"/>
            <a:chExt cx="249840" cy="249840"/>
          </a:xfrm>
        </p:grpSpPr>
        <p:sp>
          <p:nvSpPr>
            <p:cNvPr id="756" name="Oval 10"/>
            <p:cNvSpPr/>
            <p:nvPr/>
          </p:nvSpPr>
          <p:spPr>
            <a:xfrm>
              <a:off x="4772880" y="542448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7" name="Oval 28"/>
            <p:cNvSpPr/>
            <p:nvPr/>
          </p:nvSpPr>
          <p:spPr>
            <a:xfrm>
              <a:off x="4837320" y="54889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58" name="Group 12"/>
          <p:cNvGrpSpPr/>
          <p:nvPr/>
        </p:nvGrpSpPr>
        <p:grpSpPr>
          <a:xfrm>
            <a:off x="7169040" y="5424480"/>
            <a:ext cx="249840" cy="249840"/>
            <a:chOff x="7169040" y="5424480"/>
            <a:chExt cx="249840" cy="249840"/>
          </a:xfrm>
        </p:grpSpPr>
        <p:sp>
          <p:nvSpPr>
            <p:cNvPr id="759" name="Oval 13"/>
            <p:cNvSpPr/>
            <p:nvPr/>
          </p:nvSpPr>
          <p:spPr>
            <a:xfrm>
              <a:off x="7169040" y="542448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0" name="Oval 28"/>
            <p:cNvSpPr/>
            <p:nvPr/>
          </p:nvSpPr>
          <p:spPr>
            <a:xfrm>
              <a:off x="7233840" y="54889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1" name="Group 15"/>
          <p:cNvGrpSpPr/>
          <p:nvPr/>
        </p:nvGrpSpPr>
        <p:grpSpPr>
          <a:xfrm>
            <a:off x="9558360" y="5424480"/>
            <a:ext cx="249840" cy="249840"/>
            <a:chOff x="9558360" y="5424480"/>
            <a:chExt cx="249840" cy="249840"/>
          </a:xfrm>
        </p:grpSpPr>
        <p:sp>
          <p:nvSpPr>
            <p:cNvPr id="762" name="Oval 16"/>
            <p:cNvSpPr/>
            <p:nvPr/>
          </p:nvSpPr>
          <p:spPr>
            <a:xfrm>
              <a:off x="9558360" y="5424480"/>
              <a:ext cx="249840" cy="249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3" name="Oval 28"/>
            <p:cNvSpPr/>
            <p:nvPr/>
          </p:nvSpPr>
          <p:spPr>
            <a:xfrm>
              <a:off x="9622800" y="5488920"/>
              <a:ext cx="117720" cy="1166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4" name="Group 19"/>
          <p:cNvGrpSpPr/>
          <p:nvPr/>
        </p:nvGrpSpPr>
        <p:grpSpPr>
          <a:xfrm>
            <a:off x="1566720" y="2983680"/>
            <a:ext cx="1891440" cy="1893600"/>
            <a:chOff x="1566720" y="2983680"/>
            <a:chExt cx="1891440" cy="1893600"/>
          </a:xfrm>
        </p:grpSpPr>
        <p:sp>
          <p:nvSpPr>
            <p:cNvPr id="765" name="Freeform 14"/>
            <p:cNvSpPr/>
            <p:nvPr/>
          </p:nvSpPr>
          <p:spPr>
            <a:xfrm>
              <a:off x="156672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6" name="Freeform 14"/>
            <p:cNvSpPr/>
            <p:nvPr/>
          </p:nvSpPr>
          <p:spPr>
            <a:xfrm>
              <a:off x="156672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67" name="Group 26"/>
          <p:cNvGrpSpPr/>
          <p:nvPr/>
        </p:nvGrpSpPr>
        <p:grpSpPr>
          <a:xfrm>
            <a:off x="3929760" y="2983680"/>
            <a:ext cx="1891440" cy="1893600"/>
            <a:chOff x="3929760" y="2983680"/>
            <a:chExt cx="1891440" cy="1893600"/>
          </a:xfrm>
        </p:grpSpPr>
        <p:sp>
          <p:nvSpPr>
            <p:cNvPr id="768" name="Freeform 14"/>
            <p:cNvSpPr/>
            <p:nvPr/>
          </p:nvSpPr>
          <p:spPr>
            <a:xfrm>
              <a:off x="392976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9" name="Freeform 14"/>
            <p:cNvSpPr/>
            <p:nvPr/>
          </p:nvSpPr>
          <p:spPr>
            <a:xfrm>
              <a:off x="392976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0" name="Group 33"/>
          <p:cNvGrpSpPr/>
          <p:nvPr/>
        </p:nvGrpSpPr>
        <p:grpSpPr>
          <a:xfrm>
            <a:off x="6321600" y="2983680"/>
            <a:ext cx="1891440" cy="1893600"/>
            <a:chOff x="6321600" y="2983680"/>
            <a:chExt cx="1891440" cy="1893600"/>
          </a:xfrm>
        </p:grpSpPr>
        <p:sp>
          <p:nvSpPr>
            <p:cNvPr id="771" name="Freeform 14"/>
            <p:cNvSpPr/>
            <p:nvPr/>
          </p:nvSpPr>
          <p:spPr>
            <a:xfrm>
              <a:off x="632160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2" name="Freeform 14"/>
            <p:cNvSpPr/>
            <p:nvPr/>
          </p:nvSpPr>
          <p:spPr>
            <a:xfrm>
              <a:off x="632160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3" name="Group 40"/>
          <p:cNvGrpSpPr/>
          <p:nvPr/>
        </p:nvGrpSpPr>
        <p:grpSpPr>
          <a:xfrm>
            <a:off x="8677080" y="2983680"/>
            <a:ext cx="1891440" cy="1893600"/>
            <a:chOff x="8677080" y="2983680"/>
            <a:chExt cx="1891440" cy="1893600"/>
          </a:xfrm>
        </p:grpSpPr>
        <p:sp>
          <p:nvSpPr>
            <p:cNvPr id="774" name="Freeform 14"/>
            <p:cNvSpPr/>
            <p:nvPr/>
          </p:nvSpPr>
          <p:spPr>
            <a:xfrm>
              <a:off x="867708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5" name="Freeform 14"/>
            <p:cNvSpPr/>
            <p:nvPr/>
          </p:nvSpPr>
          <p:spPr>
            <a:xfrm>
              <a:off x="8677080" y="2983680"/>
              <a:ext cx="1891440" cy="1893600"/>
            </a:xfrm>
            <a:custGeom>
              <a:avLst/>
              <a:gdLst>
                <a:gd name="textAreaLeft" fmla="*/ 0 w 1891440"/>
                <a:gd name="textAreaRight" fmla="*/ 1897200 w 1891440"/>
                <a:gd name="textAreaTop" fmla="*/ 0 h 1893600"/>
                <a:gd name="textAreaBottom" fmla="*/ 1899360 h 18936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76" name="Text Placeholder 51"/>
          <p:cNvSpPr/>
          <p:nvPr/>
        </p:nvSpPr>
        <p:spPr>
          <a:xfrm>
            <a:off x="1566720" y="2984400"/>
            <a:ext cx="1891440" cy="189288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Text Placeholder 51"/>
          <p:cNvSpPr/>
          <p:nvPr/>
        </p:nvSpPr>
        <p:spPr>
          <a:xfrm>
            <a:off x="3929760" y="2984400"/>
            <a:ext cx="1891440" cy="189288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Placeholder 51"/>
          <p:cNvSpPr/>
          <p:nvPr/>
        </p:nvSpPr>
        <p:spPr>
          <a:xfrm>
            <a:off x="6321600" y="2984400"/>
            <a:ext cx="1891440" cy="189288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Placeholder 51"/>
          <p:cNvSpPr/>
          <p:nvPr/>
        </p:nvSpPr>
        <p:spPr>
          <a:xfrm>
            <a:off x="8677440" y="2984400"/>
            <a:ext cx="1891440" cy="189288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1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2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3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84" name="Group 3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78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8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87" name="Rectangle 47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8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900C555-1B7D-4EE3-8BBF-9BB7AF727D3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Freeform 27"/>
          <p:cNvSpPr/>
          <p:nvPr/>
        </p:nvSpPr>
        <p:spPr>
          <a:xfrm rot="370200">
            <a:off x="-2221200" y="-102024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91" name="Freeform 7"/>
          <p:cNvSpPr/>
          <p:nvPr/>
        </p:nvSpPr>
        <p:spPr>
          <a:xfrm>
            <a:off x="6723000" y="1060560"/>
            <a:ext cx="4418640" cy="4444920"/>
          </a:xfrm>
          <a:custGeom>
            <a:avLst/>
            <a:gdLst>
              <a:gd name="textAreaLeft" fmla="*/ 0 w 4418640"/>
              <a:gd name="textAreaRight" fmla="*/ 4424400 w 4418640"/>
              <a:gd name="textAreaTop" fmla="*/ 0 h 4444920"/>
              <a:gd name="textAreaBottom" fmla="*/ 4450680 h 444492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2" name="Freeform 7"/>
          <p:cNvSpPr/>
          <p:nvPr/>
        </p:nvSpPr>
        <p:spPr>
          <a:xfrm>
            <a:off x="1149120" y="1060560"/>
            <a:ext cx="4419000" cy="4422600"/>
          </a:xfrm>
          <a:custGeom>
            <a:avLst/>
            <a:gdLst>
              <a:gd name="textAreaLeft" fmla="*/ 0 w 4419000"/>
              <a:gd name="textAreaRight" fmla="*/ 4424760 w 4419000"/>
              <a:gd name="textAreaTop" fmla="*/ 0 h 4422600"/>
              <a:gd name="textAreaBottom" fmla="*/ 4428360 h 44226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3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4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5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6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7" name="Freeform 28"/>
          <p:cNvSpPr/>
          <p:nvPr/>
        </p:nvSpPr>
        <p:spPr>
          <a:xfrm>
            <a:off x="-1855800" y="-133848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798" name="Group 1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799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0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01" name="Text Placeholder 14"/>
          <p:cNvSpPr/>
          <p:nvPr/>
        </p:nvSpPr>
        <p:spPr>
          <a:xfrm>
            <a:off x="6747120" y="1060560"/>
            <a:ext cx="4371120" cy="4423320"/>
          </a:xfrm>
          <a:prstGeom prst="roundRect">
            <a:avLst>
              <a:gd name="adj" fmla="val 10626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Rectangle 15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0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317214E8-150D-4733-B7F6-B5500483E15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Grey_unpressed"/>
          <p:cNvSpPr/>
          <p:nvPr/>
        </p:nvSpPr>
        <p:spPr>
          <a:xfrm>
            <a:off x="2833920" y="2727720"/>
            <a:ext cx="6468840" cy="1516680"/>
          </a:xfrm>
          <a:custGeom>
            <a:avLst/>
            <a:gdLst>
              <a:gd name="textAreaLeft" fmla="*/ 0 w 6468840"/>
              <a:gd name="textAreaRight" fmla="*/ 6474600 w 6468840"/>
              <a:gd name="textAreaTop" fmla="*/ 0 h 1516680"/>
              <a:gd name="textAreaBottom" fmla="*/ 1522440 h 151668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06" name="Freeform 6"/>
          <p:cNvSpPr/>
          <p:nvPr/>
        </p:nvSpPr>
        <p:spPr>
          <a:xfrm>
            <a:off x="2435040" y="2589840"/>
            <a:ext cx="2434320" cy="2609280"/>
          </a:xfrm>
          <a:custGeom>
            <a:avLst/>
            <a:gdLst>
              <a:gd name="textAreaLeft" fmla="*/ 0 w 2434320"/>
              <a:gd name="textAreaRight" fmla="*/ 2440080 w 2434320"/>
              <a:gd name="textAreaTop" fmla="*/ 0 h 2609280"/>
              <a:gd name="textAreaBottom" fmla="*/ 2615040 h 260928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07" name="Oval 7"/>
          <p:cNvSpPr/>
          <p:nvPr/>
        </p:nvSpPr>
        <p:spPr>
          <a:xfrm>
            <a:off x="3103920" y="3080520"/>
            <a:ext cx="981000" cy="9810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08" name="Group 8"/>
          <p:cNvGrpSpPr/>
          <p:nvPr/>
        </p:nvGrpSpPr>
        <p:grpSpPr>
          <a:xfrm>
            <a:off x="4008600" y="3031920"/>
            <a:ext cx="4119120" cy="908280"/>
            <a:chOff x="4008600" y="3031920"/>
            <a:chExt cx="4119120" cy="908280"/>
          </a:xfrm>
        </p:grpSpPr>
        <p:pic>
          <p:nvPicPr>
            <p:cNvPr id="809" name="Picture 9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4994640" y="3031920"/>
              <a:ext cx="3133080" cy="859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0" name="Picture 10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4008600" y="3080520"/>
              <a:ext cx="957960" cy="8596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1" name="Rectangle 12"/>
          <p:cNvSpPr/>
          <p:nvPr/>
        </p:nvSpPr>
        <p:spPr>
          <a:xfrm>
            <a:off x="11271960" y="256320"/>
            <a:ext cx="677880" cy="48996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2" name="Group 11"/>
          <p:cNvGrpSpPr/>
          <p:nvPr/>
        </p:nvGrpSpPr>
        <p:grpSpPr>
          <a:xfrm>
            <a:off x="1527120" y="6498720"/>
            <a:ext cx="902160" cy="195480"/>
            <a:chOff x="1527120" y="6498720"/>
            <a:chExt cx="902160" cy="195480"/>
          </a:xfrm>
        </p:grpSpPr>
        <p:pic>
          <p:nvPicPr>
            <p:cNvPr id="813" name="Picture 13" descr=""/>
            <p:cNvPicPr/>
            <p:nvPr/>
          </p:nvPicPr>
          <p:blipFill>
            <a:blip r:embed="rId4"/>
            <a:srcRect l="24312" t="0" r="0" b="0"/>
            <a:stretch/>
          </p:blipFill>
          <p:spPr>
            <a:xfrm>
              <a:off x="1744200" y="6498720"/>
              <a:ext cx="685080" cy="184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4" name="Picture 14" descr=""/>
            <p:cNvPicPr/>
            <p:nvPr/>
          </p:nvPicPr>
          <p:blipFill>
            <a:blip r:embed="rId5"/>
            <a:srcRect l="0" t="0" r="76760" b="0"/>
            <a:stretch/>
          </p:blipFill>
          <p:spPr>
            <a:xfrm>
              <a:off x="1527120" y="6509520"/>
              <a:ext cx="206280" cy="1846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5" name="TextBox 16"/>
          <p:cNvSpPr/>
          <p:nvPr/>
        </p:nvSpPr>
        <p:spPr>
          <a:xfrm>
            <a:off x="1395000" y="64987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Box 17"/>
          <p:cNvSpPr/>
          <p:nvPr/>
        </p:nvSpPr>
        <p:spPr>
          <a:xfrm>
            <a:off x="1395000" y="645480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TextBox 18"/>
          <p:cNvSpPr/>
          <p:nvPr/>
        </p:nvSpPr>
        <p:spPr>
          <a:xfrm>
            <a:off x="1395000" y="65095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Box 19"/>
          <p:cNvSpPr/>
          <p:nvPr/>
        </p:nvSpPr>
        <p:spPr>
          <a:xfrm>
            <a:off x="6386040" y="6313680"/>
            <a:ext cx="5705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b="0" lang="tr-TR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b="0" lang="tr-TR" sz="1050" spc="-1" strike="noStrike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9" name="Picture 1" descr=""/>
          <p:cNvPicPr/>
          <p:nvPr/>
        </p:nvPicPr>
        <p:blipFill>
          <a:blip r:embed="rId6"/>
          <a:stretch/>
        </p:blipFill>
        <p:spPr>
          <a:xfrm>
            <a:off x="153000" y="6454800"/>
            <a:ext cx="1153800" cy="285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7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AA5A249-A6CD-439A-BCE7-0E4BDBF47EE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Box 9"/>
          <p:cNvSpPr/>
          <p:nvPr/>
        </p:nvSpPr>
        <p:spPr>
          <a:xfrm>
            <a:off x="4515120" y="4888800"/>
            <a:ext cx="3476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Grey_unpressed"/>
          <p:cNvSpPr/>
          <p:nvPr/>
        </p:nvSpPr>
        <p:spPr>
          <a:xfrm>
            <a:off x="2833920" y="2727720"/>
            <a:ext cx="6468840" cy="1516680"/>
          </a:xfrm>
          <a:custGeom>
            <a:avLst/>
            <a:gdLst>
              <a:gd name="textAreaLeft" fmla="*/ 0 w 6468840"/>
              <a:gd name="textAreaRight" fmla="*/ 6474600 w 6468840"/>
              <a:gd name="textAreaTop" fmla="*/ 0 h 1516680"/>
              <a:gd name="textAreaBottom" fmla="*/ 1522440 h 151668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24" name="Freeform 11"/>
          <p:cNvSpPr/>
          <p:nvPr/>
        </p:nvSpPr>
        <p:spPr>
          <a:xfrm>
            <a:off x="2435040" y="2589840"/>
            <a:ext cx="2434320" cy="2609280"/>
          </a:xfrm>
          <a:custGeom>
            <a:avLst/>
            <a:gdLst>
              <a:gd name="textAreaLeft" fmla="*/ 0 w 2434320"/>
              <a:gd name="textAreaRight" fmla="*/ 2440080 w 2434320"/>
              <a:gd name="textAreaTop" fmla="*/ 0 h 2609280"/>
              <a:gd name="textAreaBottom" fmla="*/ 2615040 h 260928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5" name="Oval 12"/>
          <p:cNvSpPr/>
          <p:nvPr/>
        </p:nvSpPr>
        <p:spPr>
          <a:xfrm>
            <a:off x="3103920" y="3080520"/>
            <a:ext cx="981000" cy="9810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6" name="TextBox 13"/>
          <p:cNvSpPr/>
          <p:nvPr/>
        </p:nvSpPr>
        <p:spPr>
          <a:xfrm>
            <a:off x="4606200" y="3220200"/>
            <a:ext cx="10183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THANK YOU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27" name="Group 21"/>
          <p:cNvGrpSpPr/>
          <p:nvPr/>
        </p:nvGrpSpPr>
        <p:grpSpPr>
          <a:xfrm>
            <a:off x="1527120" y="6498720"/>
            <a:ext cx="902160" cy="195480"/>
            <a:chOff x="1527120" y="6498720"/>
            <a:chExt cx="902160" cy="195480"/>
          </a:xfrm>
        </p:grpSpPr>
        <p:pic>
          <p:nvPicPr>
            <p:cNvPr id="828" name="Picture 22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744200" y="6498720"/>
              <a:ext cx="685080" cy="184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29" name="Picture 23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527120" y="6509520"/>
              <a:ext cx="206280" cy="1846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30" name="TextBox 24"/>
          <p:cNvSpPr/>
          <p:nvPr/>
        </p:nvSpPr>
        <p:spPr>
          <a:xfrm>
            <a:off x="1395000" y="64987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Box 25"/>
          <p:cNvSpPr/>
          <p:nvPr/>
        </p:nvSpPr>
        <p:spPr>
          <a:xfrm>
            <a:off x="1395000" y="645480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Box 26"/>
          <p:cNvSpPr/>
          <p:nvPr/>
        </p:nvSpPr>
        <p:spPr>
          <a:xfrm>
            <a:off x="1395000" y="6509520"/>
            <a:ext cx="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Box 27"/>
          <p:cNvSpPr/>
          <p:nvPr/>
        </p:nvSpPr>
        <p:spPr>
          <a:xfrm>
            <a:off x="6386040" y="6313680"/>
            <a:ext cx="5705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b="0" lang="tr-TR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b="0" lang="tr-TR" sz="1050" spc="-1" strike="noStrike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4" name="Picture 28" descr=""/>
          <p:cNvPicPr/>
          <p:nvPr/>
        </p:nvPicPr>
        <p:blipFill>
          <a:blip r:embed="rId4"/>
          <a:stretch/>
        </p:blipFill>
        <p:spPr>
          <a:xfrm>
            <a:off x="153000" y="6454800"/>
            <a:ext cx="1153800" cy="285840"/>
          </a:xfrm>
          <a:prstGeom prst="rect">
            <a:avLst/>
          </a:prstGeom>
          <a:ln w="0">
            <a:noFill/>
          </a:ln>
        </p:spPr>
      </p:pic>
      <p:sp>
        <p:nvSpPr>
          <p:cNvPr id="835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5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3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859B989-7C7A-4922-A911-E2BBDEDF956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38" name="Group 5"/>
          <p:cNvGrpSpPr/>
          <p:nvPr/>
        </p:nvGrpSpPr>
        <p:grpSpPr>
          <a:xfrm>
            <a:off x="5942880" y="1173240"/>
            <a:ext cx="4774680" cy="4779720"/>
            <a:chOff x="5942880" y="1173240"/>
            <a:chExt cx="4774680" cy="4779720"/>
          </a:xfrm>
        </p:grpSpPr>
        <p:sp>
          <p:nvSpPr>
            <p:cNvPr id="839" name="Oval 101"/>
            <p:cNvSpPr/>
            <p:nvPr/>
          </p:nvSpPr>
          <p:spPr>
            <a:xfrm>
              <a:off x="5942880" y="1173240"/>
              <a:ext cx="4774680" cy="4779720"/>
            </a:xfrm>
            <a:prstGeom prst="ellipse">
              <a:avLst/>
            </a:prstGeom>
            <a:gradFill rotWithShape="0">
              <a:gsLst>
                <a:gs pos="0">
                  <a:srgbClr val="2a3647"/>
                </a:gs>
                <a:gs pos="100000">
                  <a:srgbClr val="1e2633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40" name="Group 7"/>
            <p:cNvGrpSpPr/>
            <p:nvPr/>
          </p:nvGrpSpPr>
          <p:grpSpPr>
            <a:xfrm>
              <a:off x="6314040" y="1564200"/>
              <a:ext cx="4004640" cy="4004640"/>
              <a:chOff x="6314040" y="1564200"/>
              <a:chExt cx="4004640" cy="4004640"/>
            </a:xfrm>
          </p:grpSpPr>
          <p:sp>
            <p:nvSpPr>
              <p:cNvPr id="841" name="Oval 8"/>
              <p:cNvSpPr/>
              <p:nvPr/>
            </p:nvSpPr>
            <p:spPr>
              <a:xfrm>
                <a:off x="6314040" y="1564200"/>
                <a:ext cx="4004640" cy="4004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42" name="Oval 9"/>
              <p:cNvSpPr/>
              <p:nvPr/>
            </p:nvSpPr>
            <p:spPr>
              <a:xfrm>
                <a:off x="6314040" y="1564200"/>
                <a:ext cx="4004640" cy="4004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43" name="Chart 13"/>
          <p:cNvGraphicFramePr/>
          <p:nvPr/>
        </p:nvGraphicFramePr>
        <p:xfrm>
          <a:off x="4898880" y="1365840"/>
          <a:ext cx="6644160" cy="420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44" name="Group 10"/>
          <p:cNvGrpSpPr/>
          <p:nvPr/>
        </p:nvGrpSpPr>
        <p:grpSpPr>
          <a:xfrm>
            <a:off x="7685640" y="3174840"/>
            <a:ext cx="1400400" cy="897480"/>
            <a:chOff x="7685640" y="3174840"/>
            <a:chExt cx="1400400" cy="897480"/>
          </a:xfrm>
        </p:grpSpPr>
        <p:sp>
          <p:nvSpPr>
            <p:cNvPr id="845" name="Rectangle 114"/>
            <p:cNvSpPr/>
            <p:nvPr/>
          </p:nvSpPr>
          <p:spPr>
            <a:xfrm>
              <a:off x="7685640" y="3174840"/>
              <a:ext cx="140040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ru-UA" sz="5400" spc="-1" strike="noStrike">
                  <a:solidFill>
                    <a:schemeClr val="accent1"/>
                  </a:solidFill>
                  <a:latin typeface="Arial Black"/>
                </a:rPr>
                <a:t>75</a:t>
              </a:r>
              <a:r>
                <a:rPr b="1" lang="ru-RU" sz="5400" spc="-1" strike="noStrike">
                  <a:solidFill>
                    <a:schemeClr val="accent1"/>
                  </a:solidFill>
                  <a:latin typeface="Arial Black"/>
                </a:rPr>
                <a:t>%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6" name="Rectangle 115"/>
            <p:cNvSpPr/>
            <p:nvPr/>
          </p:nvSpPr>
          <p:spPr>
            <a:xfrm>
              <a:off x="7781040" y="3904920"/>
              <a:ext cx="125244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100" spc="-1" strike="noStrike">
                  <a:solidFill>
                    <a:schemeClr val="accent1"/>
                  </a:solidFill>
                  <a:latin typeface="Arial Black"/>
                </a:rPr>
                <a:t>Lorem ipsum dolor</a:t>
              </a:r>
              <a:endParaRPr b="0" lang="en-US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7" name="object 384"/>
          <p:cNvSpPr/>
          <p:nvPr/>
        </p:nvSpPr>
        <p:spPr>
          <a:xfrm flipV="1">
            <a:off x="356760" y="671256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8" name="object 4"/>
          <p:cNvSpPr/>
          <p:nvPr/>
        </p:nvSpPr>
        <p:spPr>
          <a:xfrm>
            <a:off x="10477800" y="663120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9" name="object 384"/>
          <p:cNvSpPr/>
          <p:nvPr/>
        </p:nvSpPr>
        <p:spPr>
          <a:xfrm flipV="1" rot="10800000">
            <a:off x="6102000" y="671832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0" name="object 386"/>
          <p:cNvSpPr/>
          <p:nvPr/>
        </p:nvSpPr>
        <p:spPr>
          <a:xfrm>
            <a:off x="5927400" y="651744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1" name="Freeform 24"/>
          <p:cNvSpPr/>
          <p:nvPr/>
        </p:nvSpPr>
        <p:spPr>
          <a:xfrm>
            <a:off x="-1688040" y="-113904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52" name="Group 20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853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54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55" name="Rectangle 23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5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3CB2F97E-BFC0-4FF9-B655-CB3B9846635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58" name="Group 10"/>
          <p:cNvGrpSpPr/>
          <p:nvPr/>
        </p:nvGrpSpPr>
        <p:grpSpPr>
          <a:xfrm>
            <a:off x="4579920" y="1447920"/>
            <a:ext cx="2940480" cy="2943720"/>
            <a:chOff x="4579920" y="1447920"/>
            <a:chExt cx="2940480" cy="2943720"/>
          </a:xfrm>
        </p:grpSpPr>
        <p:sp>
          <p:nvSpPr>
            <p:cNvPr id="859" name="Oval 101"/>
            <p:cNvSpPr/>
            <p:nvPr/>
          </p:nvSpPr>
          <p:spPr>
            <a:xfrm>
              <a:off x="4579920" y="1447920"/>
              <a:ext cx="2940480" cy="294372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0" name="Group 12"/>
            <p:cNvGrpSpPr/>
            <p:nvPr/>
          </p:nvGrpSpPr>
          <p:grpSpPr>
            <a:xfrm>
              <a:off x="4808880" y="1688760"/>
              <a:ext cx="2466000" cy="2466000"/>
              <a:chOff x="4808880" y="1688760"/>
              <a:chExt cx="2466000" cy="2466000"/>
            </a:xfrm>
          </p:grpSpPr>
          <p:sp>
            <p:nvSpPr>
              <p:cNvPr id="861" name="Oval 13"/>
              <p:cNvSpPr/>
              <p:nvPr/>
            </p:nvSpPr>
            <p:spPr>
              <a:xfrm>
                <a:off x="4808880" y="1688760"/>
                <a:ext cx="2466000" cy="2466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2" name="Oval 14"/>
              <p:cNvSpPr/>
              <p:nvPr/>
            </p:nvSpPr>
            <p:spPr>
              <a:xfrm>
                <a:off x="4808880" y="1688760"/>
                <a:ext cx="2466000" cy="2466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863" name="Group 15"/>
          <p:cNvGrpSpPr/>
          <p:nvPr/>
        </p:nvGrpSpPr>
        <p:grpSpPr>
          <a:xfrm>
            <a:off x="1096920" y="1447920"/>
            <a:ext cx="2940480" cy="2943720"/>
            <a:chOff x="1096920" y="1447920"/>
            <a:chExt cx="2940480" cy="2943720"/>
          </a:xfrm>
        </p:grpSpPr>
        <p:sp>
          <p:nvSpPr>
            <p:cNvPr id="864" name="Oval 101"/>
            <p:cNvSpPr/>
            <p:nvPr/>
          </p:nvSpPr>
          <p:spPr>
            <a:xfrm>
              <a:off x="1096920" y="1447920"/>
              <a:ext cx="2940480" cy="294372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5" name="Group 17"/>
            <p:cNvGrpSpPr/>
            <p:nvPr/>
          </p:nvGrpSpPr>
          <p:grpSpPr>
            <a:xfrm>
              <a:off x="1325880" y="1688760"/>
              <a:ext cx="2466000" cy="2466000"/>
              <a:chOff x="1325880" y="1688760"/>
              <a:chExt cx="2466000" cy="2466000"/>
            </a:xfrm>
          </p:grpSpPr>
          <p:sp>
            <p:nvSpPr>
              <p:cNvPr id="866" name="Oval 18"/>
              <p:cNvSpPr/>
              <p:nvPr/>
            </p:nvSpPr>
            <p:spPr>
              <a:xfrm>
                <a:off x="1325880" y="1688760"/>
                <a:ext cx="2466000" cy="2466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7" name="Oval 19"/>
              <p:cNvSpPr/>
              <p:nvPr/>
            </p:nvSpPr>
            <p:spPr>
              <a:xfrm>
                <a:off x="1325880" y="1688760"/>
                <a:ext cx="2466000" cy="2466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68" name="Chart 20"/>
          <p:cNvGraphicFramePr/>
          <p:nvPr/>
        </p:nvGraphicFramePr>
        <p:xfrm>
          <a:off x="525600" y="1632600"/>
          <a:ext cx="4090320" cy="258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69" name="Rectangle 120"/>
          <p:cNvSpPr/>
          <p:nvPr/>
        </p:nvSpPr>
        <p:spPr>
          <a:xfrm>
            <a:off x="2180160" y="2752560"/>
            <a:ext cx="72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2800" spc="-1" strike="noStrike">
                <a:solidFill>
                  <a:schemeClr val="accent1"/>
                </a:solidFill>
                <a:latin typeface="Open Sans"/>
              </a:rPr>
              <a:t>2</a:t>
            </a:r>
            <a:r>
              <a:rPr b="1" lang="en-US" sz="2800" spc="-1" strike="noStrike">
                <a:solidFill>
                  <a:schemeClr val="accent1"/>
                </a:solidFill>
                <a:latin typeface="Open Sans"/>
              </a:rPr>
              <a:t>0</a:t>
            </a: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70" name="Chart 22"/>
          <p:cNvGraphicFramePr/>
          <p:nvPr/>
        </p:nvGraphicFramePr>
        <p:xfrm>
          <a:off x="3995280" y="1632600"/>
          <a:ext cx="4090320" cy="258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71" name="Rectangle 120"/>
          <p:cNvSpPr/>
          <p:nvPr/>
        </p:nvSpPr>
        <p:spPr>
          <a:xfrm>
            <a:off x="5719320" y="2759760"/>
            <a:ext cx="72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6</a:t>
            </a:r>
            <a:r>
              <a:rPr b="1" lang="tr-TR" sz="2800" spc="-1" strike="noStrike">
                <a:solidFill>
                  <a:schemeClr val="accent1"/>
                </a:solidFill>
                <a:latin typeface="Open Sans"/>
              </a:rPr>
              <a:t>9</a:t>
            </a: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Freeform 119"/>
          <p:cNvSpPr/>
          <p:nvPr/>
        </p:nvSpPr>
        <p:spPr>
          <a:xfrm>
            <a:off x="1720800" y="4778280"/>
            <a:ext cx="1681920" cy="443520"/>
          </a:xfrm>
          <a:custGeom>
            <a:avLst/>
            <a:gdLst>
              <a:gd name="textAreaLeft" fmla="*/ 0 w 1681920"/>
              <a:gd name="textAreaRight" fmla="*/ 1687680 w 1681920"/>
              <a:gd name="textAreaTop" fmla="*/ 0 h 443520"/>
              <a:gd name="textAreaBottom" fmla="*/ 449280 h 443520"/>
            </a:gdLst>
            <a:ah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7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6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7" y="0"/>
                  <a:pt x="1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3" name="Rectangle 120"/>
          <p:cNvSpPr/>
          <p:nvPr/>
        </p:nvSpPr>
        <p:spPr>
          <a:xfrm>
            <a:off x="20779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Freeform 121"/>
          <p:cNvSpPr/>
          <p:nvPr/>
        </p:nvSpPr>
        <p:spPr>
          <a:xfrm>
            <a:off x="5224320" y="4778280"/>
            <a:ext cx="1680120" cy="443520"/>
          </a:xfrm>
          <a:custGeom>
            <a:avLst/>
            <a:gdLst>
              <a:gd name="textAreaLeft" fmla="*/ 0 w 1680120"/>
              <a:gd name="textAreaRight" fmla="*/ 1685880 w 1680120"/>
              <a:gd name="textAreaTop" fmla="*/ 0 h 443520"/>
              <a:gd name="textAreaBottom" fmla="*/ 449280 h 443520"/>
            </a:gdLst>
            <a:ah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8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7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8" y="0"/>
                  <a:pt x="2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5" name="Rectangle 122"/>
          <p:cNvSpPr/>
          <p:nvPr/>
        </p:nvSpPr>
        <p:spPr>
          <a:xfrm>
            <a:off x="558144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Freeform 123"/>
          <p:cNvSpPr/>
          <p:nvPr/>
        </p:nvSpPr>
        <p:spPr>
          <a:xfrm>
            <a:off x="8731080" y="4778280"/>
            <a:ext cx="1680120" cy="443520"/>
          </a:xfrm>
          <a:custGeom>
            <a:avLst/>
            <a:gdLst>
              <a:gd name="textAreaLeft" fmla="*/ 0 w 1680120"/>
              <a:gd name="textAreaRight" fmla="*/ 1685880 w 1680120"/>
              <a:gd name="textAreaTop" fmla="*/ 0 h 443520"/>
              <a:gd name="textAreaBottom" fmla="*/ 449280 h 443520"/>
            </a:gdLst>
            <a:ahLst/>
            <a:rect l="textAreaLeft" t="textAreaTop" r="textAreaRight" b="textAreaBottom"/>
            <a:pathLst>
              <a:path w="443" h="118">
                <a:moveTo>
                  <a:pt x="0" y="58"/>
                </a:moveTo>
                <a:cubicBezTo>
                  <a:pt x="0" y="91"/>
                  <a:pt x="27" y="118"/>
                  <a:pt x="60" y="118"/>
                </a:cubicBezTo>
                <a:cubicBezTo>
                  <a:pt x="382" y="118"/>
                  <a:pt x="382" y="118"/>
                  <a:pt x="382" y="118"/>
                </a:cubicBezTo>
                <a:cubicBezTo>
                  <a:pt x="414" y="118"/>
                  <a:pt x="442" y="93"/>
                  <a:pt x="442" y="60"/>
                </a:cubicBezTo>
                <a:cubicBezTo>
                  <a:pt x="443" y="27"/>
                  <a:pt x="416" y="0"/>
                  <a:pt x="383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27" y="0"/>
                  <a:pt x="1" y="26"/>
                  <a:pt x="0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7" name="Rectangle 124"/>
          <p:cNvSpPr/>
          <p:nvPr/>
        </p:nvSpPr>
        <p:spPr>
          <a:xfrm>
            <a:off x="90835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TextBox 31"/>
          <p:cNvSpPr/>
          <p:nvPr/>
        </p:nvSpPr>
        <p:spPr>
          <a:xfrm>
            <a:off x="1469880" y="5349960"/>
            <a:ext cx="217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TextBox 32"/>
          <p:cNvSpPr/>
          <p:nvPr/>
        </p:nvSpPr>
        <p:spPr>
          <a:xfrm>
            <a:off x="5029560" y="5349960"/>
            <a:ext cx="2097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33"/>
          <p:cNvSpPr/>
          <p:nvPr/>
        </p:nvSpPr>
        <p:spPr>
          <a:xfrm>
            <a:off x="8561160" y="5349960"/>
            <a:ext cx="2083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1" name="Group 40"/>
          <p:cNvGrpSpPr/>
          <p:nvPr/>
        </p:nvGrpSpPr>
        <p:grpSpPr>
          <a:xfrm>
            <a:off x="8104680" y="1447920"/>
            <a:ext cx="2940480" cy="2943720"/>
            <a:chOff x="8104680" y="1447920"/>
            <a:chExt cx="2940480" cy="2943720"/>
          </a:xfrm>
        </p:grpSpPr>
        <p:sp>
          <p:nvSpPr>
            <p:cNvPr id="882" name="Oval 101"/>
            <p:cNvSpPr/>
            <p:nvPr/>
          </p:nvSpPr>
          <p:spPr>
            <a:xfrm>
              <a:off x="8104680" y="1447920"/>
              <a:ext cx="2940480" cy="294372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83" name="Group 42"/>
            <p:cNvGrpSpPr/>
            <p:nvPr/>
          </p:nvGrpSpPr>
          <p:grpSpPr>
            <a:xfrm>
              <a:off x="8333640" y="1688760"/>
              <a:ext cx="2466000" cy="2466000"/>
              <a:chOff x="8333640" y="1688760"/>
              <a:chExt cx="2466000" cy="2466000"/>
            </a:xfrm>
          </p:grpSpPr>
          <p:sp>
            <p:nvSpPr>
              <p:cNvPr id="884" name="Oval 43"/>
              <p:cNvSpPr/>
              <p:nvPr/>
            </p:nvSpPr>
            <p:spPr>
              <a:xfrm>
                <a:off x="8333640" y="1688760"/>
                <a:ext cx="2466000" cy="2466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85" name="Oval 44"/>
              <p:cNvSpPr/>
              <p:nvPr/>
            </p:nvSpPr>
            <p:spPr>
              <a:xfrm>
                <a:off x="8333640" y="1688760"/>
                <a:ext cx="2466000" cy="2466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86" name="Chart 45"/>
          <p:cNvGraphicFramePr/>
          <p:nvPr/>
        </p:nvGraphicFramePr>
        <p:xfrm>
          <a:off x="7520040" y="1632600"/>
          <a:ext cx="4090320" cy="258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87" name="Rectangle 120"/>
          <p:cNvSpPr/>
          <p:nvPr/>
        </p:nvSpPr>
        <p:spPr>
          <a:xfrm>
            <a:off x="9242280" y="2759760"/>
            <a:ext cx="723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65%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object 384"/>
          <p:cNvSpPr/>
          <p:nvPr/>
        </p:nvSpPr>
        <p:spPr>
          <a:xfrm flipV="1">
            <a:off x="356760" y="671256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9" name="object 4"/>
          <p:cNvSpPr/>
          <p:nvPr/>
        </p:nvSpPr>
        <p:spPr>
          <a:xfrm>
            <a:off x="10477800" y="663120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0" name="object 384"/>
          <p:cNvSpPr/>
          <p:nvPr/>
        </p:nvSpPr>
        <p:spPr>
          <a:xfrm flipV="1" rot="10800000">
            <a:off x="6102000" y="671832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1" name="object 386"/>
          <p:cNvSpPr/>
          <p:nvPr/>
        </p:nvSpPr>
        <p:spPr>
          <a:xfrm>
            <a:off x="5927400" y="651744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2" name="Freeform 49"/>
          <p:cNvSpPr/>
          <p:nvPr/>
        </p:nvSpPr>
        <p:spPr>
          <a:xfrm rot="237600">
            <a:off x="-1343520" y="-921240"/>
            <a:ext cx="7398360" cy="6141960"/>
          </a:xfrm>
          <a:custGeom>
            <a:avLst/>
            <a:gdLst>
              <a:gd name="textAreaLeft" fmla="*/ 0 w 7398360"/>
              <a:gd name="textAreaRight" fmla="*/ 7404120 w 7398360"/>
              <a:gd name="textAreaTop" fmla="*/ 0 h 6141960"/>
              <a:gd name="textAreaBottom" fmla="*/ 6147720 h 614196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93" name="Group 38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894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9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96" name="Rectangle 50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9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11ED32F3-E257-4927-AE07-4735DA9A386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Line 6"/>
          <p:cNvSpPr/>
          <p:nvPr/>
        </p:nvSpPr>
        <p:spPr>
          <a:xfrm>
            <a:off x="2738160" y="11268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0" name="Line 7"/>
          <p:cNvSpPr/>
          <p:nvPr/>
        </p:nvSpPr>
        <p:spPr>
          <a:xfrm>
            <a:off x="2738160" y="15840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1" name="Line 8"/>
          <p:cNvSpPr/>
          <p:nvPr/>
        </p:nvSpPr>
        <p:spPr>
          <a:xfrm>
            <a:off x="2738160" y="204624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2" name="Line 9"/>
          <p:cNvSpPr/>
          <p:nvPr/>
        </p:nvSpPr>
        <p:spPr>
          <a:xfrm>
            <a:off x="2738160" y="250632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3" name="Line 10"/>
          <p:cNvSpPr/>
          <p:nvPr/>
        </p:nvSpPr>
        <p:spPr>
          <a:xfrm>
            <a:off x="2738160" y="296856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4" name="Line 11"/>
          <p:cNvSpPr/>
          <p:nvPr/>
        </p:nvSpPr>
        <p:spPr>
          <a:xfrm>
            <a:off x="2738160" y="34290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5" name="Line 12"/>
          <p:cNvSpPr/>
          <p:nvPr/>
        </p:nvSpPr>
        <p:spPr>
          <a:xfrm>
            <a:off x="2738160" y="38862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6" name="Line 13"/>
          <p:cNvSpPr/>
          <p:nvPr/>
        </p:nvSpPr>
        <p:spPr>
          <a:xfrm>
            <a:off x="2738160" y="434628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7" name="Line 14"/>
          <p:cNvSpPr/>
          <p:nvPr/>
        </p:nvSpPr>
        <p:spPr>
          <a:xfrm>
            <a:off x="2738160" y="480852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8" name="Line 15"/>
          <p:cNvSpPr/>
          <p:nvPr/>
        </p:nvSpPr>
        <p:spPr>
          <a:xfrm>
            <a:off x="2738160" y="52686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9" name="Line 16"/>
          <p:cNvSpPr/>
          <p:nvPr/>
        </p:nvSpPr>
        <p:spPr>
          <a:xfrm>
            <a:off x="2738160" y="573084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0" name="Freeform 17"/>
          <p:cNvSpPr/>
          <p:nvPr/>
        </p:nvSpPr>
        <p:spPr>
          <a:xfrm>
            <a:off x="3251160" y="1127160"/>
            <a:ext cx="538920" cy="4597920"/>
          </a:xfrm>
          <a:custGeom>
            <a:avLst/>
            <a:gdLst>
              <a:gd name="textAreaLeft" fmla="*/ 0 w 538920"/>
              <a:gd name="textAreaRight" fmla="*/ 544680 w 538920"/>
              <a:gd name="textAreaTop" fmla="*/ 0 h 4597920"/>
              <a:gd name="textAreaBottom" fmla="*/ 4603680 h 4597920"/>
            </a:gdLst>
            <a:ah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1" name="Freeform 18"/>
          <p:cNvSpPr/>
          <p:nvPr/>
        </p:nvSpPr>
        <p:spPr>
          <a:xfrm>
            <a:off x="3251160" y="3429000"/>
            <a:ext cx="538920" cy="2296080"/>
          </a:xfrm>
          <a:custGeom>
            <a:avLst/>
            <a:gdLst>
              <a:gd name="textAreaLeft" fmla="*/ 0 w 538920"/>
              <a:gd name="textAreaRight" fmla="*/ 544680 w 538920"/>
              <a:gd name="textAreaTop" fmla="*/ 0 h 2296080"/>
              <a:gd name="textAreaBottom" fmla="*/ 2301840 h 2296080"/>
            </a:gdLst>
            <a:ahLst/>
            <a:rect l="textAreaLeft" t="textAreaTop" r="textAreaRight" b="textAreaBottom"/>
            <a:pathLst>
              <a:path w="143" h="685">
                <a:moveTo>
                  <a:pt x="71" y="685"/>
                </a:moveTo>
                <a:cubicBezTo>
                  <a:pt x="32" y="685"/>
                  <a:pt x="0" y="653"/>
                  <a:pt x="0" y="613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13"/>
                  <a:pt x="143" y="613"/>
                  <a:pt x="143" y="613"/>
                </a:cubicBezTo>
                <a:cubicBezTo>
                  <a:pt x="143" y="653"/>
                  <a:pt x="111" y="685"/>
                  <a:pt x="71" y="685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3123cd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2" name="Freeform 19"/>
          <p:cNvSpPr/>
          <p:nvPr/>
        </p:nvSpPr>
        <p:spPr>
          <a:xfrm>
            <a:off x="4508640" y="1127160"/>
            <a:ext cx="533880" cy="4597920"/>
          </a:xfrm>
          <a:custGeom>
            <a:avLst/>
            <a:gdLst>
              <a:gd name="textAreaLeft" fmla="*/ 0 w 533880"/>
              <a:gd name="textAreaRight" fmla="*/ 539640 w 533880"/>
              <a:gd name="textAreaTop" fmla="*/ 0 h 4597920"/>
              <a:gd name="textAreaBottom" fmla="*/ 4603680 h 4597920"/>
            </a:gdLst>
            <a:ah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3" name="Freeform 20"/>
          <p:cNvSpPr/>
          <p:nvPr/>
        </p:nvSpPr>
        <p:spPr>
          <a:xfrm>
            <a:off x="4508640" y="2887560"/>
            <a:ext cx="533880" cy="2837520"/>
          </a:xfrm>
          <a:custGeom>
            <a:avLst/>
            <a:gdLst>
              <a:gd name="textAreaLeft" fmla="*/ 0 w 533880"/>
              <a:gd name="textAreaRight" fmla="*/ 539640 w 533880"/>
              <a:gd name="textAreaTop" fmla="*/ 0 h 2837520"/>
              <a:gd name="textAreaBottom" fmla="*/ 2843280 h 2837520"/>
            </a:gdLst>
            <a:ahLst/>
            <a:rect l="textAreaLeft" t="textAreaTop" r="textAreaRight" b="textAreaBottom"/>
            <a:pathLst>
              <a:path w="142" h="983">
                <a:moveTo>
                  <a:pt x="71" y="983"/>
                </a:moveTo>
                <a:cubicBezTo>
                  <a:pt x="32" y="983"/>
                  <a:pt x="0" y="951"/>
                  <a:pt x="0" y="91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2" y="32"/>
                  <a:pt x="142" y="72"/>
                </a:cubicBezTo>
                <a:cubicBezTo>
                  <a:pt x="142" y="911"/>
                  <a:pt x="142" y="911"/>
                  <a:pt x="142" y="911"/>
                </a:cubicBezTo>
                <a:cubicBezTo>
                  <a:pt x="142" y="951"/>
                  <a:pt x="111" y="983"/>
                  <a:pt x="71" y="983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4" name="Freeform 21"/>
          <p:cNvSpPr/>
          <p:nvPr/>
        </p:nvSpPr>
        <p:spPr>
          <a:xfrm>
            <a:off x="5761080" y="1127160"/>
            <a:ext cx="538920" cy="4597920"/>
          </a:xfrm>
          <a:custGeom>
            <a:avLst/>
            <a:gdLst>
              <a:gd name="textAreaLeft" fmla="*/ 0 w 538920"/>
              <a:gd name="textAreaRight" fmla="*/ 544680 w 538920"/>
              <a:gd name="textAreaTop" fmla="*/ 0 h 4597920"/>
              <a:gd name="textAreaBottom" fmla="*/ 4603680 h 4597920"/>
            </a:gdLst>
            <a:ahLst/>
            <a:rect l="textAreaLeft" t="textAreaTop" r="textAreaRight" b="textAreaBottom"/>
            <a:pathLst>
              <a:path w="143" h="1208">
                <a:moveTo>
                  <a:pt x="72" y="1208"/>
                </a:moveTo>
                <a:cubicBezTo>
                  <a:pt x="72" y="1208"/>
                  <a:pt x="72" y="1208"/>
                  <a:pt x="72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2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2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5" name="Freeform 22"/>
          <p:cNvSpPr/>
          <p:nvPr/>
        </p:nvSpPr>
        <p:spPr>
          <a:xfrm>
            <a:off x="5761080" y="3813120"/>
            <a:ext cx="538920" cy="1911960"/>
          </a:xfrm>
          <a:custGeom>
            <a:avLst/>
            <a:gdLst>
              <a:gd name="textAreaLeft" fmla="*/ 0 w 538920"/>
              <a:gd name="textAreaRight" fmla="*/ 544680 w 538920"/>
              <a:gd name="textAreaTop" fmla="*/ 0 h 1911960"/>
              <a:gd name="textAreaBottom" fmla="*/ 1917720 h 1911960"/>
            </a:gdLst>
            <a:ahLst/>
            <a:rect l="textAreaLeft" t="textAreaTop" r="textAreaRight" b="textAreaBottom"/>
            <a:pathLst>
              <a:path w="143" h="503">
                <a:moveTo>
                  <a:pt x="72" y="503"/>
                </a:moveTo>
                <a:cubicBezTo>
                  <a:pt x="32" y="503"/>
                  <a:pt x="0" y="471"/>
                  <a:pt x="0" y="43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2" y="0"/>
                </a:cubicBezTo>
                <a:cubicBezTo>
                  <a:pt x="111" y="0"/>
                  <a:pt x="143" y="32"/>
                  <a:pt x="143" y="72"/>
                </a:cubicBezTo>
                <a:cubicBezTo>
                  <a:pt x="143" y="431"/>
                  <a:pt x="143" y="431"/>
                  <a:pt x="143" y="431"/>
                </a:cubicBezTo>
                <a:cubicBezTo>
                  <a:pt x="143" y="471"/>
                  <a:pt x="111" y="503"/>
                  <a:pt x="72" y="503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6" name="Freeform 23"/>
          <p:cNvSpPr/>
          <p:nvPr/>
        </p:nvSpPr>
        <p:spPr>
          <a:xfrm>
            <a:off x="7016760" y="1127160"/>
            <a:ext cx="538920" cy="4597920"/>
          </a:xfrm>
          <a:custGeom>
            <a:avLst/>
            <a:gdLst>
              <a:gd name="textAreaLeft" fmla="*/ 0 w 538920"/>
              <a:gd name="textAreaRight" fmla="*/ 544680 w 538920"/>
              <a:gd name="textAreaTop" fmla="*/ 0 h 4597920"/>
              <a:gd name="textAreaBottom" fmla="*/ 4603680 h 4597920"/>
            </a:gdLst>
            <a:ah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7" name="Freeform 24"/>
          <p:cNvSpPr/>
          <p:nvPr/>
        </p:nvSpPr>
        <p:spPr>
          <a:xfrm>
            <a:off x="7016760" y="2887560"/>
            <a:ext cx="538920" cy="2837520"/>
          </a:xfrm>
          <a:custGeom>
            <a:avLst/>
            <a:gdLst>
              <a:gd name="textAreaLeft" fmla="*/ 0 w 538920"/>
              <a:gd name="textAreaRight" fmla="*/ 544680 w 538920"/>
              <a:gd name="textAreaTop" fmla="*/ 0 h 2837520"/>
              <a:gd name="textAreaBottom" fmla="*/ 2843280 h 2837520"/>
            </a:gdLst>
            <a:ahLst/>
            <a:rect l="textAreaLeft" t="textAreaTop" r="textAreaRight" b="textAreaBottom"/>
            <a:pathLst>
              <a:path w="143" h="746">
                <a:moveTo>
                  <a:pt x="71" y="746"/>
                </a:moveTo>
                <a:cubicBezTo>
                  <a:pt x="32" y="746"/>
                  <a:pt x="0" y="714"/>
                  <a:pt x="0" y="674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74"/>
                  <a:pt x="143" y="674"/>
                  <a:pt x="143" y="674"/>
                </a:cubicBezTo>
                <a:cubicBezTo>
                  <a:pt x="143" y="714"/>
                  <a:pt x="111" y="746"/>
                  <a:pt x="71" y="746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8" name="Freeform 25"/>
          <p:cNvSpPr/>
          <p:nvPr/>
        </p:nvSpPr>
        <p:spPr>
          <a:xfrm>
            <a:off x="8273880" y="1127160"/>
            <a:ext cx="535680" cy="4597920"/>
          </a:xfrm>
          <a:custGeom>
            <a:avLst/>
            <a:gdLst>
              <a:gd name="textAreaLeft" fmla="*/ 0 w 535680"/>
              <a:gd name="textAreaRight" fmla="*/ 541440 w 535680"/>
              <a:gd name="textAreaTop" fmla="*/ 0 h 4597920"/>
              <a:gd name="textAreaBottom" fmla="*/ 4603680 h 4597920"/>
            </a:gdLst>
            <a:ah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0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0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9" name="Freeform 26"/>
          <p:cNvSpPr/>
          <p:nvPr/>
        </p:nvSpPr>
        <p:spPr>
          <a:xfrm>
            <a:off x="8273880" y="1611360"/>
            <a:ext cx="535680" cy="4113720"/>
          </a:xfrm>
          <a:custGeom>
            <a:avLst/>
            <a:gdLst>
              <a:gd name="textAreaLeft" fmla="*/ 0 w 535680"/>
              <a:gd name="textAreaRight" fmla="*/ 541440 w 535680"/>
              <a:gd name="textAreaTop" fmla="*/ 0 h 4113720"/>
              <a:gd name="textAreaBottom" fmla="*/ 4119480 h 4113720"/>
            </a:gdLst>
            <a:ahLst/>
            <a:rect l="textAreaLeft" t="textAreaTop" r="textAreaRight" b="textAreaBottom"/>
            <a:pathLst>
              <a:path w="142" h="1081">
                <a:moveTo>
                  <a:pt x="71" y="1081"/>
                </a:moveTo>
                <a:cubicBezTo>
                  <a:pt x="32" y="1081"/>
                  <a:pt x="0" y="1049"/>
                  <a:pt x="0" y="100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0" y="0"/>
                  <a:pt x="142" y="32"/>
                  <a:pt x="142" y="72"/>
                </a:cubicBezTo>
                <a:cubicBezTo>
                  <a:pt x="142" y="1009"/>
                  <a:pt x="142" y="1009"/>
                  <a:pt x="142" y="1009"/>
                </a:cubicBezTo>
                <a:cubicBezTo>
                  <a:pt x="142" y="1049"/>
                  <a:pt x="110" y="1081"/>
                  <a:pt x="71" y="1081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920" name="Group 26"/>
          <p:cNvGrpSpPr/>
          <p:nvPr/>
        </p:nvGrpSpPr>
        <p:grpSpPr>
          <a:xfrm>
            <a:off x="3348360" y="5908680"/>
            <a:ext cx="5395680" cy="228240"/>
            <a:chOff x="3348360" y="5908680"/>
            <a:chExt cx="5395680" cy="228240"/>
          </a:xfrm>
        </p:grpSpPr>
        <p:sp>
          <p:nvSpPr>
            <p:cNvPr id="921" name="Rectangle 28"/>
            <p:cNvSpPr/>
            <p:nvPr/>
          </p:nvSpPr>
          <p:spPr>
            <a:xfrm>
              <a:off x="334836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55%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2" name="Rectangle 29"/>
            <p:cNvSpPr/>
            <p:nvPr/>
          </p:nvSpPr>
          <p:spPr>
            <a:xfrm>
              <a:off x="460548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3" name="Rectangle 30"/>
            <p:cNvSpPr/>
            <p:nvPr/>
          </p:nvSpPr>
          <p:spPr>
            <a:xfrm>
              <a:off x="585792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40%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4" name="Rectangle 31"/>
            <p:cNvSpPr/>
            <p:nvPr/>
          </p:nvSpPr>
          <p:spPr>
            <a:xfrm>
              <a:off x="711396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60%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5" name="Rectangle 32"/>
            <p:cNvSpPr/>
            <p:nvPr/>
          </p:nvSpPr>
          <p:spPr>
            <a:xfrm>
              <a:off x="837108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88%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26" name="Group 32"/>
          <p:cNvGrpSpPr/>
          <p:nvPr/>
        </p:nvGrpSpPr>
        <p:grpSpPr>
          <a:xfrm>
            <a:off x="2066040" y="988920"/>
            <a:ext cx="482760" cy="4854240"/>
            <a:chOff x="2066040" y="988920"/>
            <a:chExt cx="482760" cy="4854240"/>
          </a:xfrm>
        </p:grpSpPr>
        <p:sp>
          <p:nvSpPr>
            <p:cNvPr id="927" name="Rectangle 27"/>
            <p:cNvSpPr/>
            <p:nvPr/>
          </p:nvSpPr>
          <p:spPr>
            <a:xfrm>
              <a:off x="2273760" y="5614920"/>
              <a:ext cx="264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8" name="Rectangle 33"/>
            <p:cNvSpPr/>
            <p:nvPr/>
          </p:nvSpPr>
          <p:spPr>
            <a:xfrm>
              <a:off x="2171880" y="514980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10%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9" name="Rectangle 34"/>
            <p:cNvSpPr/>
            <p:nvPr/>
          </p:nvSpPr>
          <p:spPr>
            <a:xfrm>
              <a:off x="2171880" y="468936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20%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0" name="Rectangle 35"/>
            <p:cNvSpPr/>
            <p:nvPr/>
          </p:nvSpPr>
          <p:spPr>
            <a:xfrm>
              <a:off x="2171880" y="42274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30%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1" name="Rectangle 36"/>
            <p:cNvSpPr/>
            <p:nvPr/>
          </p:nvSpPr>
          <p:spPr>
            <a:xfrm>
              <a:off x="2171880" y="376380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40%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Rectangle 37"/>
            <p:cNvSpPr/>
            <p:nvPr/>
          </p:nvSpPr>
          <p:spPr>
            <a:xfrm>
              <a:off x="2171880" y="330192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50%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3" name="Rectangle 38"/>
            <p:cNvSpPr/>
            <p:nvPr/>
          </p:nvSpPr>
          <p:spPr>
            <a:xfrm>
              <a:off x="2171880" y="28414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60%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4" name="Rectangle 39"/>
            <p:cNvSpPr/>
            <p:nvPr/>
          </p:nvSpPr>
          <p:spPr>
            <a:xfrm>
              <a:off x="2171880" y="237636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70%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5" name="Rectangle 40"/>
            <p:cNvSpPr/>
            <p:nvPr/>
          </p:nvSpPr>
          <p:spPr>
            <a:xfrm>
              <a:off x="2171880" y="19162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6" name="Rectangle 41"/>
            <p:cNvSpPr/>
            <p:nvPr/>
          </p:nvSpPr>
          <p:spPr>
            <a:xfrm>
              <a:off x="2171880" y="145404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90%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7" name="Rectangle 42"/>
            <p:cNvSpPr/>
            <p:nvPr/>
          </p:nvSpPr>
          <p:spPr>
            <a:xfrm>
              <a:off x="2066040" y="988920"/>
              <a:ext cx="482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100%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38" name="object 384"/>
          <p:cNvSpPr/>
          <p:nvPr/>
        </p:nvSpPr>
        <p:spPr>
          <a:xfrm flipV="1">
            <a:off x="356760" y="671256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object 4"/>
          <p:cNvSpPr/>
          <p:nvPr/>
        </p:nvSpPr>
        <p:spPr>
          <a:xfrm>
            <a:off x="10477800" y="663120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0" name="object 384"/>
          <p:cNvSpPr/>
          <p:nvPr/>
        </p:nvSpPr>
        <p:spPr>
          <a:xfrm flipV="1" rot="10800000">
            <a:off x="6102000" y="671832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1" name="object 386"/>
          <p:cNvSpPr/>
          <p:nvPr/>
        </p:nvSpPr>
        <p:spPr>
          <a:xfrm>
            <a:off x="5927400" y="651744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2" name="Freeform 52"/>
          <p:cNvSpPr/>
          <p:nvPr/>
        </p:nvSpPr>
        <p:spPr>
          <a:xfrm rot="370200">
            <a:off x="-1860120" y="-110700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43" name="Group 48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944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46" name="Rectangle 53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4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A2A58E2-A3DC-4352-9A2D-F19B6B3A321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49" name="Group 5"/>
          <p:cNvGrpSpPr/>
          <p:nvPr/>
        </p:nvGrpSpPr>
        <p:grpSpPr>
          <a:xfrm>
            <a:off x="5370480" y="955800"/>
            <a:ext cx="97920" cy="4582080"/>
            <a:chOff x="5370480" y="955800"/>
            <a:chExt cx="97920" cy="4582080"/>
          </a:xfrm>
        </p:grpSpPr>
        <p:sp>
          <p:nvSpPr>
            <p:cNvPr id="950" name="Freeform 10"/>
            <p:cNvSpPr/>
            <p:nvPr/>
          </p:nvSpPr>
          <p:spPr>
            <a:xfrm>
              <a:off x="5370480" y="955800"/>
              <a:ext cx="93240" cy="4582080"/>
            </a:xfrm>
            <a:custGeom>
              <a:avLst/>
              <a:gdLst>
                <a:gd name="textAreaLeft" fmla="*/ 0 w 93240"/>
                <a:gd name="textAreaRight" fmla="*/ 99000 w 93240"/>
                <a:gd name="textAreaTop" fmla="*/ 0 h 4582080"/>
                <a:gd name="textAreaBottom" fmla="*/ 4587840 h 4582080"/>
              </a:gdLst>
              <a:ahLst/>
              <a:rect l="textAreaLeft" t="textAreaTop" r="textAreaRight" b="textAreaBottom"/>
              <a:pathLst>
                <a:path w="24" h="395">
                  <a:moveTo>
                    <a:pt x="12" y="395"/>
                  </a:moveTo>
                  <a:cubicBezTo>
                    <a:pt x="5" y="395"/>
                    <a:pt x="0" y="389"/>
                    <a:pt x="0" y="38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383"/>
                    <a:pt x="24" y="383"/>
                    <a:pt x="24" y="383"/>
                  </a:cubicBezTo>
                  <a:cubicBezTo>
                    <a:pt x="24" y="389"/>
                    <a:pt x="18" y="395"/>
                    <a:pt x="12" y="39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1" name="Freeform 16"/>
            <p:cNvSpPr/>
            <p:nvPr/>
          </p:nvSpPr>
          <p:spPr>
            <a:xfrm>
              <a:off x="5370480" y="4232520"/>
              <a:ext cx="97920" cy="1305360"/>
            </a:xfrm>
            <a:custGeom>
              <a:avLst/>
              <a:gdLst>
                <a:gd name="textAreaLeft" fmla="*/ 0 w 97920"/>
                <a:gd name="textAreaRight" fmla="*/ 103680 w 97920"/>
                <a:gd name="textAreaTop" fmla="*/ 0 h 1305360"/>
                <a:gd name="textAreaBottom" fmla="*/ 1311120 h 1305360"/>
              </a:gdLst>
              <a:ahLst/>
              <a:rect l="textAreaLeft" t="textAreaTop" r="textAreaRight" b="textAreaBottom"/>
              <a:pathLst>
                <a:path w="24" h="833">
                  <a:moveTo>
                    <a:pt x="12" y="833"/>
                  </a:moveTo>
                  <a:cubicBezTo>
                    <a:pt x="5" y="833"/>
                    <a:pt x="0" y="827"/>
                    <a:pt x="0" y="82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821"/>
                    <a:pt x="24" y="821"/>
                    <a:pt x="24" y="821"/>
                  </a:cubicBezTo>
                  <a:cubicBezTo>
                    <a:pt x="24" y="827"/>
                    <a:pt x="18" y="833"/>
                    <a:pt x="12" y="83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2" name="Group 8"/>
          <p:cNvGrpSpPr/>
          <p:nvPr/>
        </p:nvGrpSpPr>
        <p:grpSpPr>
          <a:xfrm>
            <a:off x="6394320" y="955800"/>
            <a:ext cx="104760" cy="4581720"/>
            <a:chOff x="6394320" y="955800"/>
            <a:chExt cx="104760" cy="4581720"/>
          </a:xfrm>
        </p:grpSpPr>
        <p:sp>
          <p:nvSpPr>
            <p:cNvPr id="953" name="Freeform 11"/>
            <p:cNvSpPr/>
            <p:nvPr/>
          </p:nvSpPr>
          <p:spPr>
            <a:xfrm>
              <a:off x="6394320" y="955800"/>
              <a:ext cx="104760" cy="4539600"/>
            </a:xfrm>
            <a:custGeom>
              <a:avLst/>
              <a:gdLst>
                <a:gd name="textAreaLeft" fmla="*/ 0 w 104760"/>
                <a:gd name="textAreaRight" fmla="*/ 110520 w 104760"/>
                <a:gd name="textAreaTop" fmla="*/ 0 h 4539600"/>
                <a:gd name="textAreaBottom" fmla="*/ 4545360 h 4539600"/>
              </a:gdLst>
              <a:ahLst/>
              <a:rect l="textAreaLeft" t="textAreaTop" r="textAreaRight" b="textAreaBottom"/>
              <a:pathLst>
                <a:path w="24" h="729">
                  <a:moveTo>
                    <a:pt x="12" y="729"/>
                  </a:moveTo>
                  <a:cubicBezTo>
                    <a:pt x="6" y="729"/>
                    <a:pt x="0" y="724"/>
                    <a:pt x="0" y="71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717"/>
                    <a:pt x="24" y="717"/>
                    <a:pt x="24" y="717"/>
                  </a:cubicBezTo>
                  <a:cubicBezTo>
                    <a:pt x="24" y="724"/>
                    <a:pt x="19" y="729"/>
                    <a:pt x="12" y="729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4" name="Freeform 17"/>
            <p:cNvSpPr/>
            <p:nvPr/>
          </p:nvSpPr>
          <p:spPr>
            <a:xfrm>
              <a:off x="6394320" y="3753360"/>
              <a:ext cx="104760" cy="1784160"/>
            </a:xfrm>
            <a:custGeom>
              <a:avLst/>
              <a:gdLst>
                <a:gd name="textAreaLeft" fmla="*/ 0 w 104760"/>
                <a:gd name="textAreaRight" fmla="*/ 110520 w 104760"/>
                <a:gd name="textAreaTop" fmla="*/ 0 h 1784160"/>
                <a:gd name="textAreaBottom" fmla="*/ 1789920 h 1784160"/>
              </a:gdLst>
              <a:ahLst/>
              <a:rect l="textAreaLeft" t="textAreaTop" r="textAreaRight" b="textAreaBottom"/>
              <a:pathLst>
                <a:path w="24" h="499">
                  <a:moveTo>
                    <a:pt x="12" y="499"/>
                  </a:moveTo>
                  <a:cubicBezTo>
                    <a:pt x="6" y="499"/>
                    <a:pt x="0" y="493"/>
                    <a:pt x="0" y="48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487"/>
                    <a:pt x="24" y="487"/>
                    <a:pt x="24" y="487"/>
                  </a:cubicBezTo>
                  <a:cubicBezTo>
                    <a:pt x="24" y="493"/>
                    <a:pt x="19" y="499"/>
                    <a:pt x="12" y="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5" name="Group 11"/>
          <p:cNvGrpSpPr/>
          <p:nvPr/>
        </p:nvGrpSpPr>
        <p:grpSpPr>
          <a:xfrm>
            <a:off x="7423200" y="955800"/>
            <a:ext cx="79920" cy="4582080"/>
            <a:chOff x="7423200" y="955800"/>
            <a:chExt cx="79920" cy="4582080"/>
          </a:xfrm>
        </p:grpSpPr>
        <p:sp>
          <p:nvSpPr>
            <p:cNvPr id="956" name="Freeform 12"/>
            <p:cNvSpPr/>
            <p:nvPr/>
          </p:nvSpPr>
          <p:spPr>
            <a:xfrm>
              <a:off x="7423200" y="955800"/>
              <a:ext cx="79920" cy="4582080"/>
            </a:xfrm>
            <a:custGeom>
              <a:avLst/>
              <a:gdLst>
                <a:gd name="textAreaLeft" fmla="*/ 0 w 79920"/>
                <a:gd name="textAreaRight" fmla="*/ 85680 w 79920"/>
                <a:gd name="textAreaTop" fmla="*/ 0 h 4582080"/>
                <a:gd name="textAreaBottom" fmla="*/ 4587840 h 4582080"/>
              </a:gdLst>
              <a:ahLst/>
              <a:rect l="textAreaLeft" t="textAreaTop" r="textAreaRight" b="textAreaBottom"/>
              <a:pathLst>
                <a:path w="24" h="446">
                  <a:moveTo>
                    <a:pt x="12" y="446"/>
                  </a:moveTo>
                  <a:cubicBezTo>
                    <a:pt x="5" y="446"/>
                    <a:pt x="0" y="441"/>
                    <a:pt x="0" y="43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434"/>
                    <a:pt x="24" y="434"/>
                    <a:pt x="24" y="434"/>
                  </a:cubicBezTo>
                  <a:cubicBezTo>
                    <a:pt x="24" y="441"/>
                    <a:pt x="18" y="446"/>
                    <a:pt x="12" y="44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7" name="Freeform 18"/>
            <p:cNvSpPr/>
            <p:nvPr/>
          </p:nvSpPr>
          <p:spPr>
            <a:xfrm>
              <a:off x="7423200" y="2684160"/>
              <a:ext cx="79920" cy="2853720"/>
            </a:xfrm>
            <a:custGeom>
              <a:avLst/>
              <a:gdLst>
                <a:gd name="textAreaLeft" fmla="*/ 0 w 79920"/>
                <a:gd name="textAreaRight" fmla="*/ 85680 w 79920"/>
                <a:gd name="textAreaTop" fmla="*/ 0 h 2853720"/>
                <a:gd name="textAreaBottom" fmla="*/ 2859480 h 2853720"/>
              </a:gdLst>
              <a:ahLst/>
              <a:rect l="textAreaLeft" t="textAreaTop" r="textAreaRight" b="textAreaBottom"/>
              <a:pathLst>
                <a:path w="24" h="782">
                  <a:moveTo>
                    <a:pt x="12" y="782"/>
                  </a:moveTo>
                  <a:cubicBezTo>
                    <a:pt x="5" y="782"/>
                    <a:pt x="0" y="776"/>
                    <a:pt x="0" y="77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770"/>
                    <a:pt x="24" y="770"/>
                    <a:pt x="24" y="770"/>
                  </a:cubicBezTo>
                  <a:cubicBezTo>
                    <a:pt x="24" y="776"/>
                    <a:pt x="18" y="782"/>
                    <a:pt x="12" y="78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8" name="Group 14"/>
          <p:cNvGrpSpPr/>
          <p:nvPr/>
        </p:nvGrpSpPr>
        <p:grpSpPr>
          <a:xfrm>
            <a:off x="8447040" y="955800"/>
            <a:ext cx="81000" cy="4582080"/>
            <a:chOff x="8447040" y="955800"/>
            <a:chExt cx="81000" cy="4582080"/>
          </a:xfrm>
        </p:grpSpPr>
        <p:sp>
          <p:nvSpPr>
            <p:cNvPr id="959" name="Freeform 13"/>
            <p:cNvSpPr/>
            <p:nvPr/>
          </p:nvSpPr>
          <p:spPr>
            <a:xfrm>
              <a:off x="8447040" y="955800"/>
              <a:ext cx="81000" cy="4417920"/>
            </a:xfrm>
            <a:custGeom>
              <a:avLst/>
              <a:gdLst>
                <a:gd name="textAreaLeft" fmla="*/ 0 w 81000"/>
                <a:gd name="textAreaRight" fmla="*/ 86760 w 81000"/>
                <a:gd name="textAreaTop" fmla="*/ 0 h 4417920"/>
                <a:gd name="textAreaBottom" fmla="*/ 4423680 h 4417920"/>
              </a:gdLst>
              <a:ahLst/>
              <a:rect l="textAreaLeft" t="textAreaTop" r="textAreaRight" b="textAreaBottom"/>
              <a:pathLst>
                <a:path w="24" h="334">
                  <a:moveTo>
                    <a:pt x="12" y="334"/>
                  </a:moveTo>
                  <a:cubicBezTo>
                    <a:pt x="6" y="334"/>
                    <a:pt x="0" y="329"/>
                    <a:pt x="0" y="3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322"/>
                    <a:pt x="24" y="322"/>
                    <a:pt x="24" y="322"/>
                  </a:cubicBezTo>
                  <a:cubicBezTo>
                    <a:pt x="24" y="329"/>
                    <a:pt x="19" y="334"/>
                    <a:pt x="12" y="33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0" name="Freeform 19"/>
            <p:cNvSpPr/>
            <p:nvPr/>
          </p:nvSpPr>
          <p:spPr>
            <a:xfrm>
              <a:off x="8447040" y="2304720"/>
              <a:ext cx="81000" cy="3233160"/>
            </a:xfrm>
            <a:custGeom>
              <a:avLst/>
              <a:gdLst>
                <a:gd name="textAreaLeft" fmla="*/ 0 w 81000"/>
                <a:gd name="textAreaRight" fmla="*/ 86760 w 81000"/>
                <a:gd name="textAreaTop" fmla="*/ 0 h 3233160"/>
                <a:gd name="textAreaBottom" fmla="*/ 3238920 h 3233160"/>
              </a:gdLst>
              <a:ahLst/>
              <a:rect l="textAreaLeft" t="textAreaTop" r="textAreaRight" b="textAreaBottom"/>
              <a:pathLst>
                <a:path w="24" h="894">
                  <a:moveTo>
                    <a:pt x="12" y="894"/>
                  </a:moveTo>
                  <a:cubicBezTo>
                    <a:pt x="6" y="894"/>
                    <a:pt x="0" y="888"/>
                    <a:pt x="0" y="88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882"/>
                    <a:pt x="24" y="882"/>
                    <a:pt x="24" y="882"/>
                  </a:cubicBezTo>
                  <a:cubicBezTo>
                    <a:pt x="24" y="888"/>
                    <a:pt x="19" y="894"/>
                    <a:pt x="12" y="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1" name="Group 17"/>
          <p:cNvGrpSpPr/>
          <p:nvPr/>
        </p:nvGrpSpPr>
        <p:grpSpPr>
          <a:xfrm>
            <a:off x="9474120" y="955800"/>
            <a:ext cx="86400" cy="4581720"/>
            <a:chOff x="9474120" y="955800"/>
            <a:chExt cx="86400" cy="4581720"/>
          </a:xfrm>
        </p:grpSpPr>
        <p:sp>
          <p:nvSpPr>
            <p:cNvPr id="962" name="Freeform 14"/>
            <p:cNvSpPr/>
            <p:nvPr/>
          </p:nvSpPr>
          <p:spPr>
            <a:xfrm>
              <a:off x="9474120" y="955800"/>
              <a:ext cx="86400" cy="4339080"/>
            </a:xfrm>
            <a:custGeom>
              <a:avLst/>
              <a:gdLst>
                <a:gd name="textAreaLeft" fmla="*/ 0 w 86400"/>
                <a:gd name="textAreaRight" fmla="*/ 92160 w 86400"/>
                <a:gd name="textAreaTop" fmla="*/ 0 h 4339080"/>
                <a:gd name="textAreaBottom" fmla="*/ 4344840 h 4339080"/>
              </a:gdLst>
              <a:ahLst/>
              <a:rect l="textAreaLeft" t="textAreaTop" r="textAreaRight" b="textAreaBottom"/>
              <a:pathLst>
                <a:path w="24" h="825">
                  <a:moveTo>
                    <a:pt x="12" y="825"/>
                  </a:moveTo>
                  <a:cubicBezTo>
                    <a:pt x="5" y="825"/>
                    <a:pt x="0" y="820"/>
                    <a:pt x="0" y="8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813"/>
                    <a:pt x="24" y="813"/>
                    <a:pt x="24" y="813"/>
                  </a:cubicBezTo>
                  <a:cubicBezTo>
                    <a:pt x="24" y="820"/>
                    <a:pt x="19" y="825"/>
                    <a:pt x="12" y="82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3" name="Freeform 20"/>
            <p:cNvSpPr/>
            <p:nvPr/>
          </p:nvSpPr>
          <p:spPr>
            <a:xfrm>
              <a:off x="9474120" y="4072320"/>
              <a:ext cx="86400" cy="1465200"/>
            </a:xfrm>
            <a:custGeom>
              <a:avLst/>
              <a:gdLst>
                <a:gd name="textAreaLeft" fmla="*/ 0 w 86400"/>
                <a:gd name="textAreaRight" fmla="*/ 92160 w 86400"/>
                <a:gd name="textAreaTop" fmla="*/ 0 h 1465200"/>
                <a:gd name="textAreaBottom" fmla="*/ 1470960 h 1465200"/>
              </a:gdLst>
              <a:ahLst/>
              <a:rect l="textAreaLeft" t="textAreaTop" r="textAreaRight" b="textAreaBottom"/>
              <a:pathLst>
                <a:path w="24" h="403">
                  <a:moveTo>
                    <a:pt x="12" y="403"/>
                  </a:moveTo>
                  <a:cubicBezTo>
                    <a:pt x="5" y="403"/>
                    <a:pt x="0" y="397"/>
                    <a:pt x="0" y="39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391"/>
                    <a:pt x="24" y="391"/>
                    <a:pt x="24" y="391"/>
                  </a:cubicBezTo>
                  <a:cubicBezTo>
                    <a:pt x="24" y="397"/>
                    <a:pt x="19" y="403"/>
                    <a:pt x="12" y="40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4" name="Group 20"/>
          <p:cNvGrpSpPr/>
          <p:nvPr/>
        </p:nvGrpSpPr>
        <p:grpSpPr>
          <a:xfrm>
            <a:off x="10503000" y="955800"/>
            <a:ext cx="84600" cy="4582080"/>
            <a:chOff x="10503000" y="955800"/>
            <a:chExt cx="84600" cy="4582080"/>
          </a:xfrm>
        </p:grpSpPr>
        <p:sp>
          <p:nvSpPr>
            <p:cNvPr id="965" name="Freeform 15"/>
            <p:cNvSpPr/>
            <p:nvPr/>
          </p:nvSpPr>
          <p:spPr>
            <a:xfrm>
              <a:off x="10503000" y="955800"/>
              <a:ext cx="84600" cy="4457880"/>
            </a:xfrm>
            <a:custGeom>
              <a:avLst/>
              <a:gdLst>
                <a:gd name="textAreaLeft" fmla="*/ 0 w 84600"/>
                <a:gd name="textAreaRight" fmla="*/ 90360 w 84600"/>
                <a:gd name="textAreaTop" fmla="*/ 0 h 4457880"/>
                <a:gd name="textAreaBottom" fmla="*/ 4463640 h 4457880"/>
              </a:gdLst>
              <a:ahLst/>
              <a:rect l="textAreaLeft" t="textAreaTop" r="textAreaRight" b="textAreaBottom"/>
              <a:pathLst>
                <a:path w="24" h="616">
                  <a:moveTo>
                    <a:pt x="12" y="616"/>
                  </a:moveTo>
                  <a:cubicBezTo>
                    <a:pt x="5" y="616"/>
                    <a:pt x="0" y="610"/>
                    <a:pt x="0" y="60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4"/>
                    <a:pt x="24" y="604"/>
                    <a:pt x="24" y="604"/>
                  </a:cubicBezTo>
                  <a:cubicBezTo>
                    <a:pt x="24" y="610"/>
                    <a:pt x="18" y="616"/>
                    <a:pt x="12" y="61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6" name="Freeform 21"/>
            <p:cNvSpPr/>
            <p:nvPr/>
          </p:nvSpPr>
          <p:spPr>
            <a:xfrm>
              <a:off x="10503000" y="3309840"/>
              <a:ext cx="84600" cy="2228040"/>
            </a:xfrm>
            <a:custGeom>
              <a:avLst/>
              <a:gdLst>
                <a:gd name="textAreaLeft" fmla="*/ 0 w 84600"/>
                <a:gd name="textAreaRight" fmla="*/ 90360 w 84600"/>
                <a:gd name="textAreaTop" fmla="*/ 0 h 2228040"/>
                <a:gd name="textAreaBottom" fmla="*/ 2233800 h 2228040"/>
              </a:gdLst>
              <a:ahLst/>
              <a:rect l="textAreaLeft" t="textAreaTop" r="textAreaRight" b="textAreaBottom"/>
              <a:pathLst>
                <a:path w="24" h="612">
                  <a:moveTo>
                    <a:pt x="12" y="612"/>
                  </a:moveTo>
                  <a:cubicBezTo>
                    <a:pt x="5" y="612"/>
                    <a:pt x="0" y="606"/>
                    <a:pt x="0" y="60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0"/>
                    <a:pt x="24" y="600"/>
                    <a:pt x="24" y="600"/>
                  </a:cubicBezTo>
                  <a:cubicBezTo>
                    <a:pt x="24" y="606"/>
                    <a:pt x="18" y="612"/>
                    <a:pt x="12" y="61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967" name="Rectangle 22"/>
          <p:cNvSpPr/>
          <p:nvPr/>
        </p:nvSpPr>
        <p:spPr>
          <a:xfrm>
            <a:off x="520524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68%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Rectangle 23"/>
          <p:cNvSpPr/>
          <p:nvPr/>
        </p:nvSpPr>
        <p:spPr>
          <a:xfrm>
            <a:off x="623232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30%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Rectangle 24"/>
          <p:cNvSpPr/>
          <p:nvPr/>
        </p:nvSpPr>
        <p:spPr>
          <a:xfrm>
            <a:off x="725616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65%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Rectangle 25"/>
          <p:cNvSpPr/>
          <p:nvPr/>
        </p:nvSpPr>
        <p:spPr>
          <a:xfrm>
            <a:off x="828504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70%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Rectangle 26"/>
          <p:cNvSpPr/>
          <p:nvPr/>
        </p:nvSpPr>
        <p:spPr>
          <a:xfrm>
            <a:off x="930888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25%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Rectangle 27"/>
          <p:cNvSpPr/>
          <p:nvPr/>
        </p:nvSpPr>
        <p:spPr>
          <a:xfrm>
            <a:off x="1033596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35%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Oval 29"/>
          <p:cNvSpPr/>
          <p:nvPr/>
        </p:nvSpPr>
        <p:spPr>
          <a:xfrm>
            <a:off x="5168520" y="3993120"/>
            <a:ext cx="473400" cy="4734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4" name="Oval 30"/>
          <p:cNvSpPr/>
          <p:nvPr/>
        </p:nvSpPr>
        <p:spPr>
          <a:xfrm>
            <a:off x="6189480" y="3402720"/>
            <a:ext cx="473400" cy="4734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5" name="Oval 31"/>
          <p:cNvSpPr/>
          <p:nvPr/>
        </p:nvSpPr>
        <p:spPr>
          <a:xfrm>
            <a:off x="7231680" y="2304720"/>
            <a:ext cx="473400" cy="4734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6" name="Oval 32"/>
          <p:cNvSpPr/>
          <p:nvPr/>
        </p:nvSpPr>
        <p:spPr>
          <a:xfrm>
            <a:off x="8253720" y="1885680"/>
            <a:ext cx="473400" cy="4734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7" name="Oval 33"/>
          <p:cNvSpPr/>
          <p:nvPr/>
        </p:nvSpPr>
        <p:spPr>
          <a:xfrm>
            <a:off x="9279000" y="3753360"/>
            <a:ext cx="473400" cy="4734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8" name="Oval 34"/>
          <p:cNvSpPr/>
          <p:nvPr/>
        </p:nvSpPr>
        <p:spPr>
          <a:xfrm>
            <a:off x="10297800" y="2969640"/>
            <a:ext cx="473400" cy="47340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9" name="object 384"/>
          <p:cNvSpPr/>
          <p:nvPr/>
        </p:nvSpPr>
        <p:spPr>
          <a:xfrm flipV="1">
            <a:off x="356760" y="671256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0" name="object 4"/>
          <p:cNvSpPr/>
          <p:nvPr/>
        </p:nvSpPr>
        <p:spPr>
          <a:xfrm>
            <a:off x="10477800" y="663120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1" name="object 384"/>
          <p:cNvSpPr/>
          <p:nvPr/>
        </p:nvSpPr>
        <p:spPr>
          <a:xfrm flipV="1" rot="10800000">
            <a:off x="6102000" y="671832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2" name="object 386"/>
          <p:cNvSpPr/>
          <p:nvPr/>
        </p:nvSpPr>
        <p:spPr>
          <a:xfrm>
            <a:off x="5927400" y="651744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3" name="Freeform 44"/>
          <p:cNvSpPr/>
          <p:nvPr/>
        </p:nvSpPr>
        <p:spPr>
          <a:xfrm>
            <a:off x="-2063880" y="-1115280"/>
            <a:ext cx="7423920" cy="3801600"/>
          </a:xfrm>
          <a:custGeom>
            <a:avLst/>
            <a:gdLst>
              <a:gd name="textAreaLeft" fmla="*/ 0 w 7423920"/>
              <a:gd name="textAreaRight" fmla="*/ 7429680 w 7423920"/>
              <a:gd name="textAreaTop" fmla="*/ 0 h 3801600"/>
              <a:gd name="textAreaBottom" fmla="*/ 3807360 h 380160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84" name="Group 40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985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8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87" name="Rectangle 45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8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79866EF-1F9E-40CC-9090-1F2D576D50F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Freeform 13"/>
          <p:cNvSpPr/>
          <p:nvPr/>
        </p:nvSpPr>
        <p:spPr>
          <a:xfrm rot="370200">
            <a:off x="-1923480" y="-907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91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2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3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4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95" name="Group 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99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9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98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0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869545A-4D94-4660-9270-E783A8E2D1F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Freeform 13"/>
          <p:cNvSpPr/>
          <p:nvPr/>
        </p:nvSpPr>
        <p:spPr>
          <a:xfrm rot="370200">
            <a:off x="-1923480" y="-907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02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3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4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5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06" name="Group 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00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08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09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1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277A72F-F496-4ADB-AADA-8D30222A05A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Freeform 13"/>
          <p:cNvSpPr/>
          <p:nvPr/>
        </p:nvSpPr>
        <p:spPr>
          <a:xfrm rot="370200">
            <a:off x="-1923480" y="-907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15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6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7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8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19" name="Group 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020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21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22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2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8896DE8-0A23-4AD4-8ACF-0BE31E24BD6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Freeform 13"/>
          <p:cNvSpPr/>
          <p:nvPr/>
        </p:nvSpPr>
        <p:spPr>
          <a:xfrm rot="370200">
            <a:off x="-1923480" y="-907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28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9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0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1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32" name="Group 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033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34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35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Oval 6"/>
          <p:cNvSpPr/>
          <p:nvPr/>
        </p:nvSpPr>
        <p:spPr>
          <a:xfrm>
            <a:off x="11513880" y="273600"/>
            <a:ext cx="343440" cy="34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3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B7D0962-7638-489D-9D9D-5D555BF2022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Freeform 13"/>
          <p:cNvSpPr/>
          <p:nvPr/>
        </p:nvSpPr>
        <p:spPr>
          <a:xfrm rot="370200">
            <a:off x="-1923480" y="-907560"/>
            <a:ext cx="12068280" cy="5606640"/>
          </a:xfrm>
          <a:custGeom>
            <a:avLst/>
            <a:gdLst>
              <a:gd name="textAreaLeft" fmla="*/ 0 w 12068280"/>
              <a:gd name="textAreaRight" fmla="*/ 12074040 w 12068280"/>
              <a:gd name="textAreaTop" fmla="*/ 0 h 5606640"/>
              <a:gd name="textAreaBottom" fmla="*/ 5612400 h 560664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41" name="object 384"/>
          <p:cNvSpPr/>
          <p:nvPr/>
        </p:nvSpPr>
        <p:spPr>
          <a:xfrm flipV="1">
            <a:off x="356760" y="6702480"/>
            <a:ext cx="5706360" cy="39960"/>
          </a:xfrm>
          <a:custGeom>
            <a:avLst/>
            <a:gdLst>
              <a:gd name="textAreaLeft" fmla="*/ 0 w 5706360"/>
              <a:gd name="textAreaRight" fmla="*/ 5712120 w 570636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2" name="object 4"/>
          <p:cNvSpPr/>
          <p:nvPr/>
        </p:nvSpPr>
        <p:spPr>
          <a:xfrm>
            <a:off x="10477800" y="6621120"/>
            <a:ext cx="1388160" cy="168480"/>
          </a:xfrm>
          <a:custGeom>
            <a:avLst/>
            <a:gdLst>
              <a:gd name="textAreaLeft" fmla="*/ 0 w 1388160"/>
              <a:gd name="textAreaRight" fmla="*/ 1393920 w 1388160"/>
              <a:gd name="textAreaTop" fmla="*/ 0 h 168480"/>
              <a:gd name="textAreaBottom" fmla="*/ 174240 h 16848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3" name="object 384"/>
          <p:cNvSpPr/>
          <p:nvPr/>
        </p:nvSpPr>
        <p:spPr>
          <a:xfrm flipV="1" rot="10800000">
            <a:off x="6102000" y="6708240"/>
            <a:ext cx="4312440" cy="39960"/>
          </a:xfrm>
          <a:custGeom>
            <a:avLst/>
            <a:gdLst>
              <a:gd name="textAreaLeft" fmla="*/ 0 w 4312440"/>
              <a:gd name="textAreaRight" fmla="*/ 4318200 w 4312440"/>
              <a:gd name="textAreaTop" fmla="*/ 2880 h 39960"/>
              <a:gd name="textAreaBottom" fmla="*/ 48600 h 3996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4" name="object 386"/>
          <p:cNvSpPr/>
          <p:nvPr/>
        </p:nvSpPr>
        <p:spPr>
          <a:xfrm>
            <a:off x="5927400" y="6507720"/>
            <a:ext cx="331200" cy="316080"/>
          </a:xfrm>
          <a:custGeom>
            <a:avLst/>
            <a:gdLst>
              <a:gd name="textAreaLeft" fmla="*/ 0 w 331200"/>
              <a:gd name="textAreaRight" fmla="*/ 336960 w 331200"/>
              <a:gd name="textAreaTop" fmla="*/ 0 h 316080"/>
              <a:gd name="textAreaBottom" fmla="*/ 321840 h 31608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45" name="Group 9"/>
          <p:cNvGrpSpPr/>
          <p:nvPr/>
        </p:nvGrpSpPr>
        <p:grpSpPr>
          <a:xfrm>
            <a:off x="552960" y="565200"/>
            <a:ext cx="1473840" cy="50040"/>
            <a:chOff x="552960" y="565200"/>
            <a:chExt cx="1473840" cy="50040"/>
          </a:xfrm>
        </p:grpSpPr>
        <p:sp>
          <p:nvSpPr>
            <p:cNvPr id="1046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47" name="Freeform 7"/>
            <p:cNvSpPr/>
            <p:nvPr/>
          </p:nvSpPr>
          <p:spPr>
            <a:xfrm flipV="1" rot="16200000">
              <a:off x="1264680" y="-146880"/>
              <a:ext cx="50040" cy="1473840"/>
            </a:xfrm>
            <a:custGeom>
              <a:avLst/>
              <a:gdLst>
                <a:gd name="textAreaLeft" fmla="*/ 0 w 50040"/>
                <a:gd name="textAreaRight" fmla="*/ 55800 w 50040"/>
                <a:gd name="textAreaTop" fmla="*/ -2880 h 1473840"/>
                <a:gd name="textAreaBottom" fmla="*/ 1476720 h 147384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48" name="Rectangle 14"/>
          <p:cNvSpPr/>
          <p:nvPr/>
        </p:nvSpPr>
        <p:spPr>
          <a:xfrm>
            <a:off x="11441880" y="168480"/>
            <a:ext cx="511560" cy="53568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TextBox 1"/>
          <p:cNvSpPr/>
          <p:nvPr/>
        </p:nvSpPr>
        <p:spPr>
          <a:xfrm>
            <a:off x="5482080" y="6479640"/>
            <a:ext cx="912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versiyon 3.2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ext Placeholder 10"/>
          <p:cNvSpPr/>
          <p:nvPr/>
        </p:nvSpPr>
        <p:spPr>
          <a:xfrm>
            <a:off x="2046600" y="4454640"/>
            <a:ext cx="8296920" cy="12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rgbClr val="ebecf0"/>
                </a:solidFill>
                <a:latin typeface="Arial Black"/>
              </a:rPr>
              <a:t>AI for Software Engineers Course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rgbClr val="ebecf0"/>
                </a:solidFill>
                <a:latin typeface="Arial Black"/>
              </a:rPr>
              <a:t>Mehmet PEKMEZCİ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30160" cy="4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DAY – 1 : Core AI + Machine Learning Foundations (Engineer-Oriented)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 3"/>
          <p:cNvSpPr/>
          <p:nvPr/>
        </p:nvSpPr>
        <p:spPr>
          <a:xfrm>
            <a:off x="457200" y="831600"/>
            <a:ext cx="11427480" cy="54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AI landscape for engineers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How ML systems actually work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Core ML types (practical framing) 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Neural networks intuition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Hands-on (important for engineers)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Outcome: Understand ML as a software system.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30160" cy="4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DAY – 2 :  LLMs, Generative AI, and Modern AI Stack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1"/>
          <p:cNvSpPr/>
          <p:nvPr/>
        </p:nvSpPr>
        <p:spPr>
          <a:xfrm>
            <a:off x="457200" y="831600"/>
            <a:ext cx="11427480" cy="54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What changed: from ML to LLMs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Transformers (engineer-level explanation)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How LLMs work in production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Embeddings (VERY important for engineers)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Prompting (practical engineering skill)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RAG (Retrieval Augmented Generation)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Hands-on lab : chatbot over PDFs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Outcome: Understand how modern AI products are actually built.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30160" cy="4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DAY – 3 :  Building AI Systems + Production + Real Use Cases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Text 4"/>
          <p:cNvSpPr/>
          <p:nvPr/>
        </p:nvSpPr>
        <p:spPr>
          <a:xfrm>
            <a:off x="457200" y="831600"/>
            <a:ext cx="11427480" cy="54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AI in real software architecture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LLM application patterns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AI agents (modern topic)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MLOps &amp; LLMOps (important for engineers)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Cost, latency, and scaling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Security and risks (engineering angle)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Final hands-on project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Outcome: Design and prototype real AI-powered systems.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30160" cy="4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Extra Topics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Text 2"/>
          <p:cNvSpPr/>
          <p:nvPr/>
        </p:nvSpPr>
        <p:spPr>
          <a:xfrm>
            <a:off x="457200" y="831600"/>
            <a:ext cx="11427480" cy="54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Fine-tuning vs RAG tradeoff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Open-source models (Llama, Mistral)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Vector databases deep dive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Multimodal models (text + image)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8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Agent frameworks (LangChain, LangGraph, LlamaIndex)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88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HVL- TEMPLATE FOR PRODUCTS AND SOLUTIONS_VERSION  3.2</Template>
  <TotalTime>4750</TotalTime>
  <Application>LibreOffice/24.2.7.2$Linux_X86_64 LibreOffice_project/420$Build-2</Application>
  <AppVersion>15.0000</AppVersion>
  <Words>840</Words>
  <Paragraphs>249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2025-11-24T12:26:39Z</dcterms:created>
  <dc:creator>Mehmet PEKMEZCİ</dc:creator>
  <dc:description/>
  <dc:language>en-US</dc:language>
  <cp:lastModifiedBy/>
  <dcterms:modified xsi:type="dcterms:W3CDTF">2026-07-03T14:30:16Z</dcterms:modified>
  <cp:revision>84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0x010100800CEB18A79B964CA054DFDEE64EDA10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10</vt:i4>
  </property>
  <property fmtid="{D5CDD505-2E9C-101B-9397-08002B2CF9AE}" pid="6" name="VeriketAuthor">
    <vt:lpwstr>3ZXl6zLEMop/T4ZOd8aL6mXiYVv8uu7BpPRD/QTH98Q=</vt:lpwstr>
  </property>
  <property fmtid="{D5CDD505-2E9C-101B-9397-08002B2CF9AE}" pid="7" name="VeriketClassification">
    <vt:lpwstr>A5BC3CFD-4D51-461E-B5F0-D84C6FA67A36</vt:lpwstr>
  </property>
</Properties>
</file>