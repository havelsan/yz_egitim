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0.xml.rels" ContentType="application/vnd.openxmlformats-package.relationships+xml"/>
  <Override PartName="/ppt/slideMasters/_rels/slideMaster47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4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49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55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54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5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2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51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50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45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46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53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54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5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10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48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49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3.xml" ContentType="application/vnd.openxmlformats-officedocument.theme+xml"/>
  <Override PartName="/ppt/theme/theme44.xml" ContentType="application/vnd.openxmlformats-officedocument.theme+xml"/>
  <Override PartName="/ppt/theme/theme45.xml" ContentType="application/vnd.openxmlformats-officedocument.theme+xml"/>
  <Override PartName="/ppt/theme/theme46.xml" ContentType="application/vnd.openxmlformats-officedocument.theme+xml"/>
  <Override PartName="/ppt/theme/theme50.xml" ContentType="application/vnd.openxmlformats-officedocument.theme+xml"/>
  <Override PartName="/ppt/theme/theme51.xml" ContentType="application/vnd.openxmlformats-officedocument.theme+xml"/>
  <Override PartName="/ppt/theme/theme40.xml" ContentType="application/vnd.openxmlformats-officedocument.theme+xml"/>
  <Override PartName="/ppt/theme/theme38.xml" ContentType="application/vnd.openxmlformats-officedocument.theme+xml"/>
  <Override PartName="/ppt/theme/theme52.xml" ContentType="application/vnd.openxmlformats-officedocument.theme+xml"/>
  <Override PartName="/ppt/theme/theme41.xml" ContentType="application/vnd.openxmlformats-officedocument.theme+xml"/>
  <Override PartName="/ppt/theme/theme39.xml" ContentType="application/vnd.openxmlformats-officedocument.theme+xml"/>
  <Override PartName="/ppt/theme/theme53.xml" ContentType="application/vnd.openxmlformats-officedocument.theme+xml"/>
  <Override PartName="/ppt/theme/theme42.xml" ContentType="application/vnd.openxmlformats-officedocument.theme+xml"/>
  <Override PartName="/ppt/theme/theme54.xml" ContentType="application/vnd.openxmlformats-officedocument.theme+xml"/>
  <Override PartName="/ppt/theme/theme43.xml" ContentType="application/vnd.openxmlformats-officedocument.theme+xml"/>
  <Override PartName="/ppt/theme/theme55.xml" ContentType="application/vnd.openxmlformats-officedocument.theme+xml"/>
  <Override PartName="/ppt/theme/theme37.xml" ContentType="application/vnd.openxmlformats-officedocument.theme+xml"/>
  <Override PartName="/ppt/theme/theme10.xml" ContentType="application/vnd.openxmlformats-officedocument.theme+xml"/>
  <Override PartName="/ppt/theme/theme47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slideLayouts/slideLayout22.xml" ContentType="application/vnd.openxmlformats-officedocument.presentationml.slideLayout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4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  <p:sldMasterId id="2147483732" r:id="rId44"/>
    <p:sldMasterId id="2147483734" r:id="rId45"/>
    <p:sldMasterId id="2147483736" r:id="rId46"/>
    <p:sldMasterId id="2147483738" r:id="rId47"/>
    <p:sldMasterId id="2147483740" r:id="rId48"/>
    <p:sldMasterId id="2147483742" r:id="rId49"/>
    <p:sldMasterId id="2147483744" r:id="rId50"/>
    <p:sldMasterId id="2147483746" r:id="rId51"/>
    <p:sldMasterId id="2147483748" r:id="rId52"/>
    <p:sldMasterId id="2147483750" r:id="rId53"/>
    <p:sldMasterId id="2147483752" r:id="rId54"/>
    <p:sldMasterId id="2147483754" r:id="rId55"/>
    <p:sldMasterId id="2147483756" r:id="rId56"/>
  </p:sldMasterIdLst>
  <p:sldIdLst>
    <p:sldId id="256" r:id="rId57"/>
    <p:sldId id="257" r:id="rId58"/>
    <p:sldId id="258" r:id="rId59"/>
    <p:sldId id="259" r:id="rId60"/>
    <p:sldId id="260" r:id="rId61"/>
    <p:sldId id="261" r:id="rId62"/>
    <p:sldId id="262" r:id="rId63"/>
    <p:sldId id="263" r:id="rId64"/>
    <p:sldId id="264" r:id="rId65"/>
    <p:sldId id="265" r:id="rId66"/>
    <p:sldId id="266" r:id="rId67"/>
    <p:sldId id="267" r:id="rId68"/>
    <p:sldId id="268" r:id="rId69"/>
    <p:sldId id="269" r:id="rId70"/>
    <p:sldId id="270" r:id="rId71"/>
    <p:sldId id="271" r:id="rId72"/>
    <p:sldId id="272" r:id="rId73"/>
    <p:sldId id="273" r:id="rId74"/>
    <p:sldId id="274" r:id="rId75"/>
    <p:sldId id="275" r:id="rId76"/>
    <p:sldId id="276" r:id="rId77"/>
    <p:sldId id="277" r:id="rId78"/>
    <p:sldId id="278" r:id="rId7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Master" Target="slideMasters/slideMaster50.xml"/><Relationship Id="rId52" Type="http://schemas.openxmlformats.org/officeDocument/2006/relationships/slideMaster" Target="slideMasters/slideMaster51.xml"/><Relationship Id="rId53" Type="http://schemas.openxmlformats.org/officeDocument/2006/relationships/slideMaster" Target="slideMasters/slideMaster52.xml"/><Relationship Id="rId54" Type="http://schemas.openxmlformats.org/officeDocument/2006/relationships/slideMaster" Target="slideMasters/slideMaster53.xml"/><Relationship Id="rId55" Type="http://schemas.openxmlformats.org/officeDocument/2006/relationships/slideMaster" Target="slideMasters/slideMaster54.xml"/><Relationship Id="rId56" Type="http://schemas.openxmlformats.org/officeDocument/2006/relationships/slideMaster" Target="slideMasters/slideMaster55.xml"/><Relationship Id="rId57" Type="http://schemas.openxmlformats.org/officeDocument/2006/relationships/slide" Target="slides/slide1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4.xml"/><Relationship Id="rId61" Type="http://schemas.openxmlformats.org/officeDocument/2006/relationships/slide" Target="slides/slide5.xml"/><Relationship Id="rId62" Type="http://schemas.openxmlformats.org/officeDocument/2006/relationships/slide" Target="slides/slide6.xml"/><Relationship Id="rId63" Type="http://schemas.openxmlformats.org/officeDocument/2006/relationships/slide" Target="slides/slide7.xml"/><Relationship Id="rId64" Type="http://schemas.openxmlformats.org/officeDocument/2006/relationships/slide" Target="slides/slide8.xml"/><Relationship Id="rId65" Type="http://schemas.openxmlformats.org/officeDocument/2006/relationships/slide" Target="slides/slide9.xml"/><Relationship Id="rId66" Type="http://schemas.openxmlformats.org/officeDocument/2006/relationships/slide" Target="slides/slide10.xml"/><Relationship Id="rId67" Type="http://schemas.openxmlformats.org/officeDocument/2006/relationships/slide" Target="slides/slide11.xml"/><Relationship Id="rId68" Type="http://schemas.openxmlformats.org/officeDocument/2006/relationships/slide" Target="slides/slide12.xml"/><Relationship Id="rId69" Type="http://schemas.openxmlformats.org/officeDocument/2006/relationships/slide" Target="slides/slide13.xml"/><Relationship Id="rId70" Type="http://schemas.openxmlformats.org/officeDocument/2006/relationships/slide" Target="slides/slide14.xml"/><Relationship Id="rId71" Type="http://schemas.openxmlformats.org/officeDocument/2006/relationships/slide" Target="slides/slide15.xml"/><Relationship Id="rId72" Type="http://schemas.openxmlformats.org/officeDocument/2006/relationships/slide" Target="slides/slide16.xml"/><Relationship Id="rId73" Type="http://schemas.openxmlformats.org/officeDocument/2006/relationships/slide" Target="slides/slide17.xml"/><Relationship Id="rId74" Type="http://schemas.openxmlformats.org/officeDocument/2006/relationships/slide" Target="slides/slide18.xml"/><Relationship Id="rId75" Type="http://schemas.openxmlformats.org/officeDocument/2006/relationships/slide" Target="slides/slide19.xml"/><Relationship Id="rId76" Type="http://schemas.openxmlformats.org/officeDocument/2006/relationships/slide" Target="slides/slide20.xml"/><Relationship Id="rId77" Type="http://schemas.openxmlformats.org/officeDocument/2006/relationships/slide" Target="slides/slide21.xml"/><Relationship Id="rId78" Type="http://schemas.openxmlformats.org/officeDocument/2006/relationships/slide" Target="slides/slide22.xml"/><Relationship Id="rId79" Type="http://schemas.openxmlformats.org/officeDocument/2006/relationships/slide" Target="slides/slide23.xml"/><Relationship Id="rId80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459610481202"/>
          <c:y val="0.0484037075180227"/>
          <c:w val="0.589974502251397"/>
          <c:h val="0.929969104016478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7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8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2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3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4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444F65-10EA-48F7-8DCA-45DE52CF29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_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3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4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slideLayout" Target="../slideLayouts/slideLayout45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slideLayout" Target="../slideLayouts/slideLayout46.xml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slideLayout" Target="../slideLayouts/slideLayout47.xml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slideLayout" Target="../slideLayouts/slideLayout48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slideLayout" Target="../slideLayouts/slideLayout49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0.xml"/><Relationship Id="rId2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1.xml"/><Relationship Id="rId2" Type="http://schemas.openxmlformats.org/officeDocument/2006/relationships/slideLayout" Target="../slideLayouts/slideLayout51.xml"/>
</Relationships>
</file>

<file path=ppt/slideMasters/_rels/slideMaster52.xml.rels><?xml version="1.0" encoding="UTF-8"?>
<Relationships xmlns="http://schemas.openxmlformats.org/package/2006/relationships"><Relationship Id="rId1" Type="http://schemas.openxmlformats.org/officeDocument/2006/relationships/theme" Target="../theme/theme52.xml"/><Relationship Id="rId2" Type="http://schemas.openxmlformats.org/officeDocument/2006/relationships/slideLayout" Target="../slideLayouts/slideLayout52.xml"/>
</Relationships>
</file>

<file path=ppt/slideMasters/_rels/slideMaster53.xml.rels><?xml version="1.0" encoding="UTF-8"?>
<Relationships xmlns="http://schemas.openxmlformats.org/package/2006/relationships"><Relationship Id="rId1" Type="http://schemas.openxmlformats.org/officeDocument/2006/relationships/theme" Target="../theme/theme53.xml"/><Relationship Id="rId2" Type="http://schemas.openxmlformats.org/officeDocument/2006/relationships/slideLayout" Target="../slideLayouts/slideLayout53.xml"/>
</Relationships>
</file>

<file path=ppt/slideMasters/_rels/slideMaster54.xml.rels><?xml version="1.0" encoding="UTF-8"?>
<Relationships xmlns="http://schemas.openxmlformats.org/package/2006/relationships"><Relationship Id="rId1" Type="http://schemas.openxmlformats.org/officeDocument/2006/relationships/theme" Target="../theme/theme54.xml"/><Relationship Id="rId2" Type="http://schemas.openxmlformats.org/officeDocument/2006/relationships/slideLayout" Target="../slideLayouts/slideLayout54.xml"/>
</Relationships>
</file>

<file path=ppt/slideMasters/_rels/slideMaster55.xml.rels><?xml version="1.0" encoding="UTF-8"?>
<Relationships xmlns="http://schemas.openxmlformats.org/package/2006/relationships"><Relationship Id="rId1" Type="http://schemas.openxmlformats.org/officeDocument/2006/relationships/theme" Target="../theme/theme55.xml"/><Relationship Id="rId2" Type="http://schemas.openxmlformats.org/officeDocument/2006/relationships/slideLayout" Target="../slideLayouts/slideLayout5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2D73353-9660-4519-8D51-297B378E0E3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60200" cy="1508040"/>
          </a:xfrm>
          <a:custGeom>
            <a:avLst/>
            <a:gdLst>
              <a:gd name="textAreaLeft" fmla="*/ 0 w 6460200"/>
              <a:gd name="textAreaRight" fmla="*/ 6474600 w 6460200"/>
              <a:gd name="textAreaTop" fmla="*/ 0 h 1508040"/>
              <a:gd name="textAreaBottom" fmla="*/ 1522440 h 1508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6966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25680" cy="2600640"/>
          </a:xfrm>
          <a:custGeom>
            <a:avLst/>
            <a:gdLst>
              <a:gd name="textAreaLeft" fmla="*/ 0 w 2425680"/>
              <a:gd name="textAreaRight" fmla="*/ 2440080 w 2425680"/>
              <a:gd name="textAreaTop" fmla="*/ 0 h 2600640"/>
              <a:gd name="textAreaBottom" fmla="*/ 2615040 h 2600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72360" cy="972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10480" cy="899640"/>
            <a:chOff x="4008600" y="3031920"/>
            <a:chExt cx="4110480" cy="89964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24440" cy="851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49320" cy="851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69240" cy="481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893520" cy="186840"/>
            <a:chOff x="1717560" y="6498720"/>
            <a:chExt cx="893520" cy="18684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76440" cy="176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197640" cy="17604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21560" cy="24552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7367C60-25DA-492D-9D3F-99F21C11858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39560" cy="3697200"/>
          </a:xfrm>
          <a:custGeom>
            <a:avLst/>
            <a:gdLst>
              <a:gd name="textAreaLeft" fmla="*/ 0 w 1339560"/>
              <a:gd name="textAreaRight" fmla="*/ 1353960 w 1339560"/>
              <a:gd name="textAreaTop" fmla="*/ 0 h 3697200"/>
              <a:gd name="textAreaBottom" fmla="*/ 3711600 h 369720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46760" cy="3697200"/>
          </a:xfrm>
          <a:custGeom>
            <a:avLst/>
            <a:gdLst>
              <a:gd name="textAreaLeft" fmla="*/ 0 w 1346760"/>
              <a:gd name="textAreaRight" fmla="*/ 1361160 w 1346760"/>
              <a:gd name="textAreaTop" fmla="*/ 0 h 3697200"/>
              <a:gd name="textAreaBottom" fmla="*/ 3711600 h 369720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38120" cy="3697200"/>
          </a:xfrm>
          <a:custGeom>
            <a:avLst/>
            <a:gdLst>
              <a:gd name="textAreaLeft" fmla="*/ 0 w 1338120"/>
              <a:gd name="textAreaRight" fmla="*/ 1352520 w 1338120"/>
              <a:gd name="textAreaTop" fmla="*/ 0 h 3697200"/>
              <a:gd name="textAreaBottom" fmla="*/ 3711600 h 369720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48200" cy="3697200"/>
          </a:xfrm>
          <a:custGeom>
            <a:avLst/>
            <a:gdLst>
              <a:gd name="textAreaLeft" fmla="*/ 0 w 1348200"/>
              <a:gd name="textAreaRight" fmla="*/ 1362600 w 1348200"/>
              <a:gd name="textAreaTop" fmla="*/ 0 h 3697200"/>
              <a:gd name="textAreaBottom" fmla="*/ 3711600 h 369720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090440" cy="1090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090440" cy="1090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090440" cy="1090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090440" cy="1090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0392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10640" y="671832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35920" y="-1064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FCF0BBB-8445-47BC-84FD-797798B343B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46080" cy="3375000"/>
            <a:chOff x="877320" y="2252880"/>
            <a:chExt cx="46080" cy="337500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46080" cy="3375360"/>
            <a:chOff x="3442320" y="2233800"/>
            <a:chExt cx="46080" cy="337536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46080" cy="3375000"/>
            <a:chOff x="6006960" y="2252880"/>
            <a:chExt cx="46080" cy="337500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46080" cy="3375360"/>
            <a:chOff x="8574480" y="2233800"/>
            <a:chExt cx="46080" cy="337536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46080" cy="3375000"/>
            <a:chOff x="11136960" y="2252880"/>
            <a:chExt cx="46080" cy="337500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46080" cy="3370320"/>
            </a:xfrm>
            <a:custGeom>
              <a:avLst/>
              <a:gdLst>
                <a:gd name="textAreaLeft" fmla="*/ 0 w 46080"/>
                <a:gd name="textAreaRight" fmla="*/ 60480 w 46080"/>
                <a:gd name="textAreaTop" fmla="*/ 0 h 3370320"/>
                <a:gd name="textAreaBottom" fmla="*/ 3384720 h 337032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60A27B0-CA87-446E-8293-0EA8F99FFD3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78200" cy="5322600"/>
            <a:chOff x="6215040" y="801720"/>
            <a:chExt cx="4678200" cy="532260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78200" cy="5322600"/>
            </a:xfrm>
            <a:custGeom>
              <a:avLst/>
              <a:gdLst>
                <a:gd name="textAreaLeft" fmla="*/ 0 w 4678200"/>
                <a:gd name="textAreaRight" fmla="*/ 4692600 w 4678200"/>
                <a:gd name="textAreaTop" fmla="*/ 0 h 5322600"/>
                <a:gd name="textAreaBottom" fmla="*/ 5337000 h 532260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78200" cy="5322600"/>
            </a:xfrm>
            <a:custGeom>
              <a:avLst/>
              <a:gdLst>
                <a:gd name="textAreaLeft" fmla="*/ 0 w 4678200"/>
                <a:gd name="textAreaRight" fmla="*/ 4692600 w 4678200"/>
                <a:gd name="textAreaTop" fmla="*/ 0 h 5322600"/>
                <a:gd name="textAreaBottom" fmla="*/ 5337000 h 532260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84920" y="-951120"/>
            <a:ext cx="7389720" cy="6133320"/>
          </a:xfrm>
          <a:custGeom>
            <a:avLst/>
            <a:gdLst>
              <a:gd name="textAreaLeft" fmla="*/ 0 w 7389720"/>
              <a:gd name="textAreaRight" fmla="*/ 7404120 w 7389720"/>
              <a:gd name="textAreaTop" fmla="*/ 0 h 6133320"/>
              <a:gd name="textAreaBottom" fmla="*/ 6147720 h 61333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60640" cy="532260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6F5F2A6-D2DD-454F-8DC8-E82C3EFFF91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08680" cy="2310840"/>
            <a:chOff x="9316080" y="1022400"/>
            <a:chExt cx="2308680" cy="231084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08680" cy="2310840"/>
            </a:xfrm>
            <a:custGeom>
              <a:avLst/>
              <a:gdLst>
                <a:gd name="textAreaLeft" fmla="*/ 0 w 2308680"/>
                <a:gd name="textAreaRight" fmla="*/ 2323080 w 2308680"/>
                <a:gd name="textAreaTop" fmla="*/ 0 h 2310840"/>
                <a:gd name="textAreaBottom" fmla="*/ 2325240 h 2310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08680" cy="2310840"/>
            </a:xfrm>
            <a:custGeom>
              <a:avLst/>
              <a:gdLst>
                <a:gd name="textAreaLeft" fmla="*/ 0 w 2308680"/>
                <a:gd name="textAreaRight" fmla="*/ 2323080 w 2308680"/>
                <a:gd name="textAreaTop" fmla="*/ 0 h 2310840"/>
                <a:gd name="textAreaBottom" fmla="*/ 2325240 h 2310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08680" cy="2310840"/>
            <a:chOff x="6627960" y="1022400"/>
            <a:chExt cx="2308680" cy="231084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08680" cy="2310840"/>
            </a:xfrm>
            <a:custGeom>
              <a:avLst/>
              <a:gdLst>
                <a:gd name="textAreaLeft" fmla="*/ 0 w 2308680"/>
                <a:gd name="textAreaRight" fmla="*/ 2323080 w 2308680"/>
                <a:gd name="textAreaTop" fmla="*/ 0 h 2310840"/>
                <a:gd name="textAreaBottom" fmla="*/ 2325240 h 2310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08680" cy="2310840"/>
            </a:xfrm>
            <a:custGeom>
              <a:avLst/>
              <a:gdLst>
                <a:gd name="textAreaLeft" fmla="*/ 0 w 2308680"/>
                <a:gd name="textAreaRight" fmla="*/ 2323080 w 2308680"/>
                <a:gd name="textAreaTop" fmla="*/ 0 h 2310840"/>
                <a:gd name="textAreaBottom" fmla="*/ 2325240 h 2310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08680" cy="2310840"/>
            <a:chOff x="9316080" y="3486960"/>
            <a:chExt cx="2308680" cy="231084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08680" cy="2310840"/>
            </a:xfrm>
            <a:custGeom>
              <a:avLst/>
              <a:gdLst>
                <a:gd name="textAreaLeft" fmla="*/ 0 w 2308680"/>
                <a:gd name="textAreaRight" fmla="*/ 2323080 w 2308680"/>
                <a:gd name="textAreaTop" fmla="*/ 0 h 2310840"/>
                <a:gd name="textAreaBottom" fmla="*/ 2325240 h 2310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08680" cy="2310840"/>
            </a:xfrm>
            <a:custGeom>
              <a:avLst/>
              <a:gdLst>
                <a:gd name="textAreaLeft" fmla="*/ 0 w 2308680"/>
                <a:gd name="textAreaRight" fmla="*/ 2323080 w 2308680"/>
                <a:gd name="textAreaTop" fmla="*/ 0 h 2310840"/>
                <a:gd name="textAreaBottom" fmla="*/ 2325240 h 2310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08680" cy="2310840"/>
            <a:chOff x="6627960" y="3486960"/>
            <a:chExt cx="2308680" cy="231084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08680" cy="2310840"/>
            </a:xfrm>
            <a:custGeom>
              <a:avLst/>
              <a:gdLst>
                <a:gd name="textAreaLeft" fmla="*/ 0 w 2308680"/>
                <a:gd name="textAreaRight" fmla="*/ 2323080 w 2308680"/>
                <a:gd name="textAreaTop" fmla="*/ 0 h 2310840"/>
                <a:gd name="textAreaBottom" fmla="*/ 2325240 h 2310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08680" cy="2310840"/>
            </a:xfrm>
            <a:custGeom>
              <a:avLst/>
              <a:gdLst>
                <a:gd name="textAreaLeft" fmla="*/ 0 w 2308680"/>
                <a:gd name="textAreaRight" fmla="*/ 2323080 w 2308680"/>
                <a:gd name="textAreaTop" fmla="*/ 0 h 2310840"/>
                <a:gd name="textAreaBottom" fmla="*/ 2325240 h 2310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88040" y="-677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73600" cy="4777920"/>
            <a:chOff x="581400" y="1022400"/>
            <a:chExt cx="4773600" cy="477792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73600" cy="4777920"/>
            </a:xfrm>
            <a:custGeom>
              <a:avLst/>
              <a:gdLst>
                <a:gd name="textAreaLeft" fmla="*/ 0 w 4773600"/>
                <a:gd name="textAreaRight" fmla="*/ 4788000 w 4773600"/>
                <a:gd name="textAreaTop" fmla="*/ 0 h 4777920"/>
                <a:gd name="textAreaBottom" fmla="*/ 4792320 h 477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73600" cy="4777920"/>
            </a:xfrm>
            <a:custGeom>
              <a:avLst/>
              <a:gdLst>
                <a:gd name="textAreaLeft" fmla="*/ 0 w 4773600"/>
                <a:gd name="textAreaRight" fmla="*/ 4788000 w 4773600"/>
                <a:gd name="textAreaTop" fmla="*/ 0 h 4777920"/>
                <a:gd name="textAreaBottom" fmla="*/ 4792320 h 477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03440" cy="426564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C330A1E-4D20-4063-B784-557B2488A9E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77560" cy="277560"/>
            <a:chOff x="1853640" y="3183480"/>
            <a:chExt cx="277560" cy="27756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77560" cy="277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26720" cy="125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4280" bIns="44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77560" cy="277560"/>
            <a:chOff x="3190320" y="3183480"/>
            <a:chExt cx="277560" cy="27756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77560" cy="277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26720" cy="125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4280" bIns="44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77560" cy="277560"/>
            <a:chOff x="4525560" y="3183480"/>
            <a:chExt cx="277560" cy="27756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77560" cy="277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26720" cy="125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4280" bIns="44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77560" cy="277560"/>
            <a:chOff x="5863680" y="3183480"/>
            <a:chExt cx="277560" cy="27756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77560" cy="277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26720" cy="125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4280" bIns="44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77560" cy="277560"/>
            <a:chOff x="7198920" y="3183480"/>
            <a:chExt cx="277560" cy="27756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77560" cy="277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26720" cy="125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4280" bIns="44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77560" cy="277560"/>
            <a:chOff x="8547480" y="3183480"/>
            <a:chExt cx="277560" cy="27756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77560" cy="277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26720" cy="125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4280" bIns="44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77560" cy="277560"/>
            <a:chOff x="9884880" y="3183480"/>
            <a:chExt cx="277560" cy="27756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77560" cy="2775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26720" cy="125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4280" bIns="44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04120" cy="1257120"/>
            <a:chOff x="8135280" y="1762920"/>
            <a:chExt cx="1104120" cy="125712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098360" cy="125712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57120"/>
                <a:gd name="textAreaBottom" fmla="*/ 1271520 h 1257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098360" cy="125712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57120"/>
                <a:gd name="textAreaBottom" fmla="*/ 1271520 h 1257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04120" cy="1257120"/>
            <a:chOff x="5445720" y="1762920"/>
            <a:chExt cx="1104120" cy="125712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098360" cy="125712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57120"/>
                <a:gd name="textAreaBottom" fmla="*/ 1271520 h 1257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098360" cy="125712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57120"/>
                <a:gd name="textAreaBottom" fmla="*/ 1271520 h 1257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098360" cy="1261800"/>
            <a:chOff x="6789240" y="3629520"/>
            <a:chExt cx="1098360" cy="126180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098360" cy="126180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61800"/>
                <a:gd name="textAreaBottom" fmla="*/ 1276200 h 1261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098360" cy="126180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61800"/>
                <a:gd name="textAreaBottom" fmla="*/ 1276200 h 1261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098360" cy="1261800"/>
            <a:chOff x="1449000" y="3629520"/>
            <a:chExt cx="1098360" cy="126180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098360" cy="126180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61800"/>
                <a:gd name="textAreaBottom" fmla="*/ 1276200 h 1261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098360" cy="126180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61800"/>
                <a:gd name="textAreaBottom" fmla="*/ 1276200 h 1261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098360" cy="1261800"/>
            <a:chOff x="4109400" y="3629520"/>
            <a:chExt cx="1098360" cy="126180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098360" cy="126180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61800"/>
                <a:gd name="textAreaBottom" fmla="*/ 1276200 h 1261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098360" cy="126180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61800"/>
                <a:gd name="textAreaBottom" fmla="*/ 1276200 h 1261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04120" cy="1257120"/>
            <a:chOff x="2772000" y="1762920"/>
            <a:chExt cx="1104120" cy="125712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098360" cy="125712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57120"/>
                <a:gd name="textAreaBottom" fmla="*/ 1271520 h 1257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098360" cy="125712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57120"/>
                <a:gd name="textAreaBottom" fmla="*/ 1271520 h 125712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098360" cy="1261800"/>
            <a:chOff x="9475200" y="3629520"/>
            <a:chExt cx="1098360" cy="126180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098360" cy="126180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61800"/>
                <a:gd name="textAreaBottom" fmla="*/ 1276200 h 1261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098360" cy="1261800"/>
            </a:xfrm>
            <a:custGeom>
              <a:avLst/>
              <a:gdLst>
                <a:gd name="textAreaLeft" fmla="*/ 0 w 1098360"/>
                <a:gd name="textAreaRight" fmla="*/ 1112760 w 1098360"/>
                <a:gd name="textAreaTop" fmla="*/ 0 h 1261800"/>
                <a:gd name="textAreaBottom" fmla="*/ 1276200 h 126180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FAE0FC6-0A44-46C2-8399-1AA2212A1F3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58760" cy="1549440"/>
          </a:xfrm>
          <a:custGeom>
            <a:avLst/>
            <a:gdLst>
              <a:gd name="textAreaLeft" fmla="*/ 0 w 1958760"/>
              <a:gd name="textAreaRight" fmla="*/ 1973160 w 1958760"/>
              <a:gd name="textAreaTop" fmla="*/ 0 h 1549440"/>
              <a:gd name="textAreaBottom" fmla="*/ 1563840 h 154944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71640" cy="1320840"/>
          </a:xfrm>
          <a:custGeom>
            <a:avLst/>
            <a:gdLst>
              <a:gd name="textAreaLeft" fmla="*/ 0 w 1871640"/>
              <a:gd name="textAreaRight" fmla="*/ 1886040 w 1871640"/>
              <a:gd name="textAreaTop" fmla="*/ 0 h 1320840"/>
              <a:gd name="textAreaBottom" fmla="*/ 1335240 h 132084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71480" cy="2249280"/>
          </a:xfrm>
          <a:custGeom>
            <a:avLst/>
            <a:gdLst>
              <a:gd name="textAreaLeft" fmla="*/ 0 w 1671480"/>
              <a:gd name="textAreaRight" fmla="*/ 1685880 w 1671480"/>
              <a:gd name="textAreaTop" fmla="*/ 0 h 2249280"/>
              <a:gd name="textAreaBottom" fmla="*/ 2263680 h 224928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10760" cy="2215440"/>
            <a:chOff x="5927400" y="580320"/>
            <a:chExt cx="2210760" cy="221544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10760" cy="2215440"/>
            <a:chOff x="8552520" y="3053520"/>
            <a:chExt cx="2210760" cy="221544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10760" cy="2215440"/>
            <a:chOff x="4307040" y="4130640"/>
            <a:chExt cx="2210760" cy="221544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10760" cy="2215440"/>
            <a:chOff x="970200" y="1405440"/>
            <a:chExt cx="2210760" cy="221544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88275CF-AF1B-4748-A487-20558532CF7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58760" cy="1549440"/>
          </a:xfrm>
          <a:custGeom>
            <a:avLst/>
            <a:gdLst>
              <a:gd name="textAreaLeft" fmla="*/ 0 w 1958760"/>
              <a:gd name="textAreaRight" fmla="*/ 1973160 w 1958760"/>
              <a:gd name="textAreaTop" fmla="*/ 0 h 1549440"/>
              <a:gd name="textAreaBottom" fmla="*/ 1563840 h 154944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71640" cy="1320840"/>
          </a:xfrm>
          <a:custGeom>
            <a:avLst/>
            <a:gdLst>
              <a:gd name="textAreaLeft" fmla="*/ 0 w 1871640"/>
              <a:gd name="textAreaRight" fmla="*/ 1886040 w 1871640"/>
              <a:gd name="textAreaTop" fmla="*/ 0 h 1320840"/>
              <a:gd name="textAreaBottom" fmla="*/ 1335240 h 132084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71480" cy="2249280"/>
          </a:xfrm>
          <a:custGeom>
            <a:avLst/>
            <a:gdLst>
              <a:gd name="textAreaLeft" fmla="*/ 0 w 1671480"/>
              <a:gd name="textAreaRight" fmla="*/ 1685880 w 1671480"/>
              <a:gd name="textAreaTop" fmla="*/ 0 h 2249280"/>
              <a:gd name="textAreaBottom" fmla="*/ 2263680 h 224928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10760" cy="2215440"/>
            <a:chOff x="5955120" y="495360"/>
            <a:chExt cx="2210760" cy="221544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10760" cy="2215440"/>
            <a:chOff x="8549280" y="3029760"/>
            <a:chExt cx="2210760" cy="221544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10760" cy="2215440"/>
            <a:chOff x="4201200" y="4067280"/>
            <a:chExt cx="2210760" cy="221544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65240" cy="198900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65240" cy="198900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65240" cy="198900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86640" y="-121824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10760" cy="2215440"/>
            <a:chOff x="970200" y="1238040"/>
            <a:chExt cx="2210760" cy="221544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10760" cy="2215440"/>
            </a:xfrm>
            <a:custGeom>
              <a:avLst/>
              <a:gdLst>
                <a:gd name="textAreaLeft" fmla="*/ 0 w 2210760"/>
                <a:gd name="textAreaRight" fmla="*/ 2225160 w 2210760"/>
                <a:gd name="textAreaTop" fmla="*/ 0 h 2215440"/>
                <a:gd name="textAreaBottom" fmla="*/ 2229840 h 22154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65240" cy="198900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F997439-D6DB-44A4-8860-84C5E6BB96B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25840" cy="1636560"/>
            <a:chOff x="5057280" y="834120"/>
            <a:chExt cx="1725840" cy="163656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19000" cy="1636560"/>
            </a:xfrm>
            <a:custGeom>
              <a:avLst/>
              <a:gdLst>
                <a:gd name="textAreaLeft" fmla="*/ 0 w 1719000"/>
                <a:gd name="textAreaRight" fmla="*/ 1733400 w 1719000"/>
                <a:gd name="textAreaTop" fmla="*/ 0 h 1636560"/>
                <a:gd name="textAreaBottom" fmla="*/ 1650960 h 163656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19000" cy="1636560"/>
            </a:xfrm>
            <a:custGeom>
              <a:avLst/>
              <a:gdLst>
                <a:gd name="textAreaLeft" fmla="*/ 0 w 1719000"/>
                <a:gd name="textAreaRight" fmla="*/ 1733400 w 1719000"/>
                <a:gd name="textAreaTop" fmla="*/ 0 h 1636560"/>
                <a:gd name="textAreaBottom" fmla="*/ 1650960 h 163656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21520" cy="1631880"/>
            <a:chOff x="6671520" y="2019960"/>
            <a:chExt cx="1721520" cy="163188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14320" cy="1631880"/>
            </a:xfrm>
            <a:custGeom>
              <a:avLst/>
              <a:gdLst>
                <a:gd name="textAreaLeft" fmla="*/ 0 w 1714320"/>
                <a:gd name="textAreaRight" fmla="*/ 1728720 w 1714320"/>
                <a:gd name="textAreaTop" fmla="*/ 0 h 1631880"/>
                <a:gd name="textAreaBottom" fmla="*/ 1646280 h 163188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14320" cy="1631880"/>
            </a:xfrm>
            <a:custGeom>
              <a:avLst/>
              <a:gdLst>
                <a:gd name="textAreaLeft" fmla="*/ 0 w 1714320"/>
                <a:gd name="textAreaRight" fmla="*/ 1728720 w 1714320"/>
                <a:gd name="textAreaTop" fmla="*/ 0 h 1631880"/>
                <a:gd name="textAreaBottom" fmla="*/ 1646280 h 163188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24400" cy="1631880"/>
            <a:chOff x="3398400" y="2019960"/>
            <a:chExt cx="1724400" cy="163188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17560" cy="1631880"/>
            </a:xfrm>
            <a:custGeom>
              <a:avLst/>
              <a:gdLst>
                <a:gd name="textAreaLeft" fmla="*/ 0 w 1717560"/>
                <a:gd name="textAreaRight" fmla="*/ 1731960 w 1717560"/>
                <a:gd name="textAreaTop" fmla="*/ 0 h 1631880"/>
                <a:gd name="textAreaBottom" fmla="*/ 1646280 h 163188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17560" cy="1631880"/>
            </a:xfrm>
            <a:custGeom>
              <a:avLst/>
              <a:gdLst>
                <a:gd name="textAreaLeft" fmla="*/ 0 w 1717560"/>
                <a:gd name="textAreaRight" fmla="*/ 1731960 w 1717560"/>
                <a:gd name="textAreaTop" fmla="*/ 0 h 1631880"/>
                <a:gd name="textAreaBottom" fmla="*/ 1646280 h 163188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24400" cy="1635120"/>
            <a:chOff x="4038120" y="3927960"/>
            <a:chExt cx="1724400" cy="163512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17560" cy="1635120"/>
            </a:xfrm>
            <a:custGeom>
              <a:avLst/>
              <a:gdLst>
                <a:gd name="textAreaLeft" fmla="*/ 0 w 1717560"/>
                <a:gd name="textAreaRight" fmla="*/ 1731960 w 1717560"/>
                <a:gd name="textAreaTop" fmla="*/ 0 h 1635120"/>
                <a:gd name="textAreaBottom" fmla="*/ 1649520 h 16351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17560" cy="1635120"/>
            </a:xfrm>
            <a:custGeom>
              <a:avLst/>
              <a:gdLst>
                <a:gd name="textAreaLeft" fmla="*/ 0 w 1717560"/>
                <a:gd name="textAreaRight" fmla="*/ 1731960 w 1717560"/>
                <a:gd name="textAreaTop" fmla="*/ 0 h 1635120"/>
                <a:gd name="textAreaBottom" fmla="*/ 1649520 h 16351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24760" cy="1635120"/>
            <a:chOff x="6055560" y="3927960"/>
            <a:chExt cx="1724760" cy="163512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17560" cy="1635120"/>
            </a:xfrm>
            <a:custGeom>
              <a:avLst/>
              <a:gdLst>
                <a:gd name="textAreaLeft" fmla="*/ 0 w 1717560"/>
                <a:gd name="textAreaRight" fmla="*/ 1731960 w 1717560"/>
                <a:gd name="textAreaTop" fmla="*/ 0 h 1635120"/>
                <a:gd name="textAreaBottom" fmla="*/ 1649520 h 16351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17560" cy="1635120"/>
            </a:xfrm>
            <a:custGeom>
              <a:avLst/>
              <a:gdLst>
                <a:gd name="textAreaLeft" fmla="*/ 0 w 1717560"/>
                <a:gd name="textAreaRight" fmla="*/ 1731960 w 1717560"/>
                <a:gd name="textAreaTop" fmla="*/ 0 h 1635120"/>
                <a:gd name="textAreaBottom" fmla="*/ 1649520 h 16351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24640" cy="98748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A0CB9A9-0150-4A44-87A0-E392E47BA67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3240" y="-131256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88920" cy="1890720"/>
          </a:xfrm>
          <a:custGeom>
            <a:avLst/>
            <a:gdLst>
              <a:gd name="textAreaLeft" fmla="*/ 0 w 1888920"/>
              <a:gd name="textAreaRight" fmla="*/ 1903320 w 1888920"/>
              <a:gd name="textAreaTop" fmla="*/ 0 h 1890720"/>
              <a:gd name="textAreaBottom" fmla="*/ 1905120 h 18907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895760" cy="1890720"/>
            <a:chOff x="6915960" y="1239120"/>
            <a:chExt cx="1895760" cy="189072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88920" cy="1890720"/>
            </a:xfrm>
            <a:custGeom>
              <a:avLst/>
              <a:gdLst>
                <a:gd name="textAreaLeft" fmla="*/ 0 w 1888920"/>
                <a:gd name="textAreaRight" fmla="*/ 1903320 w 1888920"/>
                <a:gd name="textAreaTop" fmla="*/ 0 h 1890720"/>
                <a:gd name="textAreaBottom" fmla="*/ 1905120 h 1890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88920" cy="1890720"/>
            </a:xfrm>
            <a:custGeom>
              <a:avLst/>
              <a:gdLst>
                <a:gd name="textAreaLeft" fmla="*/ 0 w 1888920"/>
                <a:gd name="textAreaRight" fmla="*/ 1903320 w 1888920"/>
                <a:gd name="textAreaTop" fmla="*/ 0 h 1890720"/>
                <a:gd name="textAreaBottom" fmla="*/ 1905120 h 1890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896480" cy="1891440"/>
            <a:chOff x="9161280" y="3479760"/>
            <a:chExt cx="1896480" cy="189144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88920" cy="1890720"/>
            </a:xfrm>
            <a:custGeom>
              <a:avLst/>
              <a:gdLst>
                <a:gd name="textAreaLeft" fmla="*/ 0 w 1888920"/>
                <a:gd name="textAreaRight" fmla="*/ 1903320 w 1888920"/>
                <a:gd name="textAreaTop" fmla="*/ 0 h 1890720"/>
                <a:gd name="textAreaBottom" fmla="*/ 1905120 h 1890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88920" cy="1890720"/>
            </a:xfrm>
            <a:custGeom>
              <a:avLst/>
              <a:gdLst>
                <a:gd name="textAreaLeft" fmla="*/ 0 w 1888920"/>
                <a:gd name="textAreaRight" fmla="*/ 1903320 w 1888920"/>
                <a:gd name="textAreaTop" fmla="*/ 0 h 1890720"/>
                <a:gd name="textAreaBottom" fmla="*/ 1905120 h 1890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88920" cy="1890720"/>
          </a:xfrm>
          <a:custGeom>
            <a:avLst/>
            <a:gdLst>
              <a:gd name="textAreaLeft" fmla="*/ 0 w 1888920"/>
              <a:gd name="textAreaRight" fmla="*/ 1903320 w 1888920"/>
              <a:gd name="textAreaTop" fmla="*/ 0 h 1890720"/>
              <a:gd name="textAreaBottom" fmla="*/ 1905120 h 18907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10360" cy="4413960"/>
          </a:xfrm>
          <a:custGeom>
            <a:avLst/>
            <a:gdLst>
              <a:gd name="textAreaLeft" fmla="*/ 0 w 4410360"/>
              <a:gd name="textAreaRight" fmla="*/ 4424760 w 4410360"/>
              <a:gd name="textAreaTop" fmla="*/ 0 h 4413960"/>
              <a:gd name="textAreaBottom" fmla="*/ 4428360 h 4413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10000" cy="441468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CF70F15-1075-4E1E-A60E-C08781349F7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2400" y="-156096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88920" cy="1890720"/>
          </a:xfrm>
          <a:custGeom>
            <a:avLst/>
            <a:gdLst>
              <a:gd name="textAreaLeft" fmla="*/ 0 w 1888920"/>
              <a:gd name="textAreaRight" fmla="*/ 1903320 w 1888920"/>
              <a:gd name="textAreaTop" fmla="*/ 0 h 1890720"/>
              <a:gd name="textAreaBottom" fmla="*/ 1905120 h 18907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895760" cy="1890720"/>
            <a:chOff x="6915960" y="1239120"/>
            <a:chExt cx="1895760" cy="189072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88920" cy="1890720"/>
            </a:xfrm>
            <a:custGeom>
              <a:avLst/>
              <a:gdLst>
                <a:gd name="textAreaLeft" fmla="*/ 0 w 1888920"/>
                <a:gd name="textAreaRight" fmla="*/ 1903320 w 1888920"/>
                <a:gd name="textAreaTop" fmla="*/ 0 h 1890720"/>
                <a:gd name="textAreaBottom" fmla="*/ 1905120 h 1890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88920" cy="1890720"/>
            </a:xfrm>
            <a:custGeom>
              <a:avLst/>
              <a:gdLst>
                <a:gd name="textAreaLeft" fmla="*/ 0 w 1888920"/>
                <a:gd name="textAreaRight" fmla="*/ 1903320 w 1888920"/>
                <a:gd name="textAreaTop" fmla="*/ 0 h 1890720"/>
                <a:gd name="textAreaBottom" fmla="*/ 1905120 h 1890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896480" cy="1891440"/>
            <a:chOff x="9161280" y="3479760"/>
            <a:chExt cx="1896480" cy="189144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88920" cy="1890720"/>
            </a:xfrm>
            <a:custGeom>
              <a:avLst/>
              <a:gdLst>
                <a:gd name="textAreaLeft" fmla="*/ 0 w 1888920"/>
                <a:gd name="textAreaRight" fmla="*/ 1903320 w 1888920"/>
                <a:gd name="textAreaTop" fmla="*/ 0 h 1890720"/>
                <a:gd name="textAreaBottom" fmla="*/ 1905120 h 1890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88920" cy="1890720"/>
            </a:xfrm>
            <a:custGeom>
              <a:avLst/>
              <a:gdLst>
                <a:gd name="textAreaLeft" fmla="*/ 0 w 1888920"/>
                <a:gd name="textAreaRight" fmla="*/ 1903320 w 1888920"/>
                <a:gd name="textAreaTop" fmla="*/ 0 h 1890720"/>
                <a:gd name="textAreaBottom" fmla="*/ 1905120 h 189072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88920" cy="1890720"/>
          </a:xfrm>
          <a:custGeom>
            <a:avLst/>
            <a:gdLst>
              <a:gd name="textAreaLeft" fmla="*/ 0 w 1888920"/>
              <a:gd name="textAreaRight" fmla="*/ 1903320 w 1888920"/>
              <a:gd name="textAreaTop" fmla="*/ 0 h 1890720"/>
              <a:gd name="textAreaBottom" fmla="*/ 1905120 h 18907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10360" cy="4413960"/>
          </a:xfrm>
          <a:custGeom>
            <a:avLst/>
            <a:gdLst>
              <a:gd name="textAreaLeft" fmla="*/ 0 w 4410360"/>
              <a:gd name="textAreaRight" fmla="*/ 4424760 w 4410360"/>
              <a:gd name="textAreaTop" fmla="*/ 0 h 4413960"/>
              <a:gd name="textAreaBottom" fmla="*/ 4428360 h 4413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10000" cy="441468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436A06A-8096-4213-90D2-24B0877DE5C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67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60200" cy="1508040"/>
          </a:xfrm>
          <a:custGeom>
            <a:avLst/>
            <a:gdLst>
              <a:gd name="textAreaLeft" fmla="*/ 0 w 6460200"/>
              <a:gd name="textAreaRight" fmla="*/ 6474600 w 6460200"/>
              <a:gd name="textAreaTop" fmla="*/ 0 h 1508040"/>
              <a:gd name="textAreaBottom" fmla="*/ 1522440 h 1508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25680" cy="2600640"/>
          </a:xfrm>
          <a:custGeom>
            <a:avLst/>
            <a:gdLst>
              <a:gd name="textAreaLeft" fmla="*/ 0 w 2425680"/>
              <a:gd name="textAreaRight" fmla="*/ 2440080 w 2425680"/>
              <a:gd name="textAreaTop" fmla="*/ 0 h 2600640"/>
              <a:gd name="textAreaBottom" fmla="*/ 2615040 h 2600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72360" cy="972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746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893520" cy="186840"/>
            <a:chOff x="1717560" y="6498720"/>
            <a:chExt cx="893520" cy="18684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76440" cy="176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197640" cy="17604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1560" cy="24552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6966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69240" cy="481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24C1671-BBC2-42AA-B00F-6B880BED5C9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2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5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6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31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9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16BDCB6-96D2-433C-A633-DD83EDC1A51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Freeform 58"/>
          <p:cNvSpPr/>
          <p:nvPr/>
        </p:nvSpPr>
        <p:spPr>
          <a:xfrm>
            <a:off x="-1972440" y="-131148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3" name="Freeform 11"/>
          <p:cNvSpPr/>
          <p:nvPr/>
        </p:nvSpPr>
        <p:spPr>
          <a:xfrm>
            <a:off x="23760" y="1996920"/>
            <a:ext cx="1622160" cy="1417680"/>
          </a:xfrm>
          <a:custGeom>
            <a:avLst/>
            <a:gdLst>
              <a:gd name="textAreaLeft" fmla="*/ 0 w 1622160"/>
              <a:gd name="textAreaRight" fmla="*/ 1636560 w 1622160"/>
              <a:gd name="textAreaTop" fmla="*/ 0 h 1417680"/>
              <a:gd name="textAreaBottom" fmla="*/ 1432080 h 141768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2"/>
          <p:cNvSpPr/>
          <p:nvPr/>
        </p:nvSpPr>
        <p:spPr>
          <a:xfrm>
            <a:off x="2281320" y="3429000"/>
            <a:ext cx="1622160" cy="1417680"/>
          </a:xfrm>
          <a:custGeom>
            <a:avLst/>
            <a:gdLst>
              <a:gd name="textAreaLeft" fmla="*/ 0 w 1622160"/>
              <a:gd name="textAreaRight" fmla="*/ 1636560 w 1622160"/>
              <a:gd name="textAreaTop" fmla="*/ 0 h 1417680"/>
              <a:gd name="textAreaBottom" fmla="*/ 1432080 h 141768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3"/>
          <p:cNvSpPr/>
          <p:nvPr/>
        </p:nvSpPr>
        <p:spPr>
          <a:xfrm>
            <a:off x="4541760" y="1996920"/>
            <a:ext cx="1622160" cy="1417680"/>
          </a:xfrm>
          <a:custGeom>
            <a:avLst/>
            <a:gdLst>
              <a:gd name="textAreaLeft" fmla="*/ 0 w 1622160"/>
              <a:gd name="textAreaRight" fmla="*/ 1636560 w 1622160"/>
              <a:gd name="textAreaTop" fmla="*/ 0 h 1417680"/>
              <a:gd name="textAreaBottom" fmla="*/ 1432080 h 141768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Freeform 14"/>
          <p:cNvSpPr/>
          <p:nvPr/>
        </p:nvSpPr>
        <p:spPr>
          <a:xfrm>
            <a:off x="6799320" y="3429000"/>
            <a:ext cx="1622160" cy="1417680"/>
          </a:xfrm>
          <a:custGeom>
            <a:avLst/>
            <a:gdLst>
              <a:gd name="textAreaLeft" fmla="*/ 0 w 1622160"/>
              <a:gd name="textAreaRight" fmla="*/ 1636560 w 1622160"/>
              <a:gd name="textAreaTop" fmla="*/ 0 h 1417680"/>
              <a:gd name="textAreaBottom" fmla="*/ 1432080 h 141768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7" name="Freeform 15"/>
          <p:cNvSpPr/>
          <p:nvPr/>
        </p:nvSpPr>
        <p:spPr>
          <a:xfrm>
            <a:off x="9056520" y="1996920"/>
            <a:ext cx="1622160" cy="1417680"/>
          </a:xfrm>
          <a:custGeom>
            <a:avLst/>
            <a:gdLst>
              <a:gd name="textAreaLeft" fmla="*/ 0 w 1622160"/>
              <a:gd name="textAreaRight" fmla="*/ 1636560 w 1622160"/>
              <a:gd name="textAreaTop" fmla="*/ 0 h 1417680"/>
              <a:gd name="textAreaBottom" fmla="*/ 1432080 h 141768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8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9" name="Group 11"/>
          <p:cNvGrpSpPr/>
          <p:nvPr/>
        </p:nvGrpSpPr>
        <p:grpSpPr>
          <a:xfrm>
            <a:off x="1544400" y="2684880"/>
            <a:ext cx="207000" cy="207000"/>
            <a:chOff x="1544400" y="2684880"/>
            <a:chExt cx="207000" cy="207000"/>
          </a:xfrm>
        </p:grpSpPr>
        <p:sp>
          <p:nvSpPr>
            <p:cNvPr id="330" name="Oval 12"/>
            <p:cNvSpPr/>
            <p:nvPr/>
          </p:nvSpPr>
          <p:spPr>
            <a:xfrm>
              <a:off x="1544400" y="2684880"/>
              <a:ext cx="207000" cy="207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1" name="Oval 28"/>
            <p:cNvSpPr/>
            <p:nvPr/>
          </p:nvSpPr>
          <p:spPr>
            <a:xfrm>
              <a:off x="1600200" y="2741040"/>
              <a:ext cx="92880" cy="91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2400" bIns="32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2" name="Group 14"/>
          <p:cNvGrpSpPr/>
          <p:nvPr/>
        </p:nvGrpSpPr>
        <p:grpSpPr>
          <a:xfrm>
            <a:off x="3807720" y="3997800"/>
            <a:ext cx="207000" cy="207000"/>
            <a:chOff x="3807720" y="3997800"/>
            <a:chExt cx="207000" cy="207000"/>
          </a:xfrm>
        </p:grpSpPr>
        <p:sp>
          <p:nvSpPr>
            <p:cNvPr id="333" name="Oval 15"/>
            <p:cNvSpPr/>
            <p:nvPr/>
          </p:nvSpPr>
          <p:spPr>
            <a:xfrm>
              <a:off x="3807720" y="3997800"/>
              <a:ext cx="207000" cy="207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4" name="Oval 28"/>
            <p:cNvSpPr/>
            <p:nvPr/>
          </p:nvSpPr>
          <p:spPr>
            <a:xfrm>
              <a:off x="3863880" y="4053600"/>
              <a:ext cx="92880" cy="91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2400" bIns="32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5" name="Group 17"/>
          <p:cNvGrpSpPr/>
          <p:nvPr/>
        </p:nvGrpSpPr>
        <p:grpSpPr>
          <a:xfrm>
            <a:off x="6057360" y="2685960"/>
            <a:ext cx="207000" cy="207000"/>
            <a:chOff x="6057360" y="2685960"/>
            <a:chExt cx="207000" cy="207000"/>
          </a:xfrm>
        </p:grpSpPr>
        <p:sp>
          <p:nvSpPr>
            <p:cNvPr id="336" name="Oval 18"/>
            <p:cNvSpPr/>
            <p:nvPr/>
          </p:nvSpPr>
          <p:spPr>
            <a:xfrm>
              <a:off x="6057360" y="2685960"/>
              <a:ext cx="207000" cy="207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7" name="Oval 28"/>
            <p:cNvSpPr/>
            <p:nvPr/>
          </p:nvSpPr>
          <p:spPr>
            <a:xfrm>
              <a:off x="6113520" y="2741760"/>
              <a:ext cx="92880" cy="91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2400" bIns="32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8" name="Group 20"/>
          <p:cNvGrpSpPr/>
          <p:nvPr/>
        </p:nvGrpSpPr>
        <p:grpSpPr>
          <a:xfrm>
            <a:off x="8325360" y="3995280"/>
            <a:ext cx="207000" cy="207000"/>
            <a:chOff x="8325360" y="3995280"/>
            <a:chExt cx="207000" cy="207000"/>
          </a:xfrm>
        </p:grpSpPr>
        <p:sp>
          <p:nvSpPr>
            <p:cNvPr id="339" name="Oval 21"/>
            <p:cNvSpPr/>
            <p:nvPr/>
          </p:nvSpPr>
          <p:spPr>
            <a:xfrm>
              <a:off x="8325360" y="3995280"/>
              <a:ext cx="207000" cy="207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0" name="Oval 28"/>
            <p:cNvSpPr/>
            <p:nvPr/>
          </p:nvSpPr>
          <p:spPr>
            <a:xfrm>
              <a:off x="8381160" y="4051440"/>
              <a:ext cx="92880" cy="91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2400" bIns="32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1" name="Group 23"/>
          <p:cNvGrpSpPr/>
          <p:nvPr/>
        </p:nvGrpSpPr>
        <p:grpSpPr>
          <a:xfrm>
            <a:off x="10582560" y="2683080"/>
            <a:ext cx="207000" cy="207000"/>
            <a:chOff x="10582560" y="2683080"/>
            <a:chExt cx="207000" cy="207000"/>
          </a:xfrm>
        </p:grpSpPr>
        <p:sp>
          <p:nvSpPr>
            <p:cNvPr id="342" name="Oval 24"/>
            <p:cNvSpPr/>
            <p:nvPr/>
          </p:nvSpPr>
          <p:spPr>
            <a:xfrm>
              <a:off x="10582560" y="2683080"/>
              <a:ext cx="207000" cy="2070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3" name="Oval 28"/>
            <p:cNvSpPr/>
            <p:nvPr/>
          </p:nvSpPr>
          <p:spPr>
            <a:xfrm>
              <a:off x="10638720" y="2739240"/>
              <a:ext cx="92880" cy="914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2400" bIns="324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4" name="Group 27"/>
          <p:cNvGrpSpPr/>
          <p:nvPr/>
        </p:nvGrpSpPr>
        <p:grpSpPr>
          <a:xfrm>
            <a:off x="10225080" y="2946600"/>
            <a:ext cx="921960" cy="921960"/>
            <a:chOff x="10225080" y="2946600"/>
            <a:chExt cx="921960" cy="921960"/>
          </a:xfrm>
        </p:grpSpPr>
        <p:sp>
          <p:nvSpPr>
            <p:cNvPr id="345" name="Oval 29"/>
            <p:cNvSpPr/>
            <p:nvPr/>
          </p:nvSpPr>
          <p:spPr>
            <a:xfrm>
              <a:off x="1022508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6" name="Oval 30"/>
            <p:cNvSpPr/>
            <p:nvPr/>
          </p:nvSpPr>
          <p:spPr>
            <a:xfrm>
              <a:off x="1022508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7" name="Group 32"/>
          <p:cNvGrpSpPr/>
          <p:nvPr/>
        </p:nvGrpSpPr>
        <p:grpSpPr>
          <a:xfrm>
            <a:off x="1195560" y="2946600"/>
            <a:ext cx="921960" cy="921960"/>
            <a:chOff x="1195560" y="2946600"/>
            <a:chExt cx="921960" cy="921960"/>
          </a:xfrm>
        </p:grpSpPr>
        <p:sp>
          <p:nvSpPr>
            <p:cNvPr id="348" name="Oval 34"/>
            <p:cNvSpPr/>
            <p:nvPr/>
          </p:nvSpPr>
          <p:spPr>
            <a:xfrm>
              <a:off x="119556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9" name="Oval 35"/>
            <p:cNvSpPr/>
            <p:nvPr/>
          </p:nvSpPr>
          <p:spPr>
            <a:xfrm>
              <a:off x="119556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0" name="Group 37"/>
          <p:cNvGrpSpPr/>
          <p:nvPr/>
        </p:nvGrpSpPr>
        <p:grpSpPr>
          <a:xfrm>
            <a:off x="3443400" y="2946600"/>
            <a:ext cx="921960" cy="921960"/>
            <a:chOff x="3443400" y="2946600"/>
            <a:chExt cx="921960" cy="921960"/>
          </a:xfrm>
        </p:grpSpPr>
        <p:sp>
          <p:nvSpPr>
            <p:cNvPr id="351" name="Oval 39"/>
            <p:cNvSpPr/>
            <p:nvPr/>
          </p:nvSpPr>
          <p:spPr>
            <a:xfrm>
              <a:off x="344340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2" name="Oval 40"/>
            <p:cNvSpPr/>
            <p:nvPr/>
          </p:nvSpPr>
          <p:spPr>
            <a:xfrm>
              <a:off x="344340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3" name="Group 42"/>
          <p:cNvGrpSpPr/>
          <p:nvPr/>
        </p:nvGrpSpPr>
        <p:grpSpPr>
          <a:xfrm>
            <a:off x="5710320" y="2946600"/>
            <a:ext cx="921960" cy="921960"/>
            <a:chOff x="5710320" y="2946600"/>
            <a:chExt cx="921960" cy="921960"/>
          </a:xfrm>
        </p:grpSpPr>
        <p:sp>
          <p:nvSpPr>
            <p:cNvPr id="354" name="Oval 44"/>
            <p:cNvSpPr/>
            <p:nvPr/>
          </p:nvSpPr>
          <p:spPr>
            <a:xfrm>
              <a:off x="571032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5" name="Oval 45"/>
            <p:cNvSpPr/>
            <p:nvPr/>
          </p:nvSpPr>
          <p:spPr>
            <a:xfrm>
              <a:off x="571032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6" name="Group 47"/>
          <p:cNvGrpSpPr/>
          <p:nvPr/>
        </p:nvGrpSpPr>
        <p:grpSpPr>
          <a:xfrm>
            <a:off x="7970400" y="2946600"/>
            <a:ext cx="921960" cy="921960"/>
            <a:chOff x="7970400" y="2946600"/>
            <a:chExt cx="921960" cy="921960"/>
          </a:xfrm>
        </p:grpSpPr>
        <p:sp>
          <p:nvSpPr>
            <p:cNvPr id="357" name="Oval 49"/>
            <p:cNvSpPr/>
            <p:nvPr/>
          </p:nvSpPr>
          <p:spPr>
            <a:xfrm>
              <a:off x="797040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8" name="Oval 50"/>
            <p:cNvSpPr/>
            <p:nvPr/>
          </p:nvSpPr>
          <p:spPr>
            <a:xfrm>
              <a:off x="7970400" y="2946600"/>
              <a:ext cx="921960" cy="92196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9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1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3" name="Group 46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364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6" name="Rectangle 59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31CC700-D527-42BA-AEFB-08E23DE85DF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Freeform 59"/>
          <p:cNvSpPr/>
          <p:nvPr/>
        </p:nvSpPr>
        <p:spPr>
          <a:xfrm>
            <a:off x="-1935720" y="-101196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70" name="Group 6"/>
          <p:cNvGrpSpPr/>
          <p:nvPr/>
        </p:nvGrpSpPr>
        <p:grpSpPr>
          <a:xfrm>
            <a:off x="8416800" y="2606400"/>
            <a:ext cx="1314360" cy="1315800"/>
            <a:chOff x="8416800" y="2606400"/>
            <a:chExt cx="1314360" cy="1315800"/>
          </a:xfrm>
        </p:grpSpPr>
        <p:sp>
          <p:nvSpPr>
            <p:cNvPr id="371" name="Freeform 14"/>
            <p:cNvSpPr/>
            <p:nvPr/>
          </p:nvSpPr>
          <p:spPr>
            <a:xfrm>
              <a:off x="8416800" y="2606400"/>
              <a:ext cx="1314360" cy="1315800"/>
            </a:xfrm>
            <a:custGeom>
              <a:avLst/>
              <a:gdLst>
                <a:gd name="textAreaLeft" fmla="*/ 0 w 1314360"/>
                <a:gd name="textAreaRight" fmla="*/ 1328760 w 1314360"/>
                <a:gd name="textAreaTop" fmla="*/ 0 h 1315800"/>
                <a:gd name="textAreaBottom" fmla="*/ 1330200 h 13158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2" name="Freeform 14"/>
            <p:cNvSpPr/>
            <p:nvPr/>
          </p:nvSpPr>
          <p:spPr>
            <a:xfrm>
              <a:off x="8416800" y="2606400"/>
              <a:ext cx="1314360" cy="1315800"/>
            </a:xfrm>
            <a:custGeom>
              <a:avLst/>
              <a:gdLst>
                <a:gd name="textAreaLeft" fmla="*/ 0 w 1314360"/>
                <a:gd name="textAreaRight" fmla="*/ 1328760 w 1314360"/>
                <a:gd name="textAreaTop" fmla="*/ 0 h 1315800"/>
                <a:gd name="textAreaBottom" fmla="*/ 1330200 h 13158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3" name="Group 14"/>
          <p:cNvGrpSpPr/>
          <p:nvPr/>
        </p:nvGrpSpPr>
        <p:grpSpPr>
          <a:xfrm>
            <a:off x="6778800" y="986040"/>
            <a:ext cx="1326960" cy="1328400"/>
            <a:chOff x="6778800" y="986040"/>
            <a:chExt cx="1326960" cy="1328400"/>
          </a:xfrm>
        </p:grpSpPr>
        <p:sp>
          <p:nvSpPr>
            <p:cNvPr id="374" name="Freeform 6"/>
            <p:cNvSpPr/>
            <p:nvPr/>
          </p:nvSpPr>
          <p:spPr>
            <a:xfrm>
              <a:off x="6778800" y="9860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5" name="Freeform 6"/>
            <p:cNvSpPr/>
            <p:nvPr/>
          </p:nvSpPr>
          <p:spPr>
            <a:xfrm>
              <a:off x="6778800" y="9860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6" name="Group 19"/>
          <p:cNvGrpSpPr/>
          <p:nvPr/>
        </p:nvGrpSpPr>
        <p:grpSpPr>
          <a:xfrm>
            <a:off x="8404200" y="986040"/>
            <a:ext cx="1326960" cy="1328400"/>
            <a:chOff x="8404200" y="986040"/>
            <a:chExt cx="1326960" cy="1328400"/>
          </a:xfrm>
        </p:grpSpPr>
        <p:sp>
          <p:nvSpPr>
            <p:cNvPr id="377" name="Freeform 6"/>
            <p:cNvSpPr/>
            <p:nvPr/>
          </p:nvSpPr>
          <p:spPr>
            <a:xfrm>
              <a:off x="8404200" y="9860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8" name="Freeform 6"/>
            <p:cNvSpPr/>
            <p:nvPr/>
          </p:nvSpPr>
          <p:spPr>
            <a:xfrm>
              <a:off x="8404200" y="9860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9" name="Group 24"/>
          <p:cNvGrpSpPr/>
          <p:nvPr/>
        </p:nvGrpSpPr>
        <p:grpSpPr>
          <a:xfrm>
            <a:off x="10012320" y="986040"/>
            <a:ext cx="1326960" cy="1328400"/>
            <a:chOff x="10012320" y="986040"/>
            <a:chExt cx="1326960" cy="1328400"/>
          </a:xfrm>
        </p:grpSpPr>
        <p:sp>
          <p:nvSpPr>
            <p:cNvPr id="380" name="Freeform 6"/>
            <p:cNvSpPr/>
            <p:nvPr/>
          </p:nvSpPr>
          <p:spPr>
            <a:xfrm>
              <a:off x="10012320" y="9860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1" name="Freeform 6"/>
            <p:cNvSpPr/>
            <p:nvPr/>
          </p:nvSpPr>
          <p:spPr>
            <a:xfrm>
              <a:off x="10012320" y="9860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2" name="Group 29"/>
          <p:cNvGrpSpPr/>
          <p:nvPr/>
        </p:nvGrpSpPr>
        <p:grpSpPr>
          <a:xfrm>
            <a:off x="6778800" y="4192920"/>
            <a:ext cx="1326960" cy="1328400"/>
            <a:chOff x="6778800" y="4192920"/>
            <a:chExt cx="1326960" cy="1328400"/>
          </a:xfrm>
        </p:grpSpPr>
        <p:sp>
          <p:nvSpPr>
            <p:cNvPr id="383" name="Freeform 6"/>
            <p:cNvSpPr/>
            <p:nvPr/>
          </p:nvSpPr>
          <p:spPr>
            <a:xfrm>
              <a:off x="6778800" y="419292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4" name="Freeform 6"/>
            <p:cNvSpPr/>
            <p:nvPr/>
          </p:nvSpPr>
          <p:spPr>
            <a:xfrm>
              <a:off x="6778800" y="419292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5" name="Group 34"/>
          <p:cNvGrpSpPr/>
          <p:nvPr/>
        </p:nvGrpSpPr>
        <p:grpSpPr>
          <a:xfrm>
            <a:off x="8404200" y="4192920"/>
            <a:ext cx="1326960" cy="1328400"/>
            <a:chOff x="8404200" y="4192920"/>
            <a:chExt cx="1326960" cy="1328400"/>
          </a:xfrm>
        </p:grpSpPr>
        <p:sp>
          <p:nvSpPr>
            <p:cNvPr id="386" name="Freeform 6"/>
            <p:cNvSpPr/>
            <p:nvPr/>
          </p:nvSpPr>
          <p:spPr>
            <a:xfrm>
              <a:off x="8404200" y="419292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7" name="Freeform 6"/>
            <p:cNvSpPr/>
            <p:nvPr/>
          </p:nvSpPr>
          <p:spPr>
            <a:xfrm>
              <a:off x="8404200" y="419292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8" name="Group 40"/>
          <p:cNvGrpSpPr/>
          <p:nvPr/>
        </p:nvGrpSpPr>
        <p:grpSpPr>
          <a:xfrm>
            <a:off x="10012320" y="4192920"/>
            <a:ext cx="1326960" cy="1328400"/>
            <a:chOff x="10012320" y="4192920"/>
            <a:chExt cx="1326960" cy="1328400"/>
          </a:xfrm>
        </p:grpSpPr>
        <p:sp>
          <p:nvSpPr>
            <p:cNvPr id="389" name="Freeform 6"/>
            <p:cNvSpPr/>
            <p:nvPr/>
          </p:nvSpPr>
          <p:spPr>
            <a:xfrm>
              <a:off x="10012320" y="419292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0" name="Freeform 6"/>
            <p:cNvSpPr/>
            <p:nvPr/>
          </p:nvSpPr>
          <p:spPr>
            <a:xfrm>
              <a:off x="10012320" y="419292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1" name="Group 45"/>
          <p:cNvGrpSpPr/>
          <p:nvPr/>
        </p:nvGrpSpPr>
        <p:grpSpPr>
          <a:xfrm>
            <a:off x="6778800" y="2602440"/>
            <a:ext cx="1326960" cy="1328400"/>
            <a:chOff x="6778800" y="2602440"/>
            <a:chExt cx="1326960" cy="1328400"/>
          </a:xfrm>
        </p:grpSpPr>
        <p:sp>
          <p:nvSpPr>
            <p:cNvPr id="392" name="Freeform 6"/>
            <p:cNvSpPr/>
            <p:nvPr/>
          </p:nvSpPr>
          <p:spPr>
            <a:xfrm>
              <a:off x="6778800" y="26024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3" name="Freeform 6"/>
            <p:cNvSpPr/>
            <p:nvPr/>
          </p:nvSpPr>
          <p:spPr>
            <a:xfrm>
              <a:off x="6778800" y="26024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4" name="Group 50"/>
          <p:cNvGrpSpPr/>
          <p:nvPr/>
        </p:nvGrpSpPr>
        <p:grpSpPr>
          <a:xfrm>
            <a:off x="10012320" y="2602440"/>
            <a:ext cx="1326960" cy="1328400"/>
            <a:chOff x="10012320" y="2602440"/>
            <a:chExt cx="1326960" cy="1328400"/>
          </a:xfrm>
        </p:grpSpPr>
        <p:sp>
          <p:nvSpPr>
            <p:cNvPr id="395" name="Freeform 6"/>
            <p:cNvSpPr/>
            <p:nvPr/>
          </p:nvSpPr>
          <p:spPr>
            <a:xfrm>
              <a:off x="10012320" y="26024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6" name="Freeform 6"/>
            <p:cNvSpPr/>
            <p:nvPr/>
          </p:nvSpPr>
          <p:spPr>
            <a:xfrm>
              <a:off x="10012320" y="2602440"/>
              <a:ext cx="1326960" cy="1328400"/>
            </a:xfrm>
            <a:custGeom>
              <a:avLst/>
              <a:gdLst>
                <a:gd name="textAreaLeft" fmla="*/ 0 w 1326960"/>
                <a:gd name="textAreaRight" fmla="*/ 1341360 w 1326960"/>
                <a:gd name="textAreaTop" fmla="*/ 0 h 1328400"/>
                <a:gd name="textAreaBottom" fmla="*/ 1342800 h 1328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7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24640" cy="987480"/>
          </a:xfrm>
          <a:prstGeom prst="rect">
            <a:avLst/>
          </a:prstGeom>
          <a:ln w="0">
            <a:noFill/>
          </a:ln>
        </p:spPr>
      </p:pic>
      <p:sp>
        <p:nvSpPr>
          <p:cNvPr id="398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0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1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2" name="Group 4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403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4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5" name="Rectangle 60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06F9E1F-674E-4DE9-9D9E-3EEAA4D3400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Freeform 8"/>
          <p:cNvSpPr/>
          <p:nvPr/>
        </p:nvSpPr>
        <p:spPr>
          <a:xfrm rot="18117000">
            <a:off x="2330280" y="4887360"/>
            <a:ext cx="7433640" cy="2415600"/>
          </a:xfrm>
          <a:custGeom>
            <a:avLst/>
            <a:gdLst>
              <a:gd name="textAreaLeft" fmla="*/ 0 w 7433640"/>
              <a:gd name="textAreaRight" fmla="*/ 7448040 w 7433640"/>
              <a:gd name="textAreaTop" fmla="*/ 0 h 2415600"/>
              <a:gd name="textAreaBottom" fmla="*/ 2430000 h 241560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9" name="Freeform 9"/>
          <p:cNvSpPr/>
          <p:nvPr/>
        </p:nvSpPr>
        <p:spPr>
          <a:xfrm rot="3674400">
            <a:off x="2697480" y="922320"/>
            <a:ext cx="6380280" cy="2336400"/>
          </a:xfrm>
          <a:custGeom>
            <a:avLst/>
            <a:gdLst>
              <a:gd name="textAreaLeft" fmla="*/ 0 w 6380280"/>
              <a:gd name="textAreaRight" fmla="*/ 6394680 w 6380280"/>
              <a:gd name="textAreaTop" fmla="*/ 0 h 2336400"/>
              <a:gd name="textAreaBottom" fmla="*/ 2350800 h 233640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10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295400" cy="7331760"/>
          </a:xfrm>
          <a:prstGeom prst="rect">
            <a:avLst/>
          </a:prstGeom>
          <a:ln w="0">
            <a:noFill/>
          </a:ln>
        </p:spPr>
      </p:pic>
      <p:sp>
        <p:nvSpPr>
          <p:cNvPr id="411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4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5" name="Rectangle 10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B9B9E94-2475-4B20-AF45-2BF7D12920E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Freeform 66"/>
          <p:cNvSpPr/>
          <p:nvPr/>
        </p:nvSpPr>
        <p:spPr>
          <a:xfrm rot="370200">
            <a:off x="-2559240" y="-120312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9" name="Freeform 5"/>
          <p:cNvSpPr/>
          <p:nvPr/>
        </p:nvSpPr>
        <p:spPr>
          <a:xfrm>
            <a:off x="2153880" y="3953880"/>
            <a:ext cx="8045280" cy="1201680"/>
          </a:xfrm>
          <a:custGeom>
            <a:avLst/>
            <a:gdLst>
              <a:gd name="textAreaLeft" fmla="*/ 0 w 8045280"/>
              <a:gd name="textAreaRight" fmla="*/ 8059680 w 8045280"/>
              <a:gd name="textAreaTop" fmla="*/ 0 h 1201680"/>
              <a:gd name="textAreaBottom" fmla="*/ 1216080 h 120168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0" name="Freeform 6"/>
          <p:cNvSpPr/>
          <p:nvPr/>
        </p:nvSpPr>
        <p:spPr>
          <a:xfrm>
            <a:off x="1933200" y="2153520"/>
            <a:ext cx="8265960" cy="1785960"/>
          </a:xfrm>
          <a:custGeom>
            <a:avLst/>
            <a:gdLst>
              <a:gd name="textAreaLeft" fmla="*/ 0 w 8265960"/>
              <a:gd name="textAreaRight" fmla="*/ 8280360 w 8265960"/>
              <a:gd name="textAreaTop" fmla="*/ 0 h 1785960"/>
              <a:gd name="textAreaBottom" fmla="*/ 1800360 h 178596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1" name="Freeform 7"/>
          <p:cNvSpPr/>
          <p:nvPr/>
        </p:nvSpPr>
        <p:spPr>
          <a:xfrm>
            <a:off x="1933200" y="617040"/>
            <a:ext cx="8216640" cy="1522440"/>
          </a:xfrm>
          <a:custGeom>
            <a:avLst/>
            <a:gdLst>
              <a:gd name="textAreaLeft" fmla="*/ 0 w 8216640"/>
              <a:gd name="textAreaRight" fmla="*/ 8231040 w 8216640"/>
              <a:gd name="textAreaTop" fmla="*/ 0 h 1522440"/>
              <a:gd name="textAreaBottom" fmla="*/ 1536840 h 152244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2" name="Group 10"/>
          <p:cNvGrpSpPr/>
          <p:nvPr/>
        </p:nvGrpSpPr>
        <p:grpSpPr>
          <a:xfrm>
            <a:off x="3841200" y="4700880"/>
            <a:ext cx="291240" cy="291240"/>
            <a:chOff x="3841200" y="4700880"/>
            <a:chExt cx="291240" cy="291240"/>
          </a:xfrm>
        </p:grpSpPr>
        <p:sp>
          <p:nvSpPr>
            <p:cNvPr id="423" name="Oval 11"/>
            <p:cNvSpPr/>
            <p:nvPr/>
          </p:nvSpPr>
          <p:spPr>
            <a:xfrm>
              <a:off x="3841200" y="470088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4" name="Oval 28"/>
            <p:cNvSpPr/>
            <p:nvPr/>
          </p:nvSpPr>
          <p:spPr>
            <a:xfrm>
              <a:off x="3918600" y="477792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5" name="Group 13"/>
          <p:cNvGrpSpPr/>
          <p:nvPr/>
        </p:nvGrpSpPr>
        <p:grpSpPr>
          <a:xfrm>
            <a:off x="5922360" y="4700880"/>
            <a:ext cx="291240" cy="291240"/>
            <a:chOff x="5922360" y="4700880"/>
            <a:chExt cx="291240" cy="291240"/>
          </a:xfrm>
        </p:grpSpPr>
        <p:sp>
          <p:nvSpPr>
            <p:cNvPr id="426" name="Oval 14"/>
            <p:cNvSpPr/>
            <p:nvPr/>
          </p:nvSpPr>
          <p:spPr>
            <a:xfrm>
              <a:off x="5922360" y="470088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7" name="Oval 28"/>
            <p:cNvSpPr/>
            <p:nvPr/>
          </p:nvSpPr>
          <p:spPr>
            <a:xfrm>
              <a:off x="5999400" y="477792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8" name="Group 16"/>
          <p:cNvGrpSpPr/>
          <p:nvPr/>
        </p:nvGrpSpPr>
        <p:grpSpPr>
          <a:xfrm>
            <a:off x="7984080" y="4700880"/>
            <a:ext cx="291240" cy="291240"/>
            <a:chOff x="7984080" y="4700880"/>
            <a:chExt cx="291240" cy="291240"/>
          </a:xfrm>
        </p:grpSpPr>
        <p:sp>
          <p:nvSpPr>
            <p:cNvPr id="429" name="Oval 17"/>
            <p:cNvSpPr/>
            <p:nvPr/>
          </p:nvSpPr>
          <p:spPr>
            <a:xfrm>
              <a:off x="7984080" y="470088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0" name="Oval 28"/>
            <p:cNvSpPr/>
            <p:nvPr/>
          </p:nvSpPr>
          <p:spPr>
            <a:xfrm>
              <a:off x="8061120" y="477792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1" name="Group 19"/>
          <p:cNvGrpSpPr/>
          <p:nvPr/>
        </p:nvGrpSpPr>
        <p:grpSpPr>
          <a:xfrm>
            <a:off x="10055520" y="3793320"/>
            <a:ext cx="291240" cy="291240"/>
            <a:chOff x="10055520" y="3793320"/>
            <a:chExt cx="291240" cy="291240"/>
          </a:xfrm>
        </p:grpSpPr>
        <p:sp>
          <p:nvSpPr>
            <p:cNvPr id="432" name="Oval 20"/>
            <p:cNvSpPr/>
            <p:nvPr/>
          </p:nvSpPr>
          <p:spPr>
            <a:xfrm>
              <a:off x="10055520" y="379332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3" name="Oval 28"/>
            <p:cNvSpPr/>
            <p:nvPr/>
          </p:nvSpPr>
          <p:spPr>
            <a:xfrm>
              <a:off x="10132920" y="387036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4" name="Group 22"/>
          <p:cNvGrpSpPr/>
          <p:nvPr/>
        </p:nvGrpSpPr>
        <p:grpSpPr>
          <a:xfrm>
            <a:off x="3847680" y="2889360"/>
            <a:ext cx="291240" cy="291240"/>
            <a:chOff x="3847680" y="2889360"/>
            <a:chExt cx="291240" cy="291240"/>
          </a:xfrm>
        </p:grpSpPr>
        <p:sp>
          <p:nvSpPr>
            <p:cNvPr id="435" name="Oval 23"/>
            <p:cNvSpPr/>
            <p:nvPr/>
          </p:nvSpPr>
          <p:spPr>
            <a:xfrm>
              <a:off x="3847680" y="288936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6" name="Oval 28"/>
            <p:cNvSpPr/>
            <p:nvPr/>
          </p:nvSpPr>
          <p:spPr>
            <a:xfrm>
              <a:off x="3925080" y="296640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7" name="Group 25"/>
          <p:cNvGrpSpPr/>
          <p:nvPr/>
        </p:nvGrpSpPr>
        <p:grpSpPr>
          <a:xfrm>
            <a:off x="5912640" y="2895480"/>
            <a:ext cx="291240" cy="291240"/>
            <a:chOff x="5912640" y="2895480"/>
            <a:chExt cx="291240" cy="291240"/>
          </a:xfrm>
        </p:grpSpPr>
        <p:sp>
          <p:nvSpPr>
            <p:cNvPr id="438" name="Oval 26"/>
            <p:cNvSpPr/>
            <p:nvPr/>
          </p:nvSpPr>
          <p:spPr>
            <a:xfrm>
              <a:off x="5912640" y="289548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9" name="Oval 28"/>
            <p:cNvSpPr/>
            <p:nvPr/>
          </p:nvSpPr>
          <p:spPr>
            <a:xfrm>
              <a:off x="5990040" y="297288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0" name="Group 28"/>
          <p:cNvGrpSpPr/>
          <p:nvPr/>
        </p:nvGrpSpPr>
        <p:grpSpPr>
          <a:xfrm>
            <a:off x="7974360" y="2895480"/>
            <a:ext cx="291240" cy="291240"/>
            <a:chOff x="7974360" y="2895480"/>
            <a:chExt cx="291240" cy="291240"/>
          </a:xfrm>
        </p:grpSpPr>
        <p:sp>
          <p:nvSpPr>
            <p:cNvPr id="441" name="Oval 29"/>
            <p:cNvSpPr/>
            <p:nvPr/>
          </p:nvSpPr>
          <p:spPr>
            <a:xfrm>
              <a:off x="7974360" y="289548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2" name="Oval 28"/>
            <p:cNvSpPr/>
            <p:nvPr/>
          </p:nvSpPr>
          <p:spPr>
            <a:xfrm>
              <a:off x="8051760" y="297288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3" name="Group 31"/>
          <p:cNvGrpSpPr/>
          <p:nvPr/>
        </p:nvGrpSpPr>
        <p:grpSpPr>
          <a:xfrm>
            <a:off x="3847680" y="1094760"/>
            <a:ext cx="291240" cy="291240"/>
            <a:chOff x="3847680" y="1094760"/>
            <a:chExt cx="291240" cy="291240"/>
          </a:xfrm>
        </p:grpSpPr>
        <p:sp>
          <p:nvSpPr>
            <p:cNvPr id="444" name="Oval 32"/>
            <p:cNvSpPr/>
            <p:nvPr/>
          </p:nvSpPr>
          <p:spPr>
            <a:xfrm>
              <a:off x="3847680" y="109476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5" name="Oval 28"/>
            <p:cNvSpPr/>
            <p:nvPr/>
          </p:nvSpPr>
          <p:spPr>
            <a:xfrm>
              <a:off x="3925080" y="117216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6" name="Group 34"/>
          <p:cNvGrpSpPr/>
          <p:nvPr/>
        </p:nvGrpSpPr>
        <p:grpSpPr>
          <a:xfrm>
            <a:off x="5912640" y="1101240"/>
            <a:ext cx="291240" cy="291240"/>
            <a:chOff x="5912640" y="1101240"/>
            <a:chExt cx="291240" cy="291240"/>
          </a:xfrm>
        </p:grpSpPr>
        <p:sp>
          <p:nvSpPr>
            <p:cNvPr id="447" name="Oval 35"/>
            <p:cNvSpPr/>
            <p:nvPr/>
          </p:nvSpPr>
          <p:spPr>
            <a:xfrm>
              <a:off x="5912640" y="110124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8" name="Oval 28"/>
            <p:cNvSpPr/>
            <p:nvPr/>
          </p:nvSpPr>
          <p:spPr>
            <a:xfrm>
              <a:off x="5990040" y="117828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9" name="Group 37"/>
          <p:cNvGrpSpPr/>
          <p:nvPr/>
        </p:nvGrpSpPr>
        <p:grpSpPr>
          <a:xfrm>
            <a:off x="7974360" y="1101240"/>
            <a:ext cx="291240" cy="291240"/>
            <a:chOff x="7974360" y="1101240"/>
            <a:chExt cx="291240" cy="291240"/>
          </a:xfrm>
        </p:grpSpPr>
        <p:sp>
          <p:nvSpPr>
            <p:cNvPr id="450" name="Oval 38"/>
            <p:cNvSpPr/>
            <p:nvPr/>
          </p:nvSpPr>
          <p:spPr>
            <a:xfrm>
              <a:off x="7974360" y="110124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1" name="Oval 28"/>
            <p:cNvSpPr/>
            <p:nvPr/>
          </p:nvSpPr>
          <p:spPr>
            <a:xfrm>
              <a:off x="8051760" y="117828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2" name="Group 40"/>
          <p:cNvGrpSpPr/>
          <p:nvPr/>
        </p:nvGrpSpPr>
        <p:grpSpPr>
          <a:xfrm>
            <a:off x="1781280" y="1999080"/>
            <a:ext cx="291240" cy="291240"/>
            <a:chOff x="1781280" y="1999080"/>
            <a:chExt cx="291240" cy="291240"/>
          </a:xfrm>
        </p:grpSpPr>
        <p:sp>
          <p:nvSpPr>
            <p:cNvPr id="453" name="Oval 41"/>
            <p:cNvSpPr/>
            <p:nvPr/>
          </p:nvSpPr>
          <p:spPr>
            <a:xfrm>
              <a:off x="1781280" y="1999080"/>
              <a:ext cx="291240" cy="291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4" name="Oval 28"/>
            <p:cNvSpPr/>
            <p:nvPr/>
          </p:nvSpPr>
          <p:spPr>
            <a:xfrm>
              <a:off x="1858320" y="2076120"/>
              <a:ext cx="133560" cy="1317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5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7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8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9" name="Group 62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460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1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2" name="Rectangle 67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98F595E-5353-4E4B-A0BA-1872C0785E8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Freeform 25"/>
          <p:cNvSpPr/>
          <p:nvPr/>
        </p:nvSpPr>
        <p:spPr>
          <a:xfrm>
            <a:off x="-1935720" y="-101196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6" name="Group 9"/>
          <p:cNvGrpSpPr/>
          <p:nvPr/>
        </p:nvGrpSpPr>
        <p:grpSpPr>
          <a:xfrm>
            <a:off x="278280" y="1993320"/>
            <a:ext cx="2694240" cy="2696760"/>
            <a:chOff x="278280" y="1993320"/>
            <a:chExt cx="2694240" cy="2696760"/>
          </a:xfrm>
        </p:grpSpPr>
        <p:sp>
          <p:nvSpPr>
            <p:cNvPr id="467" name="Freeform 6"/>
            <p:cNvSpPr/>
            <p:nvPr/>
          </p:nvSpPr>
          <p:spPr>
            <a:xfrm>
              <a:off x="278280" y="1993320"/>
              <a:ext cx="2694240" cy="2696760"/>
            </a:xfrm>
            <a:custGeom>
              <a:avLst/>
              <a:gdLst>
                <a:gd name="textAreaLeft" fmla="*/ 0 w 2694240"/>
                <a:gd name="textAreaRight" fmla="*/ 2708640 w 2694240"/>
                <a:gd name="textAreaTop" fmla="*/ 0 h 2696760"/>
                <a:gd name="textAreaBottom" fmla="*/ 2711160 h 2696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8" name="Freeform 6"/>
            <p:cNvSpPr/>
            <p:nvPr/>
          </p:nvSpPr>
          <p:spPr>
            <a:xfrm>
              <a:off x="278280" y="1993320"/>
              <a:ext cx="2694240" cy="2696760"/>
            </a:xfrm>
            <a:custGeom>
              <a:avLst/>
              <a:gdLst>
                <a:gd name="textAreaLeft" fmla="*/ 0 w 2694240"/>
                <a:gd name="textAreaRight" fmla="*/ 2708640 w 2694240"/>
                <a:gd name="textAreaTop" fmla="*/ 0 h 2696760"/>
                <a:gd name="textAreaBottom" fmla="*/ 2711160 h 2696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9" name="Group 12"/>
          <p:cNvGrpSpPr/>
          <p:nvPr/>
        </p:nvGrpSpPr>
        <p:grpSpPr>
          <a:xfrm>
            <a:off x="3215520" y="1993320"/>
            <a:ext cx="2694240" cy="2696760"/>
            <a:chOff x="3215520" y="1993320"/>
            <a:chExt cx="2694240" cy="2696760"/>
          </a:xfrm>
        </p:grpSpPr>
        <p:sp>
          <p:nvSpPr>
            <p:cNvPr id="470" name="Freeform 6"/>
            <p:cNvSpPr/>
            <p:nvPr/>
          </p:nvSpPr>
          <p:spPr>
            <a:xfrm>
              <a:off x="3215520" y="1993320"/>
              <a:ext cx="2694240" cy="2696760"/>
            </a:xfrm>
            <a:custGeom>
              <a:avLst/>
              <a:gdLst>
                <a:gd name="textAreaLeft" fmla="*/ 0 w 2694240"/>
                <a:gd name="textAreaRight" fmla="*/ 2708640 w 2694240"/>
                <a:gd name="textAreaTop" fmla="*/ 0 h 2696760"/>
                <a:gd name="textAreaBottom" fmla="*/ 2711160 h 2696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1" name="Freeform 6"/>
            <p:cNvSpPr/>
            <p:nvPr/>
          </p:nvSpPr>
          <p:spPr>
            <a:xfrm>
              <a:off x="3215520" y="1993320"/>
              <a:ext cx="2694240" cy="2696760"/>
            </a:xfrm>
            <a:custGeom>
              <a:avLst/>
              <a:gdLst>
                <a:gd name="textAreaLeft" fmla="*/ 0 w 2694240"/>
                <a:gd name="textAreaRight" fmla="*/ 2708640 w 2694240"/>
                <a:gd name="textAreaTop" fmla="*/ 0 h 2696760"/>
                <a:gd name="textAreaBottom" fmla="*/ 2711160 h 2696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2" name="Group 15"/>
          <p:cNvGrpSpPr/>
          <p:nvPr/>
        </p:nvGrpSpPr>
        <p:grpSpPr>
          <a:xfrm>
            <a:off x="6266880" y="1993320"/>
            <a:ext cx="2694240" cy="2696760"/>
            <a:chOff x="6266880" y="1993320"/>
            <a:chExt cx="2694240" cy="2696760"/>
          </a:xfrm>
        </p:grpSpPr>
        <p:sp>
          <p:nvSpPr>
            <p:cNvPr id="473" name="Freeform 6"/>
            <p:cNvSpPr/>
            <p:nvPr/>
          </p:nvSpPr>
          <p:spPr>
            <a:xfrm>
              <a:off x="6266880" y="1993320"/>
              <a:ext cx="2694240" cy="2696760"/>
            </a:xfrm>
            <a:custGeom>
              <a:avLst/>
              <a:gdLst>
                <a:gd name="textAreaLeft" fmla="*/ 0 w 2694240"/>
                <a:gd name="textAreaRight" fmla="*/ 2708640 w 2694240"/>
                <a:gd name="textAreaTop" fmla="*/ 0 h 2696760"/>
                <a:gd name="textAreaBottom" fmla="*/ 2711160 h 2696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4" name="Freeform 6"/>
            <p:cNvSpPr/>
            <p:nvPr/>
          </p:nvSpPr>
          <p:spPr>
            <a:xfrm>
              <a:off x="6266880" y="1993320"/>
              <a:ext cx="2694240" cy="2696760"/>
            </a:xfrm>
            <a:custGeom>
              <a:avLst/>
              <a:gdLst>
                <a:gd name="textAreaLeft" fmla="*/ 0 w 2694240"/>
                <a:gd name="textAreaRight" fmla="*/ 2708640 w 2694240"/>
                <a:gd name="textAreaTop" fmla="*/ 0 h 2696760"/>
                <a:gd name="textAreaBottom" fmla="*/ 2711160 h 2696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5" name="Group 18"/>
          <p:cNvGrpSpPr/>
          <p:nvPr/>
        </p:nvGrpSpPr>
        <p:grpSpPr>
          <a:xfrm>
            <a:off x="9318240" y="1993320"/>
            <a:ext cx="2694240" cy="2696760"/>
            <a:chOff x="9318240" y="1993320"/>
            <a:chExt cx="2694240" cy="2696760"/>
          </a:xfrm>
        </p:grpSpPr>
        <p:sp>
          <p:nvSpPr>
            <p:cNvPr id="476" name="Freeform 6"/>
            <p:cNvSpPr/>
            <p:nvPr/>
          </p:nvSpPr>
          <p:spPr>
            <a:xfrm>
              <a:off x="9318240" y="1993320"/>
              <a:ext cx="2694240" cy="2696760"/>
            </a:xfrm>
            <a:custGeom>
              <a:avLst/>
              <a:gdLst>
                <a:gd name="textAreaLeft" fmla="*/ 0 w 2694240"/>
                <a:gd name="textAreaRight" fmla="*/ 2708640 w 2694240"/>
                <a:gd name="textAreaTop" fmla="*/ 0 h 2696760"/>
                <a:gd name="textAreaBottom" fmla="*/ 2711160 h 2696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7" name="Freeform 6"/>
            <p:cNvSpPr/>
            <p:nvPr/>
          </p:nvSpPr>
          <p:spPr>
            <a:xfrm>
              <a:off x="9318240" y="1993320"/>
              <a:ext cx="2694240" cy="2696760"/>
            </a:xfrm>
            <a:custGeom>
              <a:avLst/>
              <a:gdLst>
                <a:gd name="textAreaLeft" fmla="*/ 0 w 2694240"/>
                <a:gd name="textAreaRight" fmla="*/ 2708640 w 2694240"/>
                <a:gd name="textAreaTop" fmla="*/ 0 h 2696760"/>
                <a:gd name="textAreaBottom" fmla="*/ 2711160 h 2696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8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0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1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2" name="Group 21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483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4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5" name="Rectangle 26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D95935F-C2DD-45E9-8527-8961E491D64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Freeform 44"/>
          <p:cNvSpPr/>
          <p:nvPr/>
        </p:nvSpPr>
        <p:spPr>
          <a:xfrm rot="370200">
            <a:off x="-2174760" y="-152100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9" name="Group 41"/>
          <p:cNvGrpSpPr/>
          <p:nvPr/>
        </p:nvGrpSpPr>
        <p:grpSpPr>
          <a:xfrm>
            <a:off x="228600" y="1959840"/>
            <a:ext cx="11720520" cy="3587040"/>
            <a:chOff x="228600" y="1959840"/>
            <a:chExt cx="11720520" cy="3587040"/>
          </a:xfrm>
        </p:grpSpPr>
        <p:grpSp>
          <p:nvGrpSpPr>
            <p:cNvPr id="490" name="Group 5"/>
            <p:cNvGrpSpPr/>
            <p:nvPr/>
          </p:nvGrpSpPr>
          <p:grpSpPr>
            <a:xfrm>
              <a:off x="228600" y="1959840"/>
              <a:ext cx="2274480" cy="3587040"/>
              <a:chOff x="228600" y="1959840"/>
              <a:chExt cx="2274480" cy="3587040"/>
            </a:xfrm>
          </p:grpSpPr>
          <p:grpSp>
            <p:nvGrpSpPr>
              <p:cNvPr id="491" name="Group 6"/>
              <p:cNvGrpSpPr/>
              <p:nvPr/>
            </p:nvGrpSpPr>
            <p:grpSpPr>
              <a:xfrm>
                <a:off x="228600" y="1959840"/>
                <a:ext cx="2274480" cy="3587040"/>
                <a:chOff x="228600" y="1959840"/>
                <a:chExt cx="2274480" cy="3587040"/>
              </a:xfrm>
            </p:grpSpPr>
            <p:sp>
              <p:nvSpPr>
                <p:cNvPr id="492" name="Freeform 9"/>
                <p:cNvSpPr/>
                <p:nvPr/>
              </p:nvSpPr>
              <p:spPr>
                <a:xfrm>
                  <a:off x="228600" y="1959840"/>
                  <a:ext cx="2274480" cy="3587040"/>
                </a:xfrm>
                <a:custGeom>
                  <a:avLst/>
                  <a:gdLst>
                    <a:gd name="textAreaLeft" fmla="*/ 0 w 2274480"/>
                    <a:gd name="textAreaRight" fmla="*/ 2288880 w 2274480"/>
                    <a:gd name="textAreaTop" fmla="*/ 0 h 3587040"/>
                    <a:gd name="textAreaBottom" fmla="*/ 3601440 h 358704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3" name="Freeform 9"/>
                <p:cNvSpPr/>
                <p:nvPr/>
              </p:nvSpPr>
              <p:spPr>
                <a:xfrm>
                  <a:off x="228600" y="1959840"/>
                  <a:ext cx="2274480" cy="3587040"/>
                </a:xfrm>
                <a:custGeom>
                  <a:avLst/>
                  <a:gdLst>
                    <a:gd name="textAreaLeft" fmla="*/ 0 w 2274480"/>
                    <a:gd name="textAreaRight" fmla="*/ 2288880 w 2274480"/>
                    <a:gd name="textAreaTop" fmla="*/ 0 h 3587040"/>
                    <a:gd name="textAreaBottom" fmla="*/ 3601440 h 358704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4" name="Oval 7"/>
              <p:cNvSpPr/>
              <p:nvPr/>
            </p:nvSpPr>
            <p:spPr>
              <a:xfrm>
                <a:off x="658800" y="2261160"/>
                <a:ext cx="1428840" cy="142884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5" name="Group 10"/>
            <p:cNvGrpSpPr/>
            <p:nvPr/>
          </p:nvGrpSpPr>
          <p:grpSpPr>
            <a:xfrm>
              <a:off x="3373200" y="1959840"/>
              <a:ext cx="2278440" cy="3587040"/>
              <a:chOff x="3373200" y="1959840"/>
              <a:chExt cx="2278440" cy="3587040"/>
            </a:xfrm>
          </p:grpSpPr>
          <p:grpSp>
            <p:nvGrpSpPr>
              <p:cNvPr id="496" name="Group 11"/>
              <p:cNvGrpSpPr/>
              <p:nvPr/>
            </p:nvGrpSpPr>
            <p:grpSpPr>
              <a:xfrm>
                <a:off x="3373200" y="1959840"/>
                <a:ext cx="2278440" cy="3587040"/>
                <a:chOff x="3373200" y="1959840"/>
                <a:chExt cx="2278440" cy="3587040"/>
              </a:xfrm>
            </p:grpSpPr>
            <p:sp>
              <p:nvSpPr>
                <p:cNvPr id="497" name="Freeform 13"/>
                <p:cNvSpPr/>
                <p:nvPr/>
              </p:nvSpPr>
              <p:spPr>
                <a:xfrm>
                  <a:off x="3373200" y="1959840"/>
                  <a:ext cx="2278440" cy="3587040"/>
                </a:xfrm>
                <a:custGeom>
                  <a:avLst/>
                  <a:gdLst>
                    <a:gd name="textAreaLeft" fmla="*/ 0 w 2278440"/>
                    <a:gd name="textAreaRight" fmla="*/ 2292840 w 2278440"/>
                    <a:gd name="textAreaTop" fmla="*/ 0 h 3587040"/>
                    <a:gd name="textAreaBottom" fmla="*/ 3601440 h 3587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8" name="Freeform 13"/>
                <p:cNvSpPr/>
                <p:nvPr/>
              </p:nvSpPr>
              <p:spPr>
                <a:xfrm>
                  <a:off x="3373200" y="1959840"/>
                  <a:ext cx="2278440" cy="3587040"/>
                </a:xfrm>
                <a:custGeom>
                  <a:avLst/>
                  <a:gdLst>
                    <a:gd name="textAreaLeft" fmla="*/ 0 w 2278440"/>
                    <a:gd name="textAreaRight" fmla="*/ 2292840 w 2278440"/>
                    <a:gd name="textAreaTop" fmla="*/ 0 h 3587040"/>
                    <a:gd name="textAreaBottom" fmla="*/ 3601440 h 3587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9" name="Oval 12"/>
              <p:cNvSpPr/>
              <p:nvPr/>
            </p:nvSpPr>
            <p:spPr>
              <a:xfrm>
                <a:off x="3801240" y="2261160"/>
                <a:ext cx="1428840" cy="142884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0" name="Group 15"/>
            <p:cNvGrpSpPr/>
            <p:nvPr/>
          </p:nvGrpSpPr>
          <p:grpSpPr>
            <a:xfrm>
              <a:off x="6523920" y="1959840"/>
              <a:ext cx="2276640" cy="3587040"/>
              <a:chOff x="6523920" y="1959840"/>
              <a:chExt cx="2276640" cy="3587040"/>
            </a:xfrm>
          </p:grpSpPr>
          <p:grpSp>
            <p:nvGrpSpPr>
              <p:cNvPr id="501" name="Group 16"/>
              <p:cNvGrpSpPr/>
              <p:nvPr/>
            </p:nvGrpSpPr>
            <p:grpSpPr>
              <a:xfrm>
                <a:off x="6523920" y="1959840"/>
                <a:ext cx="2276640" cy="3587040"/>
                <a:chOff x="6523920" y="1959840"/>
                <a:chExt cx="2276640" cy="3587040"/>
              </a:xfrm>
            </p:grpSpPr>
            <p:sp>
              <p:nvSpPr>
                <p:cNvPr id="502" name="Freeform 17"/>
                <p:cNvSpPr/>
                <p:nvPr/>
              </p:nvSpPr>
              <p:spPr>
                <a:xfrm>
                  <a:off x="6523920" y="1959840"/>
                  <a:ext cx="2276640" cy="3587040"/>
                </a:xfrm>
                <a:custGeom>
                  <a:avLst/>
                  <a:gdLst>
                    <a:gd name="textAreaLeft" fmla="*/ 0 w 2276640"/>
                    <a:gd name="textAreaRight" fmla="*/ 2291040 w 2276640"/>
                    <a:gd name="textAreaTop" fmla="*/ 0 h 3587040"/>
                    <a:gd name="textAreaBottom" fmla="*/ 3601440 h 3587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3" name="Freeform 17"/>
                <p:cNvSpPr/>
                <p:nvPr/>
              </p:nvSpPr>
              <p:spPr>
                <a:xfrm>
                  <a:off x="6523920" y="1959840"/>
                  <a:ext cx="2276640" cy="3587040"/>
                </a:xfrm>
                <a:custGeom>
                  <a:avLst/>
                  <a:gdLst>
                    <a:gd name="textAreaLeft" fmla="*/ 0 w 2276640"/>
                    <a:gd name="textAreaRight" fmla="*/ 2291040 w 2276640"/>
                    <a:gd name="textAreaTop" fmla="*/ 0 h 3587040"/>
                    <a:gd name="textAreaBottom" fmla="*/ 3601440 h 3587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4" name="Oval 17"/>
              <p:cNvSpPr/>
              <p:nvPr/>
            </p:nvSpPr>
            <p:spPr>
              <a:xfrm>
                <a:off x="6953040" y="2261160"/>
                <a:ext cx="1428840" cy="142884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5" name="Group 20"/>
            <p:cNvGrpSpPr/>
            <p:nvPr/>
          </p:nvGrpSpPr>
          <p:grpSpPr>
            <a:xfrm>
              <a:off x="9672480" y="1959840"/>
              <a:ext cx="2276640" cy="3587040"/>
              <a:chOff x="9672480" y="1959840"/>
              <a:chExt cx="2276640" cy="3587040"/>
            </a:xfrm>
          </p:grpSpPr>
          <p:grpSp>
            <p:nvGrpSpPr>
              <p:cNvPr id="506" name="Group 21"/>
              <p:cNvGrpSpPr/>
              <p:nvPr/>
            </p:nvGrpSpPr>
            <p:grpSpPr>
              <a:xfrm>
                <a:off x="9672480" y="1959840"/>
                <a:ext cx="2276640" cy="3587040"/>
                <a:chOff x="9672480" y="1959840"/>
                <a:chExt cx="2276640" cy="3587040"/>
              </a:xfrm>
            </p:grpSpPr>
            <p:sp>
              <p:nvSpPr>
                <p:cNvPr id="507" name="Freeform 20"/>
                <p:cNvSpPr/>
                <p:nvPr/>
              </p:nvSpPr>
              <p:spPr>
                <a:xfrm>
                  <a:off x="9672480" y="1959840"/>
                  <a:ext cx="2276640" cy="3587040"/>
                </a:xfrm>
                <a:custGeom>
                  <a:avLst/>
                  <a:gdLst>
                    <a:gd name="textAreaLeft" fmla="*/ 0 w 2276640"/>
                    <a:gd name="textAreaRight" fmla="*/ 2291040 w 2276640"/>
                    <a:gd name="textAreaTop" fmla="*/ 0 h 3587040"/>
                    <a:gd name="textAreaBottom" fmla="*/ 3601440 h 3587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8" name="Freeform 20"/>
                <p:cNvSpPr/>
                <p:nvPr/>
              </p:nvSpPr>
              <p:spPr>
                <a:xfrm>
                  <a:off x="9672480" y="1959840"/>
                  <a:ext cx="2276640" cy="3587040"/>
                </a:xfrm>
                <a:custGeom>
                  <a:avLst/>
                  <a:gdLst>
                    <a:gd name="textAreaLeft" fmla="*/ 0 w 2276640"/>
                    <a:gd name="textAreaRight" fmla="*/ 2291040 w 2276640"/>
                    <a:gd name="textAreaTop" fmla="*/ 0 h 3587040"/>
                    <a:gd name="textAreaBottom" fmla="*/ 3601440 h 358704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9" name="Oval 22"/>
              <p:cNvSpPr/>
              <p:nvPr/>
            </p:nvSpPr>
            <p:spPr>
              <a:xfrm>
                <a:off x="10102680" y="2261160"/>
                <a:ext cx="1428840" cy="142884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10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2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3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4" name="Group 34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51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7" name="Rectangle 43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595681B-4EDA-42E0-A698-85E059E9020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Freeform 30"/>
          <p:cNvSpPr/>
          <p:nvPr/>
        </p:nvSpPr>
        <p:spPr>
          <a:xfrm>
            <a:off x="-1935720" y="-101196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21" name="Group 5"/>
          <p:cNvGrpSpPr/>
          <p:nvPr/>
        </p:nvGrpSpPr>
        <p:grpSpPr>
          <a:xfrm>
            <a:off x="811800" y="1545120"/>
            <a:ext cx="2883960" cy="4020480"/>
            <a:chOff x="811800" y="1545120"/>
            <a:chExt cx="2883960" cy="4020480"/>
          </a:xfrm>
        </p:grpSpPr>
        <p:sp>
          <p:nvSpPr>
            <p:cNvPr id="522" name="Freeform 6"/>
            <p:cNvSpPr/>
            <p:nvPr/>
          </p:nvSpPr>
          <p:spPr>
            <a:xfrm>
              <a:off x="811800" y="1545120"/>
              <a:ext cx="2883960" cy="4020480"/>
            </a:xfrm>
            <a:custGeom>
              <a:avLst/>
              <a:gdLst>
                <a:gd name="textAreaLeft" fmla="*/ 0 w 2883960"/>
                <a:gd name="textAreaRight" fmla="*/ 2898360 w 2883960"/>
                <a:gd name="textAreaTop" fmla="*/ 0 h 4020480"/>
                <a:gd name="textAreaBottom" fmla="*/ 4034880 h 4020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3" name="Freeform 30"/>
            <p:cNvSpPr/>
            <p:nvPr/>
          </p:nvSpPr>
          <p:spPr>
            <a:xfrm>
              <a:off x="811800" y="1545120"/>
              <a:ext cx="2883960" cy="4020480"/>
            </a:xfrm>
            <a:custGeom>
              <a:avLst/>
              <a:gdLst>
                <a:gd name="textAreaLeft" fmla="*/ 0 w 2883960"/>
                <a:gd name="textAreaRight" fmla="*/ 2898360 w 2883960"/>
                <a:gd name="textAreaTop" fmla="*/ 0 h 4020480"/>
                <a:gd name="textAreaBottom" fmla="*/ 4034880 h 4020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4" name="Text Placeholder 2"/>
          <p:cNvSpPr/>
          <p:nvPr/>
        </p:nvSpPr>
        <p:spPr>
          <a:xfrm>
            <a:off x="825120" y="1545120"/>
            <a:ext cx="2883960" cy="402048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7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8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9" name="Group 20"/>
          <p:cNvGrpSpPr/>
          <p:nvPr/>
        </p:nvGrpSpPr>
        <p:grpSpPr>
          <a:xfrm>
            <a:off x="4573440" y="1545120"/>
            <a:ext cx="2883960" cy="4020480"/>
            <a:chOff x="4573440" y="1545120"/>
            <a:chExt cx="2883960" cy="4020480"/>
          </a:xfrm>
        </p:grpSpPr>
        <p:sp>
          <p:nvSpPr>
            <p:cNvPr id="530" name="Freeform 21"/>
            <p:cNvSpPr/>
            <p:nvPr/>
          </p:nvSpPr>
          <p:spPr>
            <a:xfrm>
              <a:off x="4573440" y="1545120"/>
              <a:ext cx="2883960" cy="4020480"/>
            </a:xfrm>
            <a:custGeom>
              <a:avLst/>
              <a:gdLst>
                <a:gd name="textAreaLeft" fmla="*/ 0 w 2883960"/>
                <a:gd name="textAreaRight" fmla="*/ 2898360 w 2883960"/>
                <a:gd name="textAreaTop" fmla="*/ 0 h 4020480"/>
                <a:gd name="textAreaBottom" fmla="*/ 4034880 h 4020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1" name="Freeform 30"/>
            <p:cNvSpPr/>
            <p:nvPr/>
          </p:nvSpPr>
          <p:spPr>
            <a:xfrm>
              <a:off x="4573440" y="1545120"/>
              <a:ext cx="2883960" cy="4020480"/>
            </a:xfrm>
            <a:custGeom>
              <a:avLst/>
              <a:gdLst>
                <a:gd name="textAreaLeft" fmla="*/ 0 w 2883960"/>
                <a:gd name="textAreaRight" fmla="*/ 2898360 w 2883960"/>
                <a:gd name="textAreaTop" fmla="*/ 0 h 4020480"/>
                <a:gd name="textAreaBottom" fmla="*/ 4034880 h 4020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2" name="Text Placeholder 2"/>
          <p:cNvSpPr/>
          <p:nvPr/>
        </p:nvSpPr>
        <p:spPr>
          <a:xfrm>
            <a:off x="4587120" y="1545120"/>
            <a:ext cx="2883960" cy="402048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3" name="Group 24"/>
          <p:cNvGrpSpPr/>
          <p:nvPr/>
        </p:nvGrpSpPr>
        <p:grpSpPr>
          <a:xfrm>
            <a:off x="8362080" y="1545120"/>
            <a:ext cx="2883960" cy="4020480"/>
            <a:chOff x="8362080" y="1545120"/>
            <a:chExt cx="2883960" cy="4020480"/>
          </a:xfrm>
        </p:grpSpPr>
        <p:sp>
          <p:nvSpPr>
            <p:cNvPr id="534" name="Freeform 25"/>
            <p:cNvSpPr/>
            <p:nvPr/>
          </p:nvSpPr>
          <p:spPr>
            <a:xfrm>
              <a:off x="8362080" y="1545120"/>
              <a:ext cx="2883960" cy="4020480"/>
            </a:xfrm>
            <a:custGeom>
              <a:avLst/>
              <a:gdLst>
                <a:gd name="textAreaLeft" fmla="*/ 0 w 2883960"/>
                <a:gd name="textAreaRight" fmla="*/ 2898360 w 2883960"/>
                <a:gd name="textAreaTop" fmla="*/ 0 h 4020480"/>
                <a:gd name="textAreaBottom" fmla="*/ 4034880 h 4020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5" name="Freeform 30"/>
            <p:cNvSpPr/>
            <p:nvPr/>
          </p:nvSpPr>
          <p:spPr>
            <a:xfrm>
              <a:off x="8362080" y="1545120"/>
              <a:ext cx="2883960" cy="4020480"/>
            </a:xfrm>
            <a:custGeom>
              <a:avLst/>
              <a:gdLst>
                <a:gd name="textAreaLeft" fmla="*/ 0 w 2883960"/>
                <a:gd name="textAreaRight" fmla="*/ 2898360 w 2883960"/>
                <a:gd name="textAreaTop" fmla="*/ 0 h 4020480"/>
                <a:gd name="textAreaBottom" fmla="*/ 4034880 h 402048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6" name="Text Placeholder 2"/>
          <p:cNvSpPr/>
          <p:nvPr/>
        </p:nvSpPr>
        <p:spPr>
          <a:xfrm>
            <a:off x="8375760" y="1545120"/>
            <a:ext cx="2883960" cy="402048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7" name="Group 18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53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9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40" name="Rectangle 31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FA0A5F8-0280-41F4-ADFF-7E3E97FDBBC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Freeform 51"/>
          <p:cNvSpPr/>
          <p:nvPr/>
        </p:nvSpPr>
        <p:spPr>
          <a:xfrm>
            <a:off x="-1935720" y="-101196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4" name="Group 5"/>
          <p:cNvGrpSpPr/>
          <p:nvPr/>
        </p:nvGrpSpPr>
        <p:grpSpPr>
          <a:xfrm>
            <a:off x="10181520" y="3993840"/>
            <a:ext cx="338040" cy="343440"/>
            <a:chOff x="10181520" y="3993840"/>
            <a:chExt cx="338040" cy="343440"/>
          </a:xfrm>
        </p:grpSpPr>
        <p:sp>
          <p:nvSpPr>
            <p:cNvPr id="545" name="Oval 12"/>
            <p:cNvSpPr/>
            <p:nvPr/>
          </p:nvSpPr>
          <p:spPr>
            <a:xfrm>
              <a:off x="10272600" y="4090320"/>
              <a:ext cx="150840" cy="15084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6" name="Oval 16"/>
            <p:cNvSpPr/>
            <p:nvPr/>
          </p:nvSpPr>
          <p:spPr>
            <a:xfrm>
              <a:off x="10181520" y="3993840"/>
              <a:ext cx="338040" cy="34344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7" name="Group 8"/>
          <p:cNvGrpSpPr/>
          <p:nvPr/>
        </p:nvGrpSpPr>
        <p:grpSpPr>
          <a:xfrm>
            <a:off x="7273080" y="3992760"/>
            <a:ext cx="338040" cy="343440"/>
            <a:chOff x="7273080" y="3992760"/>
            <a:chExt cx="338040" cy="343440"/>
          </a:xfrm>
        </p:grpSpPr>
        <p:sp>
          <p:nvSpPr>
            <p:cNvPr id="548" name="Oval 13"/>
            <p:cNvSpPr/>
            <p:nvPr/>
          </p:nvSpPr>
          <p:spPr>
            <a:xfrm>
              <a:off x="7363800" y="4089240"/>
              <a:ext cx="156240" cy="15084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9" name="Oval 17"/>
            <p:cNvSpPr/>
            <p:nvPr/>
          </p:nvSpPr>
          <p:spPr>
            <a:xfrm>
              <a:off x="7273080" y="3992760"/>
              <a:ext cx="338040" cy="34344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0" name="Group 11"/>
          <p:cNvGrpSpPr/>
          <p:nvPr/>
        </p:nvGrpSpPr>
        <p:grpSpPr>
          <a:xfrm>
            <a:off x="4402440" y="3992760"/>
            <a:ext cx="343440" cy="343440"/>
            <a:chOff x="4402440" y="3992760"/>
            <a:chExt cx="343440" cy="343440"/>
          </a:xfrm>
        </p:grpSpPr>
        <p:sp>
          <p:nvSpPr>
            <p:cNvPr id="551" name="Oval 14"/>
            <p:cNvSpPr/>
            <p:nvPr/>
          </p:nvSpPr>
          <p:spPr>
            <a:xfrm>
              <a:off x="4498920" y="4089240"/>
              <a:ext cx="150840" cy="15084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2" name="Oval 18"/>
            <p:cNvSpPr/>
            <p:nvPr/>
          </p:nvSpPr>
          <p:spPr>
            <a:xfrm>
              <a:off x="4402440" y="3992760"/>
              <a:ext cx="343440" cy="34344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3" name="Group 14"/>
          <p:cNvGrpSpPr/>
          <p:nvPr/>
        </p:nvGrpSpPr>
        <p:grpSpPr>
          <a:xfrm>
            <a:off x="1364760" y="3992760"/>
            <a:ext cx="343440" cy="343440"/>
            <a:chOff x="1364760" y="3992760"/>
            <a:chExt cx="343440" cy="343440"/>
          </a:xfrm>
        </p:grpSpPr>
        <p:sp>
          <p:nvSpPr>
            <p:cNvPr id="554" name="Oval 15"/>
            <p:cNvSpPr/>
            <p:nvPr/>
          </p:nvSpPr>
          <p:spPr>
            <a:xfrm>
              <a:off x="1459440" y="4089240"/>
              <a:ext cx="152640" cy="15084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5" name="Oval 19"/>
            <p:cNvSpPr/>
            <p:nvPr/>
          </p:nvSpPr>
          <p:spPr>
            <a:xfrm>
              <a:off x="1364760" y="3992760"/>
              <a:ext cx="343440" cy="34344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6" name="Freeform 20"/>
          <p:cNvSpPr/>
          <p:nvPr/>
        </p:nvSpPr>
        <p:spPr>
          <a:xfrm>
            <a:off x="10322280" y="3063240"/>
            <a:ext cx="56520" cy="841320"/>
          </a:xfrm>
          <a:custGeom>
            <a:avLst/>
            <a:gdLst>
              <a:gd name="textAreaLeft" fmla="*/ 0 w 56520"/>
              <a:gd name="textAreaRight" fmla="*/ 70920 w 56520"/>
              <a:gd name="textAreaTop" fmla="*/ 0 h 841320"/>
              <a:gd name="textAreaBottom" fmla="*/ 855720 h 84132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1"/>
          <p:cNvSpPr/>
          <p:nvPr/>
        </p:nvSpPr>
        <p:spPr>
          <a:xfrm>
            <a:off x="7413840" y="3048840"/>
            <a:ext cx="56520" cy="841320"/>
          </a:xfrm>
          <a:custGeom>
            <a:avLst/>
            <a:gdLst>
              <a:gd name="textAreaLeft" fmla="*/ 0 w 56520"/>
              <a:gd name="textAreaRight" fmla="*/ 70920 w 56520"/>
              <a:gd name="textAreaTop" fmla="*/ 0 h 841320"/>
              <a:gd name="textAreaBottom" fmla="*/ 855720 h 84132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8" name="Freeform 22"/>
          <p:cNvSpPr/>
          <p:nvPr/>
        </p:nvSpPr>
        <p:spPr>
          <a:xfrm>
            <a:off x="4550040" y="3059640"/>
            <a:ext cx="54720" cy="841320"/>
          </a:xfrm>
          <a:custGeom>
            <a:avLst/>
            <a:gdLst>
              <a:gd name="textAreaLeft" fmla="*/ 0 w 54720"/>
              <a:gd name="textAreaRight" fmla="*/ 69120 w 54720"/>
              <a:gd name="textAreaTop" fmla="*/ 0 h 841320"/>
              <a:gd name="textAreaBottom" fmla="*/ 855720 h 84132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9" name="Freeform 23"/>
          <p:cNvSpPr/>
          <p:nvPr/>
        </p:nvSpPr>
        <p:spPr>
          <a:xfrm>
            <a:off x="1504800" y="3054240"/>
            <a:ext cx="54720" cy="841320"/>
          </a:xfrm>
          <a:custGeom>
            <a:avLst/>
            <a:gdLst>
              <a:gd name="textAreaLeft" fmla="*/ 0 w 54720"/>
              <a:gd name="textAreaRight" fmla="*/ 69120 w 54720"/>
              <a:gd name="textAreaTop" fmla="*/ 0 h 841320"/>
              <a:gd name="textAreaBottom" fmla="*/ 855720 h 84132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60" name="Group 54"/>
          <p:cNvGrpSpPr/>
          <p:nvPr/>
        </p:nvGrpSpPr>
        <p:grpSpPr>
          <a:xfrm>
            <a:off x="524520" y="986040"/>
            <a:ext cx="2162160" cy="2163960"/>
            <a:chOff x="524520" y="986040"/>
            <a:chExt cx="2162160" cy="2163960"/>
          </a:xfrm>
        </p:grpSpPr>
        <p:sp>
          <p:nvSpPr>
            <p:cNvPr id="561" name="Freeform 6"/>
            <p:cNvSpPr/>
            <p:nvPr/>
          </p:nvSpPr>
          <p:spPr>
            <a:xfrm>
              <a:off x="524520" y="986040"/>
              <a:ext cx="2162160" cy="2163960"/>
            </a:xfrm>
            <a:custGeom>
              <a:avLst/>
              <a:gdLst>
                <a:gd name="textAreaLeft" fmla="*/ 0 w 2162160"/>
                <a:gd name="textAreaRight" fmla="*/ 2176560 w 2162160"/>
                <a:gd name="textAreaTop" fmla="*/ 0 h 2163960"/>
                <a:gd name="textAreaBottom" fmla="*/ 2178360 h 2163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2" name="Freeform 6"/>
            <p:cNvSpPr/>
            <p:nvPr/>
          </p:nvSpPr>
          <p:spPr>
            <a:xfrm>
              <a:off x="524520" y="986040"/>
              <a:ext cx="2162160" cy="2163960"/>
            </a:xfrm>
            <a:custGeom>
              <a:avLst/>
              <a:gdLst>
                <a:gd name="textAreaLeft" fmla="*/ 0 w 2162160"/>
                <a:gd name="textAreaRight" fmla="*/ 2176560 w 2162160"/>
                <a:gd name="textAreaTop" fmla="*/ 0 h 2163960"/>
                <a:gd name="textAreaBottom" fmla="*/ 2178360 h 2163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3" name="Group 58"/>
          <p:cNvGrpSpPr/>
          <p:nvPr/>
        </p:nvGrpSpPr>
        <p:grpSpPr>
          <a:xfrm>
            <a:off x="3493080" y="979920"/>
            <a:ext cx="2162160" cy="2163960"/>
            <a:chOff x="3493080" y="979920"/>
            <a:chExt cx="2162160" cy="2163960"/>
          </a:xfrm>
        </p:grpSpPr>
        <p:sp>
          <p:nvSpPr>
            <p:cNvPr id="564" name="Freeform 6"/>
            <p:cNvSpPr/>
            <p:nvPr/>
          </p:nvSpPr>
          <p:spPr>
            <a:xfrm>
              <a:off x="3493080" y="979920"/>
              <a:ext cx="2162160" cy="2163960"/>
            </a:xfrm>
            <a:custGeom>
              <a:avLst/>
              <a:gdLst>
                <a:gd name="textAreaLeft" fmla="*/ 0 w 2162160"/>
                <a:gd name="textAreaRight" fmla="*/ 2176560 w 2162160"/>
                <a:gd name="textAreaTop" fmla="*/ 0 h 2163960"/>
                <a:gd name="textAreaBottom" fmla="*/ 2178360 h 2163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5" name="Freeform 6"/>
            <p:cNvSpPr/>
            <p:nvPr/>
          </p:nvSpPr>
          <p:spPr>
            <a:xfrm>
              <a:off x="3493080" y="979920"/>
              <a:ext cx="2162160" cy="2163960"/>
            </a:xfrm>
            <a:custGeom>
              <a:avLst/>
              <a:gdLst>
                <a:gd name="textAreaLeft" fmla="*/ 0 w 2162160"/>
                <a:gd name="textAreaRight" fmla="*/ 2176560 w 2162160"/>
                <a:gd name="textAreaTop" fmla="*/ 0 h 2163960"/>
                <a:gd name="textAreaBottom" fmla="*/ 2178360 h 2163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6" name="Group 62"/>
          <p:cNvGrpSpPr/>
          <p:nvPr/>
        </p:nvGrpSpPr>
        <p:grpSpPr>
          <a:xfrm>
            <a:off x="6459120" y="979920"/>
            <a:ext cx="2162160" cy="2163960"/>
            <a:chOff x="6459120" y="979920"/>
            <a:chExt cx="2162160" cy="2163960"/>
          </a:xfrm>
        </p:grpSpPr>
        <p:sp>
          <p:nvSpPr>
            <p:cNvPr id="567" name="Freeform 6"/>
            <p:cNvSpPr/>
            <p:nvPr/>
          </p:nvSpPr>
          <p:spPr>
            <a:xfrm>
              <a:off x="6459120" y="979920"/>
              <a:ext cx="2162160" cy="2163960"/>
            </a:xfrm>
            <a:custGeom>
              <a:avLst/>
              <a:gdLst>
                <a:gd name="textAreaLeft" fmla="*/ 0 w 2162160"/>
                <a:gd name="textAreaRight" fmla="*/ 2176560 w 2162160"/>
                <a:gd name="textAreaTop" fmla="*/ 0 h 2163960"/>
                <a:gd name="textAreaBottom" fmla="*/ 2178360 h 2163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8" name="Freeform 6"/>
            <p:cNvSpPr/>
            <p:nvPr/>
          </p:nvSpPr>
          <p:spPr>
            <a:xfrm>
              <a:off x="6459120" y="979920"/>
              <a:ext cx="2162160" cy="2163960"/>
            </a:xfrm>
            <a:custGeom>
              <a:avLst/>
              <a:gdLst>
                <a:gd name="textAreaLeft" fmla="*/ 0 w 2162160"/>
                <a:gd name="textAreaRight" fmla="*/ 2176560 w 2162160"/>
                <a:gd name="textAreaTop" fmla="*/ 0 h 2163960"/>
                <a:gd name="textAreaBottom" fmla="*/ 2178360 h 2163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9" name="Group 66"/>
          <p:cNvGrpSpPr/>
          <p:nvPr/>
        </p:nvGrpSpPr>
        <p:grpSpPr>
          <a:xfrm>
            <a:off x="9425160" y="979920"/>
            <a:ext cx="2162160" cy="2163960"/>
            <a:chOff x="9425160" y="979920"/>
            <a:chExt cx="2162160" cy="2163960"/>
          </a:xfrm>
        </p:grpSpPr>
        <p:sp>
          <p:nvSpPr>
            <p:cNvPr id="570" name="Freeform 6"/>
            <p:cNvSpPr/>
            <p:nvPr/>
          </p:nvSpPr>
          <p:spPr>
            <a:xfrm>
              <a:off x="9425160" y="979920"/>
              <a:ext cx="2162160" cy="2163960"/>
            </a:xfrm>
            <a:custGeom>
              <a:avLst/>
              <a:gdLst>
                <a:gd name="textAreaLeft" fmla="*/ 0 w 2162160"/>
                <a:gd name="textAreaRight" fmla="*/ 2176560 w 2162160"/>
                <a:gd name="textAreaTop" fmla="*/ 0 h 2163960"/>
                <a:gd name="textAreaBottom" fmla="*/ 2178360 h 2163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1" name="Freeform 6"/>
            <p:cNvSpPr/>
            <p:nvPr/>
          </p:nvSpPr>
          <p:spPr>
            <a:xfrm>
              <a:off x="9425160" y="979920"/>
              <a:ext cx="2162160" cy="2163960"/>
            </a:xfrm>
            <a:custGeom>
              <a:avLst/>
              <a:gdLst>
                <a:gd name="textAreaLeft" fmla="*/ 0 w 2162160"/>
                <a:gd name="textAreaRight" fmla="*/ 2176560 w 2162160"/>
                <a:gd name="textAreaTop" fmla="*/ 0 h 2163960"/>
                <a:gd name="textAreaBottom" fmla="*/ 2178360 h 21639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2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4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5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6" name="Group 47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57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9" name="Rectangle 52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8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C6D9C35-4FD1-444C-A1E0-67F0BA0AC4A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Freeform 97"/>
          <p:cNvSpPr/>
          <p:nvPr/>
        </p:nvSpPr>
        <p:spPr>
          <a:xfrm rot="370200">
            <a:off x="-2111760" y="-152892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3" name="Freeform 13"/>
          <p:cNvSpPr/>
          <p:nvPr/>
        </p:nvSpPr>
        <p:spPr>
          <a:xfrm>
            <a:off x="10452240" y="3330720"/>
            <a:ext cx="969840" cy="83880"/>
          </a:xfrm>
          <a:custGeom>
            <a:avLst/>
            <a:gdLst>
              <a:gd name="textAreaLeft" fmla="*/ 0 w 969840"/>
              <a:gd name="textAreaRight" fmla="*/ 984240 w 969840"/>
              <a:gd name="textAreaTop" fmla="*/ 0 h 83880"/>
              <a:gd name="textAreaBottom" fmla="*/ 98280 h 8388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4" name="Group 6"/>
          <p:cNvGrpSpPr/>
          <p:nvPr/>
        </p:nvGrpSpPr>
        <p:grpSpPr>
          <a:xfrm>
            <a:off x="1744560" y="2349360"/>
            <a:ext cx="1155240" cy="1065240"/>
            <a:chOff x="1744560" y="2349360"/>
            <a:chExt cx="1155240" cy="1065240"/>
          </a:xfrm>
        </p:grpSpPr>
        <p:sp>
          <p:nvSpPr>
            <p:cNvPr id="585" name="Freeform 6"/>
            <p:cNvSpPr/>
            <p:nvPr/>
          </p:nvSpPr>
          <p:spPr>
            <a:xfrm>
              <a:off x="1744560" y="2441520"/>
              <a:ext cx="1074600" cy="973080"/>
            </a:xfrm>
            <a:custGeom>
              <a:avLst/>
              <a:gdLst>
                <a:gd name="textAreaLeft" fmla="*/ 0 w 1074600"/>
                <a:gd name="textAreaRight" fmla="*/ 1089000 w 1074600"/>
                <a:gd name="textAreaTop" fmla="*/ 0 h 973080"/>
                <a:gd name="textAreaBottom" fmla="*/ 987480 h 973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6" name="Group 8"/>
            <p:cNvGrpSpPr/>
            <p:nvPr/>
          </p:nvGrpSpPr>
          <p:grpSpPr>
            <a:xfrm>
              <a:off x="2743560" y="2349360"/>
              <a:ext cx="156240" cy="156240"/>
              <a:chOff x="2743560" y="2349360"/>
              <a:chExt cx="156240" cy="156240"/>
            </a:xfrm>
          </p:grpSpPr>
          <p:sp>
            <p:nvSpPr>
              <p:cNvPr id="587" name="Oval 9"/>
              <p:cNvSpPr/>
              <p:nvPr/>
            </p:nvSpPr>
            <p:spPr>
              <a:xfrm>
                <a:off x="2743560" y="2349360"/>
                <a:ext cx="156240" cy="156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8" name="Oval 28"/>
              <p:cNvSpPr/>
              <p:nvPr/>
            </p:nvSpPr>
            <p:spPr>
              <a:xfrm>
                <a:off x="2786760" y="2392560"/>
                <a:ext cx="68040" cy="67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9" name="Group 11"/>
          <p:cNvGrpSpPr/>
          <p:nvPr/>
        </p:nvGrpSpPr>
        <p:grpSpPr>
          <a:xfrm>
            <a:off x="3921120" y="2349360"/>
            <a:ext cx="1159920" cy="1065240"/>
            <a:chOff x="3921120" y="2349360"/>
            <a:chExt cx="1159920" cy="1065240"/>
          </a:xfrm>
        </p:grpSpPr>
        <p:sp>
          <p:nvSpPr>
            <p:cNvPr id="590" name="Freeform 7"/>
            <p:cNvSpPr/>
            <p:nvPr/>
          </p:nvSpPr>
          <p:spPr>
            <a:xfrm>
              <a:off x="3921120" y="2441520"/>
              <a:ext cx="1074600" cy="973080"/>
            </a:xfrm>
            <a:custGeom>
              <a:avLst/>
              <a:gdLst>
                <a:gd name="textAreaLeft" fmla="*/ 0 w 1074600"/>
                <a:gd name="textAreaRight" fmla="*/ 1089000 w 1074600"/>
                <a:gd name="textAreaTop" fmla="*/ 0 h 973080"/>
                <a:gd name="textAreaBottom" fmla="*/ 987480 h 973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1" name="Group 13"/>
            <p:cNvGrpSpPr/>
            <p:nvPr/>
          </p:nvGrpSpPr>
          <p:grpSpPr>
            <a:xfrm>
              <a:off x="4924800" y="2349360"/>
              <a:ext cx="156240" cy="156240"/>
              <a:chOff x="4924800" y="2349360"/>
              <a:chExt cx="156240" cy="156240"/>
            </a:xfrm>
          </p:grpSpPr>
          <p:sp>
            <p:nvSpPr>
              <p:cNvPr id="592" name="Oval 14"/>
              <p:cNvSpPr/>
              <p:nvPr/>
            </p:nvSpPr>
            <p:spPr>
              <a:xfrm>
                <a:off x="4924800" y="2349360"/>
                <a:ext cx="156240" cy="156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3" name="Oval 28"/>
              <p:cNvSpPr/>
              <p:nvPr/>
            </p:nvSpPr>
            <p:spPr>
              <a:xfrm>
                <a:off x="4968000" y="2392560"/>
                <a:ext cx="68040" cy="67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4" name="Group 16"/>
          <p:cNvGrpSpPr/>
          <p:nvPr/>
        </p:nvGrpSpPr>
        <p:grpSpPr>
          <a:xfrm>
            <a:off x="6097680" y="2349360"/>
            <a:ext cx="1151280" cy="1065240"/>
            <a:chOff x="6097680" y="2349360"/>
            <a:chExt cx="1151280" cy="1065240"/>
          </a:xfrm>
        </p:grpSpPr>
        <p:sp>
          <p:nvSpPr>
            <p:cNvPr id="595" name="Freeform 8"/>
            <p:cNvSpPr/>
            <p:nvPr/>
          </p:nvSpPr>
          <p:spPr>
            <a:xfrm>
              <a:off x="6097680" y="2441520"/>
              <a:ext cx="1074600" cy="973080"/>
            </a:xfrm>
            <a:custGeom>
              <a:avLst/>
              <a:gdLst>
                <a:gd name="textAreaLeft" fmla="*/ 0 w 1074600"/>
                <a:gd name="textAreaRight" fmla="*/ 1089000 w 1074600"/>
                <a:gd name="textAreaTop" fmla="*/ 0 h 973080"/>
                <a:gd name="textAreaBottom" fmla="*/ 987480 h 973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6" name="Group 18"/>
            <p:cNvGrpSpPr/>
            <p:nvPr/>
          </p:nvGrpSpPr>
          <p:grpSpPr>
            <a:xfrm>
              <a:off x="7092720" y="2349360"/>
              <a:ext cx="156240" cy="156240"/>
              <a:chOff x="7092720" y="2349360"/>
              <a:chExt cx="156240" cy="156240"/>
            </a:xfrm>
          </p:grpSpPr>
          <p:sp>
            <p:nvSpPr>
              <p:cNvPr id="597" name="Oval 19"/>
              <p:cNvSpPr/>
              <p:nvPr/>
            </p:nvSpPr>
            <p:spPr>
              <a:xfrm>
                <a:off x="7092720" y="2349360"/>
                <a:ext cx="156240" cy="156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8" name="Oval 28"/>
              <p:cNvSpPr/>
              <p:nvPr/>
            </p:nvSpPr>
            <p:spPr>
              <a:xfrm>
                <a:off x="7135920" y="2392560"/>
                <a:ext cx="68040" cy="67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9" name="Group 21"/>
          <p:cNvGrpSpPr/>
          <p:nvPr/>
        </p:nvGrpSpPr>
        <p:grpSpPr>
          <a:xfrm>
            <a:off x="8273880" y="2349360"/>
            <a:ext cx="1149120" cy="1065240"/>
            <a:chOff x="8273880" y="2349360"/>
            <a:chExt cx="1149120" cy="1065240"/>
          </a:xfrm>
        </p:grpSpPr>
        <p:sp>
          <p:nvSpPr>
            <p:cNvPr id="600" name="Freeform 15"/>
            <p:cNvSpPr/>
            <p:nvPr/>
          </p:nvSpPr>
          <p:spPr>
            <a:xfrm>
              <a:off x="8273880" y="2441520"/>
              <a:ext cx="1074600" cy="973080"/>
            </a:xfrm>
            <a:custGeom>
              <a:avLst/>
              <a:gdLst>
                <a:gd name="textAreaLeft" fmla="*/ 0 w 1074600"/>
                <a:gd name="textAreaRight" fmla="*/ 1089000 w 1074600"/>
                <a:gd name="textAreaTop" fmla="*/ 0 h 973080"/>
                <a:gd name="textAreaBottom" fmla="*/ 987480 h 973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1" name="Group 23"/>
            <p:cNvGrpSpPr/>
            <p:nvPr/>
          </p:nvGrpSpPr>
          <p:grpSpPr>
            <a:xfrm>
              <a:off x="9266760" y="2349360"/>
              <a:ext cx="156240" cy="156240"/>
              <a:chOff x="9266760" y="2349360"/>
              <a:chExt cx="156240" cy="156240"/>
            </a:xfrm>
          </p:grpSpPr>
          <p:sp>
            <p:nvSpPr>
              <p:cNvPr id="602" name="Oval 24"/>
              <p:cNvSpPr/>
              <p:nvPr/>
            </p:nvSpPr>
            <p:spPr>
              <a:xfrm>
                <a:off x="9266760" y="2349360"/>
                <a:ext cx="156240" cy="156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3" name="Oval 28"/>
              <p:cNvSpPr/>
              <p:nvPr/>
            </p:nvSpPr>
            <p:spPr>
              <a:xfrm>
                <a:off x="9309960" y="2392560"/>
                <a:ext cx="68040" cy="67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4" name="Group 26"/>
          <p:cNvGrpSpPr/>
          <p:nvPr/>
        </p:nvGrpSpPr>
        <p:grpSpPr>
          <a:xfrm>
            <a:off x="758880" y="3429000"/>
            <a:ext cx="1054080" cy="1055520"/>
            <a:chOff x="758880" y="3429000"/>
            <a:chExt cx="1054080" cy="1055520"/>
          </a:xfrm>
        </p:grpSpPr>
        <p:sp>
          <p:nvSpPr>
            <p:cNvPr id="605" name="Freeform 9"/>
            <p:cNvSpPr/>
            <p:nvPr/>
          </p:nvSpPr>
          <p:spPr>
            <a:xfrm>
              <a:off x="758880" y="3429000"/>
              <a:ext cx="971280" cy="976320"/>
            </a:xfrm>
            <a:custGeom>
              <a:avLst/>
              <a:gdLst>
                <a:gd name="textAreaLeft" fmla="*/ 0 w 971280"/>
                <a:gd name="textAreaRight" fmla="*/ 985680 w 971280"/>
                <a:gd name="textAreaTop" fmla="*/ 0 h 976320"/>
                <a:gd name="textAreaBottom" fmla="*/ 990720 h 97632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6" name="Group 28"/>
            <p:cNvGrpSpPr/>
            <p:nvPr/>
          </p:nvGrpSpPr>
          <p:grpSpPr>
            <a:xfrm>
              <a:off x="1656720" y="4328280"/>
              <a:ext cx="156240" cy="156240"/>
              <a:chOff x="1656720" y="4328280"/>
              <a:chExt cx="156240" cy="156240"/>
            </a:xfrm>
          </p:grpSpPr>
          <p:sp>
            <p:nvSpPr>
              <p:cNvPr id="607" name="Oval 29"/>
              <p:cNvSpPr/>
              <p:nvPr/>
            </p:nvSpPr>
            <p:spPr>
              <a:xfrm>
                <a:off x="1656720" y="4328280"/>
                <a:ext cx="156240" cy="156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8" name="Oval 28"/>
              <p:cNvSpPr/>
              <p:nvPr/>
            </p:nvSpPr>
            <p:spPr>
              <a:xfrm>
                <a:off x="1699560" y="4371480"/>
                <a:ext cx="68040" cy="67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9" name="Group 31"/>
          <p:cNvGrpSpPr/>
          <p:nvPr/>
        </p:nvGrpSpPr>
        <p:grpSpPr>
          <a:xfrm>
            <a:off x="2833560" y="3432240"/>
            <a:ext cx="1160640" cy="1052280"/>
            <a:chOff x="2833560" y="3432240"/>
            <a:chExt cx="1160640" cy="1052280"/>
          </a:xfrm>
        </p:grpSpPr>
        <p:sp>
          <p:nvSpPr>
            <p:cNvPr id="610" name="Freeform 10"/>
            <p:cNvSpPr/>
            <p:nvPr/>
          </p:nvSpPr>
          <p:spPr>
            <a:xfrm>
              <a:off x="2833560" y="3432240"/>
              <a:ext cx="1073160" cy="973080"/>
            </a:xfrm>
            <a:custGeom>
              <a:avLst/>
              <a:gdLst>
                <a:gd name="textAreaLeft" fmla="*/ 0 w 1073160"/>
                <a:gd name="textAreaRight" fmla="*/ 1087560 w 1073160"/>
                <a:gd name="textAreaTop" fmla="*/ 0 h 973080"/>
                <a:gd name="textAreaBottom" fmla="*/ 987480 h 973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1" name="Group 33"/>
            <p:cNvGrpSpPr/>
            <p:nvPr/>
          </p:nvGrpSpPr>
          <p:grpSpPr>
            <a:xfrm>
              <a:off x="3837960" y="4328280"/>
              <a:ext cx="156240" cy="156240"/>
              <a:chOff x="3837960" y="4328280"/>
              <a:chExt cx="156240" cy="156240"/>
            </a:xfrm>
          </p:grpSpPr>
          <p:sp>
            <p:nvSpPr>
              <p:cNvPr id="612" name="Oval 34"/>
              <p:cNvSpPr/>
              <p:nvPr/>
            </p:nvSpPr>
            <p:spPr>
              <a:xfrm>
                <a:off x="3837960" y="4328280"/>
                <a:ext cx="156240" cy="156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3" name="Oval 28"/>
              <p:cNvSpPr/>
              <p:nvPr/>
            </p:nvSpPr>
            <p:spPr>
              <a:xfrm>
                <a:off x="3880800" y="4371480"/>
                <a:ext cx="68040" cy="67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4" name="Group 36"/>
          <p:cNvGrpSpPr/>
          <p:nvPr/>
        </p:nvGrpSpPr>
        <p:grpSpPr>
          <a:xfrm>
            <a:off x="5010120" y="3432240"/>
            <a:ext cx="1151640" cy="1052280"/>
            <a:chOff x="5010120" y="3432240"/>
            <a:chExt cx="1151640" cy="1052280"/>
          </a:xfrm>
        </p:grpSpPr>
        <p:sp>
          <p:nvSpPr>
            <p:cNvPr id="615" name="Freeform 11"/>
            <p:cNvSpPr/>
            <p:nvPr/>
          </p:nvSpPr>
          <p:spPr>
            <a:xfrm>
              <a:off x="5010120" y="3432240"/>
              <a:ext cx="1073160" cy="973080"/>
            </a:xfrm>
            <a:custGeom>
              <a:avLst/>
              <a:gdLst>
                <a:gd name="textAreaLeft" fmla="*/ 0 w 1073160"/>
                <a:gd name="textAreaRight" fmla="*/ 1087560 w 1073160"/>
                <a:gd name="textAreaTop" fmla="*/ 0 h 973080"/>
                <a:gd name="textAreaBottom" fmla="*/ 987480 h 973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6" name="Group 38"/>
            <p:cNvGrpSpPr/>
            <p:nvPr/>
          </p:nvGrpSpPr>
          <p:grpSpPr>
            <a:xfrm>
              <a:off x="6005520" y="4328280"/>
              <a:ext cx="156240" cy="156240"/>
              <a:chOff x="6005520" y="4328280"/>
              <a:chExt cx="156240" cy="156240"/>
            </a:xfrm>
          </p:grpSpPr>
          <p:sp>
            <p:nvSpPr>
              <p:cNvPr id="617" name="Oval 39"/>
              <p:cNvSpPr/>
              <p:nvPr/>
            </p:nvSpPr>
            <p:spPr>
              <a:xfrm>
                <a:off x="6005520" y="4328280"/>
                <a:ext cx="156240" cy="156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8" name="Oval 28"/>
              <p:cNvSpPr/>
              <p:nvPr/>
            </p:nvSpPr>
            <p:spPr>
              <a:xfrm>
                <a:off x="6048720" y="4371480"/>
                <a:ext cx="68040" cy="67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9" name="Group 41"/>
          <p:cNvGrpSpPr/>
          <p:nvPr/>
        </p:nvGrpSpPr>
        <p:grpSpPr>
          <a:xfrm>
            <a:off x="7186680" y="3432240"/>
            <a:ext cx="1149120" cy="1052280"/>
            <a:chOff x="7186680" y="3432240"/>
            <a:chExt cx="1149120" cy="1052280"/>
          </a:xfrm>
        </p:grpSpPr>
        <p:sp>
          <p:nvSpPr>
            <p:cNvPr id="620" name="Freeform 12"/>
            <p:cNvSpPr/>
            <p:nvPr/>
          </p:nvSpPr>
          <p:spPr>
            <a:xfrm>
              <a:off x="7186680" y="3432240"/>
              <a:ext cx="1073160" cy="973080"/>
            </a:xfrm>
            <a:custGeom>
              <a:avLst/>
              <a:gdLst>
                <a:gd name="textAreaLeft" fmla="*/ 0 w 1073160"/>
                <a:gd name="textAreaRight" fmla="*/ 1087560 w 1073160"/>
                <a:gd name="textAreaTop" fmla="*/ 0 h 973080"/>
                <a:gd name="textAreaBottom" fmla="*/ 987480 h 973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21" name="Group 43"/>
            <p:cNvGrpSpPr/>
            <p:nvPr/>
          </p:nvGrpSpPr>
          <p:grpSpPr>
            <a:xfrm>
              <a:off x="8179560" y="4328280"/>
              <a:ext cx="156240" cy="156240"/>
              <a:chOff x="8179560" y="4328280"/>
              <a:chExt cx="156240" cy="156240"/>
            </a:xfrm>
          </p:grpSpPr>
          <p:sp>
            <p:nvSpPr>
              <p:cNvPr id="622" name="Oval 44"/>
              <p:cNvSpPr/>
              <p:nvPr/>
            </p:nvSpPr>
            <p:spPr>
              <a:xfrm>
                <a:off x="8179560" y="4328280"/>
                <a:ext cx="156240" cy="156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3" name="Oval 28"/>
              <p:cNvSpPr/>
              <p:nvPr/>
            </p:nvSpPr>
            <p:spPr>
              <a:xfrm>
                <a:off x="8222760" y="4371480"/>
                <a:ext cx="68040" cy="67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4" name="Group 46"/>
          <p:cNvGrpSpPr/>
          <p:nvPr/>
        </p:nvGrpSpPr>
        <p:grpSpPr>
          <a:xfrm>
            <a:off x="1656720" y="3344760"/>
            <a:ext cx="156240" cy="156240"/>
            <a:chOff x="1656720" y="3344760"/>
            <a:chExt cx="156240" cy="156240"/>
          </a:xfrm>
        </p:grpSpPr>
        <p:sp>
          <p:nvSpPr>
            <p:cNvPr id="625" name="Oval 47"/>
            <p:cNvSpPr/>
            <p:nvPr/>
          </p:nvSpPr>
          <p:spPr>
            <a:xfrm>
              <a:off x="165672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6" name="Oval 28"/>
            <p:cNvSpPr/>
            <p:nvPr/>
          </p:nvSpPr>
          <p:spPr>
            <a:xfrm>
              <a:off x="169956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7" name="Group 49"/>
          <p:cNvGrpSpPr/>
          <p:nvPr/>
        </p:nvGrpSpPr>
        <p:grpSpPr>
          <a:xfrm>
            <a:off x="2746800" y="3344760"/>
            <a:ext cx="156240" cy="156240"/>
            <a:chOff x="2746800" y="3344760"/>
            <a:chExt cx="156240" cy="156240"/>
          </a:xfrm>
        </p:grpSpPr>
        <p:sp>
          <p:nvSpPr>
            <p:cNvPr id="628" name="Oval 50"/>
            <p:cNvSpPr/>
            <p:nvPr/>
          </p:nvSpPr>
          <p:spPr>
            <a:xfrm>
              <a:off x="274680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9" name="Oval 28"/>
            <p:cNvSpPr/>
            <p:nvPr/>
          </p:nvSpPr>
          <p:spPr>
            <a:xfrm>
              <a:off x="279000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0" name="Group 52"/>
          <p:cNvGrpSpPr/>
          <p:nvPr/>
        </p:nvGrpSpPr>
        <p:grpSpPr>
          <a:xfrm>
            <a:off x="3832200" y="3344760"/>
            <a:ext cx="156240" cy="156240"/>
            <a:chOff x="3832200" y="3344760"/>
            <a:chExt cx="156240" cy="156240"/>
          </a:xfrm>
        </p:grpSpPr>
        <p:sp>
          <p:nvSpPr>
            <p:cNvPr id="631" name="Oval 53"/>
            <p:cNvSpPr/>
            <p:nvPr/>
          </p:nvSpPr>
          <p:spPr>
            <a:xfrm>
              <a:off x="383220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2" name="Oval 28"/>
            <p:cNvSpPr/>
            <p:nvPr/>
          </p:nvSpPr>
          <p:spPr>
            <a:xfrm>
              <a:off x="387540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3" name="Group 55"/>
          <p:cNvGrpSpPr/>
          <p:nvPr/>
        </p:nvGrpSpPr>
        <p:grpSpPr>
          <a:xfrm>
            <a:off x="4921200" y="3344760"/>
            <a:ext cx="156240" cy="156240"/>
            <a:chOff x="4921200" y="3344760"/>
            <a:chExt cx="156240" cy="156240"/>
          </a:xfrm>
        </p:grpSpPr>
        <p:sp>
          <p:nvSpPr>
            <p:cNvPr id="634" name="Oval 56"/>
            <p:cNvSpPr/>
            <p:nvPr/>
          </p:nvSpPr>
          <p:spPr>
            <a:xfrm>
              <a:off x="492120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5" name="Oval 28"/>
            <p:cNvSpPr/>
            <p:nvPr/>
          </p:nvSpPr>
          <p:spPr>
            <a:xfrm>
              <a:off x="496440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6" name="Group 58"/>
          <p:cNvGrpSpPr/>
          <p:nvPr/>
        </p:nvGrpSpPr>
        <p:grpSpPr>
          <a:xfrm>
            <a:off x="6014880" y="3344760"/>
            <a:ext cx="156240" cy="156240"/>
            <a:chOff x="6014880" y="3344760"/>
            <a:chExt cx="156240" cy="156240"/>
          </a:xfrm>
        </p:grpSpPr>
        <p:sp>
          <p:nvSpPr>
            <p:cNvPr id="637" name="Oval 59"/>
            <p:cNvSpPr/>
            <p:nvPr/>
          </p:nvSpPr>
          <p:spPr>
            <a:xfrm>
              <a:off x="601488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8" name="Oval 28"/>
            <p:cNvSpPr/>
            <p:nvPr/>
          </p:nvSpPr>
          <p:spPr>
            <a:xfrm>
              <a:off x="605808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9" name="Group 61"/>
          <p:cNvGrpSpPr/>
          <p:nvPr/>
        </p:nvGrpSpPr>
        <p:grpSpPr>
          <a:xfrm>
            <a:off x="7098840" y="3344760"/>
            <a:ext cx="156240" cy="156240"/>
            <a:chOff x="7098840" y="3344760"/>
            <a:chExt cx="156240" cy="156240"/>
          </a:xfrm>
        </p:grpSpPr>
        <p:sp>
          <p:nvSpPr>
            <p:cNvPr id="640" name="Oval 62"/>
            <p:cNvSpPr/>
            <p:nvPr/>
          </p:nvSpPr>
          <p:spPr>
            <a:xfrm>
              <a:off x="709884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1" name="Oval 28"/>
            <p:cNvSpPr/>
            <p:nvPr/>
          </p:nvSpPr>
          <p:spPr>
            <a:xfrm>
              <a:off x="714204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2" name="Group 64"/>
          <p:cNvGrpSpPr/>
          <p:nvPr/>
        </p:nvGrpSpPr>
        <p:grpSpPr>
          <a:xfrm>
            <a:off x="8182800" y="3344760"/>
            <a:ext cx="156240" cy="156240"/>
            <a:chOff x="8182800" y="3344760"/>
            <a:chExt cx="156240" cy="156240"/>
          </a:xfrm>
        </p:grpSpPr>
        <p:sp>
          <p:nvSpPr>
            <p:cNvPr id="643" name="Oval 65"/>
            <p:cNvSpPr/>
            <p:nvPr/>
          </p:nvSpPr>
          <p:spPr>
            <a:xfrm>
              <a:off x="818280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4" name="Oval 28"/>
            <p:cNvSpPr/>
            <p:nvPr/>
          </p:nvSpPr>
          <p:spPr>
            <a:xfrm>
              <a:off x="822600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5" name="Group 67"/>
          <p:cNvGrpSpPr/>
          <p:nvPr/>
        </p:nvGrpSpPr>
        <p:grpSpPr>
          <a:xfrm>
            <a:off x="9363240" y="3432240"/>
            <a:ext cx="1152720" cy="1052280"/>
            <a:chOff x="9363240" y="3432240"/>
            <a:chExt cx="1152720" cy="1052280"/>
          </a:xfrm>
        </p:grpSpPr>
        <p:sp>
          <p:nvSpPr>
            <p:cNvPr id="646" name="Freeform 14"/>
            <p:cNvSpPr/>
            <p:nvPr/>
          </p:nvSpPr>
          <p:spPr>
            <a:xfrm>
              <a:off x="9363240" y="3432240"/>
              <a:ext cx="1074600" cy="973080"/>
            </a:xfrm>
            <a:custGeom>
              <a:avLst/>
              <a:gdLst>
                <a:gd name="textAreaLeft" fmla="*/ 0 w 1074600"/>
                <a:gd name="textAreaRight" fmla="*/ 1089000 w 1074600"/>
                <a:gd name="textAreaTop" fmla="*/ 0 h 973080"/>
                <a:gd name="textAreaBottom" fmla="*/ 987480 h 97308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7" name="Group 69"/>
            <p:cNvGrpSpPr/>
            <p:nvPr/>
          </p:nvGrpSpPr>
          <p:grpSpPr>
            <a:xfrm>
              <a:off x="10359720" y="4328280"/>
              <a:ext cx="156240" cy="156240"/>
              <a:chOff x="10359720" y="4328280"/>
              <a:chExt cx="156240" cy="156240"/>
            </a:xfrm>
          </p:grpSpPr>
          <p:sp>
            <p:nvSpPr>
              <p:cNvPr id="648" name="Oval 70"/>
              <p:cNvSpPr/>
              <p:nvPr/>
            </p:nvSpPr>
            <p:spPr>
              <a:xfrm>
                <a:off x="10359720" y="4328280"/>
                <a:ext cx="156240" cy="15624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9" name="Oval 28"/>
              <p:cNvSpPr/>
              <p:nvPr/>
            </p:nvSpPr>
            <p:spPr>
              <a:xfrm>
                <a:off x="10402920" y="4371480"/>
                <a:ext cx="68040" cy="6732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50" name="Group 72"/>
          <p:cNvGrpSpPr/>
          <p:nvPr/>
        </p:nvGrpSpPr>
        <p:grpSpPr>
          <a:xfrm>
            <a:off x="9272880" y="3344760"/>
            <a:ext cx="156240" cy="156240"/>
            <a:chOff x="9272880" y="3344760"/>
            <a:chExt cx="156240" cy="156240"/>
          </a:xfrm>
        </p:grpSpPr>
        <p:sp>
          <p:nvSpPr>
            <p:cNvPr id="651" name="Oval 73"/>
            <p:cNvSpPr/>
            <p:nvPr/>
          </p:nvSpPr>
          <p:spPr>
            <a:xfrm>
              <a:off x="927288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2" name="Oval 28"/>
            <p:cNvSpPr/>
            <p:nvPr/>
          </p:nvSpPr>
          <p:spPr>
            <a:xfrm>
              <a:off x="931608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3" name="Group 75"/>
          <p:cNvGrpSpPr/>
          <p:nvPr/>
        </p:nvGrpSpPr>
        <p:grpSpPr>
          <a:xfrm>
            <a:off x="10358640" y="3344760"/>
            <a:ext cx="156240" cy="156240"/>
            <a:chOff x="10358640" y="3344760"/>
            <a:chExt cx="156240" cy="156240"/>
          </a:xfrm>
        </p:grpSpPr>
        <p:sp>
          <p:nvSpPr>
            <p:cNvPr id="654" name="Oval 76"/>
            <p:cNvSpPr/>
            <p:nvPr/>
          </p:nvSpPr>
          <p:spPr>
            <a:xfrm>
              <a:off x="1035864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5" name="Oval 28"/>
            <p:cNvSpPr/>
            <p:nvPr/>
          </p:nvSpPr>
          <p:spPr>
            <a:xfrm>
              <a:off x="1040184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6" name="Group 78"/>
          <p:cNvGrpSpPr/>
          <p:nvPr/>
        </p:nvGrpSpPr>
        <p:grpSpPr>
          <a:xfrm>
            <a:off x="11351880" y="3344760"/>
            <a:ext cx="156240" cy="156240"/>
            <a:chOff x="11351880" y="3344760"/>
            <a:chExt cx="156240" cy="156240"/>
          </a:xfrm>
        </p:grpSpPr>
        <p:sp>
          <p:nvSpPr>
            <p:cNvPr id="657" name="Oval 79"/>
            <p:cNvSpPr/>
            <p:nvPr/>
          </p:nvSpPr>
          <p:spPr>
            <a:xfrm>
              <a:off x="1135188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8" name="Oval 28"/>
            <p:cNvSpPr/>
            <p:nvPr/>
          </p:nvSpPr>
          <p:spPr>
            <a:xfrm>
              <a:off x="1139508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9" name="Group 112"/>
          <p:cNvGrpSpPr/>
          <p:nvPr/>
        </p:nvGrpSpPr>
        <p:grpSpPr>
          <a:xfrm>
            <a:off x="673560" y="3344760"/>
            <a:ext cx="156240" cy="156240"/>
            <a:chOff x="673560" y="3344760"/>
            <a:chExt cx="156240" cy="156240"/>
          </a:xfrm>
        </p:grpSpPr>
        <p:sp>
          <p:nvSpPr>
            <p:cNvPr id="660" name="Oval 113"/>
            <p:cNvSpPr/>
            <p:nvPr/>
          </p:nvSpPr>
          <p:spPr>
            <a:xfrm>
              <a:off x="673560" y="3344760"/>
              <a:ext cx="156240" cy="156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1" name="Oval 28"/>
            <p:cNvSpPr/>
            <p:nvPr/>
          </p:nvSpPr>
          <p:spPr>
            <a:xfrm>
              <a:off x="716760" y="3387960"/>
              <a:ext cx="68040" cy="673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3760" bIns="23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2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4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5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6" name="Group 93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66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9" name="Rectangle 98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7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469D5FA-BBDE-40EB-AC7C-E80867D4A3F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9"/>
          <p:cNvSpPr/>
          <p:nvPr/>
        </p:nvSpPr>
        <p:spPr>
          <a:xfrm>
            <a:off x="4515120" y="4888800"/>
            <a:ext cx="3467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Grey_unpressed"/>
          <p:cNvSpPr/>
          <p:nvPr/>
        </p:nvSpPr>
        <p:spPr>
          <a:xfrm>
            <a:off x="2833920" y="2727720"/>
            <a:ext cx="6460200" cy="1508040"/>
          </a:xfrm>
          <a:custGeom>
            <a:avLst/>
            <a:gdLst>
              <a:gd name="textAreaLeft" fmla="*/ 0 w 6460200"/>
              <a:gd name="textAreaRight" fmla="*/ 6474600 w 6460200"/>
              <a:gd name="textAreaTop" fmla="*/ 0 h 1508040"/>
              <a:gd name="textAreaBottom" fmla="*/ 1522440 h 1508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4" name="Freeform 11"/>
          <p:cNvSpPr/>
          <p:nvPr/>
        </p:nvSpPr>
        <p:spPr>
          <a:xfrm>
            <a:off x="2435040" y="2589840"/>
            <a:ext cx="2425680" cy="2600640"/>
          </a:xfrm>
          <a:custGeom>
            <a:avLst/>
            <a:gdLst>
              <a:gd name="textAreaLeft" fmla="*/ 0 w 2425680"/>
              <a:gd name="textAreaRight" fmla="*/ 2440080 w 2425680"/>
              <a:gd name="textAreaTop" fmla="*/ 0 h 2600640"/>
              <a:gd name="textAreaBottom" fmla="*/ 2615040 h 2600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5" name="Oval 12"/>
          <p:cNvSpPr/>
          <p:nvPr/>
        </p:nvSpPr>
        <p:spPr>
          <a:xfrm>
            <a:off x="3103920" y="3080520"/>
            <a:ext cx="972360" cy="972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6" name="TextBox 13"/>
          <p:cNvSpPr/>
          <p:nvPr/>
        </p:nvSpPr>
        <p:spPr>
          <a:xfrm>
            <a:off x="4591800" y="3215160"/>
            <a:ext cx="3390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7" name="Group 14"/>
          <p:cNvGrpSpPr/>
          <p:nvPr/>
        </p:nvGrpSpPr>
        <p:grpSpPr>
          <a:xfrm>
            <a:off x="1717560" y="6498720"/>
            <a:ext cx="893520" cy="186840"/>
            <a:chOff x="1717560" y="6498720"/>
            <a:chExt cx="893520" cy="186840"/>
          </a:xfrm>
        </p:grpSpPr>
        <p:pic>
          <p:nvPicPr>
            <p:cNvPr id="678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76440" cy="176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9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197640" cy="17604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80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1560" cy="245520"/>
          </a:xfrm>
          <a:prstGeom prst="rect">
            <a:avLst/>
          </a:prstGeom>
          <a:ln w="0">
            <a:noFill/>
          </a:ln>
        </p:spPr>
      </p:pic>
      <p:sp>
        <p:nvSpPr>
          <p:cNvPr id="681" name="TextBox 5"/>
          <p:cNvSpPr/>
          <p:nvPr/>
        </p:nvSpPr>
        <p:spPr>
          <a:xfrm>
            <a:off x="1585440" y="64987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8"/>
          <p:cNvSpPr/>
          <p:nvPr/>
        </p:nvSpPr>
        <p:spPr>
          <a:xfrm>
            <a:off x="1585440" y="645480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19"/>
          <p:cNvSpPr/>
          <p:nvPr/>
        </p:nvSpPr>
        <p:spPr>
          <a:xfrm>
            <a:off x="1585440" y="65095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Box 17"/>
          <p:cNvSpPr/>
          <p:nvPr/>
        </p:nvSpPr>
        <p:spPr>
          <a:xfrm>
            <a:off x="7392960" y="6313680"/>
            <a:ext cx="56966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Rectangle 1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2647ED9-F520-46DE-960F-710F6019C97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Freeform 32"/>
          <p:cNvSpPr/>
          <p:nvPr/>
        </p:nvSpPr>
        <p:spPr>
          <a:xfrm>
            <a:off x="-1935720" y="-101196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9" name="Group 5"/>
          <p:cNvGrpSpPr/>
          <p:nvPr/>
        </p:nvGrpSpPr>
        <p:grpSpPr>
          <a:xfrm>
            <a:off x="837360" y="1394280"/>
            <a:ext cx="4995720" cy="1186920"/>
            <a:chOff x="837360" y="1394280"/>
            <a:chExt cx="4995720" cy="1186920"/>
          </a:xfrm>
        </p:grpSpPr>
        <p:sp>
          <p:nvSpPr>
            <p:cNvPr id="690" name="Freeform 6"/>
            <p:cNvSpPr/>
            <p:nvPr/>
          </p:nvSpPr>
          <p:spPr>
            <a:xfrm>
              <a:off x="837360" y="1397160"/>
              <a:ext cx="4995720" cy="1184040"/>
            </a:xfrm>
            <a:custGeom>
              <a:avLst/>
              <a:gdLst>
                <a:gd name="textAreaLeft" fmla="*/ 0 w 4995720"/>
                <a:gd name="textAreaRight" fmla="*/ 5010120 w 4995720"/>
                <a:gd name="textAreaTop" fmla="*/ 0 h 1184040"/>
                <a:gd name="textAreaBottom" fmla="*/ 1198440 h 1184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1" name="Freeform 6"/>
            <p:cNvSpPr/>
            <p:nvPr/>
          </p:nvSpPr>
          <p:spPr>
            <a:xfrm>
              <a:off x="837360" y="1394280"/>
              <a:ext cx="4995720" cy="1184040"/>
            </a:xfrm>
            <a:custGeom>
              <a:avLst/>
              <a:gdLst>
                <a:gd name="textAreaLeft" fmla="*/ 0 w 4995720"/>
                <a:gd name="textAreaRight" fmla="*/ 5010120 w 4995720"/>
                <a:gd name="textAreaTop" fmla="*/ 0 h 1184040"/>
                <a:gd name="textAreaBottom" fmla="*/ 1198440 h 1184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2" name="Group 8"/>
          <p:cNvGrpSpPr/>
          <p:nvPr/>
        </p:nvGrpSpPr>
        <p:grpSpPr>
          <a:xfrm>
            <a:off x="837360" y="2912040"/>
            <a:ext cx="4995720" cy="1186920"/>
            <a:chOff x="837360" y="2912040"/>
            <a:chExt cx="4995720" cy="1186920"/>
          </a:xfrm>
        </p:grpSpPr>
        <p:sp>
          <p:nvSpPr>
            <p:cNvPr id="693" name="Freeform 6"/>
            <p:cNvSpPr/>
            <p:nvPr/>
          </p:nvSpPr>
          <p:spPr>
            <a:xfrm>
              <a:off x="837360" y="2914920"/>
              <a:ext cx="4995720" cy="1184040"/>
            </a:xfrm>
            <a:custGeom>
              <a:avLst/>
              <a:gdLst>
                <a:gd name="textAreaLeft" fmla="*/ 0 w 4995720"/>
                <a:gd name="textAreaRight" fmla="*/ 5010120 w 4995720"/>
                <a:gd name="textAreaTop" fmla="*/ 0 h 1184040"/>
                <a:gd name="textAreaBottom" fmla="*/ 1198440 h 1184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4" name="Freeform 6"/>
            <p:cNvSpPr/>
            <p:nvPr/>
          </p:nvSpPr>
          <p:spPr>
            <a:xfrm>
              <a:off x="837360" y="2912040"/>
              <a:ext cx="4995720" cy="1184040"/>
            </a:xfrm>
            <a:custGeom>
              <a:avLst/>
              <a:gdLst>
                <a:gd name="textAreaLeft" fmla="*/ 0 w 4995720"/>
                <a:gd name="textAreaRight" fmla="*/ 5010120 w 4995720"/>
                <a:gd name="textAreaTop" fmla="*/ 0 h 1184040"/>
                <a:gd name="textAreaBottom" fmla="*/ 1198440 h 1184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5" name="Group 11"/>
          <p:cNvGrpSpPr/>
          <p:nvPr/>
        </p:nvGrpSpPr>
        <p:grpSpPr>
          <a:xfrm>
            <a:off x="837360" y="4462200"/>
            <a:ext cx="4995720" cy="1187280"/>
            <a:chOff x="837360" y="4462200"/>
            <a:chExt cx="4995720" cy="1187280"/>
          </a:xfrm>
        </p:grpSpPr>
        <p:sp>
          <p:nvSpPr>
            <p:cNvPr id="696" name="Freeform 6"/>
            <p:cNvSpPr/>
            <p:nvPr/>
          </p:nvSpPr>
          <p:spPr>
            <a:xfrm>
              <a:off x="837360" y="4465440"/>
              <a:ext cx="4995720" cy="1184040"/>
            </a:xfrm>
            <a:custGeom>
              <a:avLst/>
              <a:gdLst>
                <a:gd name="textAreaLeft" fmla="*/ 0 w 4995720"/>
                <a:gd name="textAreaRight" fmla="*/ 5010120 w 4995720"/>
                <a:gd name="textAreaTop" fmla="*/ 0 h 1184040"/>
                <a:gd name="textAreaBottom" fmla="*/ 1198440 h 1184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7" name="Freeform 6"/>
            <p:cNvSpPr/>
            <p:nvPr/>
          </p:nvSpPr>
          <p:spPr>
            <a:xfrm>
              <a:off x="837360" y="4462200"/>
              <a:ext cx="4995720" cy="1184040"/>
            </a:xfrm>
            <a:custGeom>
              <a:avLst/>
              <a:gdLst>
                <a:gd name="textAreaLeft" fmla="*/ 0 w 4995720"/>
                <a:gd name="textAreaRight" fmla="*/ 5010120 w 4995720"/>
                <a:gd name="textAreaTop" fmla="*/ 0 h 1184040"/>
                <a:gd name="textAreaBottom" fmla="*/ 1198440 h 118404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8" name="Group 18"/>
          <p:cNvGrpSpPr/>
          <p:nvPr/>
        </p:nvGrpSpPr>
        <p:grpSpPr>
          <a:xfrm>
            <a:off x="6685200" y="1352160"/>
            <a:ext cx="4678200" cy="4294080"/>
            <a:chOff x="6685200" y="1352160"/>
            <a:chExt cx="4678200" cy="4294080"/>
          </a:xfrm>
        </p:grpSpPr>
        <p:sp>
          <p:nvSpPr>
            <p:cNvPr id="699" name="Freeform 19"/>
            <p:cNvSpPr/>
            <p:nvPr/>
          </p:nvSpPr>
          <p:spPr>
            <a:xfrm>
              <a:off x="6685200" y="1352160"/>
              <a:ext cx="4678200" cy="4294080"/>
            </a:xfrm>
            <a:custGeom>
              <a:avLst/>
              <a:gdLst>
                <a:gd name="textAreaLeft" fmla="*/ 0 w 4678200"/>
                <a:gd name="textAreaRight" fmla="*/ 4692600 w 4678200"/>
                <a:gd name="textAreaTop" fmla="*/ 0 h 4294080"/>
                <a:gd name="textAreaBottom" fmla="*/ 4308480 h 42940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0" name="Freeform 6"/>
            <p:cNvSpPr/>
            <p:nvPr/>
          </p:nvSpPr>
          <p:spPr>
            <a:xfrm>
              <a:off x="6685200" y="1352160"/>
              <a:ext cx="4678200" cy="4294080"/>
            </a:xfrm>
            <a:custGeom>
              <a:avLst/>
              <a:gdLst>
                <a:gd name="textAreaLeft" fmla="*/ 0 w 4678200"/>
                <a:gd name="textAreaRight" fmla="*/ 4692600 w 4678200"/>
                <a:gd name="textAreaTop" fmla="*/ 0 h 4294080"/>
                <a:gd name="textAreaBottom" fmla="*/ 4308480 h 42940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1" name="Text Placeholder 6"/>
          <p:cNvSpPr/>
          <p:nvPr/>
        </p:nvSpPr>
        <p:spPr>
          <a:xfrm>
            <a:off x="6685200" y="1352160"/>
            <a:ext cx="4678200" cy="429408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4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5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6" name="Group 28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70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9" name="Rectangle 33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760AA9D-C5A8-4CE2-A8A4-3C45A7885D7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Freeform 55"/>
          <p:cNvSpPr/>
          <p:nvPr/>
        </p:nvSpPr>
        <p:spPr>
          <a:xfrm>
            <a:off x="-1935720" y="-101196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3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4" name="Group 6"/>
          <p:cNvGrpSpPr/>
          <p:nvPr/>
        </p:nvGrpSpPr>
        <p:grpSpPr>
          <a:xfrm>
            <a:off x="2272320" y="3737520"/>
            <a:ext cx="241200" cy="241200"/>
            <a:chOff x="2272320" y="3737520"/>
            <a:chExt cx="241200" cy="241200"/>
          </a:xfrm>
        </p:grpSpPr>
        <p:sp>
          <p:nvSpPr>
            <p:cNvPr id="715" name="Oval 7"/>
            <p:cNvSpPr/>
            <p:nvPr/>
          </p:nvSpPr>
          <p:spPr>
            <a:xfrm>
              <a:off x="2272320" y="3737520"/>
              <a:ext cx="241200" cy="241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6" name="Oval 28"/>
            <p:cNvSpPr/>
            <p:nvPr/>
          </p:nvSpPr>
          <p:spPr>
            <a:xfrm>
              <a:off x="2336760" y="3802320"/>
              <a:ext cx="109080" cy="108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8160" bIns="38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7" name="Group 9"/>
          <p:cNvGrpSpPr/>
          <p:nvPr/>
        </p:nvGrpSpPr>
        <p:grpSpPr>
          <a:xfrm>
            <a:off x="4667040" y="3737520"/>
            <a:ext cx="241200" cy="241200"/>
            <a:chOff x="4667040" y="3737520"/>
            <a:chExt cx="241200" cy="241200"/>
          </a:xfrm>
        </p:grpSpPr>
        <p:sp>
          <p:nvSpPr>
            <p:cNvPr id="718" name="Oval 10"/>
            <p:cNvSpPr/>
            <p:nvPr/>
          </p:nvSpPr>
          <p:spPr>
            <a:xfrm>
              <a:off x="4667040" y="3737520"/>
              <a:ext cx="241200" cy="241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9" name="Oval 28"/>
            <p:cNvSpPr/>
            <p:nvPr/>
          </p:nvSpPr>
          <p:spPr>
            <a:xfrm>
              <a:off x="4731480" y="3802320"/>
              <a:ext cx="109080" cy="108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8160" bIns="38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0" name="Group 12"/>
          <p:cNvGrpSpPr/>
          <p:nvPr/>
        </p:nvGrpSpPr>
        <p:grpSpPr>
          <a:xfrm>
            <a:off x="7063200" y="3737520"/>
            <a:ext cx="241200" cy="241200"/>
            <a:chOff x="7063200" y="3737520"/>
            <a:chExt cx="241200" cy="241200"/>
          </a:xfrm>
        </p:grpSpPr>
        <p:sp>
          <p:nvSpPr>
            <p:cNvPr id="721" name="Oval 13"/>
            <p:cNvSpPr/>
            <p:nvPr/>
          </p:nvSpPr>
          <p:spPr>
            <a:xfrm>
              <a:off x="7063200" y="3737520"/>
              <a:ext cx="241200" cy="241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2" name="Oval 28"/>
            <p:cNvSpPr/>
            <p:nvPr/>
          </p:nvSpPr>
          <p:spPr>
            <a:xfrm>
              <a:off x="7128000" y="3802320"/>
              <a:ext cx="109080" cy="108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8160" bIns="38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3" name="Group 15"/>
          <p:cNvGrpSpPr/>
          <p:nvPr/>
        </p:nvGrpSpPr>
        <p:grpSpPr>
          <a:xfrm>
            <a:off x="9452520" y="3737520"/>
            <a:ext cx="241200" cy="241200"/>
            <a:chOff x="9452520" y="3737520"/>
            <a:chExt cx="241200" cy="241200"/>
          </a:xfrm>
        </p:grpSpPr>
        <p:sp>
          <p:nvSpPr>
            <p:cNvPr id="724" name="Oval 16"/>
            <p:cNvSpPr/>
            <p:nvPr/>
          </p:nvSpPr>
          <p:spPr>
            <a:xfrm>
              <a:off x="9452520" y="3737520"/>
              <a:ext cx="241200" cy="241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5" name="Oval 28"/>
            <p:cNvSpPr/>
            <p:nvPr/>
          </p:nvSpPr>
          <p:spPr>
            <a:xfrm>
              <a:off x="9517320" y="3802320"/>
              <a:ext cx="109080" cy="108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8160" bIns="38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6" name="Group 19"/>
          <p:cNvGrpSpPr/>
          <p:nvPr/>
        </p:nvGrpSpPr>
        <p:grpSpPr>
          <a:xfrm>
            <a:off x="1460880" y="1296720"/>
            <a:ext cx="1882800" cy="1884960"/>
            <a:chOff x="1460880" y="1296720"/>
            <a:chExt cx="1882800" cy="1884960"/>
          </a:xfrm>
        </p:grpSpPr>
        <p:sp>
          <p:nvSpPr>
            <p:cNvPr id="727" name="Freeform 14"/>
            <p:cNvSpPr/>
            <p:nvPr/>
          </p:nvSpPr>
          <p:spPr>
            <a:xfrm>
              <a:off x="1460880" y="129672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8" name="Freeform 14"/>
            <p:cNvSpPr/>
            <p:nvPr/>
          </p:nvSpPr>
          <p:spPr>
            <a:xfrm>
              <a:off x="1460880" y="129672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9" name="Group 26"/>
          <p:cNvGrpSpPr/>
          <p:nvPr/>
        </p:nvGrpSpPr>
        <p:grpSpPr>
          <a:xfrm>
            <a:off x="3823920" y="1296720"/>
            <a:ext cx="1882800" cy="1884960"/>
            <a:chOff x="3823920" y="1296720"/>
            <a:chExt cx="1882800" cy="1884960"/>
          </a:xfrm>
        </p:grpSpPr>
        <p:sp>
          <p:nvSpPr>
            <p:cNvPr id="730" name="Freeform 14"/>
            <p:cNvSpPr/>
            <p:nvPr/>
          </p:nvSpPr>
          <p:spPr>
            <a:xfrm>
              <a:off x="3823920" y="129672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1" name="Freeform 14"/>
            <p:cNvSpPr/>
            <p:nvPr/>
          </p:nvSpPr>
          <p:spPr>
            <a:xfrm>
              <a:off x="3823920" y="129672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2" name="Group 33"/>
          <p:cNvGrpSpPr/>
          <p:nvPr/>
        </p:nvGrpSpPr>
        <p:grpSpPr>
          <a:xfrm>
            <a:off x="6215760" y="1296720"/>
            <a:ext cx="1882800" cy="1884960"/>
            <a:chOff x="6215760" y="1296720"/>
            <a:chExt cx="1882800" cy="1884960"/>
          </a:xfrm>
        </p:grpSpPr>
        <p:sp>
          <p:nvSpPr>
            <p:cNvPr id="733" name="Freeform 14"/>
            <p:cNvSpPr/>
            <p:nvPr/>
          </p:nvSpPr>
          <p:spPr>
            <a:xfrm>
              <a:off x="6215760" y="129672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4" name="Freeform 14"/>
            <p:cNvSpPr/>
            <p:nvPr/>
          </p:nvSpPr>
          <p:spPr>
            <a:xfrm>
              <a:off x="6215760" y="129672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5" name="Group 40"/>
          <p:cNvGrpSpPr/>
          <p:nvPr/>
        </p:nvGrpSpPr>
        <p:grpSpPr>
          <a:xfrm>
            <a:off x="8571240" y="1296720"/>
            <a:ext cx="1882800" cy="1884960"/>
            <a:chOff x="8571240" y="1296720"/>
            <a:chExt cx="1882800" cy="1884960"/>
          </a:xfrm>
        </p:grpSpPr>
        <p:sp>
          <p:nvSpPr>
            <p:cNvPr id="736" name="Freeform 14"/>
            <p:cNvSpPr/>
            <p:nvPr/>
          </p:nvSpPr>
          <p:spPr>
            <a:xfrm>
              <a:off x="8571240" y="129672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7" name="Freeform 14"/>
            <p:cNvSpPr/>
            <p:nvPr/>
          </p:nvSpPr>
          <p:spPr>
            <a:xfrm>
              <a:off x="8571240" y="129672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8" name="Text Placeholder 48"/>
          <p:cNvSpPr/>
          <p:nvPr/>
        </p:nvSpPr>
        <p:spPr>
          <a:xfrm>
            <a:off x="1460880" y="4126680"/>
            <a:ext cx="1882080" cy="163332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2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3823920" y="4136040"/>
            <a:ext cx="1882080" cy="163332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Placeholder 48"/>
          <p:cNvSpPr/>
          <p:nvPr/>
        </p:nvSpPr>
        <p:spPr>
          <a:xfrm>
            <a:off x="6208560" y="4126680"/>
            <a:ext cx="1882080" cy="163332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 Placeholder 48"/>
          <p:cNvSpPr/>
          <p:nvPr/>
        </p:nvSpPr>
        <p:spPr>
          <a:xfrm>
            <a:off x="8571240" y="4136040"/>
            <a:ext cx="1882080" cy="163332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6" name="Group 4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74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9" name="Rectangle 56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5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080DCE7-BD19-435F-8214-601B556EA23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Freeform 44"/>
          <p:cNvSpPr/>
          <p:nvPr/>
        </p:nvSpPr>
        <p:spPr>
          <a:xfrm rot="370200">
            <a:off x="-2058840" y="-132840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3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4" name="Group 6"/>
          <p:cNvGrpSpPr/>
          <p:nvPr/>
        </p:nvGrpSpPr>
        <p:grpSpPr>
          <a:xfrm>
            <a:off x="2378160" y="5424480"/>
            <a:ext cx="241200" cy="241200"/>
            <a:chOff x="2378160" y="5424480"/>
            <a:chExt cx="241200" cy="241200"/>
          </a:xfrm>
        </p:grpSpPr>
        <p:sp>
          <p:nvSpPr>
            <p:cNvPr id="755" name="Oval 7"/>
            <p:cNvSpPr/>
            <p:nvPr/>
          </p:nvSpPr>
          <p:spPr>
            <a:xfrm>
              <a:off x="2378160" y="5424480"/>
              <a:ext cx="241200" cy="241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6" name="Oval 28"/>
            <p:cNvSpPr/>
            <p:nvPr/>
          </p:nvSpPr>
          <p:spPr>
            <a:xfrm>
              <a:off x="2442600" y="5488920"/>
              <a:ext cx="109080" cy="108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8160" bIns="38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7" name="Group 9"/>
          <p:cNvGrpSpPr/>
          <p:nvPr/>
        </p:nvGrpSpPr>
        <p:grpSpPr>
          <a:xfrm>
            <a:off x="4772880" y="5424480"/>
            <a:ext cx="241200" cy="241200"/>
            <a:chOff x="4772880" y="5424480"/>
            <a:chExt cx="241200" cy="241200"/>
          </a:xfrm>
        </p:grpSpPr>
        <p:sp>
          <p:nvSpPr>
            <p:cNvPr id="758" name="Oval 10"/>
            <p:cNvSpPr/>
            <p:nvPr/>
          </p:nvSpPr>
          <p:spPr>
            <a:xfrm>
              <a:off x="4772880" y="5424480"/>
              <a:ext cx="241200" cy="241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9" name="Oval 28"/>
            <p:cNvSpPr/>
            <p:nvPr/>
          </p:nvSpPr>
          <p:spPr>
            <a:xfrm>
              <a:off x="4837320" y="5488920"/>
              <a:ext cx="109080" cy="108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8160" bIns="38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0" name="Group 12"/>
          <p:cNvGrpSpPr/>
          <p:nvPr/>
        </p:nvGrpSpPr>
        <p:grpSpPr>
          <a:xfrm>
            <a:off x="7169040" y="5424480"/>
            <a:ext cx="241200" cy="241200"/>
            <a:chOff x="7169040" y="5424480"/>
            <a:chExt cx="241200" cy="241200"/>
          </a:xfrm>
        </p:grpSpPr>
        <p:sp>
          <p:nvSpPr>
            <p:cNvPr id="761" name="Oval 13"/>
            <p:cNvSpPr/>
            <p:nvPr/>
          </p:nvSpPr>
          <p:spPr>
            <a:xfrm>
              <a:off x="7169040" y="5424480"/>
              <a:ext cx="241200" cy="241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2" name="Oval 28"/>
            <p:cNvSpPr/>
            <p:nvPr/>
          </p:nvSpPr>
          <p:spPr>
            <a:xfrm>
              <a:off x="7233840" y="5488920"/>
              <a:ext cx="109080" cy="108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8160" bIns="38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3" name="Group 15"/>
          <p:cNvGrpSpPr/>
          <p:nvPr/>
        </p:nvGrpSpPr>
        <p:grpSpPr>
          <a:xfrm>
            <a:off x="9558360" y="5424480"/>
            <a:ext cx="241200" cy="241200"/>
            <a:chOff x="9558360" y="5424480"/>
            <a:chExt cx="241200" cy="241200"/>
          </a:xfrm>
        </p:grpSpPr>
        <p:sp>
          <p:nvSpPr>
            <p:cNvPr id="764" name="Oval 16"/>
            <p:cNvSpPr/>
            <p:nvPr/>
          </p:nvSpPr>
          <p:spPr>
            <a:xfrm>
              <a:off x="9558360" y="5424480"/>
              <a:ext cx="241200" cy="241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5" name="Oval 28"/>
            <p:cNvSpPr/>
            <p:nvPr/>
          </p:nvSpPr>
          <p:spPr>
            <a:xfrm>
              <a:off x="9622800" y="5488920"/>
              <a:ext cx="109080" cy="108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8160" bIns="381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6" name="Group 19"/>
          <p:cNvGrpSpPr/>
          <p:nvPr/>
        </p:nvGrpSpPr>
        <p:grpSpPr>
          <a:xfrm>
            <a:off x="1566720" y="2983680"/>
            <a:ext cx="1882800" cy="1884960"/>
            <a:chOff x="1566720" y="2983680"/>
            <a:chExt cx="1882800" cy="1884960"/>
          </a:xfrm>
        </p:grpSpPr>
        <p:sp>
          <p:nvSpPr>
            <p:cNvPr id="767" name="Freeform 14"/>
            <p:cNvSpPr/>
            <p:nvPr/>
          </p:nvSpPr>
          <p:spPr>
            <a:xfrm>
              <a:off x="1566720" y="298368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8" name="Freeform 14"/>
            <p:cNvSpPr/>
            <p:nvPr/>
          </p:nvSpPr>
          <p:spPr>
            <a:xfrm>
              <a:off x="1566720" y="298368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9" name="Group 26"/>
          <p:cNvGrpSpPr/>
          <p:nvPr/>
        </p:nvGrpSpPr>
        <p:grpSpPr>
          <a:xfrm>
            <a:off x="3929760" y="2983680"/>
            <a:ext cx="1882800" cy="1884960"/>
            <a:chOff x="3929760" y="2983680"/>
            <a:chExt cx="1882800" cy="1884960"/>
          </a:xfrm>
        </p:grpSpPr>
        <p:sp>
          <p:nvSpPr>
            <p:cNvPr id="770" name="Freeform 14"/>
            <p:cNvSpPr/>
            <p:nvPr/>
          </p:nvSpPr>
          <p:spPr>
            <a:xfrm>
              <a:off x="3929760" y="298368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1" name="Freeform 14"/>
            <p:cNvSpPr/>
            <p:nvPr/>
          </p:nvSpPr>
          <p:spPr>
            <a:xfrm>
              <a:off x="3929760" y="298368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2" name="Group 33"/>
          <p:cNvGrpSpPr/>
          <p:nvPr/>
        </p:nvGrpSpPr>
        <p:grpSpPr>
          <a:xfrm>
            <a:off x="6321600" y="2983680"/>
            <a:ext cx="1882800" cy="1884960"/>
            <a:chOff x="6321600" y="2983680"/>
            <a:chExt cx="1882800" cy="1884960"/>
          </a:xfrm>
        </p:grpSpPr>
        <p:sp>
          <p:nvSpPr>
            <p:cNvPr id="773" name="Freeform 14"/>
            <p:cNvSpPr/>
            <p:nvPr/>
          </p:nvSpPr>
          <p:spPr>
            <a:xfrm>
              <a:off x="6321600" y="298368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4" name="Freeform 14"/>
            <p:cNvSpPr/>
            <p:nvPr/>
          </p:nvSpPr>
          <p:spPr>
            <a:xfrm>
              <a:off x="6321600" y="298368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5" name="Group 40"/>
          <p:cNvGrpSpPr/>
          <p:nvPr/>
        </p:nvGrpSpPr>
        <p:grpSpPr>
          <a:xfrm>
            <a:off x="8677080" y="2983680"/>
            <a:ext cx="1882800" cy="1884960"/>
            <a:chOff x="8677080" y="2983680"/>
            <a:chExt cx="1882800" cy="1884960"/>
          </a:xfrm>
        </p:grpSpPr>
        <p:sp>
          <p:nvSpPr>
            <p:cNvPr id="776" name="Freeform 14"/>
            <p:cNvSpPr/>
            <p:nvPr/>
          </p:nvSpPr>
          <p:spPr>
            <a:xfrm>
              <a:off x="8677080" y="298368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7" name="Freeform 14"/>
            <p:cNvSpPr/>
            <p:nvPr/>
          </p:nvSpPr>
          <p:spPr>
            <a:xfrm>
              <a:off x="8677080" y="2983680"/>
              <a:ext cx="1882800" cy="1884960"/>
            </a:xfrm>
            <a:custGeom>
              <a:avLst/>
              <a:gdLst>
                <a:gd name="textAreaLeft" fmla="*/ 0 w 1882800"/>
                <a:gd name="textAreaRight" fmla="*/ 1897200 w 1882800"/>
                <a:gd name="textAreaTop" fmla="*/ 0 h 1884960"/>
                <a:gd name="textAreaBottom" fmla="*/ 1899360 h 18849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8" name="Text Placeholder 51"/>
          <p:cNvSpPr/>
          <p:nvPr/>
        </p:nvSpPr>
        <p:spPr>
          <a:xfrm>
            <a:off x="1566720" y="2984400"/>
            <a:ext cx="1882800" cy="188424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3929760" y="2984400"/>
            <a:ext cx="1882800" cy="188424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Placeholder 51"/>
          <p:cNvSpPr/>
          <p:nvPr/>
        </p:nvSpPr>
        <p:spPr>
          <a:xfrm>
            <a:off x="6321600" y="2984400"/>
            <a:ext cx="1882800" cy="188424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Placeholder 51"/>
          <p:cNvSpPr/>
          <p:nvPr/>
        </p:nvSpPr>
        <p:spPr>
          <a:xfrm>
            <a:off x="8677440" y="2984400"/>
            <a:ext cx="1882800" cy="188424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4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5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6" name="Group 3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78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9" name="Rectangle 47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7C55204-6EE5-4413-9AA0-EAB56ABD4F2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Freeform 27"/>
          <p:cNvSpPr/>
          <p:nvPr/>
        </p:nvSpPr>
        <p:spPr>
          <a:xfrm rot="370200">
            <a:off x="-2215440" y="-101556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3" name="Freeform 7"/>
          <p:cNvSpPr/>
          <p:nvPr/>
        </p:nvSpPr>
        <p:spPr>
          <a:xfrm>
            <a:off x="6723000" y="1060560"/>
            <a:ext cx="4410000" cy="4436280"/>
          </a:xfrm>
          <a:custGeom>
            <a:avLst/>
            <a:gdLst>
              <a:gd name="textAreaLeft" fmla="*/ 0 w 4410000"/>
              <a:gd name="textAreaRight" fmla="*/ 4424400 w 4410000"/>
              <a:gd name="textAreaTop" fmla="*/ 0 h 4436280"/>
              <a:gd name="textAreaBottom" fmla="*/ 4450680 h 44362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4" name="Freeform 7"/>
          <p:cNvSpPr/>
          <p:nvPr/>
        </p:nvSpPr>
        <p:spPr>
          <a:xfrm>
            <a:off x="1149120" y="1060560"/>
            <a:ext cx="4410360" cy="4413960"/>
          </a:xfrm>
          <a:custGeom>
            <a:avLst/>
            <a:gdLst>
              <a:gd name="textAreaLeft" fmla="*/ 0 w 4410360"/>
              <a:gd name="textAreaRight" fmla="*/ 4424760 w 4410360"/>
              <a:gd name="textAreaTop" fmla="*/ 0 h 4413960"/>
              <a:gd name="textAreaBottom" fmla="*/ 4428360 h 4413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5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8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9" name="Freeform 28"/>
          <p:cNvSpPr/>
          <p:nvPr/>
        </p:nvSpPr>
        <p:spPr>
          <a:xfrm>
            <a:off x="-1855800" y="-133848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0" name="Group 1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801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2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3" name="Text Placeholder 14"/>
          <p:cNvSpPr/>
          <p:nvPr/>
        </p:nvSpPr>
        <p:spPr>
          <a:xfrm>
            <a:off x="6747120" y="1060560"/>
            <a:ext cx="4362480" cy="441468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ectangle 15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C0618F4-2A9C-4CDA-81C3-DC63FC12298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Grey_unpressed"/>
          <p:cNvSpPr/>
          <p:nvPr/>
        </p:nvSpPr>
        <p:spPr>
          <a:xfrm>
            <a:off x="2833920" y="2727720"/>
            <a:ext cx="6460200" cy="1508040"/>
          </a:xfrm>
          <a:custGeom>
            <a:avLst/>
            <a:gdLst>
              <a:gd name="textAreaLeft" fmla="*/ 0 w 6460200"/>
              <a:gd name="textAreaRight" fmla="*/ 6474600 w 6460200"/>
              <a:gd name="textAreaTop" fmla="*/ 0 h 1508040"/>
              <a:gd name="textAreaBottom" fmla="*/ 1522440 h 1508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8" name="Freeform 6"/>
          <p:cNvSpPr/>
          <p:nvPr/>
        </p:nvSpPr>
        <p:spPr>
          <a:xfrm>
            <a:off x="2435040" y="2589840"/>
            <a:ext cx="2425680" cy="2600640"/>
          </a:xfrm>
          <a:custGeom>
            <a:avLst/>
            <a:gdLst>
              <a:gd name="textAreaLeft" fmla="*/ 0 w 2425680"/>
              <a:gd name="textAreaRight" fmla="*/ 2440080 w 2425680"/>
              <a:gd name="textAreaTop" fmla="*/ 0 h 2600640"/>
              <a:gd name="textAreaBottom" fmla="*/ 2615040 h 2600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9" name="Oval 7"/>
          <p:cNvSpPr/>
          <p:nvPr/>
        </p:nvSpPr>
        <p:spPr>
          <a:xfrm>
            <a:off x="3103920" y="3080520"/>
            <a:ext cx="972360" cy="972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0" name="Group 8"/>
          <p:cNvGrpSpPr/>
          <p:nvPr/>
        </p:nvGrpSpPr>
        <p:grpSpPr>
          <a:xfrm>
            <a:off x="4008600" y="3031920"/>
            <a:ext cx="4110480" cy="899640"/>
            <a:chOff x="4008600" y="3031920"/>
            <a:chExt cx="4110480" cy="899640"/>
          </a:xfrm>
        </p:grpSpPr>
        <p:pic>
          <p:nvPicPr>
            <p:cNvPr id="811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24440" cy="851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2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49320" cy="851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3" name="Rectangle 12"/>
          <p:cNvSpPr/>
          <p:nvPr/>
        </p:nvSpPr>
        <p:spPr>
          <a:xfrm>
            <a:off x="11271960" y="256320"/>
            <a:ext cx="669240" cy="481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4" name="Group 11"/>
          <p:cNvGrpSpPr/>
          <p:nvPr/>
        </p:nvGrpSpPr>
        <p:grpSpPr>
          <a:xfrm>
            <a:off x="1527120" y="6498720"/>
            <a:ext cx="893520" cy="186840"/>
            <a:chOff x="1527120" y="6498720"/>
            <a:chExt cx="893520" cy="186840"/>
          </a:xfrm>
        </p:grpSpPr>
        <p:pic>
          <p:nvPicPr>
            <p:cNvPr id="815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76440" cy="176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6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197640" cy="176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7" name="TextBox 16"/>
          <p:cNvSpPr/>
          <p:nvPr/>
        </p:nvSpPr>
        <p:spPr>
          <a:xfrm>
            <a:off x="1395000" y="64987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7"/>
          <p:cNvSpPr/>
          <p:nvPr/>
        </p:nvSpPr>
        <p:spPr>
          <a:xfrm>
            <a:off x="1395000" y="645480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Box 18"/>
          <p:cNvSpPr/>
          <p:nvPr/>
        </p:nvSpPr>
        <p:spPr>
          <a:xfrm>
            <a:off x="1395000" y="65095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19"/>
          <p:cNvSpPr/>
          <p:nvPr/>
        </p:nvSpPr>
        <p:spPr>
          <a:xfrm>
            <a:off x="6386040" y="6313680"/>
            <a:ext cx="5696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1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45160" cy="2772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EEA84F0-4CE3-40C4-8597-4AFDF2F3E66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9"/>
          <p:cNvSpPr/>
          <p:nvPr/>
        </p:nvSpPr>
        <p:spPr>
          <a:xfrm>
            <a:off x="4515120" y="4888800"/>
            <a:ext cx="3467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Grey_unpressed"/>
          <p:cNvSpPr/>
          <p:nvPr/>
        </p:nvSpPr>
        <p:spPr>
          <a:xfrm>
            <a:off x="2833920" y="2727720"/>
            <a:ext cx="6460200" cy="1508040"/>
          </a:xfrm>
          <a:custGeom>
            <a:avLst/>
            <a:gdLst>
              <a:gd name="textAreaLeft" fmla="*/ 0 w 6460200"/>
              <a:gd name="textAreaRight" fmla="*/ 6474600 w 6460200"/>
              <a:gd name="textAreaTop" fmla="*/ 0 h 1508040"/>
              <a:gd name="textAreaBottom" fmla="*/ 1522440 h 150804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6" name="Freeform 11"/>
          <p:cNvSpPr/>
          <p:nvPr/>
        </p:nvSpPr>
        <p:spPr>
          <a:xfrm>
            <a:off x="2435040" y="2589840"/>
            <a:ext cx="2425680" cy="2600640"/>
          </a:xfrm>
          <a:custGeom>
            <a:avLst/>
            <a:gdLst>
              <a:gd name="textAreaLeft" fmla="*/ 0 w 2425680"/>
              <a:gd name="textAreaRight" fmla="*/ 2440080 w 2425680"/>
              <a:gd name="textAreaTop" fmla="*/ 0 h 2600640"/>
              <a:gd name="textAreaBottom" fmla="*/ 2615040 h 260064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7" name="Oval 12"/>
          <p:cNvSpPr/>
          <p:nvPr/>
        </p:nvSpPr>
        <p:spPr>
          <a:xfrm>
            <a:off x="3103920" y="3080520"/>
            <a:ext cx="972360" cy="972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8" name="TextBox 13"/>
          <p:cNvSpPr/>
          <p:nvPr/>
        </p:nvSpPr>
        <p:spPr>
          <a:xfrm>
            <a:off x="4606200" y="3220200"/>
            <a:ext cx="101746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9" name="Group 21"/>
          <p:cNvGrpSpPr/>
          <p:nvPr/>
        </p:nvGrpSpPr>
        <p:grpSpPr>
          <a:xfrm>
            <a:off x="1527120" y="6498720"/>
            <a:ext cx="893520" cy="186840"/>
            <a:chOff x="1527120" y="6498720"/>
            <a:chExt cx="893520" cy="186840"/>
          </a:xfrm>
        </p:grpSpPr>
        <p:pic>
          <p:nvPicPr>
            <p:cNvPr id="830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76440" cy="1760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31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197640" cy="176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2" name="TextBox 24"/>
          <p:cNvSpPr/>
          <p:nvPr/>
        </p:nvSpPr>
        <p:spPr>
          <a:xfrm>
            <a:off x="1395000" y="64987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5"/>
          <p:cNvSpPr/>
          <p:nvPr/>
        </p:nvSpPr>
        <p:spPr>
          <a:xfrm>
            <a:off x="1395000" y="645480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26"/>
          <p:cNvSpPr/>
          <p:nvPr/>
        </p:nvSpPr>
        <p:spPr>
          <a:xfrm>
            <a:off x="1395000" y="6509520"/>
            <a:ext cx="32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27"/>
          <p:cNvSpPr/>
          <p:nvPr/>
        </p:nvSpPr>
        <p:spPr>
          <a:xfrm>
            <a:off x="6386040" y="6313680"/>
            <a:ext cx="5696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6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45160" cy="277200"/>
          </a:xfrm>
          <a:prstGeom prst="rect">
            <a:avLst/>
          </a:prstGeom>
          <a:ln w="0">
            <a:noFill/>
          </a:ln>
        </p:spPr>
      </p:pic>
      <p:sp>
        <p:nvSpPr>
          <p:cNvPr id="837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A09D69F-8458-4848-99AE-3EBAB59FA0A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40" name="Group 5"/>
          <p:cNvGrpSpPr/>
          <p:nvPr/>
        </p:nvGrpSpPr>
        <p:grpSpPr>
          <a:xfrm>
            <a:off x="5942880" y="1173240"/>
            <a:ext cx="4766040" cy="4771080"/>
            <a:chOff x="5942880" y="1173240"/>
            <a:chExt cx="4766040" cy="4771080"/>
          </a:xfrm>
        </p:grpSpPr>
        <p:sp>
          <p:nvSpPr>
            <p:cNvPr id="841" name="Oval 101"/>
            <p:cNvSpPr/>
            <p:nvPr/>
          </p:nvSpPr>
          <p:spPr>
            <a:xfrm>
              <a:off x="5942880" y="1173240"/>
              <a:ext cx="4766040" cy="477108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2" name="Group 7"/>
            <p:cNvGrpSpPr/>
            <p:nvPr/>
          </p:nvGrpSpPr>
          <p:grpSpPr>
            <a:xfrm>
              <a:off x="6314040" y="1564200"/>
              <a:ext cx="3996000" cy="3996000"/>
              <a:chOff x="6314040" y="1564200"/>
              <a:chExt cx="3996000" cy="3996000"/>
            </a:xfrm>
          </p:grpSpPr>
          <p:sp>
            <p:nvSpPr>
              <p:cNvPr id="843" name="Oval 8"/>
              <p:cNvSpPr/>
              <p:nvPr/>
            </p:nvSpPr>
            <p:spPr>
              <a:xfrm>
                <a:off x="6314040" y="1564200"/>
                <a:ext cx="3996000" cy="39960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4" name="Oval 9"/>
              <p:cNvSpPr/>
              <p:nvPr/>
            </p:nvSpPr>
            <p:spPr>
              <a:xfrm>
                <a:off x="6314040" y="1564200"/>
                <a:ext cx="3996000" cy="39960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5" name="Chart 13"/>
          <p:cNvGraphicFramePr/>
          <p:nvPr/>
        </p:nvGraphicFramePr>
        <p:xfrm>
          <a:off x="4898880" y="1365840"/>
          <a:ext cx="6635520" cy="4194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6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7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8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9" name="object 384"/>
          <p:cNvSpPr/>
          <p:nvPr/>
        </p:nvSpPr>
        <p:spPr>
          <a:xfrm flipV="1">
            <a:off x="356760" y="670392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4"/>
          <p:cNvSpPr/>
          <p:nvPr/>
        </p:nvSpPr>
        <p:spPr>
          <a:xfrm>
            <a:off x="10477800" y="663120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object 384"/>
          <p:cNvSpPr/>
          <p:nvPr/>
        </p:nvSpPr>
        <p:spPr>
          <a:xfrm flipV="1" rot="10800000">
            <a:off x="6110640" y="671832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2" name="object 386"/>
          <p:cNvSpPr/>
          <p:nvPr/>
        </p:nvSpPr>
        <p:spPr>
          <a:xfrm>
            <a:off x="5927400" y="651744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3" name="Freeform 24"/>
          <p:cNvSpPr/>
          <p:nvPr/>
        </p:nvSpPr>
        <p:spPr>
          <a:xfrm>
            <a:off x="-1688040" y="-113904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4" name="Group 20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85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7" name="Rectangle 23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C2CDDB2-182F-48A9-849F-08002D1063B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60" name="Group 10"/>
          <p:cNvGrpSpPr/>
          <p:nvPr/>
        </p:nvGrpSpPr>
        <p:grpSpPr>
          <a:xfrm>
            <a:off x="4579920" y="1447920"/>
            <a:ext cx="2931840" cy="2935080"/>
            <a:chOff x="4579920" y="1447920"/>
            <a:chExt cx="2931840" cy="2935080"/>
          </a:xfrm>
        </p:grpSpPr>
        <p:sp>
          <p:nvSpPr>
            <p:cNvPr id="861" name="Oval 101"/>
            <p:cNvSpPr/>
            <p:nvPr/>
          </p:nvSpPr>
          <p:spPr>
            <a:xfrm>
              <a:off x="4579920" y="1447920"/>
              <a:ext cx="2931840" cy="293508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2" name="Group 12"/>
            <p:cNvGrpSpPr/>
            <p:nvPr/>
          </p:nvGrpSpPr>
          <p:grpSpPr>
            <a:xfrm>
              <a:off x="4808880" y="1688760"/>
              <a:ext cx="2457360" cy="2457360"/>
              <a:chOff x="4808880" y="1688760"/>
              <a:chExt cx="2457360" cy="2457360"/>
            </a:xfrm>
          </p:grpSpPr>
          <p:sp>
            <p:nvSpPr>
              <p:cNvPr id="863" name="Oval 13"/>
              <p:cNvSpPr/>
              <p:nvPr/>
            </p:nvSpPr>
            <p:spPr>
              <a:xfrm>
                <a:off x="4808880" y="1688760"/>
                <a:ext cx="2457360" cy="2457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4" name="Oval 14"/>
              <p:cNvSpPr/>
              <p:nvPr/>
            </p:nvSpPr>
            <p:spPr>
              <a:xfrm>
                <a:off x="4808880" y="1688760"/>
                <a:ext cx="2457360" cy="2457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5" name="Group 15"/>
          <p:cNvGrpSpPr/>
          <p:nvPr/>
        </p:nvGrpSpPr>
        <p:grpSpPr>
          <a:xfrm>
            <a:off x="1096920" y="1447920"/>
            <a:ext cx="2931840" cy="2935080"/>
            <a:chOff x="1096920" y="1447920"/>
            <a:chExt cx="2931840" cy="2935080"/>
          </a:xfrm>
        </p:grpSpPr>
        <p:sp>
          <p:nvSpPr>
            <p:cNvPr id="866" name="Oval 101"/>
            <p:cNvSpPr/>
            <p:nvPr/>
          </p:nvSpPr>
          <p:spPr>
            <a:xfrm>
              <a:off x="1096920" y="1447920"/>
              <a:ext cx="2931840" cy="293508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7" name="Group 17"/>
            <p:cNvGrpSpPr/>
            <p:nvPr/>
          </p:nvGrpSpPr>
          <p:grpSpPr>
            <a:xfrm>
              <a:off x="1325880" y="1688760"/>
              <a:ext cx="2457360" cy="2457360"/>
              <a:chOff x="1325880" y="1688760"/>
              <a:chExt cx="2457360" cy="2457360"/>
            </a:xfrm>
          </p:grpSpPr>
          <p:sp>
            <p:nvSpPr>
              <p:cNvPr id="868" name="Oval 18"/>
              <p:cNvSpPr/>
              <p:nvPr/>
            </p:nvSpPr>
            <p:spPr>
              <a:xfrm>
                <a:off x="1325880" y="1688760"/>
                <a:ext cx="2457360" cy="2457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9" name="Oval 19"/>
              <p:cNvSpPr/>
              <p:nvPr/>
            </p:nvSpPr>
            <p:spPr>
              <a:xfrm>
                <a:off x="1325880" y="1688760"/>
                <a:ext cx="2457360" cy="2457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70" name="Chart 20"/>
          <p:cNvGraphicFramePr/>
          <p:nvPr/>
        </p:nvGraphicFramePr>
        <p:xfrm>
          <a:off x="525600" y="1632600"/>
          <a:ext cx="4081680" cy="2578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2180160" y="27525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2" name="Chart 22"/>
          <p:cNvGraphicFramePr/>
          <p:nvPr/>
        </p:nvGraphicFramePr>
        <p:xfrm>
          <a:off x="3995280" y="1632600"/>
          <a:ext cx="4081680" cy="2578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3" name="Rectangle 120"/>
          <p:cNvSpPr/>
          <p:nvPr/>
        </p:nvSpPr>
        <p:spPr>
          <a:xfrm>
            <a:off x="5719320" y="27597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19"/>
          <p:cNvSpPr/>
          <p:nvPr/>
        </p:nvSpPr>
        <p:spPr>
          <a:xfrm>
            <a:off x="1720800" y="4778280"/>
            <a:ext cx="1673280" cy="434880"/>
          </a:xfrm>
          <a:custGeom>
            <a:avLst/>
            <a:gdLst>
              <a:gd name="textAreaLeft" fmla="*/ 0 w 1673280"/>
              <a:gd name="textAreaRight" fmla="*/ 1687680 w 1673280"/>
              <a:gd name="textAreaTop" fmla="*/ 0 h 434880"/>
              <a:gd name="textAreaBottom" fmla="*/ 449280 h 43488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1"/>
          <p:cNvSpPr/>
          <p:nvPr/>
        </p:nvSpPr>
        <p:spPr>
          <a:xfrm>
            <a:off x="5224320" y="4778280"/>
            <a:ext cx="1671480" cy="434880"/>
          </a:xfrm>
          <a:custGeom>
            <a:avLst/>
            <a:gdLst>
              <a:gd name="textAreaLeft" fmla="*/ 0 w 1671480"/>
              <a:gd name="textAreaRight" fmla="*/ 1685880 w 1671480"/>
              <a:gd name="textAreaTop" fmla="*/ 0 h 434880"/>
              <a:gd name="textAreaBottom" fmla="*/ 449280 h 43488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Freeform 123"/>
          <p:cNvSpPr/>
          <p:nvPr/>
        </p:nvSpPr>
        <p:spPr>
          <a:xfrm>
            <a:off x="8731080" y="4778280"/>
            <a:ext cx="1671480" cy="434880"/>
          </a:xfrm>
          <a:custGeom>
            <a:avLst/>
            <a:gdLst>
              <a:gd name="textAreaLeft" fmla="*/ 0 w 1671480"/>
              <a:gd name="textAreaRight" fmla="*/ 1685880 w 1671480"/>
              <a:gd name="textAreaTop" fmla="*/ 0 h 434880"/>
              <a:gd name="textAreaBottom" fmla="*/ 449280 h 43488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9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1"/>
          <p:cNvSpPr/>
          <p:nvPr/>
        </p:nvSpPr>
        <p:spPr>
          <a:xfrm>
            <a:off x="1469880" y="5349960"/>
            <a:ext cx="2169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32"/>
          <p:cNvSpPr/>
          <p:nvPr/>
        </p:nvSpPr>
        <p:spPr>
          <a:xfrm>
            <a:off x="5029560" y="5349960"/>
            <a:ext cx="2088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Box 33"/>
          <p:cNvSpPr/>
          <p:nvPr/>
        </p:nvSpPr>
        <p:spPr>
          <a:xfrm>
            <a:off x="8561160" y="5349960"/>
            <a:ext cx="2074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3" name="Group 40"/>
          <p:cNvGrpSpPr/>
          <p:nvPr/>
        </p:nvGrpSpPr>
        <p:grpSpPr>
          <a:xfrm>
            <a:off x="8104680" y="1447920"/>
            <a:ext cx="2931840" cy="2935080"/>
            <a:chOff x="8104680" y="1447920"/>
            <a:chExt cx="2931840" cy="2935080"/>
          </a:xfrm>
        </p:grpSpPr>
        <p:sp>
          <p:nvSpPr>
            <p:cNvPr id="884" name="Oval 101"/>
            <p:cNvSpPr/>
            <p:nvPr/>
          </p:nvSpPr>
          <p:spPr>
            <a:xfrm>
              <a:off x="8104680" y="1447920"/>
              <a:ext cx="2931840" cy="293508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5" name="Group 42"/>
            <p:cNvGrpSpPr/>
            <p:nvPr/>
          </p:nvGrpSpPr>
          <p:grpSpPr>
            <a:xfrm>
              <a:off x="8333640" y="1688760"/>
              <a:ext cx="2457360" cy="2457360"/>
              <a:chOff x="8333640" y="1688760"/>
              <a:chExt cx="2457360" cy="2457360"/>
            </a:xfrm>
          </p:grpSpPr>
          <p:sp>
            <p:nvSpPr>
              <p:cNvPr id="886" name="Oval 43"/>
              <p:cNvSpPr/>
              <p:nvPr/>
            </p:nvSpPr>
            <p:spPr>
              <a:xfrm>
                <a:off x="8333640" y="1688760"/>
                <a:ext cx="2457360" cy="2457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7" name="Oval 44"/>
              <p:cNvSpPr/>
              <p:nvPr/>
            </p:nvSpPr>
            <p:spPr>
              <a:xfrm>
                <a:off x="8333640" y="1688760"/>
                <a:ext cx="2457360" cy="24573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8" name="Chart 45"/>
          <p:cNvGraphicFramePr/>
          <p:nvPr/>
        </p:nvGraphicFramePr>
        <p:xfrm>
          <a:off x="7520040" y="1632600"/>
          <a:ext cx="4081680" cy="2578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9" name="Rectangle 120"/>
          <p:cNvSpPr/>
          <p:nvPr/>
        </p:nvSpPr>
        <p:spPr>
          <a:xfrm>
            <a:off x="9242280" y="2759760"/>
            <a:ext cx="723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object 384"/>
          <p:cNvSpPr/>
          <p:nvPr/>
        </p:nvSpPr>
        <p:spPr>
          <a:xfrm flipV="1">
            <a:off x="356760" y="670392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4"/>
          <p:cNvSpPr/>
          <p:nvPr/>
        </p:nvSpPr>
        <p:spPr>
          <a:xfrm>
            <a:off x="10477800" y="663120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object 384"/>
          <p:cNvSpPr/>
          <p:nvPr/>
        </p:nvSpPr>
        <p:spPr>
          <a:xfrm flipV="1" rot="10800000">
            <a:off x="6110640" y="671832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3" name="object 386"/>
          <p:cNvSpPr/>
          <p:nvPr/>
        </p:nvSpPr>
        <p:spPr>
          <a:xfrm>
            <a:off x="5927400" y="651744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4" name="Freeform 49"/>
          <p:cNvSpPr/>
          <p:nvPr/>
        </p:nvSpPr>
        <p:spPr>
          <a:xfrm rot="237600">
            <a:off x="-1339560" y="-918360"/>
            <a:ext cx="7389720" cy="6133320"/>
          </a:xfrm>
          <a:custGeom>
            <a:avLst/>
            <a:gdLst>
              <a:gd name="textAreaLeft" fmla="*/ 0 w 7389720"/>
              <a:gd name="textAreaRight" fmla="*/ 7404120 w 7389720"/>
              <a:gd name="textAreaTop" fmla="*/ 0 h 6133320"/>
              <a:gd name="textAreaBottom" fmla="*/ 6147720 h 61333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5" name="Group 38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89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8" name="Rectangle 50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9F4C1B7-8698-46E7-8188-BE40CE37A03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7"/>
          <p:cNvSpPr/>
          <p:nvPr/>
        </p:nvSpPr>
        <p:spPr>
          <a:xfrm>
            <a:off x="3251160" y="1127160"/>
            <a:ext cx="530280" cy="4589280"/>
          </a:xfrm>
          <a:custGeom>
            <a:avLst/>
            <a:gdLst>
              <a:gd name="textAreaLeft" fmla="*/ 0 w 530280"/>
              <a:gd name="textAreaRight" fmla="*/ 544680 w 530280"/>
              <a:gd name="textAreaTop" fmla="*/ 0 h 4589280"/>
              <a:gd name="textAreaBottom" fmla="*/ 4603680 h 458928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18"/>
          <p:cNvSpPr/>
          <p:nvPr/>
        </p:nvSpPr>
        <p:spPr>
          <a:xfrm>
            <a:off x="3251160" y="3429000"/>
            <a:ext cx="530280" cy="2287440"/>
          </a:xfrm>
          <a:custGeom>
            <a:avLst/>
            <a:gdLst>
              <a:gd name="textAreaLeft" fmla="*/ 0 w 530280"/>
              <a:gd name="textAreaRight" fmla="*/ 544680 w 530280"/>
              <a:gd name="textAreaTop" fmla="*/ 0 h 2287440"/>
              <a:gd name="textAreaBottom" fmla="*/ 2301840 h 228744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19"/>
          <p:cNvSpPr/>
          <p:nvPr/>
        </p:nvSpPr>
        <p:spPr>
          <a:xfrm>
            <a:off x="4508640" y="1127160"/>
            <a:ext cx="525240" cy="4589280"/>
          </a:xfrm>
          <a:custGeom>
            <a:avLst/>
            <a:gdLst>
              <a:gd name="textAreaLeft" fmla="*/ 0 w 525240"/>
              <a:gd name="textAreaRight" fmla="*/ 539640 w 525240"/>
              <a:gd name="textAreaTop" fmla="*/ 0 h 4589280"/>
              <a:gd name="textAreaBottom" fmla="*/ 4603680 h 458928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0"/>
          <p:cNvSpPr/>
          <p:nvPr/>
        </p:nvSpPr>
        <p:spPr>
          <a:xfrm>
            <a:off x="4508640" y="2887560"/>
            <a:ext cx="525240" cy="2828880"/>
          </a:xfrm>
          <a:custGeom>
            <a:avLst/>
            <a:gdLst>
              <a:gd name="textAreaLeft" fmla="*/ 0 w 525240"/>
              <a:gd name="textAreaRight" fmla="*/ 539640 w 525240"/>
              <a:gd name="textAreaTop" fmla="*/ 0 h 2828880"/>
              <a:gd name="textAreaBottom" fmla="*/ 2843280 h 282888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1"/>
          <p:cNvSpPr/>
          <p:nvPr/>
        </p:nvSpPr>
        <p:spPr>
          <a:xfrm>
            <a:off x="5761080" y="1127160"/>
            <a:ext cx="530280" cy="4589280"/>
          </a:xfrm>
          <a:custGeom>
            <a:avLst/>
            <a:gdLst>
              <a:gd name="textAreaLeft" fmla="*/ 0 w 530280"/>
              <a:gd name="textAreaRight" fmla="*/ 544680 w 530280"/>
              <a:gd name="textAreaTop" fmla="*/ 0 h 4589280"/>
              <a:gd name="textAreaBottom" fmla="*/ 4603680 h 458928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2"/>
          <p:cNvSpPr/>
          <p:nvPr/>
        </p:nvSpPr>
        <p:spPr>
          <a:xfrm>
            <a:off x="5761080" y="3813120"/>
            <a:ext cx="530280" cy="1903320"/>
          </a:xfrm>
          <a:custGeom>
            <a:avLst/>
            <a:gdLst>
              <a:gd name="textAreaLeft" fmla="*/ 0 w 530280"/>
              <a:gd name="textAreaRight" fmla="*/ 544680 w 530280"/>
              <a:gd name="textAreaTop" fmla="*/ 0 h 1903320"/>
              <a:gd name="textAreaBottom" fmla="*/ 1917720 h 190332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3"/>
          <p:cNvSpPr/>
          <p:nvPr/>
        </p:nvSpPr>
        <p:spPr>
          <a:xfrm>
            <a:off x="7016760" y="1127160"/>
            <a:ext cx="530280" cy="4589280"/>
          </a:xfrm>
          <a:custGeom>
            <a:avLst/>
            <a:gdLst>
              <a:gd name="textAreaLeft" fmla="*/ 0 w 530280"/>
              <a:gd name="textAreaRight" fmla="*/ 544680 w 530280"/>
              <a:gd name="textAreaTop" fmla="*/ 0 h 4589280"/>
              <a:gd name="textAreaBottom" fmla="*/ 4603680 h 458928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4"/>
          <p:cNvSpPr/>
          <p:nvPr/>
        </p:nvSpPr>
        <p:spPr>
          <a:xfrm>
            <a:off x="7016760" y="2887560"/>
            <a:ext cx="530280" cy="2828880"/>
          </a:xfrm>
          <a:custGeom>
            <a:avLst/>
            <a:gdLst>
              <a:gd name="textAreaLeft" fmla="*/ 0 w 530280"/>
              <a:gd name="textAreaRight" fmla="*/ 544680 w 530280"/>
              <a:gd name="textAreaTop" fmla="*/ 0 h 2828880"/>
              <a:gd name="textAreaBottom" fmla="*/ 2843280 h 282888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0" name="Freeform 25"/>
          <p:cNvSpPr/>
          <p:nvPr/>
        </p:nvSpPr>
        <p:spPr>
          <a:xfrm>
            <a:off x="8273880" y="1127160"/>
            <a:ext cx="527040" cy="4589280"/>
          </a:xfrm>
          <a:custGeom>
            <a:avLst/>
            <a:gdLst>
              <a:gd name="textAreaLeft" fmla="*/ 0 w 527040"/>
              <a:gd name="textAreaRight" fmla="*/ 541440 w 527040"/>
              <a:gd name="textAreaTop" fmla="*/ 0 h 4589280"/>
              <a:gd name="textAreaBottom" fmla="*/ 4603680 h 458928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1" name="Freeform 26"/>
          <p:cNvSpPr/>
          <p:nvPr/>
        </p:nvSpPr>
        <p:spPr>
          <a:xfrm>
            <a:off x="8273880" y="1611360"/>
            <a:ext cx="527040" cy="4105080"/>
          </a:xfrm>
          <a:custGeom>
            <a:avLst/>
            <a:gdLst>
              <a:gd name="textAreaLeft" fmla="*/ 0 w 527040"/>
              <a:gd name="textAreaRight" fmla="*/ 541440 w 527040"/>
              <a:gd name="textAreaTop" fmla="*/ 0 h 4105080"/>
              <a:gd name="textAreaBottom" fmla="*/ 4119480 h 410508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2" name="Group 26"/>
          <p:cNvGrpSpPr/>
          <p:nvPr/>
        </p:nvGrpSpPr>
        <p:grpSpPr>
          <a:xfrm>
            <a:off x="3348360" y="5908680"/>
            <a:ext cx="5395680" cy="228240"/>
            <a:chOff x="3348360" y="5908680"/>
            <a:chExt cx="5395680" cy="228240"/>
          </a:xfrm>
        </p:grpSpPr>
        <p:sp>
          <p:nvSpPr>
            <p:cNvPr id="923" name="Rectangle 28"/>
            <p:cNvSpPr/>
            <p:nvPr/>
          </p:nvSpPr>
          <p:spPr>
            <a:xfrm>
              <a:off x="33483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29"/>
            <p:cNvSpPr/>
            <p:nvPr/>
          </p:nvSpPr>
          <p:spPr>
            <a:xfrm>
              <a:off x="46054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0"/>
            <p:cNvSpPr/>
            <p:nvPr/>
          </p:nvSpPr>
          <p:spPr>
            <a:xfrm>
              <a:off x="585792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6" name="Rectangle 31"/>
            <p:cNvSpPr/>
            <p:nvPr/>
          </p:nvSpPr>
          <p:spPr>
            <a:xfrm>
              <a:off x="71139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7" name="Rectangle 32"/>
            <p:cNvSpPr/>
            <p:nvPr/>
          </p:nvSpPr>
          <p:spPr>
            <a:xfrm>
              <a:off x="83710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8" name="Group 32"/>
          <p:cNvGrpSpPr/>
          <p:nvPr/>
        </p:nvGrpSpPr>
        <p:grpSpPr>
          <a:xfrm>
            <a:off x="2066040" y="988920"/>
            <a:ext cx="482760" cy="4854240"/>
            <a:chOff x="2066040" y="988920"/>
            <a:chExt cx="482760" cy="4854240"/>
          </a:xfrm>
        </p:grpSpPr>
        <p:sp>
          <p:nvSpPr>
            <p:cNvPr id="929" name="Rectangle 27"/>
            <p:cNvSpPr/>
            <p:nvPr/>
          </p:nvSpPr>
          <p:spPr>
            <a:xfrm>
              <a:off x="2273760" y="5614920"/>
              <a:ext cx="264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3"/>
            <p:cNvSpPr/>
            <p:nvPr/>
          </p:nvSpPr>
          <p:spPr>
            <a:xfrm>
              <a:off x="2171880" y="5149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4"/>
            <p:cNvSpPr/>
            <p:nvPr/>
          </p:nvSpPr>
          <p:spPr>
            <a:xfrm>
              <a:off x="2171880" y="4689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5"/>
            <p:cNvSpPr/>
            <p:nvPr/>
          </p:nvSpPr>
          <p:spPr>
            <a:xfrm>
              <a:off x="2171880" y="4227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6"/>
            <p:cNvSpPr/>
            <p:nvPr/>
          </p:nvSpPr>
          <p:spPr>
            <a:xfrm>
              <a:off x="2171880" y="3763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7"/>
            <p:cNvSpPr/>
            <p:nvPr/>
          </p:nvSpPr>
          <p:spPr>
            <a:xfrm>
              <a:off x="2171880" y="330192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38"/>
            <p:cNvSpPr/>
            <p:nvPr/>
          </p:nvSpPr>
          <p:spPr>
            <a:xfrm>
              <a:off x="2171880" y="2841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39"/>
            <p:cNvSpPr/>
            <p:nvPr/>
          </p:nvSpPr>
          <p:spPr>
            <a:xfrm>
              <a:off x="2171880" y="2376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0"/>
            <p:cNvSpPr/>
            <p:nvPr/>
          </p:nvSpPr>
          <p:spPr>
            <a:xfrm>
              <a:off x="2171880" y="19162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8" name="Rectangle 41"/>
            <p:cNvSpPr/>
            <p:nvPr/>
          </p:nvSpPr>
          <p:spPr>
            <a:xfrm>
              <a:off x="2171880" y="145404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9" name="Rectangle 42"/>
            <p:cNvSpPr/>
            <p:nvPr/>
          </p:nvSpPr>
          <p:spPr>
            <a:xfrm>
              <a:off x="2066040" y="988920"/>
              <a:ext cx="4827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0" name="object 384"/>
          <p:cNvSpPr/>
          <p:nvPr/>
        </p:nvSpPr>
        <p:spPr>
          <a:xfrm flipV="1">
            <a:off x="356760" y="670392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4"/>
          <p:cNvSpPr/>
          <p:nvPr/>
        </p:nvSpPr>
        <p:spPr>
          <a:xfrm>
            <a:off x="10477800" y="663120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object 384"/>
          <p:cNvSpPr/>
          <p:nvPr/>
        </p:nvSpPr>
        <p:spPr>
          <a:xfrm flipV="1" rot="10800000">
            <a:off x="6110640" y="671832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3" name="object 386"/>
          <p:cNvSpPr/>
          <p:nvPr/>
        </p:nvSpPr>
        <p:spPr>
          <a:xfrm>
            <a:off x="5927400" y="651744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4" name="Freeform 52"/>
          <p:cNvSpPr/>
          <p:nvPr/>
        </p:nvSpPr>
        <p:spPr>
          <a:xfrm rot="370200">
            <a:off x="-1854360" y="-110232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5" name="Group 48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94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8" name="Rectangle 53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5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DE37E1B-7965-4B5B-AE6D-53B9B889BE0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51" name="Group 5"/>
          <p:cNvGrpSpPr/>
          <p:nvPr/>
        </p:nvGrpSpPr>
        <p:grpSpPr>
          <a:xfrm>
            <a:off x="5370480" y="955800"/>
            <a:ext cx="89280" cy="4573440"/>
            <a:chOff x="5370480" y="955800"/>
            <a:chExt cx="89280" cy="4573440"/>
          </a:xfrm>
        </p:grpSpPr>
        <p:sp>
          <p:nvSpPr>
            <p:cNvPr id="952" name="Freeform 10"/>
            <p:cNvSpPr/>
            <p:nvPr/>
          </p:nvSpPr>
          <p:spPr>
            <a:xfrm>
              <a:off x="5370480" y="955800"/>
              <a:ext cx="84600" cy="4573440"/>
            </a:xfrm>
            <a:custGeom>
              <a:avLst/>
              <a:gdLst>
                <a:gd name="textAreaLeft" fmla="*/ 0 w 84600"/>
                <a:gd name="textAreaRight" fmla="*/ 99000 w 84600"/>
                <a:gd name="textAreaTop" fmla="*/ 0 h 4573440"/>
                <a:gd name="textAreaBottom" fmla="*/ 4587840 h 457344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3" name="Freeform 16"/>
            <p:cNvSpPr/>
            <p:nvPr/>
          </p:nvSpPr>
          <p:spPr>
            <a:xfrm>
              <a:off x="5370480" y="4232520"/>
              <a:ext cx="89280" cy="1296720"/>
            </a:xfrm>
            <a:custGeom>
              <a:avLst/>
              <a:gdLst>
                <a:gd name="textAreaLeft" fmla="*/ 0 w 89280"/>
                <a:gd name="textAreaRight" fmla="*/ 103680 w 89280"/>
                <a:gd name="textAreaTop" fmla="*/ 0 h 1296720"/>
                <a:gd name="textAreaBottom" fmla="*/ 1311120 h 129672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4" name="Group 8"/>
          <p:cNvGrpSpPr/>
          <p:nvPr/>
        </p:nvGrpSpPr>
        <p:grpSpPr>
          <a:xfrm>
            <a:off x="6394320" y="955800"/>
            <a:ext cx="96120" cy="4573080"/>
            <a:chOff x="6394320" y="955800"/>
            <a:chExt cx="96120" cy="4573080"/>
          </a:xfrm>
        </p:grpSpPr>
        <p:sp>
          <p:nvSpPr>
            <p:cNvPr id="955" name="Freeform 11"/>
            <p:cNvSpPr/>
            <p:nvPr/>
          </p:nvSpPr>
          <p:spPr>
            <a:xfrm>
              <a:off x="6394320" y="955800"/>
              <a:ext cx="96120" cy="4530960"/>
            </a:xfrm>
            <a:custGeom>
              <a:avLst/>
              <a:gdLst>
                <a:gd name="textAreaLeft" fmla="*/ 0 w 96120"/>
                <a:gd name="textAreaRight" fmla="*/ 110520 w 96120"/>
                <a:gd name="textAreaTop" fmla="*/ 0 h 4530960"/>
                <a:gd name="textAreaBottom" fmla="*/ 4545360 h 453096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6" name="Freeform 17"/>
            <p:cNvSpPr/>
            <p:nvPr/>
          </p:nvSpPr>
          <p:spPr>
            <a:xfrm>
              <a:off x="6394320" y="3753360"/>
              <a:ext cx="96120" cy="1775520"/>
            </a:xfrm>
            <a:custGeom>
              <a:avLst/>
              <a:gdLst>
                <a:gd name="textAreaLeft" fmla="*/ 0 w 96120"/>
                <a:gd name="textAreaRight" fmla="*/ 110520 w 96120"/>
                <a:gd name="textAreaTop" fmla="*/ 0 h 1775520"/>
                <a:gd name="textAreaBottom" fmla="*/ 1789920 h 177552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7" name="Group 11"/>
          <p:cNvGrpSpPr/>
          <p:nvPr/>
        </p:nvGrpSpPr>
        <p:grpSpPr>
          <a:xfrm>
            <a:off x="7423200" y="955800"/>
            <a:ext cx="71280" cy="4573440"/>
            <a:chOff x="7423200" y="955800"/>
            <a:chExt cx="71280" cy="4573440"/>
          </a:xfrm>
        </p:grpSpPr>
        <p:sp>
          <p:nvSpPr>
            <p:cNvPr id="958" name="Freeform 12"/>
            <p:cNvSpPr/>
            <p:nvPr/>
          </p:nvSpPr>
          <p:spPr>
            <a:xfrm>
              <a:off x="7423200" y="955800"/>
              <a:ext cx="71280" cy="4573440"/>
            </a:xfrm>
            <a:custGeom>
              <a:avLst/>
              <a:gdLst>
                <a:gd name="textAreaLeft" fmla="*/ 0 w 71280"/>
                <a:gd name="textAreaRight" fmla="*/ 85680 w 71280"/>
                <a:gd name="textAreaTop" fmla="*/ 0 h 4573440"/>
                <a:gd name="textAreaBottom" fmla="*/ 4587840 h 457344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9" name="Freeform 18"/>
            <p:cNvSpPr/>
            <p:nvPr/>
          </p:nvSpPr>
          <p:spPr>
            <a:xfrm>
              <a:off x="7423200" y="2684160"/>
              <a:ext cx="71280" cy="2845080"/>
            </a:xfrm>
            <a:custGeom>
              <a:avLst/>
              <a:gdLst>
                <a:gd name="textAreaLeft" fmla="*/ 0 w 71280"/>
                <a:gd name="textAreaRight" fmla="*/ 85680 w 71280"/>
                <a:gd name="textAreaTop" fmla="*/ 0 h 2845080"/>
                <a:gd name="textAreaBottom" fmla="*/ 2859480 h 284508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0" name="Group 14"/>
          <p:cNvGrpSpPr/>
          <p:nvPr/>
        </p:nvGrpSpPr>
        <p:grpSpPr>
          <a:xfrm>
            <a:off x="8447040" y="955800"/>
            <a:ext cx="72360" cy="4573440"/>
            <a:chOff x="8447040" y="955800"/>
            <a:chExt cx="72360" cy="4573440"/>
          </a:xfrm>
        </p:grpSpPr>
        <p:sp>
          <p:nvSpPr>
            <p:cNvPr id="961" name="Freeform 13"/>
            <p:cNvSpPr/>
            <p:nvPr/>
          </p:nvSpPr>
          <p:spPr>
            <a:xfrm>
              <a:off x="8447040" y="955800"/>
              <a:ext cx="72360" cy="4409280"/>
            </a:xfrm>
            <a:custGeom>
              <a:avLst/>
              <a:gdLst>
                <a:gd name="textAreaLeft" fmla="*/ 0 w 72360"/>
                <a:gd name="textAreaRight" fmla="*/ 86760 w 72360"/>
                <a:gd name="textAreaTop" fmla="*/ 0 h 4409280"/>
                <a:gd name="textAreaBottom" fmla="*/ 4423680 h 440928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2" name="Freeform 19"/>
            <p:cNvSpPr/>
            <p:nvPr/>
          </p:nvSpPr>
          <p:spPr>
            <a:xfrm>
              <a:off x="8447040" y="2304720"/>
              <a:ext cx="72360" cy="3224520"/>
            </a:xfrm>
            <a:custGeom>
              <a:avLst/>
              <a:gdLst>
                <a:gd name="textAreaLeft" fmla="*/ 0 w 72360"/>
                <a:gd name="textAreaRight" fmla="*/ 86760 w 72360"/>
                <a:gd name="textAreaTop" fmla="*/ 0 h 3224520"/>
                <a:gd name="textAreaBottom" fmla="*/ 3238920 h 322452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3" name="Group 17"/>
          <p:cNvGrpSpPr/>
          <p:nvPr/>
        </p:nvGrpSpPr>
        <p:grpSpPr>
          <a:xfrm>
            <a:off x="9474120" y="955800"/>
            <a:ext cx="77760" cy="4573080"/>
            <a:chOff x="9474120" y="955800"/>
            <a:chExt cx="77760" cy="4573080"/>
          </a:xfrm>
        </p:grpSpPr>
        <p:sp>
          <p:nvSpPr>
            <p:cNvPr id="964" name="Freeform 14"/>
            <p:cNvSpPr/>
            <p:nvPr/>
          </p:nvSpPr>
          <p:spPr>
            <a:xfrm>
              <a:off x="9474120" y="955800"/>
              <a:ext cx="77760" cy="4330440"/>
            </a:xfrm>
            <a:custGeom>
              <a:avLst/>
              <a:gdLst>
                <a:gd name="textAreaLeft" fmla="*/ 0 w 77760"/>
                <a:gd name="textAreaRight" fmla="*/ 92160 w 77760"/>
                <a:gd name="textAreaTop" fmla="*/ 0 h 4330440"/>
                <a:gd name="textAreaBottom" fmla="*/ 4344840 h 433044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5" name="Freeform 20"/>
            <p:cNvSpPr/>
            <p:nvPr/>
          </p:nvSpPr>
          <p:spPr>
            <a:xfrm>
              <a:off x="9474120" y="4072320"/>
              <a:ext cx="77760" cy="1456560"/>
            </a:xfrm>
            <a:custGeom>
              <a:avLst/>
              <a:gdLst>
                <a:gd name="textAreaLeft" fmla="*/ 0 w 77760"/>
                <a:gd name="textAreaRight" fmla="*/ 92160 w 77760"/>
                <a:gd name="textAreaTop" fmla="*/ 0 h 1456560"/>
                <a:gd name="textAreaBottom" fmla="*/ 1470960 h 145656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6" name="Group 20"/>
          <p:cNvGrpSpPr/>
          <p:nvPr/>
        </p:nvGrpSpPr>
        <p:grpSpPr>
          <a:xfrm>
            <a:off x="10503000" y="955800"/>
            <a:ext cx="75960" cy="4573440"/>
            <a:chOff x="10503000" y="955800"/>
            <a:chExt cx="75960" cy="4573440"/>
          </a:xfrm>
        </p:grpSpPr>
        <p:sp>
          <p:nvSpPr>
            <p:cNvPr id="967" name="Freeform 15"/>
            <p:cNvSpPr/>
            <p:nvPr/>
          </p:nvSpPr>
          <p:spPr>
            <a:xfrm>
              <a:off x="10503000" y="955800"/>
              <a:ext cx="75960" cy="4449240"/>
            </a:xfrm>
            <a:custGeom>
              <a:avLst/>
              <a:gdLst>
                <a:gd name="textAreaLeft" fmla="*/ 0 w 75960"/>
                <a:gd name="textAreaRight" fmla="*/ 90360 w 75960"/>
                <a:gd name="textAreaTop" fmla="*/ 0 h 4449240"/>
                <a:gd name="textAreaBottom" fmla="*/ 4463640 h 444924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8" name="Freeform 21"/>
            <p:cNvSpPr/>
            <p:nvPr/>
          </p:nvSpPr>
          <p:spPr>
            <a:xfrm>
              <a:off x="10503000" y="3309840"/>
              <a:ext cx="75960" cy="2219400"/>
            </a:xfrm>
            <a:custGeom>
              <a:avLst/>
              <a:gdLst>
                <a:gd name="textAreaLeft" fmla="*/ 0 w 75960"/>
                <a:gd name="textAreaRight" fmla="*/ 90360 w 75960"/>
                <a:gd name="textAreaTop" fmla="*/ 0 h 2219400"/>
                <a:gd name="textAreaBottom" fmla="*/ 2233800 h 221940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9" name="Rectangle 22"/>
          <p:cNvSpPr/>
          <p:nvPr/>
        </p:nvSpPr>
        <p:spPr>
          <a:xfrm>
            <a:off x="52052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3"/>
          <p:cNvSpPr/>
          <p:nvPr/>
        </p:nvSpPr>
        <p:spPr>
          <a:xfrm>
            <a:off x="623232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4"/>
          <p:cNvSpPr/>
          <p:nvPr/>
        </p:nvSpPr>
        <p:spPr>
          <a:xfrm>
            <a:off x="72561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5"/>
          <p:cNvSpPr/>
          <p:nvPr/>
        </p:nvSpPr>
        <p:spPr>
          <a:xfrm>
            <a:off x="82850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Rectangle 26"/>
          <p:cNvSpPr/>
          <p:nvPr/>
        </p:nvSpPr>
        <p:spPr>
          <a:xfrm>
            <a:off x="930888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Rectangle 27"/>
          <p:cNvSpPr/>
          <p:nvPr/>
        </p:nvSpPr>
        <p:spPr>
          <a:xfrm>
            <a:off x="103359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Oval 29"/>
          <p:cNvSpPr/>
          <p:nvPr/>
        </p:nvSpPr>
        <p:spPr>
          <a:xfrm>
            <a:off x="5168520" y="3993120"/>
            <a:ext cx="464760" cy="464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0"/>
          <p:cNvSpPr/>
          <p:nvPr/>
        </p:nvSpPr>
        <p:spPr>
          <a:xfrm>
            <a:off x="6189480" y="3402720"/>
            <a:ext cx="464760" cy="464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1"/>
          <p:cNvSpPr/>
          <p:nvPr/>
        </p:nvSpPr>
        <p:spPr>
          <a:xfrm>
            <a:off x="7231680" y="2304720"/>
            <a:ext cx="464760" cy="464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2"/>
          <p:cNvSpPr/>
          <p:nvPr/>
        </p:nvSpPr>
        <p:spPr>
          <a:xfrm>
            <a:off x="8253720" y="1885680"/>
            <a:ext cx="464760" cy="464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val 33"/>
          <p:cNvSpPr/>
          <p:nvPr/>
        </p:nvSpPr>
        <p:spPr>
          <a:xfrm>
            <a:off x="9279000" y="3753360"/>
            <a:ext cx="464760" cy="464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0" name="Oval 34"/>
          <p:cNvSpPr/>
          <p:nvPr/>
        </p:nvSpPr>
        <p:spPr>
          <a:xfrm>
            <a:off x="10297800" y="2969640"/>
            <a:ext cx="464760" cy="4647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1" name="object 384"/>
          <p:cNvSpPr/>
          <p:nvPr/>
        </p:nvSpPr>
        <p:spPr>
          <a:xfrm flipV="1">
            <a:off x="356760" y="670392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4"/>
          <p:cNvSpPr/>
          <p:nvPr/>
        </p:nvSpPr>
        <p:spPr>
          <a:xfrm>
            <a:off x="10477800" y="663120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object 384"/>
          <p:cNvSpPr/>
          <p:nvPr/>
        </p:nvSpPr>
        <p:spPr>
          <a:xfrm flipV="1" rot="10800000">
            <a:off x="6110640" y="671832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4" name="object 386"/>
          <p:cNvSpPr/>
          <p:nvPr/>
        </p:nvSpPr>
        <p:spPr>
          <a:xfrm>
            <a:off x="5927400" y="651744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5" name="Freeform 44"/>
          <p:cNvSpPr/>
          <p:nvPr/>
        </p:nvSpPr>
        <p:spPr>
          <a:xfrm>
            <a:off x="-2063880" y="-1115280"/>
            <a:ext cx="7415280" cy="3792960"/>
          </a:xfrm>
          <a:custGeom>
            <a:avLst/>
            <a:gdLst>
              <a:gd name="textAreaLeft" fmla="*/ 0 w 7415280"/>
              <a:gd name="textAreaRight" fmla="*/ 7429680 w 7415280"/>
              <a:gd name="textAreaTop" fmla="*/ 0 h 3792960"/>
              <a:gd name="textAreaBottom" fmla="*/ 3807360 h 379296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6" name="Group 40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98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9" name="Rectangle 45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722096F-A545-4EA5-A746-0C203AD0D59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3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5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6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7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99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9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0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D641CAE-5931-403D-A600-6429205C7C2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6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7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8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9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10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011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12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3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9297172-EBCD-4481-AD47-450FAB4943E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9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0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1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2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23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024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2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26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3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98653CC-ED5D-4EBE-9E5E-07689EE781F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32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3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4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5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36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03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3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39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B5DE082-0C5C-4A1A-9412-A849581A6C3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5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6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7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8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49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050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51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2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5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E6F4BCF-5F82-42DD-8E57-C8C282458FB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58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9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0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1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62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063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64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65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3754F39-9FD4-4CEB-A7AC-8C8EED6F200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71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2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3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4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75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07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7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78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TextBox 6"/>
          <p:cNvSpPr/>
          <p:nvPr/>
        </p:nvSpPr>
        <p:spPr>
          <a:xfrm>
            <a:off x="41400" y="6539040"/>
            <a:ext cx="5149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chemeClr val="dk1"/>
                </a:solidFill>
                <a:latin typeface="Calibri"/>
                <a:ea typeface="DejaVu Sans"/>
              </a:rPr>
              <a:t>ENG 346 – Data Structures and Algorithms for Artificial Intelligence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2" name="Picture 4" descr="Gebze Technical University"/>
          <p:cNvPicPr/>
          <p:nvPr/>
        </p:nvPicPr>
        <p:blipFill>
          <a:blip r:embed="rId2"/>
          <a:stretch/>
        </p:blipFill>
        <p:spPr>
          <a:xfrm>
            <a:off x="10150560" y="-89640"/>
            <a:ext cx="2147040" cy="1001160"/>
          </a:xfrm>
          <a:prstGeom prst="rect">
            <a:avLst/>
          </a:prstGeom>
          <a:ln w="0">
            <a:noFill/>
          </a:ln>
        </p:spPr>
      </p:pic>
      <p:sp>
        <p:nvSpPr>
          <p:cNvPr id="10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0184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PlaceHolder 4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024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74D5B2E-E934-4764-B57F-1E6295C7DE9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PlaceHolder 5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024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9" r:id="rId3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866E713-5D75-42CB-A531-404BF27556C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93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4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5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6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97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09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99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00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06C4232-35EE-43BD-B1A8-274CD1CA336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06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7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8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9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10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111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12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13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CDB6E4E-9934-405B-8878-87C4F4FF2DF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8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19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0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1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2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23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124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2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26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5" r:id="rId2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2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CD567A0-0027-4EE8-9C7E-623B0CD0DC6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9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30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1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2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3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34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13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3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37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7" r:id="rId2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F349E62-B30F-4B2B-B4A1-383753A6809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0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41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42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43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44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45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14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4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48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9" r:id="rId2"/>
  </p:sldLayoutIdLst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5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2A931A1-A320-4BF9-86C1-075CCCDAEE6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52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53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54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55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56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157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59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1" r:id="rId2"/>
  </p:sldLayoutIdLst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6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225580D-9339-492F-9F0D-AFA4F34B68F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2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63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4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5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6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67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168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69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70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3" r:id="rId2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7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FC229E4-4E88-4D7E-A675-F6F302B2AFE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3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74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75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76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77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78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179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0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81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5" r:id="rId2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8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8A50922-D2DA-465F-8434-925A10379CB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85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86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87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88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89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190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91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92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7" r:id="rId2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9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3F6F74F-CCA4-4277-808A-E475C90F709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5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96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7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8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9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200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201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02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203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9" r:id="rId2"/>
  </p:sldLayoutIdLst>
</p:sldMaster>
</file>

<file path=ppt/slideMasters/slideMaster5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20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804A8AD-D1B3-433A-88AC-2428048F8AD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207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8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9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10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211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212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3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214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1" r:id="rId2"/>
  </p:sldLayoutIdLst>
</p:sldMaster>
</file>

<file path=ppt/slideMasters/slideMaster5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21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8D9840C-A692-4174-BA50-B10830EC04A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7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218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19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20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21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222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223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24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225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</p:sldLayoutIdLst>
</p:sldMaster>
</file>

<file path=ppt/slideMasters/slideMaster5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22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AE23A74-AF17-4465-AA9D-8C10CC5DB71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229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0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1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2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233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234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3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236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5" r:id="rId2"/>
  </p:sldLayoutIdLst>
</p:sldMaster>
</file>

<file path=ppt/slideMasters/slideMaster5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Oval 6"/>
          <p:cNvSpPr/>
          <p:nvPr/>
        </p:nvSpPr>
        <p:spPr>
          <a:xfrm>
            <a:off x="11513880" y="273600"/>
            <a:ext cx="334800" cy="333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23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13BF87B-6AB0-4FED-A678-D4549C4FC59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9" name="Freeform 13"/>
          <p:cNvSpPr/>
          <p:nvPr/>
        </p:nvSpPr>
        <p:spPr>
          <a:xfrm rot="370200">
            <a:off x="-1917720" y="-902880"/>
            <a:ext cx="12059640" cy="5598000"/>
          </a:xfrm>
          <a:custGeom>
            <a:avLst/>
            <a:gdLst>
              <a:gd name="textAreaLeft" fmla="*/ 0 w 12059640"/>
              <a:gd name="textAreaRight" fmla="*/ 12074040 w 12059640"/>
              <a:gd name="textAreaTop" fmla="*/ 0 h 5598000"/>
              <a:gd name="textAreaBottom" fmla="*/ 5612400 h 55980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240" name="object 384"/>
          <p:cNvSpPr/>
          <p:nvPr/>
        </p:nvSpPr>
        <p:spPr>
          <a:xfrm flipV="1">
            <a:off x="356760" y="6693840"/>
            <a:ext cx="5697720" cy="31320"/>
          </a:xfrm>
          <a:custGeom>
            <a:avLst/>
            <a:gdLst>
              <a:gd name="textAreaLeft" fmla="*/ 0 w 5697720"/>
              <a:gd name="textAreaRight" fmla="*/ 5712120 w 569772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41" name="object 4"/>
          <p:cNvSpPr/>
          <p:nvPr/>
        </p:nvSpPr>
        <p:spPr>
          <a:xfrm>
            <a:off x="10477800" y="6621120"/>
            <a:ext cx="1379520" cy="159840"/>
          </a:xfrm>
          <a:custGeom>
            <a:avLst/>
            <a:gdLst>
              <a:gd name="textAreaLeft" fmla="*/ 0 w 1379520"/>
              <a:gd name="textAreaRight" fmla="*/ 1393920 w 1379520"/>
              <a:gd name="textAreaTop" fmla="*/ 0 h 159840"/>
              <a:gd name="textAreaBottom" fmla="*/ 174240 h 15984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42" name="object 384"/>
          <p:cNvSpPr/>
          <p:nvPr/>
        </p:nvSpPr>
        <p:spPr>
          <a:xfrm flipV="1" rot="10800000">
            <a:off x="6110640" y="6708240"/>
            <a:ext cx="4303800" cy="31320"/>
          </a:xfrm>
          <a:custGeom>
            <a:avLst/>
            <a:gdLst>
              <a:gd name="textAreaLeft" fmla="*/ 0 w 4303800"/>
              <a:gd name="textAreaRight" fmla="*/ 4318200 w 4303800"/>
              <a:gd name="textAreaTop" fmla="*/ 7200 h 31320"/>
              <a:gd name="textAreaBottom" fmla="*/ 52920 h 3132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43" name="object 386"/>
          <p:cNvSpPr/>
          <p:nvPr/>
        </p:nvSpPr>
        <p:spPr>
          <a:xfrm>
            <a:off x="5927400" y="6507720"/>
            <a:ext cx="322560" cy="307440"/>
          </a:xfrm>
          <a:custGeom>
            <a:avLst/>
            <a:gdLst>
              <a:gd name="textAreaLeft" fmla="*/ 0 w 322560"/>
              <a:gd name="textAreaRight" fmla="*/ 336960 w 322560"/>
              <a:gd name="textAreaTop" fmla="*/ 0 h 307440"/>
              <a:gd name="textAreaBottom" fmla="*/ 321840 h 30744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244" name="Group 9"/>
          <p:cNvGrpSpPr/>
          <p:nvPr/>
        </p:nvGrpSpPr>
        <p:grpSpPr>
          <a:xfrm>
            <a:off x="561600" y="565200"/>
            <a:ext cx="1465200" cy="41400"/>
            <a:chOff x="561600" y="565200"/>
            <a:chExt cx="1465200" cy="41400"/>
          </a:xfrm>
        </p:grpSpPr>
        <p:sp>
          <p:nvSpPr>
            <p:cNvPr id="1245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6" name="Freeform 7"/>
            <p:cNvSpPr/>
            <p:nvPr/>
          </p:nvSpPr>
          <p:spPr>
            <a:xfrm flipV="1" rot="16200000">
              <a:off x="1273320" y="-146880"/>
              <a:ext cx="41400" cy="1465200"/>
            </a:xfrm>
            <a:custGeom>
              <a:avLst/>
              <a:gdLst>
                <a:gd name="textAreaLeft" fmla="*/ 0 w 41400"/>
                <a:gd name="textAreaRight" fmla="*/ 55800 w 41400"/>
                <a:gd name="textAreaTop" fmla="*/ -7200 h 1465200"/>
                <a:gd name="textAreaBottom" fmla="*/ 1472400 h 146520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247" name="Rectangle 14"/>
          <p:cNvSpPr/>
          <p:nvPr/>
        </p:nvSpPr>
        <p:spPr>
          <a:xfrm>
            <a:off x="11441880" y="168480"/>
            <a:ext cx="502920" cy="5270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3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TextBox 1"/>
          <p:cNvSpPr/>
          <p:nvPr/>
        </p:nvSpPr>
        <p:spPr>
          <a:xfrm>
            <a:off x="5482080" y="6479640"/>
            <a:ext cx="903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9" name="Text Placeholder 10"/>
          <p:cNvSpPr/>
          <p:nvPr/>
        </p:nvSpPr>
        <p:spPr>
          <a:xfrm>
            <a:off x="228600" y="4454640"/>
            <a:ext cx="11953800" cy="12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7777"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AI for Software Engineers Course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LLMs ,  Generative AI and Modern AI Stack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Breakthrough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1" name="Text 13"/>
          <p:cNvSpPr/>
          <p:nvPr/>
        </p:nvSpPr>
        <p:spPr>
          <a:xfrm>
            <a:off x="457200" y="831600"/>
            <a:ext cx="11418840" cy="54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2" name="Text 1"/>
          <p:cNvSpPr/>
          <p:nvPr/>
        </p:nvSpPr>
        <p:spPr>
          <a:xfrm>
            <a:off x="456480" y="831600"/>
            <a:ext cx="11418840" cy="54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Attention is All You Need</a:t>
            </a:r>
            <a:r>
              <a:rPr b="1" i="1" lang="en-US" sz="2800" spc="-1" strike="noStrike">
                <a:solidFill>
                  <a:srgbClr val="ffffff"/>
                </a:solidFill>
                <a:latin typeface="arial"/>
                <a:ea typeface="Calibri"/>
              </a:rPr>
              <a:t> - 2017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Google : Ashish Vaswani, Noam Shazeer, Niki Parmar, Jakob Uszkoreit, Llion Jones, Aidan N. Gomez, Lukasz Kaiser, Illia Polosukhin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Multi-Head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Self-Attention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Parallelism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Text 18"/>
          <p:cNvSpPr/>
          <p:nvPr/>
        </p:nvSpPr>
        <p:spPr>
          <a:xfrm>
            <a:off x="371160" y="1621800"/>
            <a:ext cx="11418840" cy="356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What Changed ML to LLMs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Transformers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How LLMs work in production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Embeddings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Prompting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RAG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Hands-on Labs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4" name="PlaceHolder 9"/>
          <p:cNvSpPr/>
          <p:nvPr/>
        </p:nvSpPr>
        <p:spPr>
          <a:xfrm>
            <a:off x="255600" y="228960"/>
            <a:ext cx="11621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5000"/>
          </a:bodyPr>
          <a:p>
            <a:pPr defTabSz="9144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LLMs, Generative AI, and Modern AI Stack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 – What changed ML to LLMs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6" name=""/>
          <p:cNvSpPr/>
          <p:nvPr/>
        </p:nvSpPr>
        <p:spPr>
          <a:xfrm>
            <a:off x="457200" y="914400"/>
            <a:ext cx="11200680" cy="29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1. Rule Based → ML → Deep Learning → Transformers → LLMs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2. Why Transformers Replaced Older NLP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1.1 – Rule Based → ML → Deep Learning → Transformers → LLMs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58" name="" descr=""/>
          <p:cNvPicPr/>
          <p:nvPr/>
        </p:nvPicPr>
        <p:blipFill>
          <a:blip r:embed="rId1"/>
          <a:stretch/>
        </p:blipFill>
        <p:spPr>
          <a:xfrm>
            <a:off x="1614960" y="685800"/>
            <a:ext cx="8961840" cy="5974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1.1 – Rule Based → ML → Deep Learning → Transformers → LLMs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60" name="" descr=""/>
          <p:cNvPicPr/>
          <p:nvPr/>
        </p:nvPicPr>
        <p:blipFill>
          <a:blip r:embed="rId1"/>
          <a:stretch/>
        </p:blipFill>
        <p:spPr>
          <a:xfrm>
            <a:off x="718920" y="728640"/>
            <a:ext cx="10753920" cy="5900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1.1 – Rule Based → ML → Deep Learning → Transformers → LLMs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62" name="" descr=""/>
          <p:cNvPicPr/>
          <p:nvPr/>
        </p:nvPicPr>
        <p:blipFill>
          <a:blip r:embed="rId1"/>
          <a:stretch/>
        </p:blipFill>
        <p:spPr>
          <a:xfrm>
            <a:off x="3200400" y="749520"/>
            <a:ext cx="8813160" cy="5650920"/>
          </a:xfrm>
          <a:prstGeom prst="rect">
            <a:avLst/>
          </a:prstGeom>
          <a:ln w="0">
            <a:noFill/>
          </a:ln>
        </p:spPr>
      </p:pic>
      <p:sp>
        <p:nvSpPr>
          <p:cNvPr id="1263" name=""/>
          <p:cNvSpPr/>
          <p:nvPr/>
        </p:nvSpPr>
        <p:spPr>
          <a:xfrm>
            <a:off x="228600" y="685800"/>
            <a:ext cx="2742840" cy="57211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Several massive everyday services use BERT to power their underlying search, recommendation, and text classification systems. Because BERT is an open-source, encoder-only transformer, companies use it behind the scenes for language understanding rather than text generation.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GPT : Gemini, ChatGPT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    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Billions of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    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parameters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BERT: Google Search, Amazon Search. Max 350 million parameters.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1.1 – Why Transformer replaced older NLP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5" name=""/>
          <p:cNvSpPr/>
          <p:nvPr/>
        </p:nvSpPr>
        <p:spPr>
          <a:xfrm>
            <a:off x="228600" y="1143000"/>
            <a:ext cx="11658600" cy="532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Why This Was Revolutionary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Older models tried to carry information forward step by step (very slow).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Self-attention removed that limitation.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RNNs :</a:t>
            </a: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 Try to learn sequence one by one. (max 1GB model)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Transformers :</a:t>
            </a: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 Learn  sequences in parallel, every word attends to every other word  in the sentence/context simultaneously. ( consumes RAM, max 1TB model 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 – Transformers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7" name=""/>
          <p:cNvSpPr/>
          <p:nvPr/>
        </p:nvSpPr>
        <p:spPr>
          <a:xfrm>
            <a:off x="457200" y="914400"/>
            <a:ext cx="11200680" cy="29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Tokenization, Word Embeddings and Positional Embeddings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Self-Attention Mechanism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Context Window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Why LLMs Scale Well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 – Transformers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69" name="" descr=""/>
          <p:cNvPicPr/>
          <p:nvPr/>
        </p:nvPicPr>
        <p:blipFill>
          <a:blip r:embed="rId1"/>
          <a:stretch/>
        </p:blipFill>
        <p:spPr>
          <a:xfrm>
            <a:off x="6985440" y="459720"/>
            <a:ext cx="4215960" cy="5941080"/>
          </a:xfrm>
          <a:prstGeom prst="rect">
            <a:avLst/>
          </a:prstGeom>
          <a:ln w="0">
            <a:noFill/>
          </a:ln>
        </p:spPr>
      </p:pic>
      <p:sp>
        <p:nvSpPr>
          <p:cNvPr id="1270" name=""/>
          <p:cNvSpPr txBox="1"/>
          <p:nvPr/>
        </p:nvSpPr>
        <p:spPr>
          <a:xfrm>
            <a:off x="457200" y="914400"/>
            <a:ext cx="5715000" cy="247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 GPT with 7 billion parameters has roughly: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32 layers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hidden size ≈ 4096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attention heads ≈ 32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457200" y="3693240"/>
            <a:ext cx="5715000" cy="3012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Training a GPT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Example :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hidden size ≈ 4096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attention heads ≈ 32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2.1 – Tokenization , Word Embeddings and Positional Embeddings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73" name="" descr=""/>
          <p:cNvPicPr/>
          <p:nvPr/>
        </p:nvPicPr>
        <p:blipFill>
          <a:blip r:embed="rId1"/>
          <a:stretch/>
        </p:blipFill>
        <p:spPr>
          <a:xfrm>
            <a:off x="909720" y="914400"/>
            <a:ext cx="10371960" cy="565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2.1 – Tokenization , Word Embeddings and Positional Embeddings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75" name="" descr=""/>
          <p:cNvPicPr/>
          <p:nvPr/>
        </p:nvPicPr>
        <p:blipFill>
          <a:blip r:embed="rId1"/>
          <a:stretch/>
        </p:blipFill>
        <p:spPr>
          <a:xfrm>
            <a:off x="740880" y="787680"/>
            <a:ext cx="10709640" cy="5841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– Self-Attention Mechanism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228600" y="1064880"/>
            <a:ext cx="11679120" cy="1449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“</a:t>
            </a: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The dog that chased the cat was fast.” , we can figure out “fast” refers to “dog”. That is exactly what the attention mechanism does for machines — it decides which words to focus on when interpreting meaning and understanding the concepts in large sentences.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303840" y="3666960"/>
            <a:ext cx="11583360" cy="110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In the sentence “I went to Paris last summer, and it was amazing”, the word “it” gets high attention weight linked to “Paris”, not “summer”.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– Self-Attention Mechanism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80" name="" descr=""/>
          <p:cNvPicPr/>
          <p:nvPr/>
        </p:nvPicPr>
        <p:blipFill>
          <a:blip r:embed="rId1"/>
          <a:stretch/>
        </p:blipFill>
        <p:spPr>
          <a:xfrm>
            <a:off x="6985080" y="459360"/>
            <a:ext cx="4215960" cy="5941080"/>
          </a:xfrm>
          <a:prstGeom prst="rect">
            <a:avLst/>
          </a:prstGeom>
          <a:ln w="0">
            <a:noFill/>
          </a:ln>
        </p:spPr>
      </p:pic>
      <p:sp>
        <p:nvSpPr>
          <p:cNvPr id="1281" name=""/>
          <p:cNvSpPr/>
          <p:nvPr/>
        </p:nvSpPr>
        <p:spPr>
          <a:xfrm flipH="1" flipV="1">
            <a:off x="6629400" y="4114800"/>
            <a:ext cx="1371600" cy="2286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2" name=""/>
          <p:cNvSpPr/>
          <p:nvPr/>
        </p:nvSpPr>
        <p:spPr>
          <a:xfrm>
            <a:off x="6400800" y="388656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Q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3" name=""/>
          <p:cNvSpPr/>
          <p:nvPr/>
        </p:nvSpPr>
        <p:spPr>
          <a:xfrm flipH="1">
            <a:off x="6858000" y="4343400"/>
            <a:ext cx="1600200" cy="2286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4" name=""/>
          <p:cNvSpPr/>
          <p:nvPr/>
        </p:nvSpPr>
        <p:spPr>
          <a:xfrm>
            <a:off x="6629400" y="4343400"/>
            <a:ext cx="685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5" name=""/>
          <p:cNvSpPr/>
          <p:nvPr/>
        </p:nvSpPr>
        <p:spPr>
          <a:xfrm flipH="1">
            <a:off x="6858000" y="4343400"/>
            <a:ext cx="1828800" cy="9144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" name=""/>
          <p:cNvSpPr/>
          <p:nvPr/>
        </p:nvSpPr>
        <p:spPr>
          <a:xfrm>
            <a:off x="6629400" y="5029560"/>
            <a:ext cx="685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V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457200" y="914400"/>
            <a:ext cx="5638320" cy="461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Q = X . W</a:t>
            </a:r>
            <a:r>
              <a:rPr b="0" lang="en-US" sz="1800" spc="-1" strike="noStrike" baseline="33000">
                <a:solidFill>
                  <a:srgbClr val="ffffff"/>
                </a:solidFill>
                <a:latin typeface="Arial"/>
              </a:rPr>
              <a:t>Q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K = X . W</a:t>
            </a:r>
            <a:r>
              <a:rPr b="0" lang="en-US" sz="1800" spc="-1" strike="noStrike" baseline="33000">
                <a:solidFill>
                  <a:srgbClr val="ffffff"/>
                </a:solidFill>
                <a:latin typeface="Arial"/>
              </a:rPr>
              <a:t>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V = X . W</a:t>
            </a:r>
            <a:r>
              <a:rPr b="0" lang="en-US" sz="1800" spc="-1" strike="noStrike" baseline="33000">
                <a:solidFill>
                  <a:srgbClr val="ffffff"/>
                </a:solidFill>
                <a:latin typeface="Arial"/>
              </a:rPr>
              <a:t>V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305280" y="2771640"/>
            <a:ext cx="5638320" cy="3737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Query (Q) Vector: Represents the current word’s perspective — what it wants to focus on in the sentence.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Key (K) Vector: Represents how relevant each word is when compared to a query. It is used to compute similarity scores.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Value (V) Vector: Contains the actual word representation, which is weighted based on attention scores to create the final contextualized word representation.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– Self-Attention Mechanism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90" name="" descr=""/>
          <p:cNvPicPr/>
          <p:nvPr/>
        </p:nvPicPr>
        <p:blipFill>
          <a:blip r:embed="rId1"/>
          <a:stretch/>
        </p:blipFill>
        <p:spPr>
          <a:xfrm>
            <a:off x="390960" y="914400"/>
            <a:ext cx="4637880" cy="1656720"/>
          </a:xfrm>
          <a:prstGeom prst="rect">
            <a:avLst/>
          </a:prstGeom>
          <a:ln w="0">
            <a:noFill/>
          </a:ln>
        </p:spPr>
      </p:pic>
      <p:pic>
        <p:nvPicPr>
          <p:cNvPr id="1291" name="" descr=""/>
          <p:cNvPicPr/>
          <p:nvPr/>
        </p:nvPicPr>
        <p:blipFill>
          <a:blip r:embed="rId2"/>
          <a:stretch/>
        </p:blipFill>
        <p:spPr>
          <a:xfrm>
            <a:off x="6985080" y="459360"/>
            <a:ext cx="4215960" cy="5941080"/>
          </a:xfrm>
          <a:prstGeom prst="rect">
            <a:avLst/>
          </a:prstGeom>
          <a:ln w="0">
            <a:noFill/>
          </a:ln>
        </p:spPr>
      </p:pic>
      <p:sp>
        <p:nvSpPr>
          <p:cNvPr id="1292" name=""/>
          <p:cNvSpPr/>
          <p:nvPr/>
        </p:nvSpPr>
        <p:spPr>
          <a:xfrm flipH="1" flipV="1">
            <a:off x="1828800" y="1828800"/>
            <a:ext cx="6172200" cy="2286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"/>
          <p:cNvSpPr/>
          <p:nvPr/>
        </p:nvSpPr>
        <p:spPr>
          <a:xfrm flipH="1" flipV="1">
            <a:off x="6629400" y="4114800"/>
            <a:ext cx="1371600" cy="2286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" name=""/>
          <p:cNvSpPr/>
          <p:nvPr/>
        </p:nvSpPr>
        <p:spPr>
          <a:xfrm>
            <a:off x="6400800" y="388656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Q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5" name=""/>
          <p:cNvSpPr/>
          <p:nvPr/>
        </p:nvSpPr>
        <p:spPr>
          <a:xfrm flipH="1">
            <a:off x="6858000" y="4343400"/>
            <a:ext cx="1600200" cy="2286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6" name=""/>
          <p:cNvSpPr/>
          <p:nvPr/>
        </p:nvSpPr>
        <p:spPr>
          <a:xfrm>
            <a:off x="6629400" y="4343400"/>
            <a:ext cx="685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7" name=""/>
          <p:cNvSpPr/>
          <p:nvPr/>
        </p:nvSpPr>
        <p:spPr>
          <a:xfrm flipH="1">
            <a:off x="6858000" y="4343400"/>
            <a:ext cx="1828800" cy="9144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8" name=""/>
          <p:cNvSpPr/>
          <p:nvPr/>
        </p:nvSpPr>
        <p:spPr>
          <a:xfrm>
            <a:off x="6629400" y="5029560"/>
            <a:ext cx="685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V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305280" y="2771640"/>
            <a:ext cx="5638320" cy="362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Q (Query) = vector that represents what this word is asking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K (Key) = vector representing what each word offers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V (Value) = vector of actual word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softmax = function that turns scores into probabilities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d= dimension of key and query vector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– Self-Attention Mechanism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– Self-Attention Mechanism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 – How LLMs Work In Production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"/>
          <p:cNvSpPr/>
          <p:nvPr/>
        </p:nvSpPr>
        <p:spPr>
          <a:xfrm>
            <a:off x="457200" y="914400"/>
            <a:ext cx="11200680" cy="29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1. Pre-training vs Fine Tuning (Supervised Fine Tuning, SFT)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2. Inference vs Training Cost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3. Context Window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4. APIs vs Self-Hosting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4 – Embeddings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5" name=""/>
          <p:cNvSpPr/>
          <p:nvPr/>
        </p:nvSpPr>
        <p:spPr>
          <a:xfrm>
            <a:off x="457200" y="914400"/>
            <a:ext cx="11200680" cy="367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1. What are Embeddings?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2. Similarity Search ( Cosine Similarity Concept)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3. Use Cases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3.1. Semantic Search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3.2. Recommendation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4. RAG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5 – Prompting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7" name=""/>
          <p:cNvSpPr/>
          <p:nvPr/>
        </p:nvSpPr>
        <p:spPr>
          <a:xfrm>
            <a:off x="457200" y="914400"/>
            <a:ext cx="11200680" cy="429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1440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Prompt Structure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40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Role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40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Context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40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Constraints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40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40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Prompt Anti-Patterns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6 – RAG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" name=""/>
          <p:cNvSpPr/>
          <p:nvPr/>
        </p:nvSpPr>
        <p:spPr>
          <a:xfrm>
            <a:off x="457200" y="914400"/>
            <a:ext cx="11200680" cy="29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1440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Why LLMs are not enough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40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Architecture : Documents → Embeddings → Vector DB → LLM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40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Tools : FAISS / Pinecone / Weaviate conceptually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152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Homework-2.1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"/>
          <p:cNvSpPr/>
          <p:nvPr/>
        </p:nvSpPr>
        <p:spPr>
          <a:xfrm>
            <a:off x="228600" y="914760"/>
            <a:ext cx="11657160" cy="525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Problem :  Build a Simple Document Q&amp;A System With RAG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Tasks :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Install Ubuntu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Install vLLM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Install a vector DB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Install OpenWebUI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Install opendataloader to import documents to RAG system.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Write a python program that searches user input within the documents and gives the document references along with the results.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Deliver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1. Installation steps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2. Python files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5701</TotalTime>
  <Application>LibreOffice/24.2.7.2$Linux_X86_64 LibreOffice_project/420$Build-2</Application>
  <AppVersion>15.0000</AppVersion>
  <Words>840</Words>
  <Paragraphs>249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dcterms:modified xsi:type="dcterms:W3CDTF">2026-07-08T07:10:30Z</dcterms:modified>
  <cp:revision>228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Widescreen</vt:lpwstr>
  </property>
  <property fmtid="{D5CDD505-2E9C-101B-9397-08002B2CF9AE}" pid="5" name="Slides">
    <vt:i4>10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