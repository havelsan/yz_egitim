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8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9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7.xml" ContentType="application/vnd.openxmlformats-officedocument.theme+xml"/>
  <Override PartName="/ppt/theme/theme34.xml" ContentType="application/vnd.openxmlformats-officedocument.theme+xml"/>
  <Override PartName="/ppt/theme/theme30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20.xml" ContentType="application/vnd.openxmlformats-officedocument.theme+xml"/>
  <Override PartName="/ppt/theme/theme19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22.xml" ContentType="application/vnd.openxmlformats-officedocument.presentationml.slideLayout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</p:sldMasterIdLst>
  <p:notesMasterIdLst>
    <p:notesMasterId r:id="rId36"/>
  </p:notesMasterIdLst>
  <p:sldIdLst>
    <p:sldId id="256" r:id="rId37"/>
    <p:sldId id="257" r:id="rId38"/>
    <p:sldId id="258" r:id="rId39"/>
    <p:sldId id="259" r:id="rId4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notesMaster" Target="notesMasters/notesMaster1.xml"/><Relationship Id="rId37" Type="http://schemas.openxmlformats.org/officeDocument/2006/relationships/slide" Target="slides/slide1.xml"/><Relationship Id="rId38" Type="http://schemas.openxmlformats.org/officeDocument/2006/relationships/slide" Target="slides/slide2.xml"/><Relationship Id="rId39" Type="http://schemas.openxmlformats.org/officeDocument/2006/relationships/slide" Target="slides/slide3.xml"/><Relationship Id="rId40" Type="http://schemas.openxmlformats.org/officeDocument/2006/relationships/slide" Target="slides/slide4.xml"/><Relationship Id="rId41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131303829695"/>
          <c:y val="0.0482876712328767"/>
          <c:w val="0.590596392394778"/>
          <c:h val="0.932534246575343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6C9AA10-5EED-4355-8ACE-09021CE7DF5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573120" y="1336680"/>
            <a:ext cx="6412320" cy="360720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280" cy="42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4"/>
          </p:nvPr>
        </p:nvSpPr>
        <p:spPr>
          <a:xfrm>
            <a:off x="4281480" y="10155240"/>
            <a:ext cx="3275640" cy="53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D1352A-F2E7-44CE-A621-30829C8EC15D}" type="slidenum">
              <a:rPr b="0" lang="en-GB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B47F188-4D7E-4676-A874-679411D0AAF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70280" cy="1518120"/>
          </a:xfrm>
          <a:custGeom>
            <a:avLst/>
            <a:gdLst>
              <a:gd name="textAreaLeft" fmla="*/ 0 w 6470280"/>
              <a:gd name="textAreaRight" fmla="*/ 6474600 w 6470280"/>
              <a:gd name="textAreaTop" fmla="*/ 0 h 1518120"/>
              <a:gd name="textAreaBottom" fmla="*/ 1522440 h 15181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67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5760" cy="2610720"/>
          </a:xfrm>
          <a:custGeom>
            <a:avLst/>
            <a:gdLst>
              <a:gd name="textAreaLeft" fmla="*/ 0 w 2435760"/>
              <a:gd name="textAreaRight" fmla="*/ 2440080 w 2435760"/>
              <a:gd name="textAreaTop" fmla="*/ 0 h 2610720"/>
              <a:gd name="textAreaBottom" fmla="*/ 2615040 h 26107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2440" cy="982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20560" cy="909720"/>
            <a:chOff x="4008600" y="3031920"/>
            <a:chExt cx="4120560" cy="90972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4520" cy="861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9400" cy="8611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9320" cy="491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3600" cy="196920"/>
            <a:chOff x="1717560" y="6498720"/>
            <a:chExt cx="903600" cy="19692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6520" cy="186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7720" cy="1861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31640" cy="25560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3453E88-AB40-475C-A5A9-4083C6D36B2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9640" cy="3707280"/>
          </a:xfrm>
          <a:custGeom>
            <a:avLst/>
            <a:gdLst>
              <a:gd name="textAreaLeft" fmla="*/ 0 w 1349640"/>
              <a:gd name="textAreaRight" fmla="*/ 1353960 w 1349640"/>
              <a:gd name="textAreaTop" fmla="*/ 0 h 3707280"/>
              <a:gd name="textAreaBottom" fmla="*/ 3711600 h 370728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6840" cy="3707280"/>
          </a:xfrm>
          <a:custGeom>
            <a:avLst/>
            <a:gdLst>
              <a:gd name="textAreaLeft" fmla="*/ 0 w 1356840"/>
              <a:gd name="textAreaRight" fmla="*/ 1361160 w 1356840"/>
              <a:gd name="textAreaTop" fmla="*/ 0 h 3707280"/>
              <a:gd name="textAreaBottom" fmla="*/ 3711600 h 37072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8200" cy="3707280"/>
          </a:xfrm>
          <a:custGeom>
            <a:avLst/>
            <a:gdLst>
              <a:gd name="textAreaLeft" fmla="*/ 0 w 1348200"/>
              <a:gd name="textAreaRight" fmla="*/ 1352520 w 1348200"/>
              <a:gd name="textAreaTop" fmla="*/ 0 h 3707280"/>
              <a:gd name="textAreaBottom" fmla="*/ 3711600 h 37072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8280" cy="3707280"/>
          </a:xfrm>
          <a:custGeom>
            <a:avLst/>
            <a:gdLst>
              <a:gd name="textAreaLeft" fmla="*/ 0 w 1358280"/>
              <a:gd name="textAreaRight" fmla="*/ 1362600 w 1358280"/>
              <a:gd name="textAreaTop" fmla="*/ 0 h 3707280"/>
              <a:gd name="textAreaBottom" fmla="*/ 3711600 h 37072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100520" cy="11005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100520" cy="11005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100520" cy="11005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100520" cy="11005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400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0560" y="671832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1680" y="-106992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4594BAB-25D4-45C7-8439-28D9DCDD8D1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6160" cy="3385080"/>
            <a:chOff x="877320" y="2252880"/>
            <a:chExt cx="56160" cy="338508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6160" cy="3385440"/>
            <a:chOff x="3442320" y="2233800"/>
            <a:chExt cx="56160" cy="338544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6160" cy="3385080"/>
            <a:chOff x="6006960" y="2252880"/>
            <a:chExt cx="56160" cy="338508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6160" cy="3385440"/>
            <a:chOff x="8574480" y="2233800"/>
            <a:chExt cx="56160" cy="338544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6160" cy="3385080"/>
            <a:chOff x="11136960" y="2252880"/>
            <a:chExt cx="56160" cy="338508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6160" cy="3380400"/>
            </a:xfrm>
            <a:custGeom>
              <a:avLst/>
              <a:gdLst>
                <a:gd name="textAreaLeft" fmla="*/ 0 w 56160"/>
                <a:gd name="textAreaRight" fmla="*/ 60480 w 56160"/>
                <a:gd name="textAreaTop" fmla="*/ 0 h 3380400"/>
                <a:gd name="textAreaBottom" fmla="*/ 3384720 h 33804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E30FC0A-02D9-42D4-AEEF-3E2DB622586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8280" cy="5332680"/>
            <a:chOff x="6215040" y="801720"/>
            <a:chExt cx="4688280" cy="533268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8280" cy="5332680"/>
            </a:xfrm>
            <a:custGeom>
              <a:avLst/>
              <a:gdLst>
                <a:gd name="textAreaLeft" fmla="*/ 0 w 4688280"/>
                <a:gd name="textAreaRight" fmla="*/ 4692600 w 4688280"/>
                <a:gd name="textAreaTop" fmla="*/ 0 h 5332680"/>
                <a:gd name="textAreaBottom" fmla="*/ 5337000 h 53326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8280" cy="5332680"/>
            </a:xfrm>
            <a:custGeom>
              <a:avLst/>
              <a:gdLst>
                <a:gd name="textAreaLeft" fmla="*/ 0 w 4688280"/>
                <a:gd name="textAreaRight" fmla="*/ 4692600 w 4688280"/>
                <a:gd name="textAreaTop" fmla="*/ 0 h 5332680"/>
                <a:gd name="textAreaBottom" fmla="*/ 5337000 h 53326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90320" y="-955440"/>
            <a:ext cx="7399800" cy="6143400"/>
          </a:xfrm>
          <a:custGeom>
            <a:avLst/>
            <a:gdLst>
              <a:gd name="textAreaLeft" fmla="*/ 0 w 7399800"/>
              <a:gd name="textAreaRight" fmla="*/ 7404120 w 7399800"/>
              <a:gd name="textAreaTop" fmla="*/ 0 h 6143400"/>
              <a:gd name="textAreaBottom" fmla="*/ 6147720 h 61434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70720" cy="533268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53DF0A0-1F20-42B4-85FD-9A593AA1B88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8760" cy="2320920"/>
            <a:chOff x="9316080" y="1022400"/>
            <a:chExt cx="2318760" cy="232092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8760" cy="2320920"/>
            <a:chOff x="6627960" y="1022400"/>
            <a:chExt cx="2318760" cy="232092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8760" cy="2320920"/>
            <a:chOff x="9316080" y="3486960"/>
            <a:chExt cx="2318760" cy="232092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8760" cy="2320920"/>
            <a:chOff x="6627960" y="3486960"/>
            <a:chExt cx="2318760" cy="232092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8760" cy="2320920"/>
            </a:xfrm>
            <a:custGeom>
              <a:avLst/>
              <a:gdLst>
                <a:gd name="textAreaLeft" fmla="*/ 0 w 2318760"/>
                <a:gd name="textAreaRight" fmla="*/ 2323080 w 2318760"/>
                <a:gd name="textAreaTop" fmla="*/ 0 h 2320920"/>
                <a:gd name="textAreaBottom" fmla="*/ 2325240 h 23209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800" y="-68292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3680" cy="4788000"/>
            <a:chOff x="581400" y="1022400"/>
            <a:chExt cx="4783680" cy="478800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3680" cy="4788000"/>
            </a:xfrm>
            <a:custGeom>
              <a:avLst/>
              <a:gdLst>
                <a:gd name="textAreaLeft" fmla="*/ 0 w 4783680"/>
                <a:gd name="textAreaRight" fmla="*/ 4788000 w 4783680"/>
                <a:gd name="textAreaTop" fmla="*/ 0 h 4788000"/>
                <a:gd name="textAreaBottom" fmla="*/ 4792320 h 4788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3680" cy="4788000"/>
            </a:xfrm>
            <a:custGeom>
              <a:avLst/>
              <a:gdLst>
                <a:gd name="textAreaLeft" fmla="*/ 0 w 4783680"/>
                <a:gd name="textAreaRight" fmla="*/ 4788000 w 4783680"/>
                <a:gd name="textAreaTop" fmla="*/ 0 h 4788000"/>
                <a:gd name="textAreaBottom" fmla="*/ 4792320 h 47880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3520" cy="427572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3725DAE-5199-43B8-8B96-BB9C54CA4DE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7640" cy="287640"/>
            <a:chOff x="1853640" y="3183480"/>
            <a:chExt cx="287640" cy="28764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7640" cy="287640"/>
            <a:chOff x="3190320" y="3183480"/>
            <a:chExt cx="287640" cy="28764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7640" cy="287640"/>
            <a:chOff x="4525560" y="3183480"/>
            <a:chExt cx="287640" cy="28764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7640" cy="287640"/>
            <a:chOff x="5863680" y="3183480"/>
            <a:chExt cx="287640" cy="28764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7640" cy="287640"/>
            <a:chOff x="7198920" y="3183480"/>
            <a:chExt cx="287640" cy="28764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7640" cy="287640"/>
            <a:chOff x="8547480" y="3183480"/>
            <a:chExt cx="287640" cy="28764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7640" cy="287640"/>
            <a:chOff x="9884880" y="3183480"/>
            <a:chExt cx="287640" cy="28764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7640" cy="2876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6800" cy="1353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4200" cy="1267200"/>
            <a:chOff x="8135280" y="1762920"/>
            <a:chExt cx="1114200" cy="126720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8440" cy="126720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67200"/>
                <a:gd name="textAreaBottom" fmla="*/ 1271520 h 12672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8440" cy="126720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67200"/>
                <a:gd name="textAreaBottom" fmla="*/ 1271520 h 12672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4200" cy="1267200"/>
            <a:chOff x="5445720" y="1762920"/>
            <a:chExt cx="1114200" cy="126720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8440" cy="126720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67200"/>
                <a:gd name="textAreaBottom" fmla="*/ 1271520 h 12672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8440" cy="126720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67200"/>
                <a:gd name="textAreaBottom" fmla="*/ 1271520 h 12672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8440" cy="1271880"/>
            <a:chOff x="6789240" y="3629520"/>
            <a:chExt cx="1108440" cy="127188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8440" cy="1271880"/>
            <a:chOff x="1449000" y="3629520"/>
            <a:chExt cx="1108440" cy="127188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8440" cy="1271880"/>
            <a:chOff x="4109400" y="3629520"/>
            <a:chExt cx="1108440" cy="127188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4200" cy="1267200"/>
            <a:chOff x="2772000" y="1762920"/>
            <a:chExt cx="1114200" cy="126720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8440" cy="126720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67200"/>
                <a:gd name="textAreaBottom" fmla="*/ 1271520 h 12672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8440" cy="126720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67200"/>
                <a:gd name="textAreaBottom" fmla="*/ 1271520 h 12672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8440" cy="1271880"/>
            <a:chOff x="9475200" y="3629520"/>
            <a:chExt cx="1108440" cy="127188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8440" cy="1271880"/>
            </a:xfrm>
            <a:custGeom>
              <a:avLst/>
              <a:gdLst>
                <a:gd name="textAreaLeft" fmla="*/ 0 w 1108440"/>
                <a:gd name="textAreaRight" fmla="*/ 1112760 w 1108440"/>
                <a:gd name="textAreaTop" fmla="*/ 0 h 1271880"/>
                <a:gd name="textAreaBottom" fmla="*/ 1276200 h 12718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D6982FE-2D12-4C4B-9F7F-B29F3B99A9D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8840" cy="1559520"/>
          </a:xfrm>
          <a:custGeom>
            <a:avLst/>
            <a:gdLst>
              <a:gd name="textAreaLeft" fmla="*/ 0 w 1968840"/>
              <a:gd name="textAreaRight" fmla="*/ 1973160 w 1968840"/>
              <a:gd name="textAreaTop" fmla="*/ 0 h 1559520"/>
              <a:gd name="textAreaBottom" fmla="*/ 1563840 h 155952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81720" cy="1330920"/>
          </a:xfrm>
          <a:custGeom>
            <a:avLst/>
            <a:gdLst>
              <a:gd name="textAreaLeft" fmla="*/ 0 w 1881720"/>
              <a:gd name="textAreaRight" fmla="*/ 1886040 w 1881720"/>
              <a:gd name="textAreaTop" fmla="*/ 0 h 1330920"/>
              <a:gd name="textAreaBottom" fmla="*/ 1335240 h 133092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81560" cy="2259360"/>
          </a:xfrm>
          <a:custGeom>
            <a:avLst/>
            <a:gdLst>
              <a:gd name="textAreaLeft" fmla="*/ 0 w 1681560"/>
              <a:gd name="textAreaRight" fmla="*/ 1685880 w 1681560"/>
              <a:gd name="textAreaTop" fmla="*/ 0 h 2259360"/>
              <a:gd name="textAreaBottom" fmla="*/ 2263680 h 225936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20840" cy="2225520"/>
            <a:chOff x="5927400" y="580320"/>
            <a:chExt cx="2220840" cy="222552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20840" cy="2225520"/>
            <a:chOff x="8552520" y="3053520"/>
            <a:chExt cx="2220840" cy="222552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20840" cy="2225520"/>
            <a:chOff x="4307040" y="4130640"/>
            <a:chExt cx="2220840" cy="222552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20840" cy="2225520"/>
            <a:chOff x="970200" y="1405440"/>
            <a:chExt cx="2220840" cy="222552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D8D91E1-5144-468F-A9E4-0796F18AC2D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8840" cy="1559520"/>
          </a:xfrm>
          <a:custGeom>
            <a:avLst/>
            <a:gdLst>
              <a:gd name="textAreaLeft" fmla="*/ 0 w 1968840"/>
              <a:gd name="textAreaRight" fmla="*/ 1973160 w 1968840"/>
              <a:gd name="textAreaTop" fmla="*/ 0 h 1559520"/>
              <a:gd name="textAreaBottom" fmla="*/ 1563840 h 155952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81720" cy="1330920"/>
          </a:xfrm>
          <a:custGeom>
            <a:avLst/>
            <a:gdLst>
              <a:gd name="textAreaLeft" fmla="*/ 0 w 1881720"/>
              <a:gd name="textAreaRight" fmla="*/ 1886040 w 1881720"/>
              <a:gd name="textAreaTop" fmla="*/ 0 h 1330920"/>
              <a:gd name="textAreaBottom" fmla="*/ 1335240 h 133092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81560" cy="2259360"/>
          </a:xfrm>
          <a:custGeom>
            <a:avLst/>
            <a:gdLst>
              <a:gd name="textAreaLeft" fmla="*/ 0 w 1681560"/>
              <a:gd name="textAreaRight" fmla="*/ 1685880 w 1681560"/>
              <a:gd name="textAreaTop" fmla="*/ 0 h 2259360"/>
              <a:gd name="textAreaBottom" fmla="*/ 2263680 h 225936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20840" cy="2225520"/>
            <a:chOff x="5955120" y="495360"/>
            <a:chExt cx="2220840" cy="222552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20840" cy="2225520"/>
            <a:chOff x="8549280" y="3029760"/>
            <a:chExt cx="2220840" cy="222552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20840" cy="2225520"/>
            <a:chOff x="4201200" y="4067280"/>
            <a:chExt cx="2220840" cy="222552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5320" cy="19990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5320" cy="19990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5320" cy="19990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2400" y="-122328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20840" cy="2225520"/>
            <a:chOff x="970200" y="1238040"/>
            <a:chExt cx="2220840" cy="222552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20840" cy="2225520"/>
            </a:xfrm>
            <a:custGeom>
              <a:avLst/>
              <a:gdLst>
                <a:gd name="textAreaLeft" fmla="*/ 0 w 2220840"/>
                <a:gd name="textAreaRight" fmla="*/ 2225160 w 2220840"/>
                <a:gd name="textAreaTop" fmla="*/ 0 h 2225520"/>
                <a:gd name="textAreaBottom" fmla="*/ 2229840 h 22255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5320" cy="19990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60F036C-EC9F-493A-B954-FB5F698B315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5920" cy="1646640"/>
            <a:chOff x="5057280" y="834120"/>
            <a:chExt cx="1735920" cy="164664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9080" cy="1646640"/>
            </a:xfrm>
            <a:custGeom>
              <a:avLst/>
              <a:gdLst>
                <a:gd name="textAreaLeft" fmla="*/ 0 w 1729080"/>
                <a:gd name="textAreaRight" fmla="*/ 1733400 w 1729080"/>
                <a:gd name="textAreaTop" fmla="*/ 0 h 1646640"/>
                <a:gd name="textAreaBottom" fmla="*/ 1650960 h 16466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9080" cy="1646640"/>
            </a:xfrm>
            <a:custGeom>
              <a:avLst/>
              <a:gdLst>
                <a:gd name="textAreaLeft" fmla="*/ 0 w 1729080"/>
                <a:gd name="textAreaRight" fmla="*/ 1733400 w 1729080"/>
                <a:gd name="textAreaTop" fmla="*/ 0 h 1646640"/>
                <a:gd name="textAreaBottom" fmla="*/ 1650960 h 16466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31600" cy="1641960"/>
            <a:chOff x="6671520" y="2019960"/>
            <a:chExt cx="1731600" cy="164196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4400" cy="1641960"/>
            </a:xfrm>
            <a:custGeom>
              <a:avLst/>
              <a:gdLst>
                <a:gd name="textAreaLeft" fmla="*/ 0 w 1724400"/>
                <a:gd name="textAreaRight" fmla="*/ 1728720 w 1724400"/>
                <a:gd name="textAreaTop" fmla="*/ 0 h 1641960"/>
                <a:gd name="textAreaBottom" fmla="*/ 1646280 h 164196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4400" cy="1641960"/>
            </a:xfrm>
            <a:custGeom>
              <a:avLst/>
              <a:gdLst>
                <a:gd name="textAreaLeft" fmla="*/ 0 w 1724400"/>
                <a:gd name="textAreaRight" fmla="*/ 1728720 w 1724400"/>
                <a:gd name="textAreaTop" fmla="*/ 0 h 1641960"/>
                <a:gd name="textAreaBottom" fmla="*/ 1646280 h 164196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4480" cy="1641960"/>
            <a:chOff x="3398400" y="2019960"/>
            <a:chExt cx="1734480" cy="164196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7640" cy="1641960"/>
            </a:xfrm>
            <a:custGeom>
              <a:avLst/>
              <a:gdLst>
                <a:gd name="textAreaLeft" fmla="*/ 0 w 1727640"/>
                <a:gd name="textAreaRight" fmla="*/ 1731960 w 1727640"/>
                <a:gd name="textAreaTop" fmla="*/ 0 h 1641960"/>
                <a:gd name="textAreaBottom" fmla="*/ 1646280 h 164196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7640" cy="1641960"/>
            </a:xfrm>
            <a:custGeom>
              <a:avLst/>
              <a:gdLst>
                <a:gd name="textAreaLeft" fmla="*/ 0 w 1727640"/>
                <a:gd name="textAreaRight" fmla="*/ 1731960 w 1727640"/>
                <a:gd name="textAreaTop" fmla="*/ 0 h 1641960"/>
                <a:gd name="textAreaBottom" fmla="*/ 1646280 h 164196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4480" cy="1645200"/>
            <a:chOff x="4038120" y="3927960"/>
            <a:chExt cx="1734480" cy="164520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7640" cy="1645200"/>
            </a:xfrm>
            <a:custGeom>
              <a:avLst/>
              <a:gdLst>
                <a:gd name="textAreaLeft" fmla="*/ 0 w 1727640"/>
                <a:gd name="textAreaRight" fmla="*/ 1731960 w 1727640"/>
                <a:gd name="textAreaTop" fmla="*/ 0 h 1645200"/>
                <a:gd name="textAreaBottom" fmla="*/ 1649520 h 16452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7640" cy="1645200"/>
            </a:xfrm>
            <a:custGeom>
              <a:avLst/>
              <a:gdLst>
                <a:gd name="textAreaLeft" fmla="*/ 0 w 1727640"/>
                <a:gd name="textAreaRight" fmla="*/ 1731960 w 1727640"/>
                <a:gd name="textAreaTop" fmla="*/ 0 h 1645200"/>
                <a:gd name="textAreaBottom" fmla="*/ 1649520 h 16452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4840" cy="1645200"/>
            <a:chOff x="6055560" y="3927960"/>
            <a:chExt cx="1734840" cy="164520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7640" cy="1645200"/>
            </a:xfrm>
            <a:custGeom>
              <a:avLst/>
              <a:gdLst>
                <a:gd name="textAreaLeft" fmla="*/ 0 w 1727640"/>
                <a:gd name="textAreaRight" fmla="*/ 1731960 w 1727640"/>
                <a:gd name="textAreaTop" fmla="*/ 0 h 1645200"/>
                <a:gd name="textAreaBottom" fmla="*/ 1649520 h 16452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7640" cy="1645200"/>
            </a:xfrm>
            <a:custGeom>
              <a:avLst/>
              <a:gdLst>
                <a:gd name="textAreaLeft" fmla="*/ 0 w 1727640"/>
                <a:gd name="textAreaRight" fmla="*/ 1731960 w 1727640"/>
                <a:gd name="textAreaTop" fmla="*/ 0 h 1645200"/>
                <a:gd name="textAreaBottom" fmla="*/ 1649520 h 16452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4720" cy="99756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4E731A3-67CF-4D87-9F48-DFA9C74E352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9000" y="-131760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9000" cy="1900800"/>
          </a:xfrm>
          <a:custGeom>
            <a:avLst/>
            <a:gdLst>
              <a:gd name="textAreaLeft" fmla="*/ 0 w 1899000"/>
              <a:gd name="textAreaRight" fmla="*/ 1903320 w 1899000"/>
              <a:gd name="textAreaTop" fmla="*/ 0 h 1900800"/>
              <a:gd name="textAreaBottom" fmla="*/ 1905120 h 19008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5840" cy="1900800"/>
            <a:chOff x="6915960" y="1239120"/>
            <a:chExt cx="1905840" cy="190080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6560" cy="1901520"/>
            <a:chOff x="9161280" y="3479760"/>
            <a:chExt cx="1906560" cy="190152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9000" cy="1900800"/>
          </a:xfrm>
          <a:custGeom>
            <a:avLst/>
            <a:gdLst>
              <a:gd name="textAreaLeft" fmla="*/ 0 w 1899000"/>
              <a:gd name="textAreaRight" fmla="*/ 1903320 w 1899000"/>
              <a:gd name="textAreaTop" fmla="*/ 0 h 1900800"/>
              <a:gd name="textAreaBottom" fmla="*/ 1905120 h 19008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20440" cy="4424040"/>
          </a:xfrm>
          <a:custGeom>
            <a:avLst/>
            <a:gdLst>
              <a:gd name="textAreaLeft" fmla="*/ 0 w 4420440"/>
              <a:gd name="textAreaRight" fmla="*/ 4424760 w 4420440"/>
              <a:gd name="textAreaTop" fmla="*/ 0 h 4424040"/>
              <a:gd name="textAreaBottom" fmla="*/ 4428360 h 44240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20080" cy="442476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FF3FEED-B620-4983-9BCB-41A756070A1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8160" y="-156600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9000" cy="1900800"/>
          </a:xfrm>
          <a:custGeom>
            <a:avLst/>
            <a:gdLst>
              <a:gd name="textAreaLeft" fmla="*/ 0 w 1899000"/>
              <a:gd name="textAreaRight" fmla="*/ 1903320 w 1899000"/>
              <a:gd name="textAreaTop" fmla="*/ 0 h 1900800"/>
              <a:gd name="textAreaBottom" fmla="*/ 1905120 h 19008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5840" cy="1900800"/>
            <a:chOff x="6915960" y="1239120"/>
            <a:chExt cx="1905840" cy="190080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6560" cy="1901520"/>
            <a:chOff x="9161280" y="3479760"/>
            <a:chExt cx="1906560" cy="190152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9000" cy="1900800"/>
            </a:xfrm>
            <a:custGeom>
              <a:avLst/>
              <a:gdLst>
                <a:gd name="textAreaLeft" fmla="*/ 0 w 1899000"/>
                <a:gd name="textAreaRight" fmla="*/ 1903320 w 1899000"/>
                <a:gd name="textAreaTop" fmla="*/ 0 h 1900800"/>
                <a:gd name="textAreaBottom" fmla="*/ 1905120 h 19008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9000" cy="1900800"/>
          </a:xfrm>
          <a:custGeom>
            <a:avLst/>
            <a:gdLst>
              <a:gd name="textAreaLeft" fmla="*/ 0 w 1899000"/>
              <a:gd name="textAreaRight" fmla="*/ 1903320 w 1899000"/>
              <a:gd name="textAreaTop" fmla="*/ 0 h 1900800"/>
              <a:gd name="textAreaBottom" fmla="*/ 1905120 h 19008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20440" cy="4424040"/>
          </a:xfrm>
          <a:custGeom>
            <a:avLst/>
            <a:gdLst>
              <a:gd name="textAreaLeft" fmla="*/ 0 w 4420440"/>
              <a:gd name="textAreaRight" fmla="*/ 4424760 w 4420440"/>
              <a:gd name="textAreaTop" fmla="*/ 0 h 4424040"/>
              <a:gd name="textAreaBottom" fmla="*/ 4428360 h 44240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20080" cy="442476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82F8666-7F3B-43C8-A9CF-039BCAA5F8B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70280" cy="1518120"/>
          </a:xfrm>
          <a:custGeom>
            <a:avLst/>
            <a:gdLst>
              <a:gd name="textAreaLeft" fmla="*/ 0 w 6470280"/>
              <a:gd name="textAreaRight" fmla="*/ 6474600 w 6470280"/>
              <a:gd name="textAreaTop" fmla="*/ 0 h 1518120"/>
              <a:gd name="textAreaBottom" fmla="*/ 1522440 h 15181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5760" cy="2610720"/>
          </a:xfrm>
          <a:custGeom>
            <a:avLst/>
            <a:gdLst>
              <a:gd name="textAreaLeft" fmla="*/ 0 w 2435760"/>
              <a:gd name="textAreaRight" fmla="*/ 2440080 w 2435760"/>
              <a:gd name="textAreaTop" fmla="*/ 0 h 2610720"/>
              <a:gd name="textAreaBottom" fmla="*/ 2615040 h 26107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2440" cy="982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4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3600" cy="196920"/>
            <a:chOff x="1717560" y="6498720"/>
            <a:chExt cx="903600" cy="19692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6520" cy="186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7720" cy="1861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1640" cy="25560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67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9320" cy="491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li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k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to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di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th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tit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le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te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xt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fo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r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m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6717F96-ECFE-4511-90E7-27C7B4921DD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23480" y="-90792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C5871EB-0771-4BEB-A1FE-92269C2FD82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32240" cy="1427760"/>
          </a:xfrm>
          <a:custGeom>
            <a:avLst/>
            <a:gdLst>
              <a:gd name="textAreaLeft" fmla="*/ 0 w 1632240"/>
              <a:gd name="textAreaRight" fmla="*/ 1636560 w 1632240"/>
              <a:gd name="textAreaTop" fmla="*/ 0 h 1427760"/>
              <a:gd name="textAreaBottom" fmla="*/ 1432080 h 142776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32240" cy="1427760"/>
          </a:xfrm>
          <a:custGeom>
            <a:avLst/>
            <a:gdLst>
              <a:gd name="textAreaLeft" fmla="*/ 0 w 1632240"/>
              <a:gd name="textAreaRight" fmla="*/ 1636560 w 1632240"/>
              <a:gd name="textAreaTop" fmla="*/ 0 h 1427760"/>
              <a:gd name="textAreaBottom" fmla="*/ 1432080 h 142776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32240" cy="1427760"/>
          </a:xfrm>
          <a:custGeom>
            <a:avLst/>
            <a:gdLst>
              <a:gd name="textAreaLeft" fmla="*/ 0 w 1632240"/>
              <a:gd name="textAreaRight" fmla="*/ 1636560 w 1632240"/>
              <a:gd name="textAreaTop" fmla="*/ 0 h 1427760"/>
              <a:gd name="textAreaBottom" fmla="*/ 1432080 h 142776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32240" cy="1427760"/>
          </a:xfrm>
          <a:custGeom>
            <a:avLst/>
            <a:gdLst>
              <a:gd name="textAreaLeft" fmla="*/ 0 w 1632240"/>
              <a:gd name="textAreaRight" fmla="*/ 1636560 w 1632240"/>
              <a:gd name="textAreaTop" fmla="*/ 0 h 1427760"/>
              <a:gd name="textAreaBottom" fmla="*/ 1432080 h 142776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32240" cy="1427760"/>
          </a:xfrm>
          <a:custGeom>
            <a:avLst/>
            <a:gdLst>
              <a:gd name="textAreaLeft" fmla="*/ 0 w 1632240"/>
              <a:gd name="textAreaRight" fmla="*/ 1636560 w 1632240"/>
              <a:gd name="textAreaTop" fmla="*/ 0 h 1427760"/>
              <a:gd name="textAreaBottom" fmla="*/ 1432080 h 142776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17080" cy="217080"/>
            <a:chOff x="1544400" y="2684880"/>
            <a:chExt cx="217080" cy="21708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17080" cy="2170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102960" cy="101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6000" bIns="36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17080" cy="217080"/>
            <a:chOff x="3807720" y="3997800"/>
            <a:chExt cx="217080" cy="21708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17080" cy="2170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102960" cy="101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6000" bIns="36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17080" cy="217080"/>
            <a:chOff x="6057360" y="2685960"/>
            <a:chExt cx="217080" cy="21708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17080" cy="2170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102960" cy="101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6000" bIns="36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17080" cy="217080"/>
            <a:chOff x="8325360" y="3995280"/>
            <a:chExt cx="217080" cy="21708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17080" cy="2170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102960" cy="101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6000" bIns="36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17080" cy="217080"/>
            <a:chOff x="10582560" y="2683080"/>
            <a:chExt cx="217080" cy="21708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17080" cy="2170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102960" cy="1015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6000" bIns="36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32040" cy="932040"/>
            <a:chOff x="10225080" y="2946600"/>
            <a:chExt cx="932040" cy="93204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32040" cy="932040"/>
            <a:chOff x="1195560" y="2946600"/>
            <a:chExt cx="932040" cy="93204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32040" cy="932040"/>
            <a:chOff x="3443400" y="2946600"/>
            <a:chExt cx="932040" cy="93204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32040" cy="932040"/>
            <a:chOff x="5710320" y="2946600"/>
            <a:chExt cx="932040" cy="93204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32040" cy="932040"/>
            <a:chOff x="7970400" y="2946600"/>
            <a:chExt cx="932040" cy="93204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32040" cy="9320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B49AAE8-9457-4A12-924D-0A87359F2B6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24440" cy="1325880"/>
            <a:chOff x="8416800" y="2606400"/>
            <a:chExt cx="1324440" cy="132588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24440" cy="1325880"/>
            </a:xfrm>
            <a:custGeom>
              <a:avLst/>
              <a:gdLst>
                <a:gd name="textAreaLeft" fmla="*/ 0 w 1324440"/>
                <a:gd name="textAreaRight" fmla="*/ 1328760 w 1324440"/>
                <a:gd name="textAreaTop" fmla="*/ 0 h 1325880"/>
                <a:gd name="textAreaBottom" fmla="*/ 1330200 h 1325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24440" cy="1325880"/>
            </a:xfrm>
            <a:custGeom>
              <a:avLst/>
              <a:gdLst>
                <a:gd name="textAreaLeft" fmla="*/ 0 w 1324440"/>
                <a:gd name="textAreaRight" fmla="*/ 1328760 w 1324440"/>
                <a:gd name="textAreaTop" fmla="*/ 0 h 1325880"/>
                <a:gd name="textAreaBottom" fmla="*/ 1330200 h 13258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37040" cy="1338480"/>
            <a:chOff x="6778800" y="986040"/>
            <a:chExt cx="1337040" cy="133848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37040" cy="1338480"/>
            <a:chOff x="8404200" y="986040"/>
            <a:chExt cx="1337040" cy="133848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37040" cy="1338480"/>
            <a:chOff x="10012320" y="986040"/>
            <a:chExt cx="1337040" cy="133848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37040" cy="1338480"/>
            <a:chOff x="6778800" y="4192920"/>
            <a:chExt cx="1337040" cy="133848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37040" cy="1338480"/>
            <a:chOff x="8404200" y="4192920"/>
            <a:chExt cx="1337040" cy="133848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37040" cy="1338480"/>
            <a:chOff x="10012320" y="4192920"/>
            <a:chExt cx="1337040" cy="133848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37040" cy="1338480"/>
            <a:chOff x="6778800" y="2602440"/>
            <a:chExt cx="1337040" cy="133848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37040" cy="1338480"/>
            <a:chOff x="10012320" y="2602440"/>
            <a:chExt cx="1337040" cy="133848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37040" cy="1338480"/>
            </a:xfrm>
            <a:custGeom>
              <a:avLst/>
              <a:gdLst>
                <a:gd name="textAreaLeft" fmla="*/ 0 w 1337040"/>
                <a:gd name="textAreaRight" fmla="*/ 1341360 w 1337040"/>
                <a:gd name="textAreaTop" fmla="*/ 0 h 1338480"/>
                <a:gd name="textAreaBottom" fmla="*/ 1342800 h 13384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4720" cy="99756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DD7765D-D65E-4A31-8990-50E323F9D3A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7480" y="4884840"/>
            <a:ext cx="7443720" cy="2425680"/>
          </a:xfrm>
          <a:custGeom>
            <a:avLst/>
            <a:gdLst>
              <a:gd name="textAreaLeft" fmla="*/ 0 w 7443720"/>
              <a:gd name="textAreaRight" fmla="*/ 7448040 w 7443720"/>
              <a:gd name="textAreaTop" fmla="*/ 0 h 2425680"/>
              <a:gd name="textAreaBottom" fmla="*/ 2430000 h 242568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5680" y="929160"/>
            <a:ext cx="6390360" cy="2346480"/>
          </a:xfrm>
          <a:custGeom>
            <a:avLst/>
            <a:gdLst>
              <a:gd name="textAreaLeft" fmla="*/ 0 w 6390360"/>
              <a:gd name="textAreaRight" fmla="*/ 6394680 w 6390360"/>
              <a:gd name="textAreaTop" fmla="*/ 0 h 2346480"/>
              <a:gd name="textAreaBottom" fmla="*/ 2350800 h 234648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5480" cy="734184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04F3E12-5ED1-434A-B4B0-E3103C861E8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65000" y="-120816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55360" cy="1211760"/>
          </a:xfrm>
          <a:custGeom>
            <a:avLst/>
            <a:gdLst>
              <a:gd name="textAreaLeft" fmla="*/ 0 w 8055360"/>
              <a:gd name="textAreaRight" fmla="*/ 8059680 w 8055360"/>
              <a:gd name="textAreaTop" fmla="*/ 0 h 1211760"/>
              <a:gd name="textAreaBottom" fmla="*/ 1216080 h 121176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76040" cy="1796040"/>
          </a:xfrm>
          <a:custGeom>
            <a:avLst/>
            <a:gdLst>
              <a:gd name="textAreaLeft" fmla="*/ 0 w 8276040"/>
              <a:gd name="textAreaRight" fmla="*/ 8280360 w 8276040"/>
              <a:gd name="textAreaTop" fmla="*/ 0 h 1796040"/>
              <a:gd name="textAreaBottom" fmla="*/ 1800360 h 179604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26720" cy="1532520"/>
          </a:xfrm>
          <a:custGeom>
            <a:avLst/>
            <a:gdLst>
              <a:gd name="textAreaLeft" fmla="*/ 0 w 8226720"/>
              <a:gd name="textAreaRight" fmla="*/ 8231040 w 8226720"/>
              <a:gd name="textAreaTop" fmla="*/ 0 h 1532520"/>
              <a:gd name="textAreaBottom" fmla="*/ 1536840 h 153252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301320" cy="301320"/>
            <a:chOff x="3841200" y="4700880"/>
            <a:chExt cx="301320" cy="30132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301320" cy="301320"/>
            <a:chOff x="5922360" y="4700880"/>
            <a:chExt cx="301320" cy="30132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301320" cy="301320"/>
            <a:chOff x="7984080" y="4700880"/>
            <a:chExt cx="301320" cy="30132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301320" cy="301320"/>
            <a:chOff x="10055520" y="3793320"/>
            <a:chExt cx="301320" cy="30132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301320" cy="301320"/>
            <a:chOff x="3847680" y="2889360"/>
            <a:chExt cx="301320" cy="30132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301320" cy="301320"/>
            <a:chOff x="5912640" y="2895480"/>
            <a:chExt cx="301320" cy="30132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301320" cy="301320"/>
            <a:chOff x="7974360" y="2895480"/>
            <a:chExt cx="301320" cy="30132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301320" cy="301320"/>
            <a:chOff x="3847680" y="1094760"/>
            <a:chExt cx="301320" cy="30132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301320" cy="301320"/>
            <a:chOff x="5912640" y="1101240"/>
            <a:chExt cx="301320" cy="30132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301320" cy="301320"/>
            <a:chOff x="7974360" y="1101240"/>
            <a:chExt cx="301320" cy="30132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301320" cy="301320"/>
            <a:chOff x="1781280" y="1999080"/>
            <a:chExt cx="301320" cy="30132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301320" cy="301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43640" cy="1418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F2B5FAD-2AB6-498C-8E0E-75EDF2BF9CE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704320" cy="2706840"/>
            <a:chOff x="278280" y="1993320"/>
            <a:chExt cx="2704320" cy="270684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704320" cy="2706840"/>
            <a:chOff x="3215520" y="1993320"/>
            <a:chExt cx="2704320" cy="270684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704320" cy="2706840"/>
            <a:chOff x="6266880" y="1993320"/>
            <a:chExt cx="2704320" cy="270684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704320" cy="2706840"/>
            <a:chOff x="9318240" y="1993320"/>
            <a:chExt cx="2704320" cy="270684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704320" cy="2706840"/>
            </a:xfrm>
            <a:custGeom>
              <a:avLst/>
              <a:gdLst>
                <a:gd name="textAreaLeft" fmla="*/ 0 w 2704320"/>
                <a:gd name="textAreaRight" fmla="*/ 2708640 w 2704320"/>
                <a:gd name="textAreaTop" fmla="*/ 0 h 2706840"/>
                <a:gd name="textAreaBottom" fmla="*/ 2711160 h 27068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5DAF5AE-62A0-4215-9526-1D25E4B41EC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80520" y="-152604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30600" cy="3597120"/>
            <a:chOff x="228600" y="1959840"/>
            <a:chExt cx="11730600" cy="359712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84560" cy="3597120"/>
              <a:chOff x="228600" y="1959840"/>
              <a:chExt cx="2284560" cy="359712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84560" cy="3597120"/>
                <a:chOff x="228600" y="1959840"/>
                <a:chExt cx="2284560" cy="359712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84560" cy="3597120"/>
                </a:xfrm>
                <a:custGeom>
                  <a:avLst/>
                  <a:gdLst>
                    <a:gd name="textAreaLeft" fmla="*/ 0 w 2284560"/>
                    <a:gd name="textAreaRight" fmla="*/ 2288880 w 228456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84560" cy="3597120"/>
                </a:xfrm>
                <a:custGeom>
                  <a:avLst/>
                  <a:gdLst>
                    <a:gd name="textAreaLeft" fmla="*/ 0 w 2284560"/>
                    <a:gd name="textAreaRight" fmla="*/ 2288880 w 228456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38920" cy="14389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88520" cy="3597120"/>
              <a:chOff x="3373200" y="1959840"/>
              <a:chExt cx="2288520" cy="359712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88520" cy="3597120"/>
                <a:chOff x="3373200" y="1959840"/>
                <a:chExt cx="2288520" cy="359712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88520" cy="3597120"/>
                </a:xfrm>
                <a:custGeom>
                  <a:avLst/>
                  <a:gdLst>
                    <a:gd name="textAreaLeft" fmla="*/ 0 w 2288520"/>
                    <a:gd name="textAreaRight" fmla="*/ 2292840 w 228852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88520" cy="3597120"/>
                </a:xfrm>
                <a:custGeom>
                  <a:avLst/>
                  <a:gdLst>
                    <a:gd name="textAreaLeft" fmla="*/ 0 w 2288520"/>
                    <a:gd name="textAreaRight" fmla="*/ 2292840 w 228852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38920" cy="14389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86720" cy="3597120"/>
              <a:chOff x="6523920" y="1959840"/>
              <a:chExt cx="2286720" cy="359712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86720" cy="3597120"/>
                <a:chOff x="6523920" y="1959840"/>
                <a:chExt cx="2286720" cy="359712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86720" cy="3597120"/>
                </a:xfrm>
                <a:custGeom>
                  <a:avLst/>
                  <a:gdLst>
                    <a:gd name="textAreaLeft" fmla="*/ 0 w 2286720"/>
                    <a:gd name="textAreaRight" fmla="*/ 2291040 w 228672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86720" cy="3597120"/>
                </a:xfrm>
                <a:custGeom>
                  <a:avLst/>
                  <a:gdLst>
                    <a:gd name="textAreaLeft" fmla="*/ 0 w 2286720"/>
                    <a:gd name="textAreaRight" fmla="*/ 2291040 w 228672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38920" cy="14389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86720" cy="3597120"/>
              <a:chOff x="9672480" y="1959840"/>
              <a:chExt cx="2286720" cy="359712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86720" cy="3597120"/>
                <a:chOff x="9672480" y="1959840"/>
                <a:chExt cx="2286720" cy="359712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86720" cy="3597120"/>
                </a:xfrm>
                <a:custGeom>
                  <a:avLst/>
                  <a:gdLst>
                    <a:gd name="textAreaLeft" fmla="*/ 0 w 2286720"/>
                    <a:gd name="textAreaRight" fmla="*/ 2291040 w 228672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86720" cy="3597120"/>
                </a:xfrm>
                <a:custGeom>
                  <a:avLst/>
                  <a:gdLst>
                    <a:gd name="textAreaLeft" fmla="*/ 0 w 2286720"/>
                    <a:gd name="textAreaRight" fmla="*/ 2291040 w 2286720"/>
                    <a:gd name="textAreaTop" fmla="*/ 0 h 3597120"/>
                    <a:gd name="textAreaBottom" fmla="*/ 3601440 h 35971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38920" cy="14389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7871E14-B31B-44DC-8D4D-19F8FB7DED3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94040" cy="4030560"/>
            <a:chOff x="811800" y="1545120"/>
            <a:chExt cx="2894040" cy="403056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94040" cy="4030560"/>
            </a:xfrm>
            <a:custGeom>
              <a:avLst/>
              <a:gdLst>
                <a:gd name="textAreaLeft" fmla="*/ 0 w 2894040"/>
                <a:gd name="textAreaRight" fmla="*/ 2898360 w 2894040"/>
                <a:gd name="textAreaTop" fmla="*/ 0 h 4030560"/>
                <a:gd name="textAreaBottom" fmla="*/ 4034880 h 40305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94040" cy="4030560"/>
            </a:xfrm>
            <a:custGeom>
              <a:avLst/>
              <a:gdLst>
                <a:gd name="textAreaLeft" fmla="*/ 0 w 2894040"/>
                <a:gd name="textAreaRight" fmla="*/ 2898360 w 2894040"/>
                <a:gd name="textAreaTop" fmla="*/ 0 h 4030560"/>
                <a:gd name="textAreaBottom" fmla="*/ 4034880 h 40305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94040" cy="40305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94040" cy="4030560"/>
            <a:chOff x="4573440" y="1545120"/>
            <a:chExt cx="2894040" cy="403056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94040" cy="4030560"/>
            </a:xfrm>
            <a:custGeom>
              <a:avLst/>
              <a:gdLst>
                <a:gd name="textAreaLeft" fmla="*/ 0 w 2894040"/>
                <a:gd name="textAreaRight" fmla="*/ 2898360 w 2894040"/>
                <a:gd name="textAreaTop" fmla="*/ 0 h 4030560"/>
                <a:gd name="textAreaBottom" fmla="*/ 4034880 h 40305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94040" cy="4030560"/>
            </a:xfrm>
            <a:custGeom>
              <a:avLst/>
              <a:gdLst>
                <a:gd name="textAreaLeft" fmla="*/ 0 w 2894040"/>
                <a:gd name="textAreaRight" fmla="*/ 2898360 w 2894040"/>
                <a:gd name="textAreaTop" fmla="*/ 0 h 4030560"/>
                <a:gd name="textAreaBottom" fmla="*/ 4034880 h 40305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94040" cy="40305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94040" cy="4030560"/>
            <a:chOff x="8362080" y="1545120"/>
            <a:chExt cx="2894040" cy="403056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94040" cy="4030560"/>
            </a:xfrm>
            <a:custGeom>
              <a:avLst/>
              <a:gdLst>
                <a:gd name="textAreaLeft" fmla="*/ 0 w 2894040"/>
                <a:gd name="textAreaRight" fmla="*/ 2898360 w 2894040"/>
                <a:gd name="textAreaTop" fmla="*/ 0 h 4030560"/>
                <a:gd name="textAreaBottom" fmla="*/ 4034880 h 40305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94040" cy="4030560"/>
            </a:xfrm>
            <a:custGeom>
              <a:avLst/>
              <a:gdLst>
                <a:gd name="textAreaLeft" fmla="*/ 0 w 2894040"/>
                <a:gd name="textAreaRight" fmla="*/ 2898360 w 2894040"/>
                <a:gd name="textAreaTop" fmla="*/ 0 h 4030560"/>
                <a:gd name="textAreaBottom" fmla="*/ 4034880 h 40305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94040" cy="40305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47786B2-5719-418E-9AE7-D018ACD637BB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48120" cy="353520"/>
            <a:chOff x="10181520" y="3993840"/>
            <a:chExt cx="348120" cy="35352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60920" cy="1609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48120" cy="3535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48120" cy="353520"/>
            <a:chOff x="7273080" y="3992760"/>
            <a:chExt cx="348120" cy="35352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66320" cy="1609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48120" cy="3535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53520" cy="353520"/>
            <a:chOff x="4402440" y="3992760"/>
            <a:chExt cx="353520" cy="35352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60920" cy="1609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53520" cy="3535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53520" cy="353520"/>
            <a:chOff x="1364760" y="3992760"/>
            <a:chExt cx="353520" cy="35352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62720" cy="1609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53520" cy="3535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66600" cy="851400"/>
          </a:xfrm>
          <a:custGeom>
            <a:avLst/>
            <a:gdLst>
              <a:gd name="textAreaLeft" fmla="*/ 0 w 66600"/>
              <a:gd name="textAreaRight" fmla="*/ 70920 w 66600"/>
              <a:gd name="textAreaTop" fmla="*/ 0 h 851400"/>
              <a:gd name="textAreaBottom" fmla="*/ 855720 h 8514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66600" cy="851400"/>
          </a:xfrm>
          <a:custGeom>
            <a:avLst/>
            <a:gdLst>
              <a:gd name="textAreaLeft" fmla="*/ 0 w 66600"/>
              <a:gd name="textAreaRight" fmla="*/ 70920 w 66600"/>
              <a:gd name="textAreaTop" fmla="*/ 0 h 851400"/>
              <a:gd name="textAreaBottom" fmla="*/ 855720 h 8514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64800" cy="851400"/>
          </a:xfrm>
          <a:custGeom>
            <a:avLst/>
            <a:gdLst>
              <a:gd name="textAreaLeft" fmla="*/ 0 w 64800"/>
              <a:gd name="textAreaRight" fmla="*/ 69120 w 64800"/>
              <a:gd name="textAreaTop" fmla="*/ 0 h 851400"/>
              <a:gd name="textAreaBottom" fmla="*/ 855720 h 8514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64800" cy="851400"/>
          </a:xfrm>
          <a:custGeom>
            <a:avLst/>
            <a:gdLst>
              <a:gd name="textAreaLeft" fmla="*/ 0 w 64800"/>
              <a:gd name="textAreaRight" fmla="*/ 69120 w 64800"/>
              <a:gd name="textAreaTop" fmla="*/ 0 h 851400"/>
              <a:gd name="textAreaBottom" fmla="*/ 855720 h 8514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72240" cy="2174040"/>
            <a:chOff x="524520" y="986040"/>
            <a:chExt cx="2172240" cy="217404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72240" cy="2174040"/>
            <a:chOff x="3493080" y="979920"/>
            <a:chExt cx="2172240" cy="217404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72240" cy="2174040"/>
            <a:chOff x="6459120" y="979920"/>
            <a:chExt cx="2172240" cy="217404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72240" cy="2174040"/>
            <a:chOff x="9425160" y="979920"/>
            <a:chExt cx="2172240" cy="217404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72240" cy="2174040"/>
            </a:xfrm>
            <a:custGeom>
              <a:avLst/>
              <a:gdLst>
                <a:gd name="textAreaLeft" fmla="*/ 0 w 2172240"/>
                <a:gd name="textAreaRight" fmla="*/ 2176560 w 2172240"/>
                <a:gd name="textAreaTop" fmla="*/ 0 h 2174040"/>
                <a:gd name="textAreaBottom" fmla="*/ 2178360 h 2174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BDF5704-45D3-482E-B4C6-2BA9277E99C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7520" y="-153396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79920" cy="93960"/>
          </a:xfrm>
          <a:custGeom>
            <a:avLst/>
            <a:gdLst>
              <a:gd name="textAreaLeft" fmla="*/ 0 w 979920"/>
              <a:gd name="textAreaRight" fmla="*/ 984240 w 979920"/>
              <a:gd name="textAreaTop" fmla="*/ 0 h 93960"/>
              <a:gd name="textAreaBottom" fmla="*/ 98280 h 9396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65320" cy="1075320"/>
            <a:chOff x="1744560" y="2349360"/>
            <a:chExt cx="1165320" cy="107532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84680" cy="983160"/>
            </a:xfrm>
            <a:custGeom>
              <a:avLst/>
              <a:gdLst>
                <a:gd name="textAreaLeft" fmla="*/ 0 w 1084680"/>
                <a:gd name="textAreaRight" fmla="*/ 1089000 w 108468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66320" cy="166320"/>
              <a:chOff x="2743560" y="2349360"/>
              <a:chExt cx="166320" cy="16632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70000" cy="1075320"/>
            <a:chOff x="3921120" y="2349360"/>
            <a:chExt cx="1170000" cy="107532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84680" cy="983160"/>
            </a:xfrm>
            <a:custGeom>
              <a:avLst/>
              <a:gdLst>
                <a:gd name="textAreaLeft" fmla="*/ 0 w 1084680"/>
                <a:gd name="textAreaRight" fmla="*/ 1089000 w 108468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66320" cy="166320"/>
              <a:chOff x="4924800" y="2349360"/>
              <a:chExt cx="166320" cy="16632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61360" cy="1075320"/>
            <a:chOff x="6097680" y="2349360"/>
            <a:chExt cx="1161360" cy="107532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84680" cy="983160"/>
            </a:xfrm>
            <a:custGeom>
              <a:avLst/>
              <a:gdLst>
                <a:gd name="textAreaLeft" fmla="*/ 0 w 1084680"/>
                <a:gd name="textAreaRight" fmla="*/ 1089000 w 108468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66320" cy="166320"/>
              <a:chOff x="7092720" y="2349360"/>
              <a:chExt cx="166320" cy="16632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59200" cy="1075320"/>
            <a:chOff x="8273880" y="2349360"/>
            <a:chExt cx="1159200" cy="107532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84680" cy="983160"/>
            </a:xfrm>
            <a:custGeom>
              <a:avLst/>
              <a:gdLst>
                <a:gd name="textAreaLeft" fmla="*/ 0 w 1084680"/>
                <a:gd name="textAreaRight" fmla="*/ 1089000 w 108468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66320" cy="166320"/>
              <a:chOff x="9266760" y="2349360"/>
              <a:chExt cx="166320" cy="16632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64160" cy="1065600"/>
            <a:chOff x="758880" y="3429000"/>
            <a:chExt cx="1064160" cy="106560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81360" cy="986400"/>
            </a:xfrm>
            <a:custGeom>
              <a:avLst/>
              <a:gdLst>
                <a:gd name="textAreaLeft" fmla="*/ 0 w 981360"/>
                <a:gd name="textAreaRight" fmla="*/ 985680 w 981360"/>
                <a:gd name="textAreaTop" fmla="*/ 0 h 986400"/>
                <a:gd name="textAreaBottom" fmla="*/ 990720 h 98640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66320" cy="166320"/>
              <a:chOff x="1656720" y="4328280"/>
              <a:chExt cx="166320" cy="16632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70720" cy="1062360"/>
            <a:chOff x="2833560" y="3432240"/>
            <a:chExt cx="1170720" cy="106236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83240" cy="983160"/>
            </a:xfrm>
            <a:custGeom>
              <a:avLst/>
              <a:gdLst>
                <a:gd name="textAreaLeft" fmla="*/ 0 w 1083240"/>
                <a:gd name="textAreaRight" fmla="*/ 1087560 w 108324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66320" cy="166320"/>
              <a:chOff x="3837960" y="4328280"/>
              <a:chExt cx="166320" cy="16632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61720" cy="1062360"/>
            <a:chOff x="5010120" y="3432240"/>
            <a:chExt cx="1161720" cy="106236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83240" cy="983160"/>
            </a:xfrm>
            <a:custGeom>
              <a:avLst/>
              <a:gdLst>
                <a:gd name="textAreaLeft" fmla="*/ 0 w 1083240"/>
                <a:gd name="textAreaRight" fmla="*/ 1087560 w 108324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66320" cy="166320"/>
              <a:chOff x="6005520" y="4328280"/>
              <a:chExt cx="166320" cy="16632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59200" cy="1062360"/>
            <a:chOff x="7186680" y="3432240"/>
            <a:chExt cx="1159200" cy="106236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83240" cy="983160"/>
            </a:xfrm>
            <a:custGeom>
              <a:avLst/>
              <a:gdLst>
                <a:gd name="textAreaLeft" fmla="*/ 0 w 1083240"/>
                <a:gd name="textAreaRight" fmla="*/ 1087560 w 108324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66320" cy="166320"/>
              <a:chOff x="8179560" y="4328280"/>
              <a:chExt cx="166320" cy="16632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66320" cy="166320"/>
            <a:chOff x="1656720" y="3344760"/>
            <a:chExt cx="166320" cy="16632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66320" cy="166320"/>
            <a:chOff x="2746800" y="3344760"/>
            <a:chExt cx="166320" cy="16632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66320" cy="166320"/>
            <a:chOff x="3832200" y="3344760"/>
            <a:chExt cx="166320" cy="16632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66320" cy="166320"/>
            <a:chOff x="4921200" y="3344760"/>
            <a:chExt cx="166320" cy="16632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66320" cy="166320"/>
            <a:chOff x="6014880" y="3344760"/>
            <a:chExt cx="166320" cy="16632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66320" cy="166320"/>
            <a:chOff x="7098840" y="3344760"/>
            <a:chExt cx="166320" cy="16632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66320" cy="166320"/>
            <a:chOff x="8182800" y="3344760"/>
            <a:chExt cx="166320" cy="16632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62800" cy="1062360"/>
            <a:chOff x="9363240" y="3432240"/>
            <a:chExt cx="1162800" cy="106236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84680" cy="983160"/>
            </a:xfrm>
            <a:custGeom>
              <a:avLst/>
              <a:gdLst>
                <a:gd name="textAreaLeft" fmla="*/ 0 w 1084680"/>
                <a:gd name="textAreaRight" fmla="*/ 1089000 w 1084680"/>
                <a:gd name="textAreaTop" fmla="*/ 0 h 983160"/>
                <a:gd name="textAreaBottom" fmla="*/ 987480 h 9831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66320" cy="166320"/>
              <a:chOff x="10359720" y="4328280"/>
              <a:chExt cx="166320" cy="16632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66320" cy="1663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78120" cy="774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7360" bIns="2736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66320" cy="166320"/>
            <a:chOff x="9272880" y="3344760"/>
            <a:chExt cx="166320" cy="16632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66320" cy="166320"/>
            <a:chOff x="10358640" y="3344760"/>
            <a:chExt cx="166320" cy="16632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66320" cy="166320"/>
            <a:chOff x="11351880" y="3344760"/>
            <a:chExt cx="166320" cy="16632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66320" cy="166320"/>
            <a:chOff x="673560" y="3344760"/>
            <a:chExt cx="166320" cy="16632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66320" cy="1663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78120" cy="774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7360" bIns="273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BE30526-35FD-4E22-8508-B140A2D9D8D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70280" cy="1518120"/>
          </a:xfrm>
          <a:custGeom>
            <a:avLst/>
            <a:gdLst>
              <a:gd name="textAreaLeft" fmla="*/ 0 w 6470280"/>
              <a:gd name="textAreaRight" fmla="*/ 6474600 w 6470280"/>
              <a:gd name="textAreaTop" fmla="*/ 0 h 1518120"/>
              <a:gd name="textAreaBottom" fmla="*/ 1522440 h 15181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35760" cy="2610720"/>
          </a:xfrm>
          <a:custGeom>
            <a:avLst/>
            <a:gdLst>
              <a:gd name="textAreaLeft" fmla="*/ 0 w 2435760"/>
              <a:gd name="textAreaRight" fmla="*/ 2440080 w 2435760"/>
              <a:gd name="textAreaTop" fmla="*/ 0 h 2610720"/>
              <a:gd name="textAreaBottom" fmla="*/ 2615040 h 26107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82440" cy="982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4005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903600" cy="196920"/>
            <a:chOff x="1717560" y="6498720"/>
            <a:chExt cx="903600" cy="19692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6520" cy="186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7720" cy="1861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31640" cy="25560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7067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8ED6A5E-F436-4A8B-BAD1-D53D93DDA49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5005800" cy="1197000"/>
            <a:chOff x="837360" y="1394280"/>
            <a:chExt cx="5005800" cy="119700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5005800" cy="1194120"/>
            </a:xfrm>
            <a:custGeom>
              <a:avLst/>
              <a:gdLst>
                <a:gd name="textAreaLeft" fmla="*/ 0 w 5005800"/>
                <a:gd name="textAreaRight" fmla="*/ 5010120 w 5005800"/>
                <a:gd name="textAreaTop" fmla="*/ 0 h 1194120"/>
                <a:gd name="textAreaBottom" fmla="*/ 1198440 h 11941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5005800" cy="1194120"/>
            </a:xfrm>
            <a:custGeom>
              <a:avLst/>
              <a:gdLst>
                <a:gd name="textAreaLeft" fmla="*/ 0 w 5005800"/>
                <a:gd name="textAreaRight" fmla="*/ 5010120 w 5005800"/>
                <a:gd name="textAreaTop" fmla="*/ 0 h 1194120"/>
                <a:gd name="textAreaBottom" fmla="*/ 1198440 h 11941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5005800" cy="1197000"/>
            <a:chOff x="837360" y="2912040"/>
            <a:chExt cx="5005800" cy="119700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5005800" cy="1194120"/>
            </a:xfrm>
            <a:custGeom>
              <a:avLst/>
              <a:gdLst>
                <a:gd name="textAreaLeft" fmla="*/ 0 w 5005800"/>
                <a:gd name="textAreaRight" fmla="*/ 5010120 w 5005800"/>
                <a:gd name="textAreaTop" fmla="*/ 0 h 1194120"/>
                <a:gd name="textAreaBottom" fmla="*/ 1198440 h 11941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5005800" cy="1194120"/>
            </a:xfrm>
            <a:custGeom>
              <a:avLst/>
              <a:gdLst>
                <a:gd name="textAreaLeft" fmla="*/ 0 w 5005800"/>
                <a:gd name="textAreaRight" fmla="*/ 5010120 w 5005800"/>
                <a:gd name="textAreaTop" fmla="*/ 0 h 1194120"/>
                <a:gd name="textAreaBottom" fmla="*/ 1198440 h 11941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5005800" cy="1197360"/>
            <a:chOff x="837360" y="4462200"/>
            <a:chExt cx="5005800" cy="119736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5005800" cy="1194120"/>
            </a:xfrm>
            <a:custGeom>
              <a:avLst/>
              <a:gdLst>
                <a:gd name="textAreaLeft" fmla="*/ 0 w 5005800"/>
                <a:gd name="textAreaRight" fmla="*/ 5010120 w 5005800"/>
                <a:gd name="textAreaTop" fmla="*/ 0 h 1194120"/>
                <a:gd name="textAreaBottom" fmla="*/ 1198440 h 11941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5005800" cy="1194120"/>
            </a:xfrm>
            <a:custGeom>
              <a:avLst/>
              <a:gdLst>
                <a:gd name="textAreaLeft" fmla="*/ 0 w 5005800"/>
                <a:gd name="textAreaRight" fmla="*/ 5010120 w 5005800"/>
                <a:gd name="textAreaTop" fmla="*/ 0 h 1194120"/>
                <a:gd name="textAreaBottom" fmla="*/ 1198440 h 11941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88280" cy="4304160"/>
            <a:chOff x="6685200" y="1352160"/>
            <a:chExt cx="4688280" cy="430416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88280" cy="4304160"/>
            </a:xfrm>
            <a:custGeom>
              <a:avLst/>
              <a:gdLst>
                <a:gd name="textAreaLeft" fmla="*/ 0 w 4688280"/>
                <a:gd name="textAreaRight" fmla="*/ 4692600 w 4688280"/>
                <a:gd name="textAreaTop" fmla="*/ 0 h 4304160"/>
                <a:gd name="textAreaBottom" fmla="*/ 4308480 h 43041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88280" cy="4304160"/>
            </a:xfrm>
            <a:custGeom>
              <a:avLst/>
              <a:gdLst>
                <a:gd name="textAreaLeft" fmla="*/ 0 w 4688280"/>
                <a:gd name="textAreaRight" fmla="*/ 4692600 w 4688280"/>
                <a:gd name="textAreaTop" fmla="*/ 0 h 4304160"/>
                <a:gd name="textAreaBottom" fmla="*/ 4308480 h 43041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88280" cy="430416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86D21E7-5B2F-456C-8A3F-226BE8E3784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51280" cy="251280"/>
            <a:chOff x="2272320" y="3737520"/>
            <a:chExt cx="251280" cy="25128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51280" cy="251280"/>
            <a:chOff x="4667040" y="3737520"/>
            <a:chExt cx="251280" cy="25128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51280" cy="251280"/>
            <a:chOff x="7063200" y="3737520"/>
            <a:chExt cx="251280" cy="25128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51280" cy="251280"/>
            <a:chOff x="9452520" y="3737520"/>
            <a:chExt cx="251280" cy="25128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92880" cy="1895040"/>
            <a:chOff x="1460880" y="1296720"/>
            <a:chExt cx="1892880" cy="189504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92880" cy="1895040"/>
            <a:chOff x="3823920" y="1296720"/>
            <a:chExt cx="1892880" cy="189504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92880" cy="1895040"/>
            <a:chOff x="6215760" y="1296720"/>
            <a:chExt cx="1892880" cy="189504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92880" cy="1895040"/>
            <a:chOff x="8571240" y="1296720"/>
            <a:chExt cx="1892880" cy="189504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92160" cy="16434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92160" cy="16434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92160" cy="16434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92160" cy="16434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CBA4746-F7F2-4656-ADFC-100EF22B4CF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64600" y="-133344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51280" cy="251280"/>
            <a:chOff x="2378160" y="5424480"/>
            <a:chExt cx="251280" cy="25128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51280" cy="251280"/>
            <a:chOff x="4772880" y="5424480"/>
            <a:chExt cx="251280" cy="25128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51280" cy="251280"/>
            <a:chOff x="7169040" y="5424480"/>
            <a:chExt cx="251280" cy="25128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51280" cy="251280"/>
            <a:chOff x="9558360" y="5424480"/>
            <a:chExt cx="251280" cy="25128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51280" cy="251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19160" cy="1180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760" bIns="4176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92880" cy="1895040"/>
            <a:chOff x="1566720" y="2983680"/>
            <a:chExt cx="1892880" cy="189504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92880" cy="1895040"/>
            <a:chOff x="3929760" y="2983680"/>
            <a:chExt cx="1892880" cy="189504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92880" cy="1895040"/>
            <a:chOff x="6321600" y="2983680"/>
            <a:chExt cx="1892880" cy="189504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92880" cy="1895040"/>
            <a:chOff x="8677080" y="2983680"/>
            <a:chExt cx="1892880" cy="189504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92880" cy="1895040"/>
            </a:xfrm>
            <a:custGeom>
              <a:avLst/>
              <a:gdLst>
                <a:gd name="textAreaLeft" fmla="*/ 0 w 1892880"/>
                <a:gd name="textAreaRight" fmla="*/ 1897200 w 1892880"/>
                <a:gd name="textAreaTop" fmla="*/ 0 h 1895040"/>
                <a:gd name="textAreaBottom" fmla="*/ 1899360 h 18950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92880" cy="18943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92880" cy="18943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92880" cy="18943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92880" cy="18943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E32EB80-F27D-4729-827C-E345E5C3521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21200" y="-102060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20080" cy="4446360"/>
          </a:xfrm>
          <a:custGeom>
            <a:avLst/>
            <a:gdLst>
              <a:gd name="textAreaLeft" fmla="*/ 0 w 4420080"/>
              <a:gd name="textAreaRight" fmla="*/ 4424400 w 4420080"/>
              <a:gd name="textAreaTop" fmla="*/ 0 h 4446360"/>
              <a:gd name="textAreaBottom" fmla="*/ 4450680 h 44463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20440" cy="4424040"/>
          </a:xfrm>
          <a:custGeom>
            <a:avLst/>
            <a:gdLst>
              <a:gd name="textAreaLeft" fmla="*/ 0 w 4420440"/>
              <a:gd name="textAreaRight" fmla="*/ 4424760 w 4420440"/>
              <a:gd name="textAreaTop" fmla="*/ 0 h 4424040"/>
              <a:gd name="textAreaBottom" fmla="*/ 4428360 h 44240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72560" cy="442476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F95B963-C3A3-4C0D-97B9-7BA2F47953D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70280" cy="1518120"/>
          </a:xfrm>
          <a:custGeom>
            <a:avLst/>
            <a:gdLst>
              <a:gd name="textAreaLeft" fmla="*/ 0 w 6470280"/>
              <a:gd name="textAreaRight" fmla="*/ 6474600 w 6470280"/>
              <a:gd name="textAreaTop" fmla="*/ 0 h 1518120"/>
              <a:gd name="textAreaBottom" fmla="*/ 1522440 h 15181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35760" cy="2610720"/>
          </a:xfrm>
          <a:custGeom>
            <a:avLst/>
            <a:gdLst>
              <a:gd name="textAreaLeft" fmla="*/ 0 w 2435760"/>
              <a:gd name="textAreaRight" fmla="*/ 2440080 w 2435760"/>
              <a:gd name="textAreaTop" fmla="*/ 0 h 2610720"/>
              <a:gd name="textAreaBottom" fmla="*/ 2615040 h 26107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82440" cy="982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20560" cy="909720"/>
            <a:chOff x="4008600" y="3031920"/>
            <a:chExt cx="4120560" cy="90972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4520" cy="861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9400" cy="8611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79320" cy="4914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903600" cy="196920"/>
            <a:chOff x="1527120" y="6498720"/>
            <a:chExt cx="903600" cy="19692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6520" cy="186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7720" cy="1861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7067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5240" cy="28728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A6C1F7E-E110-4FB5-BB15-49825E7C037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77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70280" cy="1518120"/>
          </a:xfrm>
          <a:custGeom>
            <a:avLst/>
            <a:gdLst>
              <a:gd name="textAreaLeft" fmla="*/ 0 w 6470280"/>
              <a:gd name="textAreaRight" fmla="*/ 6474600 w 6470280"/>
              <a:gd name="textAreaTop" fmla="*/ 0 h 1518120"/>
              <a:gd name="textAreaBottom" fmla="*/ 1522440 h 15181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35760" cy="2610720"/>
          </a:xfrm>
          <a:custGeom>
            <a:avLst/>
            <a:gdLst>
              <a:gd name="textAreaLeft" fmla="*/ 0 w 2435760"/>
              <a:gd name="textAreaRight" fmla="*/ 2440080 w 2435760"/>
              <a:gd name="textAreaTop" fmla="*/ 0 h 2610720"/>
              <a:gd name="textAreaBottom" fmla="*/ 2615040 h 26107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82440" cy="9824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84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903600" cy="196920"/>
            <a:chOff x="1527120" y="6498720"/>
            <a:chExt cx="903600" cy="19692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6520" cy="1861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7720" cy="1861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428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7067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5240" cy="28728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C151422-F589-40F8-82F5-A58E2EF0F75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76120" cy="4781160"/>
            <a:chOff x="5942880" y="1173240"/>
            <a:chExt cx="4776120" cy="478116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76120" cy="478116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4006080" cy="4006080"/>
              <a:chOff x="6314040" y="1564200"/>
              <a:chExt cx="4006080" cy="400608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4006080" cy="4006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4006080" cy="40060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45600" cy="4204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1400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00560" y="671832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24844BB-E5B6-42CE-96EA-EDA2649CC8D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41920" cy="2945160"/>
            <a:chOff x="4579920" y="1447920"/>
            <a:chExt cx="2941920" cy="294516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41920" cy="29451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67440" cy="2467440"/>
              <a:chOff x="4808880" y="1688760"/>
              <a:chExt cx="2467440" cy="246744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67440" cy="24674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67440" cy="24674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41920" cy="2945160"/>
            <a:chOff x="1096920" y="1447920"/>
            <a:chExt cx="2941920" cy="294516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41920" cy="29451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67440" cy="2467440"/>
              <a:chOff x="1325880" y="1688760"/>
              <a:chExt cx="2467440" cy="246744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67440" cy="24674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67440" cy="24674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91760" cy="258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14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91760" cy="258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14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83360" cy="444960"/>
          </a:xfrm>
          <a:custGeom>
            <a:avLst/>
            <a:gdLst>
              <a:gd name="textAreaLeft" fmla="*/ 0 w 1683360"/>
              <a:gd name="textAreaRight" fmla="*/ 1687680 w 1683360"/>
              <a:gd name="textAreaTop" fmla="*/ 0 h 444960"/>
              <a:gd name="textAreaBottom" fmla="*/ 449280 h 44496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81560" cy="444960"/>
          </a:xfrm>
          <a:custGeom>
            <a:avLst/>
            <a:gdLst>
              <a:gd name="textAreaLeft" fmla="*/ 0 w 1681560"/>
              <a:gd name="textAreaRight" fmla="*/ 1685880 w 1681560"/>
              <a:gd name="textAreaTop" fmla="*/ 0 h 444960"/>
              <a:gd name="textAreaBottom" fmla="*/ 449280 h 44496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81560" cy="444960"/>
          </a:xfrm>
          <a:custGeom>
            <a:avLst/>
            <a:gdLst>
              <a:gd name="textAreaLeft" fmla="*/ 0 w 1681560"/>
              <a:gd name="textAreaRight" fmla="*/ 1685880 w 1681560"/>
              <a:gd name="textAreaTop" fmla="*/ 0 h 444960"/>
              <a:gd name="textAreaBottom" fmla="*/ 449280 h 44496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79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98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84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41920" cy="2945160"/>
            <a:chOff x="8104680" y="1447920"/>
            <a:chExt cx="2941920" cy="294516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41920" cy="29451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67440" cy="2467440"/>
              <a:chOff x="8333640" y="1688760"/>
              <a:chExt cx="2467440" cy="246744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67440" cy="24674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67440" cy="24674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91760" cy="2588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9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1400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00560" y="671832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44960" y="-922680"/>
            <a:ext cx="7399800" cy="6143400"/>
          </a:xfrm>
          <a:custGeom>
            <a:avLst/>
            <a:gdLst>
              <a:gd name="textAreaLeft" fmla="*/ 0 w 7399800"/>
              <a:gd name="textAreaRight" fmla="*/ 7404120 w 7399800"/>
              <a:gd name="textAreaTop" fmla="*/ 0 h 6143400"/>
              <a:gd name="textAreaBottom" fmla="*/ 6147720 h 61434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616CC7F-03C1-4DCB-8263-29FE3FAEDAC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40360" cy="4599360"/>
          </a:xfrm>
          <a:custGeom>
            <a:avLst/>
            <a:gdLst>
              <a:gd name="textAreaLeft" fmla="*/ 0 w 540360"/>
              <a:gd name="textAreaRight" fmla="*/ 544680 w 540360"/>
              <a:gd name="textAreaTop" fmla="*/ 0 h 4599360"/>
              <a:gd name="textAreaBottom" fmla="*/ 4603680 h 459936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40360" cy="2297520"/>
          </a:xfrm>
          <a:custGeom>
            <a:avLst/>
            <a:gdLst>
              <a:gd name="textAreaLeft" fmla="*/ 0 w 540360"/>
              <a:gd name="textAreaRight" fmla="*/ 544680 w 540360"/>
              <a:gd name="textAreaTop" fmla="*/ 0 h 2297520"/>
              <a:gd name="textAreaBottom" fmla="*/ 2301840 h 229752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35320" cy="4599360"/>
          </a:xfrm>
          <a:custGeom>
            <a:avLst/>
            <a:gdLst>
              <a:gd name="textAreaLeft" fmla="*/ 0 w 535320"/>
              <a:gd name="textAreaRight" fmla="*/ 539640 w 535320"/>
              <a:gd name="textAreaTop" fmla="*/ 0 h 4599360"/>
              <a:gd name="textAreaBottom" fmla="*/ 4603680 h 459936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35320" cy="2838960"/>
          </a:xfrm>
          <a:custGeom>
            <a:avLst/>
            <a:gdLst>
              <a:gd name="textAreaLeft" fmla="*/ 0 w 535320"/>
              <a:gd name="textAreaRight" fmla="*/ 539640 w 535320"/>
              <a:gd name="textAreaTop" fmla="*/ 0 h 2838960"/>
              <a:gd name="textAreaBottom" fmla="*/ 2843280 h 283896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40360" cy="4599360"/>
          </a:xfrm>
          <a:custGeom>
            <a:avLst/>
            <a:gdLst>
              <a:gd name="textAreaLeft" fmla="*/ 0 w 540360"/>
              <a:gd name="textAreaRight" fmla="*/ 544680 w 540360"/>
              <a:gd name="textAreaTop" fmla="*/ 0 h 4599360"/>
              <a:gd name="textAreaBottom" fmla="*/ 4603680 h 459936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40360" cy="1913400"/>
          </a:xfrm>
          <a:custGeom>
            <a:avLst/>
            <a:gdLst>
              <a:gd name="textAreaLeft" fmla="*/ 0 w 540360"/>
              <a:gd name="textAreaRight" fmla="*/ 544680 w 540360"/>
              <a:gd name="textAreaTop" fmla="*/ 0 h 1913400"/>
              <a:gd name="textAreaBottom" fmla="*/ 1917720 h 191340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40360" cy="4599360"/>
          </a:xfrm>
          <a:custGeom>
            <a:avLst/>
            <a:gdLst>
              <a:gd name="textAreaLeft" fmla="*/ 0 w 540360"/>
              <a:gd name="textAreaRight" fmla="*/ 544680 w 540360"/>
              <a:gd name="textAreaTop" fmla="*/ 0 h 4599360"/>
              <a:gd name="textAreaBottom" fmla="*/ 4603680 h 459936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40360" cy="2838960"/>
          </a:xfrm>
          <a:custGeom>
            <a:avLst/>
            <a:gdLst>
              <a:gd name="textAreaLeft" fmla="*/ 0 w 540360"/>
              <a:gd name="textAreaRight" fmla="*/ 544680 w 540360"/>
              <a:gd name="textAreaTop" fmla="*/ 0 h 2838960"/>
              <a:gd name="textAreaBottom" fmla="*/ 2843280 h 283896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37120" cy="4599360"/>
          </a:xfrm>
          <a:custGeom>
            <a:avLst/>
            <a:gdLst>
              <a:gd name="textAreaLeft" fmla="*/ 0 w 537120"/>
              <a:gd name="textAreaRight" fmla="*/ 541440 w 537120"/>
              <a:gd name="textAreaTop" fmla="*/ 0 h 4599360"/>
              <a:gd name="textAreaBottom" fmla="*/ 4603680 h 459936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37120" cy="4115160"/>
          </a:xfrm>
          <a:custGeom>
            <a:avLst/>
            <a:gdLst>
              <a:gd name="textAreaLeft" fmla="*/ 0 w 537120"/>
              <a:gd name="textAreaRight" fmla="*/ 541440 w 537120"/>
              <a:gd name="textAreaTop" fmla="*/ 0 h 4115160"/>
              <a:gd name="textAreaBottom" fmla="*/ 4119480 h 411516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6040" cy="228240"/>
            <a:chOff x="3348360" y="5908680"/>
            <a:chExt cx="539604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3120" cy="4854240"/>
            <a:chOff x="2066040" y="988920"/>
            <a:chExt cx="48312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5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33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312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1400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00560" y="671832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60120" y="-110736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B5EA383-276B-4C26-A0CB-4C6B7D7C2AF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99360" cy="4583520"/>
            <a:chOff x="5370480" y="955800"/>
            <a:chExt cx="99360" cy="458352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94680" cy="4583520"/>
            </a:xfrm>
            <a:custGeom>
              <a:avLst/>
              <a:gdLst>
                <a:gd name="textAreaLeft" fmla="*/ 0 w 94680"/>
                <a:gd name="textAreaRight" fmla="*/ 99000 w 94680"/>
                <a:gd name="textAreaTop" fmla="*/ 0 h 4583520"/>
                <a:gd name="textAreaBottom" fmla="*/ 4587840 h 458352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99360" cy="1306800"/>
            </a:xfrm>
            <a:custGeom>
              <a:avLst/>
              <a:gdLst>
                <a:gd name="textAreaLeft" fmla="*/ 0 w 99360"/>
                <a:gd name="textAreaRight" fmla="*/ 103680 w 99360"/>
                <a:gd name="textAreaTop" fmla="*/ 0 h 1306800"/>
                <a:gd name="textAreaBottom" fmla="*/ 1311120 h 130680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106200" cy="4583160"/>
            <a:chOff x="6394320" y="955800"/>
            <a:chExt cx="106200" cy="458316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106200" cy="4541040"/>
            </a:xfrm>
            <a:custGeom>
              <a:avLst/>
              <a:gdLst>
                <a:gd name="textAreaLeft" fmla="*/ 0 w 106200"/>
                <a:gd name="textAreaRight" fmla="*/ 110520 w 106200"/>
                <a:gd name="textAreaTop" fmla="*/ 0 h 4541040"/>
                <a:gd name="textAreaBottom" fmla="*/ 4545360 h 454104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106200" cy="1785600"/>
            </a:xfrm>
            <a:custGeom>
              <a:avLst/>
              <a:gdLst>
                <a:gd name="textAreaLeft" fmla="*/ 0 w 106200"/>
                <a:gd name="textAreaRight" fmla="*/ 110520 w 106200"/>
                <a:gd name="textAreaTop" fmla="*/ 0 h 1785600"/>
                <a:gd name="textAreaBottom" fmla="*/ 1789920 h 178560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81360" cy="4583520"/>
            <a:chOff x="7423200" y="955800"/>
            <a:chExt cx="81360" cy="458352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81360" cy="4583520"/>
            </a:xfrm>
            <a:custGeom>
              <a:avLst/>
              <a:gdLst>
                <a:gd name="textAreaLeft" fmla="*/ 0 w 81360"/>
                <a:gd name="textAreaRight" fmla="*/ 85680 w 81360"/>
                <a:gd name="textAreaTop" fmla="*/ 0 h 4583520"/>
                <a:gd name="textAreaBottom" fmla="*/ 4587840 h 458352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81360" cy="2855160"/>
            </a:xfrm>
            <a:custGeom>
              <a:avLst/>
              <a:gdLst>
                <a:gd name="textAreaLeft" fmla="*/ 0 w 81360"/>
                <a:gd name="textAreaRight" fmla="*/ 85680 w 81360"/>
                <a:gd name="textAreaTop" fmla="*/ 0 h 2855160"/>
                <a:gd name="textAreaBottom" fmla="*/ 2859480 h 285516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82440" cy="4583520"/>
            <a:chOff x="8447040" y="955800"/>
            <a:chExt cx="82440" cy="458352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82440" cy="4419360"/>
            </a:xfrm>
            <a:custGeom>
              <a:avLst/>
              <a:gdLst>
                <a:gd name="textAreaLeft" fmla="*/ 0 w 82440"/>
                <a:gd name="textAreaRight" fmla="*/ 86760 w 82440"/>
                <a:gd name="textAreaTop" fmla="*/ 0 h 4419360"/>
                <a:gd name="textAreaBottom" fmla="*/ 4423680 h 441936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82440" cy="3234600"/>
            </a:xfrm>
            <a:custGeom>
              <a:avLst/>
              <a:gdLst>
                <a:gd name="textAreaLeft" fmla="*/ 0 w 82440"/>
                <a:gd name="textAreaRight" fmla="*/ 86760 w 82440"/>
                <a:gd name="textAreaTop" fmla="*/ 0 h 3234600"/>
                <a:gd name="textAreaBottom" fmla="*/ 3238920 h 323460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87840" cy="4583160"/>
            <a:chOff x="9474120" y="955800"/>
            <a:chExt cx="87840" cy="458316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87840" cy="4340520"/>
            </a:xfrm>
            <a:custGeom>
              <a:avLst/>
              <a:gdLst>
                <a:gd name="textAreaLeft" fmla="*/ 0 w 87840"/>
                <a:gd name="textAreaRight" fmla="*/ 92160 w 87840"/>
                <a:gd name="textAreaTop" fmla="*/ 0 h 4340520"/>
                <a:gd name="textAreaBottom" fmla="*/ 4344840 h 434052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87840" cy="1466640"/>
            </a:xfrm>
            <a:custGeom>
              <a:avLst/>
              <a:gdLst>
                <a:gd name="textAreaLeft" fmla="*/ 0 w 87840"/>
                <a:gd name="textAreaRight" fmla="*/ 92160 w 87840"/>
                <a:gd name="textAreaTop" fmla="*/ 0 h 1466640"/>
                <a:gd name="textAreaBottom" fmla="*/ 1470960 h 146664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86040" cy="4583520"/>
            <a:chOff x="10503000" y="955800"/>
            <a:chExt cx="86040" cy="458352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86040" cy="4459320"/>
            </a:xfrm>
            <a:custGeom>
              <a:avLst/>
              <a:gdLst>
                <a:gd name="textAreaLeft" fmla="*/ 0 w 86040"/>
                <a:gd name="textAreaRight" fmla="*/ 90360 w 86040"/>
                <a:gd name="textAreaTop" fmla="*/ 0 h 4459320"/>
                <a:gd name="textAreaBottom" fmla="*/ 4463640 h 445932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86040" cy="2229480"/>
            </a:xfrm>
            <a:custGeom>
              <a:avLst/>
              <a:gdLst>
                <a:gd name="textAreaLeft" fmla="*/ 0 w 86040"/>
                <a:gd name="textAreaRight" fmla="*/ 90360 w 86040"/>
                <a:gd name="textAreaTop" fmla="*/ 0 h 2229480"/>
                <a:gd name="textAreaBottom" fmla="*/ 2233800 h 222948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30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30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30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30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30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30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74840" cy="4748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74840" cy="4748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74840" cy="4748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74840" cy="4748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74840" cy="4748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74840" cy="4748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1400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00560" y="671832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25360" cy="3803040"/>
          </a:xfrm>
          <a:custGeom>
            <a:avLst/>
            <a:gdLst>
              <a:gd name="textAreaLeft" fmla="*/ 0 w 7425360"/>
              <a:gd name="textAreaRight" fmla="*/ 7429680 w 7425360"/>
              <a:gd name="textAreaTop" fmla="*/ 0 h 3803040"/>
              <a:gd name="textAreaBottom" fmla="*/ 3807360 h 38030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44880" cy="3430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EBE67FC-6E86-4DC6-945A-FA1A2386F02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23480" y="-907920"/>
            <a:ext cx="12069720" cy="5608080"/>
          </a:xfrm>
          <a:custGeom>
            <a:avLst/>
            <a:gdLst>
              <a:gd name="textAreaLeft" fmla="*/ 0 w 12069720"/>
              <a:gd name="textAreaRight" fmla="*/ 12074040 w 12069720"/>
              <a:gd name="textAreaTop" fmla="*/ 0 h 5608080"/>
              <a:gd name="textAreaBottom" fmla="*/ 5612400 h 56080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703920"/>
            <a:ext cx="5707800" cy="41400"/>
          </a:xfrm>
          <a:custGeom>
            <a:avLst/>
            <a:gdLst>
              <a:gd name="textAreaLeft" fmla="*/ 0 w 5707800"/>
              <a:gd name="textAreaRight" fmla="*/ 5712120 w 570780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89600" cy="169920"/>
          </a:xfrm>
          <a:custGeom>
            <a:avLst/>
            <a:gdLst>
              <a:gd name="textAreaLeft" fmla="*/ 0 w 1389600"/>
              <a:gd name="textAreaRight" fmla="*/ 1393920 w 1389600"/>
              <a:gd name="textAreaTop" fmla="*/ 0 h 169920"/>
              <a:gd name="textAreaBottom" fmla="*/ 174240 h 1699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00560" y="6708240"/>
            <a:ext cx="4313880" cy="41400"/>
          </a:xfrm>
          <a:custGeom>
            <a:avLst/>
            <a:gdLst>
              <a:gd name="textAreaLeft" fmla="*/ 0 w 4313880"/>
              <a:gd name="textAreaRight" fmla="*/ 4318200 w 4313880"/>
              <a:gd name="textAreaTop" fmla="*/ 2160 h 41400"/>
              <a:gd name="textAreaBottom" fmla="*/ 47880 h 414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32640" cy="317520"/>
          </a:xfrm>
          <a:custGeom>
            <a:avLst/>
            <a:gdLst>
              <a:gd name="textAreaLeft" fmla="*/ 0 w 332640"/>
              <a:gd name="textAreaRight" fmla="*/ 336960 w 332640"/>
              <a:gd name="textAreaTop" fmla="*/ 0 h 317520"/>
              <a:gd name="textAreaBottom" fmla="*/ 321840 h 3175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51520" y="565200"/>
            <a:ext cx="1475280" cy="51480"/>
            <a:chOff x="551520" y="565200"/>
            <a:chExt cx="1475280" cy="5148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63240" y="-146880"/>
              <a:ext cx="51480" cy="1475280"/>
            </a:xfrm>
            <a:custGeom>
              <a:avLst/>
              <a:gdLst>
                <a:gd name="textAreaLeft" fmla="*/ 0 w 51480"/>
                <a:gd name="textAreaRight" fmla="*/ 55800 w 51480"/>
                <a:gd name="textAreaTop" fmla="*/ -2160 h 1475280"/>
                <a:gd name="textAreaBottom" fmla="*/ 1477440 h 14752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162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13000" cy="5371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edit the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title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text </a:t>
            </a: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TextBox 1"/>
          <p:cNvSpPr/>
          <p:nvPr/>
        </p:nvSpPr>
        <p:spPr>
          <a:xfrm>
            <a:off x="5482080" y="6479640"/>
            <a:ext cx="9140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0" name="Text Placeholder 10"/>
          <p:cNvSpPr/>
          <p:nvPr/>
        </p:nvSpPr>
        <p:spPr>
          <a:xfrm>
            <a:off x="2046600" y="4454640"/>
            <a:ext cx="8298360" cy="12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YAPAY ZEKA EĞİTİMİ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31600" cy="30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DERS İÇERİĞİ – 1. GÜN - Yapay Zekâ ve Makine Öğrenmesinin Temelleri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2" name="Text 18"/>
          <p:cNvSpPr/>
          <p:nvPr/>
        </p:nvSpPr>
        <p:spPr>
          <a:xfrm>
            <a:off x="457200" y="831600"/>
            <a:ext cx="11428920" cy="548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1. Yapay Zekâ Ekosistemi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Yapay Zekâ (AI) vs Makine Öğrenmesi (ML) vs Derin Öğrenme (Deep Learning) vs Üretken Yapay Zekâ (Generative AI)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Klasik yazılımın bittiği ve makine öğrenmesi sistemlerinin başladığı nokta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Makine öğrenmesinin neden "veri + optimizasyon + model" olarak tanımlandığı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2. Makine Öğrenmesi Sistemleri Gerçekte Nasıl Çalışır?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Veri kümesi → eğitim (training) → model → çıkarım (inference) hattı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Eğitim/Test ayrımı (Train/Test Split), aşırı öğrenme (Overfitting) — sezgisel açıklama, yoğun matematik olmadan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Kayıp fonksiyonu (Loss Function) sezgisi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Özellik mühendisliği (Feature Learning) ve temsil öğrenmesi (Representation Learning)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Transparency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arial"/>
                <a:ea typeface="Calibri"/>
              </a:rPr>
              <a:t>All actions performed by agents are transparent to humans, humans can see actions performed by agents thanks to the agents using tools triggering RPA functions to perform actions. ( SIKULIX / ATK 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Rectangle 8"/>
          <p:cNvSpPr/>
          <p:nvPr/>
        </p:nvSpPr>
        <p:spPr>
          <a:xfrm>
            <a:off x="1786680" y="705240"/>
            <a:ext cx="10080720" cy="710640"/>
          </a:xfrm>
          <a:prstGeom prst="rect">
            <a:avLst/>
          </a:prstGeom>
          <a:solidFill>
            <a:srgbClr val="00b0f0">
              <a:alpha val="14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4" name="Rectangle 21"/>
          <p:cNvSpPr/>
          <p:nvPr/>
        </p:nvSpPr>
        <p:spPr>
          <a:xfrm>
            <a:off x="1786680" y="4240800"/>
            <a:ext cx="2093400" cy="1226880"/>
          </a:xfrm>
          <a:prstGeom prst="rect">
            <a:avLst/>
          </a:prstGeom>
          <a:solidFill>
            <a:schemeClr val="accent1">
              <a:alpha val="2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5" name="Rectangle 25"/>
          <p:cNvSpPr/>
          <p:nvPr/>
        </p:nvSpPr>
        <p:spPr>
          <a:xfrm>
            <a:off x="1786680" y="725760"/>
            <a:ext cx="2093400" cy="3370320"/>
          </a:xfrm>
          <a:prstGeom prst="rect">
            <a:avLst/>
          </a:prstGeom>
          <a:solidFill>
            <a:schemeClr val="accent1">
              <a:alpha val="2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6" name="PlaceHolder 1"/>
          <p:cNvSpPr>
            <a:spLocks noGrp="1"/>
          </p:cNvSpPr>
          <p:nvPr>
            <p:ph/>
          </p:nvPr>
        </p:nvSpPr>
        <p:spPr>
          <a:xfrm>
            <a:off x="254160" y="323640"/>
            <a:ext cx="2970720" cy="305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A R I – </a:t>
            </a:r>
            <a:r>
              <a:rPr b="1" lang="en-GB" sz="1600" spc="-1" strike="noStrike">
                <a:solidFill>
                  <a:schemeClr val="lt1"/>
                </a:solidFill>
                <a:latin typeface="Arial Black"/>
              </a:rPr>
              <a:t>ARCHITECTURE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7" name="Rectangle 28"/>
          <p:cNvSpPr/>
          <p:nvPr/>
        </p:nvSpPr>
        <p:spPr>
          <a:xfrm>
            <a:off x="415800" y="2967120"/>
            <a:ext cx="1213560" cy="82800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PLANNER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(AGENTIC WORKFLOW)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Rectangle 30"/>
          <p:cNvSpPr/>
          <p:nvPr/>
        </p:nvSpPr>
        <p:spPr>
          <a:xfrm>
            <a:off x="2210040" y="824040"/>
            <a:ext cx="1482120" cy="51912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AGENT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19" name="Straight Arrow Connector 1"/>
          <p:cNvCxnSpPr>
            <a:endCxn id="1017" idx="1"/>
          </p:cNvCxnSpPr>
          <p:nvPr/>
        </p:nvCxnSpPr>
        <p:spPr>
          <a:xfrm flipV="1">
            <a:off x="92160" y="3381120"/>
            <a:ext cx="324000" cy="108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020" name="Elbow Connector 1"/>
          <p:cNvCxnSpPr>
            <a:stCxn id="1017" idx="3"/>
            <a:endCxn id="1018" idx="1"/>
          </p:cNvCxnSpPr>
          <p:nvPr/>
        </p:nvCxnSpPr>
        <p:spPr>
          <a:xfrm flipV="1">
            <a:off x="1629360" y="1083600"/>
            <a:ext cx="581040" cy="2297880"/>
          </a:xfrm>
          <a:prstGeom prst="bentConnector3">
            <a:avLst>
              <a:gd name="adj1" fmla="val 50154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021" name="Straight Connector 1"/>
          <p:cNvCxnSpPr/>
          <p:nvPr/>
        </p:nvCxnSpPr>
        <p:spPr>
          <a:xfrm>
            <a:off x="2946960" y="1431720"/>
            <a:ext cx="5400" cy="2092320"/>
          </a:xfrm>
          <a:prstGeom prst="straightConnector1">
            <a:avLst/>
          </a:prstGeom>
          <a:ln w="0">
            <a:solidFill>
              <a:srgbClr val="ffffff"/>
            </a:solidFill>
            <a:prstDash val="dash"/>
          </a:ln>
        </p:spPr>
      </p:cxnSp>
      <p:cxnSp>
        <p:nvCxnSpPr>
          <p:cNvPr id="1022" name="Elbow Connector 2"/>
          <p:cNvCxnSpPr>
            <a:stCxn id="1017" idx="3"/>
          </p:cNvCxnSpPr>
          <p:nvPr/>
        </p:nvCxnSpPr>
        <p:spPr>
          <a:xfrm>
            <a:off x="1629360" y="3381120"/>
            <a:ext cx="581760" cy="362520"/>
          </a:xfrm>
          <a:prstGeom prst="bentConnector3">
            <a:avLst>
              <a:gd name="adj1" fmla="val 50154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023" name="TextBox 12"/>
          <p:cNvSpPr/>
          <p:nvPr/>
        </p:nvSpPr>
        <p:spPr>
          <a:xfrm>
            <a:off x="1920240" y="2036880"/>
            <a:ext cx="1910880" cy="66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Agents for each CSCI (</a:t>
            </a:r>
            <a:r>
              <a:rPr b="0" lang="en-GB" sz="2000" spc="-1" strike="noStrike">
                <a:solidFill>
                  <a:schemeClr val="lt1"/>
                </a:solidFill>
                <a:latin typeface="Open Sans"/>
              </a:rPr>
              <a:t>~</a:t>
            </a: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180)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24" name="Elbow Connector 3"/>
          <p:cNvCxnSpPr>
            <a:stCxn id="1017" idx="3"/>
          </p:cNvCxnSpPr>
          <p:nvPr/>
        </p:nvCxnSpPr>
        <p:spPr>
          <a:xfrm>
            <a:off x="1629360" y="3381120"/>
            <a:ext cx="581760" cy="1442160"/>
          </a:xfrm>
          <a:prstGeom prst="bentConnector3">
            <a:avLst>
              <a:gd name="adj1" fmla="val 50154"/>
            </a:avLst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025" name="Rectangle 31"/>
          <p:cNvSpPr/>
          <p:nvPr/>
        </p:nvSpPr>
        <p:spPr>
          <a:xfrm>
            <a:off x="341640" y="5981400"/>
            <a:ext cx="11525760" cy="50148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800" spc="-1" strike="noStrike">
                <a:solidFill>
                  <a:schemeClr val="lt1"/>
                </a:solidFill>
                <a:latin typeface="Open Sans"/>
              </a:rPr>
              <a:t>GENERATIVE WORLD (VECTOR DB and MODELS)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26" name="Straight Arrow Connector 2"/>
          <p:cNvCxnSpPr/>
          <p:nvPr/>
        </p:nvCxnSpPr>
        <p:spPr>
          <a:xfrm flipH="1">
            <a:off x="960480" y="3962520"/>
            <a:ext cx="10080" cy="1912680"/>
          </a:xfrm>
          <a:prstGeom prst="straightConnector1">
            <a:avLst/>
          </a:prstGeom>
          <a:ln w="25400">
            <a:solidFill>
              <a:srgbClr val="ffffff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027" name="Straight Arrow Connector 3"/>
          <p:cNvCxnSpPr/>
          <p:nvPr/>
        </p:nvCxnSpPr>
        <p:spPr>
          <a:xfrm flipH="1">
            <a:off x="2946960" y="5575320"/>
            <a:ext cx="5400" cy="392040"/>
          </a:xfrm>
          <a:prstGeom prst="straightConnector1">
            <a:avLst/>
          </a:prstGeom>
          <a:ln w="25400">
            <a:solidFill>
              <a:srgbClr val="ffffff"/>
            </a:solidFill>
            <a:round/>
            <a:headEnd len="med" type="triangle" w="med"/>
            <a:tailEnd len="med" type="triangle" w="med"/>
          </a:ln>
        </p:spPr>
      </p:cxnSp>
      <p:sp>
        <p:nvSpPr>
          <p:cNvPr id="1028" name="Rectangle 32"/>
          <p:cNvSpPr/>
          <p:nvPr/>
        </p:nvSpPr>
        <p:spPr>
          <a:xfrm>
            <a:off x="4094640" y="824040"/>
            <a:ext cx="1279800" cy="51912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TOOLS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9" name="Rectangle 33"/>
          <p:cNvSpPr/>
          <p:nvPr/>
        </p:nvSpPr>
        <p:spPr>
          <a:xfrm>
            <a:off x="5776920" y="824040"/>
            <a:ext cx="1279800" cy="51912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MCP CLIENT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0" name="Rectangle 34"/>
          <p:cNvSpPr/>
          <p:nvPr/>
        </p:nvSpPr>
        <p:spPr>
          <a:xfrm>
            <a:off x="7459560" y="824040"/>
            <a:ext cx="1279800" cy="51912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MCP SERVER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Rectangle 35"/>
          <p:cNvSpPr/>
          <p:nvPr/>
        </p:nvSpPr>
        <p:spPr>
          <a:xfrm>
            <a:off x="9141840" y="824040"/>
            <a:ext cx="1279800" cy="519120"/>
          </a:xfrm>
          <a:prstGeom prst="rect">
            <a:avLst/>
          </a:prstGeom>
          <a:solidFill>
            <a:srgbClr val="6e84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GB" sz="1200" spc="-1" strike="noStrike">
                <a:solidFill>
                  <a:schemeClr val="lt1"/>
                </a:solidFill>
                <a:latin typeface="Open Sans"/>
              </a:rPr>
              <a:t>TRACK MANAGEMENT </a:t>
            </a:r>
            <a:r>
              <a:rPr b="1" lang="en-GB" sz="1200" spc="-1" strike="noStrike">
                <a:solidFill>
                  <a:srgbClr val="ff0000"/>
                </a:solidFill>
                <a:latin typeface="Open Sans"/>
              </a:rPr>
              <a:t>ADAPTERS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032" name="Straight Arrow Connector 4"/>
          <p:cNvCxnSpPr>
            <a:stCxn id="1018" idx="3"/>
            <a:endCxn id="1028" idx="1"/>
          </p:cNvCxnSpPr>
          <p:nvPr/>
        </p:nvCxnSpPr>
        <p:spPr>
          <a:xfrm>
            <a:off x="3692160" y="1083600"/>
            <a:ext cx="40284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033" name="Straight Arrow Connector 6"/>
          <p:cNvCxnSpPr>
            <a:stCxn id="1028" idx="3"/>
            <a:endCxn id="1029" idx="1"/>
          </p:cNvCxnSpPr>
          <p:nvPr/>
        </p:nvCxnSpPr>
        <p:spPr>
          <a:xfrm>
            <a:off x="5374440" y="1083600"/>
            <a:ext cx="40284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034" name="Straight Arrow Connector 7"/>
          <p:cNvCxnSpPr>
            <a:stCxn id="1029" idx="3"/>
            <a:endCxn id="1030" idx="1"/>
          </p:cNvCxnSpPr>
          <p:nvPr/>
        </p:nvCxnSpPr>
        <p:spPr>
          <a:xfrm>
            <a:off x="7056720" y="1083600"/>
            <a:ext cx="40320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cxnSp>
        <p:nvCxnSpPr>
          <p:cNvPr id="1035" name="Straight Arrow Connector 8"/>
          <p:cNvCxnSpPr>
            <a:stCxn id="1030" idx="3"/>
            <a:endCxn id="1031" idx="1"/>
          </p:cNvCxnSpPr>
          <p:nvPr/>
        </p:nvCxnSpPr>
        <p:spPr>
          <a:xfrm>
            <a:off x="8739360" y="1083600"/>
            <a:ext cx="402840" cy="360"/>
          </a:xfrm>
          <a:prstGeom prst="straightConnector1">
            <a:avLst/>
          </a:prstGeom>
          <a:ln w="0">
            <a:solidFill>
              <a:srgbClr val="ffffff"/>
            </a:solidFill>
            <a:tailEnd len="med" type="triangle" w="med"/>
          </a:ln>
        </p:spPr>
      </p:cxnSp>
      <p:sp>
        <p:nvSpPr>
          <p:cNvPr id="1036" name="Right Arrow 1"/>
          <p:cNvSpPr/>
          <p:nvPr/>
        </p:nvSpPr>
        <p:spPr>
          <a:xfrm>
            <a:off x="33120" y="3214800"/>
            <a:ext cx="387000" cy="3326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GB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7" name="TextBox 13"/>
          <p:cNvSpPr/>
          <p:nvPr/>
        </p:nvSpPr>
        <p:spPr>
          <a:xfrm>
            <a:off x="10440360" y="723960"/>
            <a:ext cx="153396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GB" sz="1000" spc="-1" strike="noStrike">
                <a:solidFill>
                  <a:schemeClr val="accent5">
                    <a:lumMod val="75000"/>
                  </a:schemeClr>
                </a:solidFill>
                <a:latin typeface="Open Sans"/>
              </a:rPr>
              <a:t>TRACK MANAGEMENT DEV. TEAM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GB" sz="1000" spc="-1" strike="noStrike">
                <a:solidFill>
                  <a:schemeClr val="accent5">
                    <a:lumMod val="75000"/>
                  </a:schemeClr>
                </a:solidFill>
                <a:latin typeface="Open Sans"/>
              </a:rPr>
              <a:t>RESPONSIBILITY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38" name="Group 1"/>
          <p:cNvGrpSpPr/>
          <p:nvPr/>
        </p:nvGrpSpPr>
        <p:grpSpPr>
          <a:xfrm>
            <a:off x="1786680" y="4473360"/>
            <a:ext cx="10175040" cy="1009080"/>
            <a:chOff x="1786680" y="4473360"/>
            <a:chExt cx="10175040" cy="1009080"/>
          </a:xfrm>
        </p:grpSpPr>
        <p:sp>
          <p:nvSpPr>
            <p:cNvPr id="1039" name="Rectangle 36"/>
            <p:cNvSpPr/>
            <p:nvPr/>
          </p:nvSpPr>
          <p:spPr>
            <a:xfrm>
              <a:off x="1786680" y="4473360"/>
              <a:ext cx="10080720" cy="1009080"/>
            </a:xfrm>
            <a:prstGeom prst="rect">
              <a:avLst/>
            </a:prstGeom>
            <a:solidFill>
              <a:srgbClr val="00b0f0">
                <a:alpha val="1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0" name="Rectangle 37"/>
            <p:cNvSpPr/>
            <p:nvPr/>
          </p:nvSpPr>
          <p:spPr>
            <a:xfrm>
              <a:off x="2210040" y="4642200"/>
              <a:ext cx="1482120" cy="7369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AGENTS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41" name="Rectangle 38"/>
            <p:cNvSpPr/>
            <p:nvPr/>
          </p:nvSpPr>
          <p:spPr>
            <a:xfrm>
              <a:off x="4094640" y="4642200"/>
              <a:ext cx="1279800" cy="7369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TOOLS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42" name="Rectangle 40"/>
            <p:cNvSpPr/>
            <p:nvPr/>
          </p:nvSpPr>
          <p:spPr>
            <a:xfrm>
              <a:off x="5776920" y="4642200"/>
              <a:ext cx="1279800" cy="7369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CLIENT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43" name="Rectangle 41"/>
            <p:cNvSpPr/>
            <p:nvPr/>
          </p:nvSpPr>
          <p:spPr>
            <a:xfrm>
              <a:off x="7459560" y="4642200"/>
              <a:ext cx="1279800" cy="7369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SERVER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44" name="Rectangle 42"/>
            <p:cNvSpPr/>
            <p:nvPr/>
          </p:nvSpPr>
          <p:spPr>
            <a:xfrm>
              <a:off x="9141840" y="4642200"/>
              <a:ext cx="1279800" cy="7369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OTHER AI SYSTEMS  (BLUEVISION)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ADAPTERS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045" name="Straight Arrow Connector 9"/>
            <p:cNvCxnSpPr>
              <a:stCxn id="1040" idx="3"/>
              <a:endCxn id="1041" idx="1"/>
            </p:cNvCxnSpPr>
            <p:nvPr/>
          </p:nvCxnSpPr>
          <p:spPr>
            <a:xfrm>
              <a:off x="3692160" y="5010480"/>
              <a:ext cx="4028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046" name="Straight Arrow Connector 10"/>
            <p:cNvCxnSpPr>
              <a:stCxn id="1041" idx="3"/>
              <a:endCxn id="1042" idx="1"/>
            </p:cNvCxnSpPr>
            <p:nvPr/>
          </p:nvCxnSpPr>
          <p:spPr>
            <a:xfrm>
              <a:off x="5374440" y="5010480"/>
              <a:ext cx="4028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047" name="Straight Arrow Connector 11"/>
            <p:cNvCxnSpPr>
              <a:stCxn id="1042" idx="3"/>
              <a:endCxn id="1043" idx="1"/>
            </p:cNvCxnSpPr>
            <p:nvPr/>
          </p:nvCxnSpPr>
          <p:spPr>
            <a:xfrm>
              <a:off x="7056720" y="5010480"/>
              <a:ext cx="40320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048" name="Straight Arrow Connector 12"/>
            <p:cNvCxnSpPr>
              <a:stCxn id="1043" idx="3"/>
              <a:endCxn id="1044" idx="1"/>
            </p:cNvCxnSpPr>
            <p:nvPr/>
          </p:nvCxnSpPr>
          <p:spPr>
            <a:xfrm>
              <a:off x="8739360" y="5010480"/>
              <a:ext cx="4028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sp>
          <p:nvSpPr>
            <p:cNvPr id="1049" name="TextBox 14"/>
            <p:cNvSpPr/>
            <p:nvPr/>
          </p:nvSpPr>
          <p:spPr>
            <a:xfrm>
              <a:off x="10427760" y="4721760"/>
              <a:ext cx="153396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BLUEVISION DEV. TEAM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RESPONSIBILITY 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050" name="Group 2"/>
          <p:cNvGrpSpPr/>
          <p:nvPr/>
        </p:nvGrpSpPr>
        <p:grpSpPr>
          <a:xfrm>
            <a:off x="1786680" y="3373560"/>
            <a:ext cx="10187640" cy="710640"/>
            <a:chOff x="1786680" y="3373560"/>
            <a:chExt cx="10187640" cy="710640"/>
          </a:xfrm>
        </p:grpSpPr>
        <p:sp>
          <p:nvSpPr>
            <p:cNvPr id="1051" name="Rectangle 43"/>
            <p:cNvSpPr/>
            <p:nvPr/>
          </p:nvSpPr>
          <p:spPr>
            <a:xfrm>
              <a:off x="1786680" y="3373560"/>
              <a:ext cx="10080720" cy="710640"/>
            </a:xfrm>
            <a:prstGeom prst="rect">
              <a:avLst/>
            </a:prstGeom>
            <a:solidFill>
              <a:srgbClr val="00b0f0">
                <a:alpha val="14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en-GB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52" name="Rectangle 44"/>
            <p:cNvSpPr/>
            <p:nvPr/>
          </p:nvSpPr>
          <p:spPr>
            <a:xfrm>
              <a:off x="2210040" y="3492360"/>
              <a:ext cx="1482120" cy="5191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AGENT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53" name="Rectangle 45"/>
            <p:cNvSpPr/>
            <p:nvPr/>
          </p:nvSpPr>
          <p:spPr>
            <a:xfrm>
              <a:off x="4094640" y="3492360"/>
              <a:ext cx="1279800" cy="5191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TOOLS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54" name="Rectangle 46"/>
            <p:cNvSpPr/>
            <p:nvPr/>
          </p:nvSpPr>
          <p:spPr>
            <a:xfrm>
              <a:off x="5776920" y="3492360"/>
              <a:ext cx="1279800" cy="5191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  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CLIENT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55" name="Rectangle 47"/>
            <p:cNvSpPr/>
            <p:nvPr/>
          </p:nvSpPr>
          <p:spPr>
            <a:xfrm>
              <a:off x="7459560" y="3492360"/>
              <a:ext cx="1279800" cy="5191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  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MCP SERVER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56" name="Rectangle 48"/>
            <p:cNvSpPr/>
            <p:nvPr/>
          </p:nvSpPr>
          <p:spPr>
            <a:xfrm>
              <a:off x="9141840" y="3492360"/>
              <a:ext cx="1279800" cy="519120"/>
            </a:xfrm>
            <a:prstGeom prst="rect">
              <a:avLst/>
            </a:prstGeom>
            <a:solidFill>
              <a:srgbClr val="6e84a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GB" sz="1200" spc="-1" strike="noStrike">
                  <a:solidFill>
                    <a:schemeClr val="lt1"/>
                  </a:solidFill>
                  <a:latin typeface="Open Sans"/>
                </a:rPr>
                <a:t>RADAR SMARTS </a:t>
              </a:r>
              <a:r>
                <a:rPr b="1" lang="en-GB" sz="1200" spc="-1" strike="noStrike">
                  <a:solidFill>
                    <a:srgbClr val="ff0000"/>
                  </a:solidFill>
                  <a:latin typeface="Open Sans"/>
                </a:rPr>
                <a:t>ADAPTERS</a:t>
              </a:r>
              <a:endParaRPr b="0" lang="en-US" sz="1200" spc="-1" strike="noStrike">
                <a:solidFill>
                  <a:srgbClr val="ffffff"/>
                </a:solidFill>
                <a:latin typeface="Arial"/>
              </a:endParaRPr>
            </a:p>
          </p:txBody>
        </p:sp>
        <p:cxnSp>
          <p:nvCxnSpPr>
            <p:cNvPr id="1057" name="Straight Arrow Connector 13"/>
            <p:cNvCxnSpPr>
              <a:stCxn id="1052" idx="3"/>
              <a:endCxn id="1053" idx="1"/>
            </p:cNvCxnSpPr>
            <p:nvPr/>
          </p:nvCxnSpPr>
          <p:spPr>
            <a:xfrm>
              <a:off x="3692160" y="3751920"/>
              <a:ext cx="4028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058" name="Straight Arrow Connector 14"/>
            <p:cNvCxnSpPr>
              <a:stCxn id="1053" idx="3"/>
              <a:endCxn id="1054" idx="1"/>
            </p:cNvCxnSpPr>
            <p:nvPr/>
          </p:nvCxnSpPr>
          <p:spPr>
            <a:xfrm>
              <a:off x="5374440" y="3751920"/>
              <a:ext cx="4028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059" name="Straight Arrow Connector 15"/>
            <p:cNvCxnSpPr>
              <a:stCxn id="1054" idx="3"/>
              <a:endCxn id="1055" idx="1"/>
            </p:cNvCxnSpPr>
            <p:nvPr/>
          </p:nvCxnSpPr>
          <p:spPr>
            <a:xfrm>
              <a:off x="7056720" y="3751920"/>
              <a:ext cx="40320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cxnSp>
          <p:nvCxnSpPr>
            <p:cNvPr id="1060" name="Straight Arrow Connector 16"/>
            <p:cNvCxnSpPr>
              <a:stCxn id="1055" idx="3"/>
              <a:endCxn id="1056" idx="1"/>
            </p:cNvCxnSpPr>
            <p:nvPr/>
          </p:nvCxnSpPr>
          <p:spPr>
            <a:xfrm>
              <a:off x="8739360" y="3751920"/>
              <a:ext cx="402840" cy="360"/>
            </a:xfrm>
            <a:prstGeom prst="straightConnector1">
              <a:avLst/>
            </a:prstGeom>
            <a:ln w="0">
              <a:solidFill>
                <a:srgbClr val="ffffff"/>
              </a:solidFill>
              <a:tailEnd len="med" type="triangle" w="med"/>
            </a:ln>
          </p:spPr>
        </p:cxnSp>
        <p:sp>
          <p:nvSpPr>
            <p:cNvPr id="1061" name="TextBox 15"/>
            <p:cNvSpPr/>
            <p:nvPr/>
          </p:nvSpPr>
          <p:spPr>
            <a:xfrm>
              <a:off x="10440360" y="3475440"/>
              <a:ext cx="1533960" cy="547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RADAR SMARTS DEV. TEAM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  <a:p>
              <a:pPr algn="ctr" defTabSz="914400">
                <a:lnSpc>
                  <a:spcPct val="100000"/>
                </a:lnSpc>
              </a:pPr>
              <a:r>
                <a:rPr b="1" lang="en-GB" sz="1000" spc="-1" strike="noStrike">
                  <a:solidFill>
                    <a:schemeClr val="accent5">
                      <a:lumMod val="75000"/>
                    </a:schemeClr>
                  </a:solidFill>
                  <a:latin typeface="Open Sans"/>
                </a:rPr>
                <a:t>RESPONSIBILITY </a:t>
              </a:r>
              <a:endParaRPr b="0" lang="en-US" sz="10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4713</TotalTime>
  <Application>LibreOffice/24.2.7.2$Linux_X86_64 LibreOffice_project/420$Build-2</Application>
  <AppVersion>15.0000</AppVersion>
  <Words>840</Words>
  <Paragraphs>249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2026-06-22T06:57:41Z</dcterms:modified>
  <cp:revision>77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Widescreen</vt:lpwstr>
  </property>
  <property fmtid="{D5CDD505-2E9C-101B-9397-08002B2CF9AE}" pid="5" name="Slides">
    <vt:i4>10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