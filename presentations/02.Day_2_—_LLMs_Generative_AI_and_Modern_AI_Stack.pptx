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40.xml" ContentType="application/vnd.openxmlformats-officedocument.theme+xml"/>
  <Override PartName="/ppt/theme/theme38.xml" ContentType="application/vnd.openxmlformats-officedocument.theme+xml"/>
  <Override PartName="/ppt/theme/theme52.xml" ContentType="application/vnd.openxmlformats-officedocument.theme+xml"/>
  <Override PartName="/ppt/theme/theme41.xml" ContentType="application/vnd.openxmlformats-officedocument.theme+xml"/>
  <Override PartName="/ppt/theme/theme39.xml" ContentType="application/vnd.openxmlformats-officedocument.theme+xml"/>
  <Override PartName="/ppt/theme/theme53.xml" ContentType="application/vnd.openxmlformats-officedocument.theme+xml"/>
  <Override PartName="/ppt/theme/theme42.xml" ContentType="application/vnd.openxmlformats-officedocument.theme+xml"/>
  <Override PartName="/ppt/theme/theme54.xml" ContentType="application/vnd.openxmlformats-officedocument.theme+xml"/>
  <Override PartName="/ppt/theme/theme43.xml" ContentType="application/vnd.openxmlformats-officedocument.theme+xml"/>
  <Override PartName="/ppt/theme/theme55.xml" ContentType="application/vnd.openxmlformats-officedocument.theme+xml"/>
  <Override PartName="/ppt/theme/theme37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  <Override PartName="/ppt/slideLayouts/slideLayout22.xml" ContentType="application/vnd.openxmlformats-officedocument.presentationml.slideLayout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4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</p:sldMasterIdLst>
  <p:sldIdLst>
    <p:sldId id="256" r:id="rId57"/>
    <p:sldId id="257" r:id="rId58"/>
    <p:sldId id="258" r:id="rId59"/>
    <p:sldId id="259" r:id="rId60"/>
    <p:sldId id="260" r:id="rId61"/>
    <p:sldId id="261" r:id="rId62"/>
    <p:sldId id="262" r:id="rId63"/>
    <p:sldId id="263" r:id="rId64"/>
    <p:sldId id="264" r:id="rId65"/>
    <p:sldId id="265" r:id="rId66"/>
    <p:sldId id="266" r:id="rId67"/>
    <p:sldId id="267" r:id="rId68"/>
    <p:sldId id="268" r:id="rId69"/>
    <p:sldId id="269" r:id="rId70"/>
    <p:sldId id="270" r:id="rId71"/>
    <p:sldId id="271" r:id="rId72"/>
    <p:sldId id="272" r:id="rId73"/>
    <p:sldId id="273" r:id="rId74"/>
    <p:sldId id="274" r:id="rId75"/>
    <p:sldId id="275" r:id="rId76"/>
    <p:sldId id="276" r:id="rId77"/>
    <p:sldId id="277" r:id="rId78"/>
    <p:sldId id="278" r:id="rId7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" Target="slides/slide1.xml"/><Relationship Id="rId58" Type="http://schemas.openxmlformats.org/officeDocument/2006/relationships/slide" Target="slides/slide2.xml"/><Relationship Id="rId59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5.xml"/><Relationship Id="rId62" Type="http://schemas.openxmlformats.org/officeDocument/2006/relationships/slide" Target="slides/slide6.xml"/><Relationship Id="rId63" Type="http://schemas.openxmlformats.org/officeDocument/2006/relationships/slide" Target="slides/slide7.xml"/><Relationship Id="rId64" Type="http://schemas.openxmlformats.org/officeDocument/2006/relationships/slide" Target="slides/slide8.xml"/><Relationship Id="rId65" Type="http://schemas.openxmlformats.org/officeDocument/2006/relationships/slide" Target="slides/slide9.xml"/><Relationship Id="rId66" Type="http://schemas.openxmlformats.org/officeDocument/2006/relationships/slide" Target="slides/slide10.xml"/><Relationship Id="rId67" Type="http://schemas.openxmlformats.org/officeDocument/2006/relationships/slide" Target="slides/slide11.xml"/><Relationship Id="rId68" Type="http://schemas.openxmlformats.org/officeDocument/2006/relationships/slide" Target="slides/slide12.xml"/><Relationship Id="rId69" Type="http://schemas.openxmlformats.org/officeDocument/2006/relationships/slide" Target="slides/slide13.xml"/><Relationship Id="rId70" Type="http://schemas.openxmlformats.org/officeDocument/2006/relationships/slide" Target="slides/slide14.xml"/><Relationship Id="rId71" Type="http://schemas.openxmlformats.org/officeDocument/2006/relationships/slide" Target="slides/slide15.xml"/><Relationship Id="rId72" Type="http://schemas.openxmlformats.org/officeDocument/2006/relationships/slide" Target="slides/slide16.xml"/><Relationship Id="rId73" Type="http://schemas.openxmlformats.org/officeDocument/2006/relationships/slide" Target="slides/slide17.xml"/><Relationship Id="rId74" Type="http://schemas.openxmlformats.org/officeDocument/2006/relationships/slide" Target="slides/slide18.xml"/><Relationship Id="rId75" Type="http://schemas.openxmlformats.org/officeDocument/2006/relationships/slide" Target="slides/slide19.xml"/><Relationship Id="rId76" Type="http://schemas.openxmlformats.org/officeDocument/2006/relationships/slide" Target="slides/slide20.xml"/><Relationship Id="rId77" Type="http://schemas.openxmlformats.org/officeDocument/2006/relationships/slide" Target="slides/slide21.xml"/><Relationship Id="rId78" Type="http://schemas.openxmlformats.org/officeDocument/2006/relationships/slide" Target="slides/slide22.xml"/><Relationship Id="rId79" Type="http://schemas.openxmlformats.org/officeDocument/2006/relationships/slide" Target="slides/slide23.xml"/><Relationship Id="rId8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216483099126472"/>
          <c:y val="0.048412017167382"/>
          <c:w val="0.589930009223591"/>
          <c:h val="0.929785407725322"/>
        </c:manualLayout>
      </c:layout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87000">
                    <a:srgbClr val="ff0000"/>
                  </a:gs>
                  <a:gs pos="100000">
                    <a:srgbClr val="b2244c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242e3d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e84a6"/>
            </a:solidFill>
            <a:ln w="0">
              <a:noFill/>
            </a:ln>
          </c:spPr>
          <c:explosion val="0"/>
          <c:dPt>
            <c:idx val="0"/>
            <c:spPr>
              <a:gradFill>
                <a:gsLst>
                  <a:gs pos="100000">
                    <a:srgbClr val="ff0000"/>
                  </a:gs>
                  <a:gs pos="100000">
                    <a:srgbClr val="1f67db"/>
                  </a:gs>
                </a:gsLst>
                <a:lin ang="10800000"/>
              </a:gradFill>
              <a:ln w="19080">
                <a:noFill/>
              </a:ln>
            </c:spPr>
          </c:dPt>
          <c:dPt>
            <c:idx val="1"/>
            <c:spPr>
              <a:solidFill>
                <a:srgbClr val="344156"/>
              </a:solidFill>
              <a:ln w="1908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10141a"/>
                      </a:solidFill>
                      <a:latin typeface="Open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10141a"/>
                    </a:solidFill>
                    <a:latin typeface="Open San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; </c:separator>
            <c:showLeaderLines val="1"/>
          </c:dLbls>
          <c:cat>
            <c:strRef>
              <c:f>categories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0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çılış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Yazı+Fotoğraf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pe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+Fotoğraf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I Arz Eder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+Yazı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toğraf+Yazı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+Yaz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çılış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anış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6508B3-EEEF-4835-92D8-85F3BD4DD3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rka Plan_________________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A17ED9C-6CC4-46E8-A5B9-B6DE27F8FEE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Grey_unpressed"/>
          <p:cNvSpPr/>
          <p:nvPr/>
        </p:nvSpPr>
        <p:spPr>
          <a:xfrm>
            <a:off x="2833920" y="2727720"/>
            <a:ext cx="6459480" cy="1507320"/>
          </a:xfrm>
          <a:custGeom>
            <a:avLst/>
            <a:gdLst>
              <a:gd name="textAreaLeft" fmla="*/ 0 w 6459480"/>
              <a:gd name="textAreaRight" fmla="*/ 6474600 w 6459480"/>
              <a:gd name="textAreaTop" fmla="*/ 0 h 1507320"/>
              <a:gd name="textAreaBottom" fmla="*/ 1522440 h 150732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" name="TextBox 4"/>
          <p:cNvSpPr/>
          <p:nvPr/>
        </p:nvSpPr>
        <p:spPr>
          <a:xfrm>
            <a:off x="7392960" y="6313680"/>
            <a:ext cx="56959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Freeform 6"/>
          <p:cNvSpPr/>
          <p:nvPr/>
        </p:nvSpPr>
        <p:spPr>
          <a:xfrm>
            <a:off x="2435040" y="2589840"/>
            <a:ext cx="2424960" cy="2599920"/>
          </a:xfrm>
          <a:custGeom>
            <a:avLst/>
            <a:gdLst>
              <a:gd name="textAreaLeft" fmla="*/ 0 w 2424960"/>
              <a:gd name="textAreaRight" fmla="*/ 2440080 w 2424960"/>
              <a:gd name="textAreaTop" fmla="*/ 0 h 2599920"/>
              <a:gd name="textAreaBottom" fmla="*/ 2615040 h 259992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5" name="Oval 7"/>
          <p:cNvSpPr/>
          <p:nvPr/>
        </p:nvSpPr>
        <p:spPr>
          <a:xfrm>
            <a:off x="3103920" y="3080520"/>
            <a:ext cx="971640" cy="9716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" name="Group 8"/>
          <p:cNvGrpSpPr/>
          <p:nvPr/>
        </p:nvGrpSpPr>
        <p:grpSpPr>
          <a:xfrm>
            <a:off x="4008600" y="3031920"/>
            <a:ext cx="4109760" cy="898920"/>
            <a:chOff x="4008600" y="3031920"/>
            <a:chExt cx="4109760" cy="898920"/>
          </a:xfrm>
        </p:grpSpPr>
        <p:pic>
          <p:nvPicPr>
            <p:cNvPr id="7" name="Picture 9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4994640" y="3031920"/>
              <a:ext cx="3123720" cy="850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" name="Picture 10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4008600" y="3080520"/>
              <a:ext cx="948600" cy="850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" name="Rectangle 12"/>
          <p:cNvSpPr/>
          <p:nvPr/>
        </p:nvSpPr>
        <p:spPr>
          <a:xfrm>
            <a:off x="11271960" y="256320"/>
            <a:ext cx="668520" cy="48060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0" name="Group 19"/>
          <p:cNvGrpSpPr/>
          <p:nvPr/>
        </p:nvGrpSpPr>
        <p:grpSpPr>
          <a:xfrm>
            <a:off x="1717560" y="6498720"/>
            <a:ext cx="892800" cy="186120"/>
            <a:chOff x="1717560" y="6498720"/>
            <a:chExt cx="892800" cy="186120"/>
          </a:xfrm>
        </p:grpSpPr>
        <p:pic>
          <p:nvPicPr>
            <p:cNvPr id="11" name="Picture 20" descr=""/>
            <p:cNvPicPr/>
            <p:nvPr/>
          </p:nvPicPr>
          <p:blipFill>
            <a:blip r:embed="rId4"/>
            <a:srcRect l="24312" t="0" r="0" b="0"/>
            <a:stretch/>
          </p:blipFill>
          <p:spPr>
            <a:xfrm>
              <a:off x="1934640" y="6498720"/>
              <a:ext cx="675720" cy="175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" name="Picture 21" descr=""/>
            <p:cNvPicPr/>
            <p:nvPr/>
          </p:nvPicPr>
          <p:blipFill>
            <a:blip r:embed="rId5"/>
            <a:srcRect l="0" t="0" r="76760" b="0"/>
            <a:stretch/>
          </p:blipFill>
          <p:spPr>
            <a:xfrm>
              <a:off x="1717560" y="6509520"/>
              <a:ext cx="196920" cy="1753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3" name="Picture 22" descr=""/>
          <p:cNvPicPr/>
          <p:nvPr/>
        </p:nvPicPr>
        <p:blipFill>
          <a:blip r:embed="rId6"/>
          <a:stretch/>
        </p:blipFill>
        <p:spPr>
          <a:xfrm>
            <a:off x="169560" y="6469200"/>
            <a:ext cx="1320840" cy="244800"/>
          </a:xfrm>
          <a:prstGeom prst="rect">
            <a:avLst/>
          </a:prstGeom>
          <a:ln w="0">
            <a:noFill/>
          </a:ln>
        </p:spPr>
      </p:pic>
      <p:sp>
        <p:nvSpPr>
          <p:cNvPr id="14" name="TextBox 23"/>
          <p:cNvSpPr/>
          <p:nvPr/>
        </p:nvSpPr>
        <p:spPr>
          <a:xfrm>
            <a:off x="1585440" y="64987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24"/>
          <p:cNvSpPr/>
          <p:nvPr/>
        </p:nvSpPr>
        <p:spPr>
          <a:xfrm>
            <a:off x="1585440" y="645480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25"/>
          <p:cNvSpPr/>
          <p:nvPr/>
        </p:nvSpPr>
        <p:spPr>
          <a:xfrm>
            <a:off x="1585440" y="65095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A251389-A2C1-4F50-864B-6A1F4203D13B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Freeform 6"/>
          <p:cNvSpPr/>
          <p:nvPr/>
        </p:nvSpPr>
        <p:spPr>
          <a:xfrm>
            <a:off x="2395440" y="1946160"/>
            <a:ext cx="1338840" cy="3696480"/>
          </a:xfrm>
          <a:custGeom>
            <a:avLst/>
            <a:gdLst>
              <a:gd name="textAreaLeft" fmla="*/ 0 w 1338840"/>
              <a:gd name="textAreaRight" fmla="*/ 1353960 w 1338840"/>
              <a:gd name="textAreaTop" fmla="*/ 0 h 3696480"/>
              <a:gd name="textAreaBottom" fmla="*/ 3711600 h 3696480"/>
            </a:gdLst>
            <a:ahLst/>
            <a:rect l="textAreaLeft" t="textAreaTop" r="textAreaRight" b="textAreaBottom"/>
            <a:pathLst>
              <a:path w="356" h="974">
                <a:moveTo>
                  <a:pt x="174" y="972"/>
                </a:moveTo>
                <a:cubicBezTo>
                  <a:pt x="274" y="974"/>
                  <a:pt x="356" y="891"/>
                  <a:pt x="356" y="791"/>
                </a:cubicBezTo>
                <a:cubicBezTo>
                  <a:pt x="356" y="182"/>
                  <a:pt x="356" y="182"/>
                  <a:pt x="356" y="182"/>
                </a:cubicBezTo>
                <a:cubicBezTo>
                  <a:pt x="356" y="85"/>
                  <a:pt x="278" y="3"/>
                  <a:pt x="181" y="1"/>
                </a:cubicBezTo>
                <a:cubicBezTo>
                  <a:pt x="82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2" name="Freeform 7"/>
          <p:cNvSpPr/>
          <p:nvPr/>
        </p:nvSpPr>
        <p:spPr>
          <a:xfrm>
            <a:off x="4432320" y="1946160"/>
            <a:ext cx="1346040" cy="3696480"/>
          </a:xfrm>
          <a:custGeom>
            <a:avLst/>
            <a:gdLst>
              <a:gd name="textAreaLeft" fmla="*/ 0 w 1346040"/>
              <a:gd name="textAreaRight" fmla="*/ 1361160 w 1346040"/>
              <a:gd name="textAreaTop" fmla="*/ 0 h 3696480"/>
              <a:gd name="textAreaBottom" fmla="*/ 3711600 h 369648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3" name="Freeform 8"/>
          <p:cNvSpPr/>
          <p:nvPr/>
        </p:nvSpPr>
        <p:spPr>
          <a:xfrm>
            <a:off x="8443800" y="1946160"/>
            <a:ext cx="1337400" cy="3696480"/>
          </a:xfrm>
          <a:custGeom>
            <a:avLst/>
            <a:gdLst>
              <a:gd name="textAreaLeft" fmla="*/ 0 w 1337400"/>
              <a:gd name="textAreaRight" fmla="*/ 1352520 w 1337400"/>
              <a:gd name="textAreaTop" fmla="*/ 0 h 3696480"/>
              <a:gd name="textAreaBottom" fmla="*/ 3711600 h 369648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4" name="Freeform 9"/>
          <p:cNvSpPr/>
          <p:nvPr/>
        </p:nvSpPr>
        <p:spPr>
          <a:xfrm>
            <a:off x="6396840" y="1946160"/>
            <a:ext cx="1347480" cy="3696480"/>
          </a:xfrm>
          <a:custGeom>
            <a:avLst/>
            <a:gdLst>
              <a:gd name="textAreaLeft" fmla="*/ 0 w 1347480"/>
              <a:gd name="textAreaRight" fmla="*/ 1362600 w 1347480"/>
              <a:gd name="textAreaTop" fmla="*/ 0 h 3696480"/>
              <a:gd name="textAreaBottom" fmla="*/ 3711600 h 3696480"/>
            </a:gdLst>
            <a:ahLst/>
            <a:rect l="textAreaLeft" t="textAreaTop" r="textAreaRight" b="textAreaBottom"/>
            <a:pathLst>
              <a:path w="355" h="974">
                <a:moveTo>
                  <a:pt x="174" y="972"/>
                </a:moveTo>
                <a:cubicBezTo>
                  <a:pt x="274" y="974"/>
                  <a:pt x="355" y="891"/>
                  <a:pt x="355" y="791"/>
                </a:cubicBezTo>
                <a:cubicBezTo>
                  <a:pt x="355" y="182"/>
                  <a:pt x="355" y="182"/>
                  <a:pt x="355" y="182"/>
                </a:cubicBezTo>
                <a:cubicBezTo>
                  <a:pt x="355" y="85"/>
                  <a:pt x="278" y="3"/>
                  <a:pt x="181" y="1"/>
                </a:cubicBezTo>
                <a:cubicBezTo>
                  <a:pt x="81" y="0"/>
                  <a:pt x="0" y="80"/>
                  <a:pt x="0" y="179"/>
                </a:cubicBezTo>
                <a:cubicBezTo>
                  <a:pt x="0" y="795"/>
                  <a:pt x="0" y="795"/>
                  <a:pt x="0" y="795"/>
                </a:cubicBezTo>
                <a:cubicBezTo>
                  <a:pt x="0" y="892"/>
                  <a:pt x="78" y="970"/>
                  <a:pt x="174" y="97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" name="Rectangle 18"/>
          <p:cNvSpPr/>
          <p:nvPr/>
        </p:nvSpPr>
        <p:spPr>
          <a:xfrm rot="16200000">
            <a:off x="2796480" y="322668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19"/>
          <p:cNvSpPr/>
          <p:nvPr/>
        </p:nvSpPr>
        <p:spPr>
          <a:xfrm rot="16200000">
            <a:off x="4832280" y="424944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20"/>
          <p:cNvSpPr/>
          <p:nvPr/>
        </p:nvSpPr>
        <p:spPr>
          <a:xfrm rot="16200000">
            <a:off x="6807240" y="325044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ectangle 21"/>
          <p:cNvSpPr/>
          <p:nvPr/>
        </p:nvSpPr>
        <p:spPr>
          <a:xfrm rot="16200000">
            <a:off x="8845560" y="4195800"/>
            <a:ext cx="57312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1900" spc="-1" strike="noStrike">
                <a:solidFill>
                  <a:schemeClr val="dk2"/>
                </a:solidFill>
                <a:latin typeface="Montserrat"/>
              </a:rPr>
              <a:t>TEXT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Oval 17"/>
          <p:cNvSpPr/>
          <p:nvPr/>
        </p:nvSpPr>
        <p:spPr>
          <a:xfrm>
            <a:off x="2508840" y="2128320"/>
            <a:ext cx="1089720" cy="108972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0" name="Oval 18"/>
          <p:cNvSpPr/>
          <p:nvPr/>
        </p:nvSpPr>
        <p:spPr>
          <a:xfrm>
            <a:off x="4572000" y="4398840"/>
            <a:ext cx="1089720" cy="108972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1" name="Oval 19"/>
          <p:cNvSpPr/>
          <p:nvPr/>
        </p:nvSpPr>
        <p:spPr>
          <a:xfrm>
            <a:off x="8562240" y="4398840"/>
            <a:ext cx="1089720" cy="108972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2" name="Oval 20"/>
          <p:cNvSpPr/>
          <p:nvPr/>
        </p:nvSpPr>
        <p:spPr>
          <a:xfrm>
            <a:off x="6514920" y="2128320"/>
            <a:ext cx="1089720" cy="108972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3" name="object 384"/>
          <p:cNvSpPr/>
          <p:nvPr/>
        </p:nvSpPr>
        <p:spPr>
          <a:xfrm flipV="1">
            <a:off x="356760" y="670320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object 4"/>
          <p:cNvSpPr/>
          <p:nvPr/>
        </p:nvSpPr>
        <p:spPr>
          <a:xfrm>
            <a:off x="10477800" y="663120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object 384"/>
          <p:cNvSpPr/>
          <p:nvPr/>
        </p:nvSpPr>
        <p:spPr>
          <a:xfrm flipV="1" rot="10800000">
            <a:off x="6111360" y="671832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object 386"/>
          <p:cNvSpPr/>
          <p:nvPr/>
        </p:nvSpPr>
        <p:spPr>
          <a:xfrm>
            <a:off x="5927400" y="651744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Freeform 29"/>
          <p:cNvSpPr/>
          <p:nvPr/>
        </p:nvSpPr>
        <p:spPr>
          <a:xfrm rot="370200">
            <a:off x="-1735200" y="-1064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38" name="Group 25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39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0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1" name="Rectangle 30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70B585B-9897-4EE6-8369-56AA215C3562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4" name="Group 4"/>
          <p:cNvGrpSpPr/>
          <p:nvPr/>
        </p:nvGrpSpPr>
        <p:grpSpPr>
          <a:xfrm>
            <a:off x="877320" y="2252880"/>
            <a:ext cx="45360" cy="3374280"/>
            <a:chOff x="877320" y="2252880"/>
            <a:chExt cx="45360" cy="3374280"/>
          </a:xfrm>
        </p:grpSpPr>
        <p:sp>
          <p:nvSpPr>
            <p:cNvPr id="45" name="Freeform 6"/>
            <p:cNvSpPr/>
            <p:nvPr/>
          </p:nvSpPr>
          <p:spPr>
            <a:xfrm>
              <a:off x="877320" y="225756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Freeform 6"/>
            <p:cNvSpPr/>
            <p:nvPr/>
          </p:nvSpPr>
          <p:spPr>
            <a:xfrm>
              <a:off x="877320" y="225288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" name="Group 8"/>
          <p:cNvGrpSpPr/>
          <p:nvPr/>
        </p:nvGrpSpPr>
        <p:grpSpPr>
          <a:xfrm>
            <a:off x="3442320" y="2233800"/>
            <a:ext cx="45360" cy="3374640"/>
            <a:chOff x="3442320" y="2233800"/>
            <a:chExt cx="45360" cy="3374640"/>
          </a:xfrm>
        </p:grpSpPr>
        <p:sp>
          <p:nvSpPr>
            <p:cNvPr id="48" name="Freeform 6"/>
            <p:cNvSpPr/>
            <p:nvPr/>
          </p:nvSpPr>
          <p:spPr>
            <a:xfrm>
              <a:off x="3442320" y="223884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" name="Freeform 6"/>
            <p:cNvSpPr/>
            <p:nvPr/>
          </p:nvSpPr>
          <p:spPr>
            <a:xfrm>
              <a:off x="3442320" y="223380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0" name="Group 11"/>
          <p:cNvGrpSpPr/>
          <p:nvPr/>
        </p:nvGrpSpPr>
        <p:grpSpPr>
          <a:xfrm>
            <a:off x="6006960" y="2252880"/>
            <a:ext cx="45360" cy="3374280"/>
            <a:chOff x="6006960" y="2252880"/>
            <a:chExt cx="45360" cy="3374280"/>
          </a:xfrm>
        </p:grpSpPr>
        <p:sp>
          <p:nvSpPr>
            <p:cNvPr id="51" name="Freeform 6"/>
            <p:cNvSpPr/>
            <p:nvPr/>
          </p:nvSpPr>
          <p:spPr>
            <a:xfrm>
              <a:off x="6006960" y="225756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Freeform 6"/>
            <p:cNvSpPr/>
            <p:nvPr/>
          </p:nvSpPr>
          <p:spPr>
            <a:xfrm>
              <a:off x="6006960" y="225288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3" name="Group 14"/>
          <p:cNvGrpSpPr/>
          <p:nvPr/>
        </p:nvGrpSpPr>
        <p:grpSpPr>
          <a:xfrm>
            <a:off x="8574480" y="2233800"/>
            <a:ext cx="45360" cy="3374640"/>
            <a:chOff x="8574480" y="2233800"/>
            <a:chExt cx="45360" cy="3374640"/>
          </a:xfrm>
        </p:grpSpPr>
        <p:sp>
          <p:nvSpPr>
            <p:cNvPr id="54" name="Freeform 6"/>
            <p:cNvSpPr/>
            <p:nvPr/>
          </p:nvSpPr>
          <p:spPr>
            <a:xfrm>
              <a:off x="8574480" y="223884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Freeform 6"/>
            <p:cNvSpPr/>
            <p:nvPr/>
          </p:nvSpPr>
          <p:spPr>
            <a:xfrm>
              <a:off x="8574480" y="223380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" name="Group 17"/>
          <p:cNvGrpSpPr/>
          <p:nvPr/>
        </p:nvGrpSpPr>
        <p:grpSpPr>
          <a:xfrm>
            <a:off x="11136960" y="2252880"/>
            <a:ext cx="45360" cy="3374280"/>
            <a:chOff x="11136960" y="2252880"/>
            <a:chExt cx="45360" cy="3374280"/>
          </a:xfrm>
        </p:grpSpPr>
        <p:sp>
          <p:nvSpPr>
            <p:cNvPr id="57" name="Freeform 6"/>
            <p:cNvSpPr/>
            <p:nvPr/>
          </p:nvSpPr>
          <p:spPr>
            <a:xfrm>
              <a:off x="11136960" y="225756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14480" dir="311665" dist="87479" rotWithShape="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800" spc="-1" strike="noStrike">
                  <a:solidFill>
                    <a:schemeClr val="lt1"/>
                  </a:solidFill>
                  <a:latin typeface="Open Sans"/>
                </a:rPr>
                <a:t>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8" name="Freeform 6"/>
            <p:cNvSpPr/>
            <p:nvPr/>
          </p:nvSpPr>
          <p:spPr>
            <a:xfrm>
              <a:off x="11136960" y="2252880"/>
              <a:ext cx="45360" cy="3369600"/>
            </a:xfrm>
            <a:custGeom>
              <a:avLst/>
              <a:gdLst>
                <a:gd name="textAreaLeft" fmla="*/ 0 w 45360"/>
                <a:gd name="textAreaRight" fmla="*/ 60480 w 45360"/>
                <a:gd name="textAreaTop" fmla="*/ 0 h 3369600"/>
                <a:gd name="textAreaBottom" fmla="*/ 3384720 h 3369600"/>
              </a:gdLst>
              <a:ahLst/>
              <a:rect l="textAreaLeft" t="textAreaTop" r="textAreaRight" b="textAreaBottom"/>
              <a:pathLst>
                <a:path w="16" h="888">
                  <a:moveTo>
                    <a:pt x="8" y="888"/>
                  </a:moveTo>
                  <a:cubicBezTo>
                    <a:pt x="4" y="888"/>
                    <a:pt x="0" y="884"/>
                    <a:pt x="0" y="88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13" y="0"/>
                    <a:pt x="16" y="3"/>
                    <a:pt x="16" y="7"/>
                  </a:cubicBezTo>
                  <a:cubicBezTo>
                    <a:pt x="16" y="880"/>
                    <a:pt x="16" y="880"/>
                    <a:pt x="16" y="880"/>
                  </a:cubicBezTo>
                  <a:cubicBezTo>
                    <a:pt x="16" y="884"/>
                    <a:pt x="13" y="888"/>
                    <a:pt x="8" y="888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9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Freeform 32"/>
          <p:cNvSpPr/>
          <p:nvPr/>
        </p:nvSpPr>
        <p:spPr>
          <a:xfrm>
            <a:off x="-1892160" y="-108900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4" name="Group 24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6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7" name="Rectangle 33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D5EA3C9-1548-431B-A31C-E0A35687616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0" name="Group 7"/>
          <p:cNvGrpSpPr/>
          <p:nvPr/>
        </p:nvGrpSpPr>
        <p:grpSpPr>
          <a:xfrm>
            <a:off x="6215040" y="801720"/>
            <a:ext cx="4677480" cy="5321880"/>
            <a:chOff x="6215040" y="801720"/>
            <a:chExt cx="4677480" cy="5321880"/>
          </a:xfrm>
        </p:grpSpPr>
        <p:sp>
          <p:nvSpPr>
            <p:cNvPr id="71" name="Freeform 8"/>
            <p:cNvSpPr/>
            <p:nvPr/>
          </p:nvSpPr>
          <p:spPr>
            <a:xfrm>
              <a:off x="6215040" y="801720"/>
              <a:ext cx="4677480" cy="5321880"/>
            </a:xfrm>
            <a:custGeom>
              <a:avLst/>
              <a:gdLst>
                <a:gd name="textAreaLeft" fmla="*/ 0 w 4677480"/>
                <a:gd name="textAreaRight" fmla="*/ 4692600 w 4677480"/>
                <a:gd name="textAreaTop" fmla="*/ 0 h 5321880"/>
                <a:gd name="textAreaBottom" fmla="*/ 5337000 h 532188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" name="Freeform 6"/>
            <p:cNvSpPr/>
            <p:nvPr/>
          </p:nvSpPr>
          <p:spPr>
            <a:xfrm>
              <a:off x="6215040" y="801720"/>
              <a:ext cx="4677480" cy="5321880"/>
            </a:xfrm>
            <a:custGeom>
              <a:avLst/>
              <a:gdLst>
                <a:gd name="textAreaLeft" fmla="*/ 0 w 4677480"/>
                <a:gd name="textAreaRight" fmla="*/ 4692600 w 4677480"/>
                <a:gd name="textAreaTop" fmla="*/ 0 h 5321880"/>
                <a:gd name="textAreaBottom" fmla="*/ 5337000 h 532188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3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Freeform 18"/>
          <p:cNvSpPr/>
          <p:nvPr/>
        </p:nvSpPr>
        <p:spPr>
          <a:xfrm rot="237600">
            <a:off x="-1384200" y="-950400"/>
            <a:ext cx="7389000" cy="6132600"/>
          </a:xfrm>
          <a:custGeom>
            <a:avLst/>
            <a:gdLst>
              <a:gd name="textAreaLeft" fmla="*/ 0 w 7389000"/>
              <a:gd name="textAreaRight" fmla="*/ 7404120 w 7389000"/>
              <a:gd name="textAreaTop" fmla="*/ 0 h 6132600"/>
              <a:gd name="textAreaBottom" fmla="*/ 6147720 h 61326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78" name="Group 10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79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0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1" name="Text Placeholder 5"/>
          <p:cNvSpPr/>
          <p:nvPr/>
        </p:nvSpPr>
        <p:spPr>
          <a:xfrm>
            <a:off x="603720" y="805680"/>
            <a:ext cx="4759920" cy="5321880"/>
          </a:xfrm>
          <a:prstGeom prst="roundRect">
            <a:avLst>
              <a:gd name="adj" fmla="val 953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ectangle 19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20D6C2B-E880-45C7-A851-F564BEEBE733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5" name="Group 11"/>
          <p:cNvGrpSpPr/>
          <p:nvPr/>
        </p:nvGrpSpPr>
        <p:grpSpPr>
          <a:xfrm>
            <a:off x="9316080" y="1022400"/>
            <a:ext cx="2307960" cy="2310120"/>
            <a:chOff x="9316080" y="1022400"/>
            <a:chExt cx="2307960" cy="2310120"/>
          </a:xfrm>
        </p:grpSpPr>
        <p:sp>
          <p:nvSpPr>
            <p:cNvPr id="86" name="Freeform 6"/>
            <p:cNvSpPr/>
            <p:nvPr/>
          </p:nvSpPr>
          <p:spPr>
            <a:xfrm>
              <a:off x="9316080" y="1022400"/>
              <a:ext cx="2307960" cy="2310120"/>
            </a:xfrm>
            <a:custGeom>
              <a:avLst/>
              <a:gdLst>
                <a:gd name="textAreaLeft" fmla="*/ 0 w 2307960"/>
                <a:gd name="textAreaRight" fmla="*/ 2323080 w 2307960"/>
                <a:gd name="textAreaTop" fmla="*/ 0 h 2310120"/>
                <a:gd name="textAreaBottom" fmla="*/ 2325240 h 23101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7" name="Freeform 6"/>
            <p:cNvSpPr/>
            <p:nvPr/>
          </p:nvSpPr>
          <p:spPr>
            <a:xfrm>
              <a:off x="9316080" y="1022400"/>
              <a:ext cx="2307960" cy="2310120"/>
            </a:xfrm>
            <a:custGeom>
              <a:avLst/>
              <a:gdLst>
                <a:gd name="textAreaLeft" fmla="*/ 0 w 2307960"/>
                <a:gd name="textAreaRight" fmla="*/ 2323080 w 2307960"/>
                <a:gd name="textAreaTop" fmla="*/ 0 h 2310120"/>
                <a:gd name="textAreaBottom" fmla="*/ 2325240 h 23101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8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2" name="Group 28"/>
          <p:cNvGrpSpPr/>
          <p:nvPr/>
        </p:nvGrpSpPr>
        <p:grpSpPr>
          <a:xfrm>
            <a:off x="6627960" y="1022400"/>
            <a:ext cx="2307960" cy="2310120"/>
            <a:chOff x="6627960" y="1022400"/>
            <a:chExt cx="2307960" cy="2310120"/>
          </a:xfrm>
        </p:grpSpPr>
        <p:sp>
          <p:nvSpPr>
            <p:cNvPr id="93" name="Freeform 6"/>
            <p:cNvSpPr/>
            <p:nvPr/>
          </p:nvSpPr>
          <p:spPr>
            <a:xfrm>
              <a:off x="6627960" y="1022400"/>
              <a:ext cx="2307960" cy="2310120"/>
            </a:xfrm>
            <a:custGeom>
              <a:avLst/>
              <a:gdLst>
                <a:gd name="textAreaLeft" fmla="*/ 0 w 2307960"/>
                <a:gd name="textAreaRight" fmla="*/ 2323080 w 2307960"/>
                <a:gd name="textAreaTop" fmla="*/ 0 h 2310120"/>
                <a:gd name="textAreaBottom" fmla="*/ 2325240 h 23101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4" name="Freeform 6"/>
            <p:cNvSpPr/>
            <p:nvPr/>
          </p:nvSpPr>
          <p:spPr>
            <a:xfrm>
              <a:off x="6627960" y="1022400"/>
              <a:ext cx="2307960" cy="2310120"/>
            </a:xfrm>
            <a:custGeom>
              <a:avLst/>
              <a:gdLst>
                <a:gd name="textAreaLeft" fmla="*/ 0 w 2307960"/>
                <a:gd name="textAreaRight" fmla="*/ 2323080 w 2307960"/>
                <a:gd name="textAreaTop" fmla="*/ 0 h 2310120"/>
                <a:gd name="textAreaBottom" fmla="*/ 2325240 h 23101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95" name="Group 32"/>
          <p:cNvGrpSpPr/>
          <p:nvPr/>
        </p:nvGrpSpPr>
        <p:grpSpPr>
          <a:xfrm>
            <a:off x="9316080" y="3486960"/>
            <a:ext cx="2307960" cy="2310120"/>
            <a:chOff x="9316080" y="3486960"/>
            <a:chExt cx="2307960" cy="2310120"/>
          </a:xfrm>
        </p:grpSpPr>
        <p:sp>
          <p:nvSpPr>
            <p:cNvPr id="96" name="Freeform 6"/>
            <p:cNvSpPr/>
            <p:nvPr/>
          </p:nvSpPr>
          <p:spPr>
            <a:xfrm>
              <a:off x="9316080" y="3486960"/>
              <a:ext cx="2307960" cy="2310120"/>
            </a:xfrm>
            <a:custGeom>
              <a:avLst/>
              <a:gdLst>
                <a:gd name="textAreaLeft" fmla="*/ 0 w 2307960"/>
                <a:gd name="textAreaRight" fmla="*/ 2323080 w 2307960"/>
                <a:gd name="textAreaTop" fmla="*/ 0 h 2310120"/>
                <a:gd name="textAreaBottom" fmla="*/ 2325240 h 23101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7" name="Freeform 6"/>
            <p:cNvSpPr/>
            <p:nvPr/>
          </p:nvSpPr>
          <p:spPr>
            <a:xfrm>
              <a:off x="9316080" y="3486960"/>
              <a:ext cx="2307960" cy="2310120"/>
            </a:xfrm>
            <a:custGeom>
              <a:avLst/>
              <a:gdLst>
                <a:gd name="textAreaLeft" fmla="*/ 0 w 2307960"/>
                <a:gd name="textAreaRight" fmla="*/ 2323080 w 2307960"/>
                <a:gd name="textAreaTop" fmla="*/ 0 h 2310120"/>
                <a:gd name="textAreaBottom" fmla="*/ 2325240 h 23101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98" name="Group 36"/>
          <p:cNvGrpSpPr/>
          <p:nvPr/>
        </p:nvGrpSpPr>
        <p:grpSpPr>
          <a:xfrm>
            <a:off x="6627960" y="3486960"/>
            <a:ext cx="2307960" cy="2310120"/>
            <a:chOff x="6627960" y="3486960"/>
            <a:chExt cx="2307960" cy="2310120"/>
          </a:xfrm>
        </p:grpSpPr>
        <p:sp>
          <p:nvSpPr>
            <p:cNvPr id="99" name="Freeform 6"/>
            <p:cNvSpPr/>
            <p:nvPr/>
          </p:nvSpPr>
          <p:spPr>
            <a:xfrm>
              <a:off x="6627960" y="3486960"/>
              <a:ext cx="2307960" cy="2310120"/>
            </a:xfrm>
            <a:custGeom>
              <a:avLst/>
              <a:gdLst>
                <a:gd name="textAreaLeft" fmla="*/ 0 w 2307960"/>
                <a:gd name="textAreaRight" fmla="*/ 2323080 w 2307960"/>
                <a:gd name="textAreaTop" fmla="*/ 0 h 2310120"/>
                <a:gd name="textAreaBottom" fmla="*/ 2325240 h 23101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0" name="Freeform 6"/>
            <p:cNvSpPr/>
            <p:nvPr/>
          </p:nvSpPr>
          <p:spPr>
            <a:xfrm>
              <a:off x="6627960" y="3486960"/>
              <a:ext cx="2307960" cy="2310120"/>
            </a:xfrm>
            <a:custGeom>
              <a:avLst/>
              <a:gdLst>
                <a:gd name="textAreaLeft" fmla="*/ 0 w 2307960"/>
                <a:gd name="textAreaRight" fmla="*/ 2323080 w 2307960"/>
                <a:gd name="textAreaTop" fmla="*/ 0 h 2310120"/>
                <a:gd name="textAreaBottom" fmla="*/ 2325240 h 23101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1" name="Freeform 45"/>
          <p:cNvSpPr/>
          <p:nvPr/>
        </p:nvSpPr>
        <p:spPr>
          <a:xfrm rot="370200">
            <a:off x="-1687320" y="-677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02" name="Group 17"/>
          <p:cNvGrpSpPr/>
          <p:nvPr/>
        </p:nvGrpSpPr>
        <p:grpSpPr>
          <a:xfrm>
            <a:off x="581400" y="1022400"/>
            <a:ext cx="4772880" cy="4777200"/>
            <a:chOff x="581400" y="1022400"/>
            <a:chExt cx="4772880" cy="4777200"/>
          </a:xfrm>
        </p:grpSpPr>
        <p:sp>
          <p:nvSpPr>
            <p:cNvPr id="103" name="Freeform 22"/>
            <p:cNvSpPr/>
            <p:nvPr/>
          </p:nvSpPr>
          <p:spPr>
            <a:xfrm>
              <a:off x="581400" y="1022400"/>
              <a:ext cx="4772880" cy="4777200"/>
            </a:xfrm>
            <a:custGeom>
              <a:avLst/>
              <a:gdLst>
                <a:gd name="textAreaLeft" fmla="*/ 0 w 4772880"/>
                <a:gd name="textAreaRight" fmla="*/ 4788000 w 4772880"/>
                <a:gd name="textAreaTop" fmla="*/ 0 h 4777200"/>
                <a:gd name="textAreaBottom" fmla="*/ 4792320 h 47772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4" name="Freeform 6"/>
            <p:cNvSpPr/>
            <p:nvPr/>
          </p:nvSpPr>
          <p:spPr>
            <a:xfrm>
              <a:off x="581400" y="1022400"/>
              <a:ext cx="4772880" cy="4777200"/>
            </a:xfrm>
            <a:custGeom>
              <a:avLst/>
              <a:gdLst>
                <a:gd name="textAreaLeft" fmla="*/ 0 w 4772880"/>
                <a:gd name="textAreaRight" fmla="*/ 4788000 w 4772880"/>
                <a:gd name="textAreaTop" fmla="*/ 0 h 4777200"/>
                <a:gd name="textAreaBottom" fmla="*/ 4792320 h 477720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5" name="Text Placeholder 2"/>
          <p:cNvSpPr/>
          <p:nvPr/>
        </p:nvSpPr>
        <p:spPr>
          <a:xfrm>
            <a:off x="817920" y="1284120"/>
            <a:ext cx="4302720" cy="4264920"/>
          </a:xfrm>
          <a:prstGeom prst="roundRect">
            <a:avLst>
              <a:gd name="adj" fmla="val 6666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06" name="Group 35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0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9" name="Rectangle 46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3E1A603-D922-44C8-951E-7552926EC999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Line 13"/>
          <p:cNvSpPr/>
          <p:nvPr/>
        </p:nvSpPr>
        <p:spPr>
          <a:xfrm>
            <a:off x="1998000" y="3327840"/>
            <a:ext cx="803268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113" name="Group 6"/>
          <p:cNvGrpSpPr/>
          <p:nvPr/>
        </p:nvGrpSpPr>
        <p:grpSpPr>
          <a:xfrm>
            <a:off x="1853640" y="3183480"/>
            <a:ext cx="276840" cy="276840"/>
            <a:chOff x="1853640" y="3183480"/>
            <a:chExt cx="276840" cy="276840"/>
          </a:xfrm>
        </p:grpSpPr>
        <p:sp>
          <p:nvSpPr>
            <p:cNvPr id="114" name="Oval 7"/>
            <p:cNvSpPr/>
            <p:nvPr/>
          </p:nvSpPr>
          <p:spPr>
            <a:xfrm>
              <a:off x="1853640" y="3183480"/>
              <a:ext cx="276840" cy="276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5" name="Oval 28"/>
            <p:cNvSpPr/>
            <p:nvPr/>
          </p:nvSpPr>
          <p:spPr>
            <a:xfrm>
              <a:off x="1927440" y="3257280"/>
              <a:ext cx="126000" cy="1245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4280" bIns="44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16" name="Group 9"/>
          <p:cNvGrpSpPr/>
          <p:nvPr/>
        </p:nvGrpSpPr>
        <p:grpSpPr>
          <a:xfrm>
            <a:off x="3190320" y="3183480"/>
            <a:ext cx="276840" cy="276840"/>
            <a:chOff x="3190320" y="3183480"/>
            <a:chExt cx="276840" cy="276840"/>
          </a:xfrm>
        </p:grpSpPr>
        <p:sp>
          <p:nvSpPr>
            <p:cNvPr id="117" name="Oval 10"/>
            <p:cNvSpPr/>
            <p:nvPr/>
          </p:nvSpPr>
          <p:spPr>
            <a:xfrm>
              <a:off x="3190320" y="3183480"/>
              <a:ext cx="276840" cy="276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8" name="Oval 28"/>
            <p:cNvSpPr/>
            <p:nvPr/>
          </p:nvSpPr>
          <p:spPr>
            <a:xfrm>
              <a:off x="3264120" y="3257280"/>
              <a:ext cx="126000" cy="1245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4280" bIns="44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19" name="Group 12"/>
          <p:cNvGrpSpPr/>
          <p:nvPr/>
        </p:nvGrpSpPr>
        <p:grpSpPr>
          <a:xfrm>
            <a:off x="4525560" y="3183480"/>
            <a:ext cx="276840" cy="276840"/>
            <a:chOff x="4525560" y="3183480"/>
            <a:chExt cx="276840" cy="276840"/>
          </a:xfrm>
        </p:grpSpPr>
        <p:sp>
          <p:nvSpPr>
            <p:cNvPr id="120" name="Oval 13"/>
            <p:cNvSpPr/>
            <p:nvPr/>
          </p:nvSpPr>
          <p:spPr>
            <a:xfrm>
              <a:off x="4525560" y="3183480"/>
              <a:ext cx="276840" cy="276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1" name="Oval 28"/>
            <p:cNvSpPr/>
            <p:nvPr/>
          </p:nvSpPr>
          <p:spPr>
            <a:xfrm>
              <a:off x="4599360" y="3257280"/>
              <a:ext cx="126000" cy="1245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4280" bIns="44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2" name="Group 15"/>
          <p:cNvGrpSpPr/>
          <p:nvPr/>
        </p:nvGrpSpPr>
        <p:grpSpPr>
          <a:xfrm>
            <a:off x="5863680" y="3183480"/>
            <a:ext cx="276840" cy="276840"/>
            <a:chOff x="5863680" y="3183480"/>
            <a:chExt cx="276840" cy="276840"/>
          </a:xfrm>
        </p:grpSpPr>
        <p:sp>
          <p:nvSpPr>
            <p:cNvPr id="123" name="Oval 16"/>
            <p:cNvSpPr/>
            <p:nvPr/>
          </p:nvSpPr>
          <p:spPr>
            <a:xfrm>
              <a:off x="5863680" y="3183480"/>
              <a:ext cx="276840" cy="276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4" name="Oval 28"/>
            <p:cNvSpPr/>
            <p:nvPr/>
          </p:nvSpPr>
          <p:spPr>
            <a:xfrm>
              <a:off x="5937480" y="3257280"/>
              <a:ext cx="126000" cy="1245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4280" bIns="44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5" name="Group 18"/>
          <p:cNvGrpSpPr/>
          <p:nvPr/>
        </p:nvGrpSpPr>
        <p:grpSpPr>
          <a:xfrm>
            <a:off x="7198920" y="3183480"/>
            <a:ext cx="276840" cy="276840"/>
            <a:chOff x="7198920" y="3183480"/>
            <a:chExt cx="276840" cy="276840"/>
          </a:xfrm>
        </p:grpSpPr>
        <p:sp>
          <p:nvSpPr>
            <p:cNvPr id="126" name="Oval 19"/>
            <p:cNvSpPr/>
            <p:nvPr/>
          </p:nvSpPr>
          <p:spPr>
            <a:xfrm>
              <a:off x="7198920" y="3183480"/>
              <a:ext cx="276840" cy="276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7" name="Oval 28"/>
            <p:cNvSpPr/>
            <p:nvPr/>
          </p:nvSpPr>
          <p:spPr>
            <a:xfrm>
              <a:off x="7272720" y="3257280"/>
              <a:ext cx="126000" cy="1245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4280" bIns="44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28" name="Group 21"/>
          <p:cNvGrpSpPr/>
          <p:nvPr/>
        </p:nvGrpSpPr>
        <p:grpSpPr>
          <a:xfrm>
            <a:off x="8547480" y="3183480"/>
            <a:ext cx="276840" cy="276840"/>
            <a:chOff x="8547480" y="3183480"/>
            <a:chExt cx="276840" cy="276840"/>
          </a:xfrm>
        </p:grpSpPr>
        <p:sp>
          <p:nvSpPr>
            <p:cNvPr id="129" name="Oval 22"/>
            <p:cNvSpPr/>
            <p:nvPr/>
          </p:nvSpPr>
          <p:spPr>
            <a:xfrm>
              <a:off x="8547480" y="3183480"/>
              <a:ext cx="276840" cy="276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0" name="Oval 28"/>
            <p:cNvSpPr/>
            <p:nvPr/>
          </p:nvSpPr>
          <p:spPr>
            <a:xfrm>
              <a:off x="8621280" y="3257280"/>
              <a:ext cx="126000" cy="1245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4280" bIns="44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31" name="Group 24"/>
          <p:cNvGrpSpPr/>
          <p:nvPr/>
        </p:nvGrpSpPr>
        <p:grpSpPr>
          <a:xfrm>
            <a:off x="9884880" y="3183480"/>
            <a:ext cx="276840" cy="276840"/>
            <a:chOff x="9884880" y="3183480"/>
            <a:chExt cx="276840" cy="276840"/>
          </a:xfrm>
        </p:grpSpPr>
        <p:sp>
          <p:nvSpPr>
            <p:cNvPr id="132" name="Oval 25"/>
            <p:cNvSpPr/>
            <p:nvPr/>
          </p:nvSpPr>
          <p:spPr>
            <a:xfrm>
              <a:off x="9884880" y="3183480"/>
              <a:ext cx="276840" cy="27684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3" name="Oval 28"/>
            <p:cNvSpPr/>
            <p:nvPr/>
          </p:nvSpPr>
          <p:spPr>
            <a:xfrm>
              <a:off x="9958680" y="3257280"/>
              <a:ext cx="126000" cy="12456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4280" bIns="442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134" name="Group 28"/>
          <p:cNvGrpSpPr/>
          <p:nvPr/>
        </p:nvGrpSpPr>
        <p:grpSpPr>
          <a:xfrm>
            <a:off x="8135280" y="1762920"/>
            <a:ext cx="1103400" cy="1256400"/>
            <a:chOff x="8135280" y="1762920"/>
            <a:chExt cx="1103400" cy="1256400"/>
          </a:xfrm>
        </p:grpSpPr>
        <p:sp>
          <p:nvSpPr>
            <p:cNvPr id="135" name="Freeform 28"/>
            <p:cNvSpPr/>
            <p:nvPr/>
          </p:nvSpPr>
          <p:spPr>
            <a:xfrm>
              <a:off x="8141040" y="1762920"/>
              <a:ext cx="1097640" cy="125640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56400"/>
                <a:gd name="textAreaBottom" fmla="*/ 1271520 h 125640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6" name="Freeform 28"/>
            <p:cNvSpPr/>
            <p:nvPr/>
          </p:nvSpPr>
          <p:spPr>
            <a:xfrm>
              <a:off x="8135280" y="1762920"/>
              <a:ext cx="1097640" cy="125640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56400"/>
                <a:gd name="textAreaBottom" fmla="*/ 1271520 h 125640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37" name="Group 33"/>
          <p:cNvGrpSpPr/>
          <p:nvPr/>
        </p:nvGrpSpPr>
        <p:grpSpPr>
          <a:xfrm>
            <a:off x="5445720" y="1762920"/>
            <a:ext cx="1103400" cy="1256400"/>
            <a:chOff x="5445720" y="1762920"/>
            <a:chExt cx="1103400" cy="1256400"/>
          </a:xfrm>
        </p:grpSpPr>
        <p:sp>
          <p:nvSpPr>
            <p:cNvPr id="138" name="Freeform 28"/>
            <p:cNvSpPr/>
            <p:nvPr/>
          </p:nvSpPr>
          <p:spPr>
            <a:xfrm>
              <a:off x="5451480" y="1762920"/>
              <a:ext cx="1097640" cy="125640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56400"/>
                <a:gd name="textAreaBottom" fmla="*/ 1271520 h 125640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39" name="Freeform 28"/>
            <p:cNvSpPr/>
            <p:nvPr/>
          </p:nvSpPr>
          <p:spPr>
            <a:xfrm>
              <a:off x="5445720" y="1762920"/>
              <a:ext cx="1097640" cy="125640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56400"/>
                <a:gd name="textAreaBottom" fmla="*/ 1271520 h 125640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0" name="Group 38"/>
          <p:cNvGrpSpPr/>
          <p:nvPr/>
        </p:nvGrpSpPr>
        <p:grpSpPr>
          <a:xfrm>
            <a:off x="6789240" y="3629520"/>
            <a:ext cx="1097640" cy="1261080"/>
            <a:chOff x="6789240" y="3629520"/>
            <a:chExt cx="1097640" cy="1261080"/>
          </a:xfrm>
        </p:grpSpPr>
        <p:sp>
          <p:nvSpPr>
            <p:cNvPr id="141" name="Freeform 34"/>
            <p:cNvSpPr/>
            <p:nvPr/>
          </p:nvSpPr>
          <p:spPr>
            <a:xfrm>
              <a:off x="6789240" y="3629520"/>
              <a:ext cx="1097640" cy="126108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61080"/>
                <a:gd name="textAreaBottom" fmla="*/ 1276200 h 126108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2" name="Freeform 34"/>
            <p:cNvSpPr/>
            <p:nvPr/>
          </p:nvSpPr>
          <p:spPr>
            <a:xfrm>
              <a:off x="6789240" y="3629520"/>
              <a:ext cx="1097640" cy="126108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61080"/>
                <a:gd name="textAreaBottom" fmla="*/ 1276200 h 126108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3" name="Group 43"/>
          <p:cNvGrpSpPr/>
          <p:nvPr/>
        </p:nvGrpSpPr>
        <p:grpSpPr>
          <a:xfrm>
            <a:off x="1449000" y="3629520"/>
            <a:ext cx="1097640" cy="1261080"/>
            <a:chOff x="1449000" y="3629520"/>
            <a:chExt cx="1097640" cy="1261080"/>
          </a:xfrm>
        </p:grpSpPr>
        <p:sp>
          <p:nvSpPr>
            <p:cNvPr id="144" name="Freeform 34"/>
            <p:cNvSpPr/>
            <p:nvPr/>
          </p:nvSpPr>
          <p:spPr>
            <a:xfrm>
              <a:off x="1449000" y="3629520"/>
              <a:ext cx="1097640" cy="126108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61080"/>
                <a:gd name="textAreaBottom" fmla="*/ 1276200 h 126108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5" name="Freeform 34"/>
            <p:cNvSpPr/>
            <p:nvPr/>
          </p:nvSpPr>
          <p:spPr>
            <a:xfrm>
              <a:off x="1449000" y="3629520"/>
              <a:ext cx="1097640" cy="126108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61080"/>
                <a:gd name="textAreaBottom" fmla="*/ 1276200 h 126108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6" name="Group 48"/>
          <p:cNvGrpSpPr/>
          <p:nvPr/>
        </p:nvGrpSpPr>
        <p:grpSpPr>
          <a:xfrm>
            <a:off x="4109400" y="3629520"/>
            <a:ext cx="1097640" cy="1261080"/>
            <a:chOff x="4109400" y="3629520"/>
            <a:chExt cx="1097640" cy="1261080"/>
          </a:xfrm>
        </p:grpSpPr>
        <p:sp>
          <p:nvSpPr>
            <p:cNvPr id="147" name="Freeform 34"/>
            <p:cNvSpPr/>
            <p:nvPr/>
          </p:nvSpPr>
          <p:spPr>
            <a:xfrm>
              <a:off x="4109400" y="3629520"/>
              <a:ext cx="1097640" cy="126108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61080"/>
                <a:gd name="textAreaBottom" fmla="*/ 1276200 h 126108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48" name="Freeform 34"/>
            <p:cNvSpPr/>
            <p:nvPr/>
          </p:nvSpPr>
          <p:spPr>
            <a:xfrm>
              <a:off x="4109400" y="3629520"/>
              <a:ext cx="1097640" cy="126108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61080"/>
                <a:gd name="textAreaBottom" fmla="*/ 1276200 h 126108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49" name="Group 53"/>
          <p:cNvGrpSpPr/>
          <p:nvPr/>
        </p:nvGrpSpPr>
        <p:grpSpPr>
          <a:xfrm>
            <a:off x="2772000" y="1762920"/>
            <a:ext cx="1103400" cy="1256400"/>
            <a:chOff x="2772000" y="1762920"/>
            <a:chExt cx="1103400" cy="1256400"/>
          </a:xfrm>
        </p:grpSpPr>
        <p:sp>
          <p:nvSpPr>
            <p:cNvPr id="150" name="Freeform 28"/>
            <p:cNvSpPr/>
            <p:nvPr/>
          </p:nvSpPr>
          <p:spPr>
            <a:xfrm>
              <a:off x="2777760" y="1762920"/>
              <a:ext cx="1097640" cy="125640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56400"/>
                <a:gd name="textAreaBottom" fmla="*/ 1271520 h 125640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51" name="Freeform 28"/>
            <p:cNvSpPr/>
            <p:nvPr/>
          </p:nvSpPr>
          <p:spPr>
            <a:xfrm>
              <a:off x="2772000" y="1762920"/>
              <a:ext cx="1097640" cy="125640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56400"/>
                <a:gd name="textAreaBottom" fmla="*/ 1271520 h 1256400"/>
              </a:gdLst>
              <a:ahLst/>
              <a:rect l="textAreaLeft" t="textAreaTop" r="textAreaRight" b="textAreaBottom"/>
              <a:pathLst>
                <a:path w="292" h="334">
                  <a:moveTo>
                    <a:pt x="292" y="145"/>
                  </a:moveTo>
                  <a:cubicBezTo>
                    <a:pt x="292" y="65"/>
                    <a:pt x="226" y="0"/>
                    <a:pt x="146" y="0"/>
                  </a:cubicBezTo>
                  <a:cubicBezTo>
                    <a:pt x="65" y="0"/>
                    <a:pt x="0" y="65"/>
                    <a:pt x="0" y="145"/>
                  </a:cubicBezTo>
                  <a:cubicBezTo>
                    <a:pt x="0" y="217"/>
                    <a:pt x="51" y="276"/>
                    <a:pt x="119" y="289"/>
                  </a:cubicBezTo>
                  <a:cubicBezTo>
                    <a:pt x="146" y="334"/>
                    <a:pt x="146" y="334"/>
                    <a:pt x="146" y="334"/>
                  </a:cubicBezTo>
                  <a:cubicBezTo>
                    <a:pt x="172" y="289"/>
                    <a:pt x="172" y="289"/>
                    <a:pt x="172" y="289"/>
                  </a:cubicBezTo>
                  <a:cubicBezTo>
                    <a:pt x="240" y="276"/>
                    <a:pt x="292" y="217"/>
                    <a:pt x="292" y="14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52" name="Group 58"/>
          <p:cNvGrpSpPr/>
          <p:nvPr/>
        </p:nvGrpSpPr>
        <p:grpSpPr>
          <a:xfrm>
            <a:off x="9475200" y="3629520"/>
            <a:ext cx="1097640" cy="1261080"/>
            <a:chOff x="9475200" y="3629520"/>
            <a:chExt cx="1097640" cy="1261080"/>
          </a:xfrm>
        </p:grpSpPr>
        <p:sp>
          <p:nvSpPr>
            <p:cNvPr id="153" name="Freeform 34"/>
            <p:cNvSpPr/>
            <p:nvPr/>
          </p:nvSpPr>
          <p:spPr>
            <a:xfrm>
              <a:off x="9475200" y="3629520"/>
              <a:ext cx="1097640" cy="126108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61080"/>
                <a:gd name="textAreaBottom" fmla="*/ 1276200 h 126108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54" name="Freeform 34"/>
            <p:cNvSpPr/>
            <p:nvPr/>
          </p:nvSpPr>
          <p:spPr>
            <a:xfrm>
              <a:off x="9475200" y="3629520"/>
              <a:ext cx="1097640" cy="1261080"/>
            </a:xfrm>
            <a:custGeom>
              <a:avLst/>
              <a:gdLst>
                <a:gd name="textAreaLeft" fmla="*/ 0 w 1097640"/>
                <a:gd name="textAreaRight" fmla="*/ 1112760 w 1097640"/>
                <a:gd name="textAreaTop" fmla="*/ 0 h 1261080"/>
                <a:gd name="textAreaBottom" fmla="*/ 1276200 h 1261080"/>
              </a:gdLst>
              <a:ahLst/>
              <a:rect l="textAreaLeft" t="textAreaTop" r="textAreaRight" b="textAreaBottom"/>
              <a:pathLst>
                <a:path w="292" h="335">
                  <a:moveTo>
                    <a:pt x="0" y="189"/>
                  </a:moveTo>
                  <a:cubicBezTo>
                    <a:pt x="0" y="270"/>
                    <a:pt x="66" y="335"/>
                    <a:pt x="146" y="335"/>
                  </a:cubicBezTo>
                  <a:cubicBezTo>
                    <a:pt x="227" y="335"/>
                    <a:pt x="292" y="270"/>
                    <a:pt x="292" y="189"/>
                  </a:cubicBezTo>
                  <a:cubicBezTo>
                    <a:pt x="292" y="118"/>
                    <a:pt x="240" y="58"/>
                    <a:pt x="172" y="46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0" y="46"/>
                    <a:pt x="120" y="46"/>
                    <a:pt x="120" y="46"/>
                  </a:cubicBezTo>
                  <a:cubicBezTo>
                    <a:pt x="52" y="58"/>
                    <a:pt x="0" y="118"/>
                    <a:pt x="0" y="18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55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Freeform 73"/>
          <p:cNvSpPr/>
          <p:nvPr/>
        </p:nvSpPr>
        <p:spPr>
          <a:xfrm>
            <a:off x="-1861200" y="-100620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60" name="Group 6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61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62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63" name="Rectangle 7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6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1EB02D01-397C-4D0B-A549-7D52F12C5C5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Freeform 10"/>
          <p:cNvSpPr/>
          <p:nvPr/>
        </p:nvSpPr>
        <p:spPr>
          <a:xfrm>
            <a:off x="2082960" y="3490920"/>
            <a:ext cx="1958040" cy="1548720"/>
          </a:xfrm>
          <a:custGeom>
            <a:avLst/>
            <a:gdLst>
              <a:gd name="textAreaLeft" fmla="*/ 0 w 1958040"/>
              <a:gd name="textAreaRight" fmla="*/ 1973160 w 1958040"/>
              <a:gd name="textAreaTop" fmla="*/ 0 h 1548720"/>
              <a:gd name="textAreaBottom" fmla="*/ 1563840 h 1548720"/>
            </a:gdLst>
            <a:ahLst/>
            <a:rect l="textAreaLeft" t="textAreaTop" r="textAreaRight" b="textAreaBottom"/>
            <a:pathLst>
              <a:path w="518" h="410">
                <a:moveTo>
                  <a:pt x="518" y="354"/>
                </a:moveTo>
                <a:cubicBezTo>
                  <a:pt x="416" y="316"/>
                  <a:pt x="416" y="316"/>
                  <a:pt x="416" y="316"/>
                </a:cubicBezTo>
                <a:cubicBezTo>
                  <a:pt x="418" y="344"/>
                  <a:pt x="418" y="344"/>
                  <a:pt x="418" y="344"/>
                </a:cubicBezTo>
                <a:cubicBezTo>
                  <a:pt x="374" y="345"/>
                  <a:pt x="329" y="342"/>
                  <a:pt x="286" y="331"/>
                </a:cubicBezTo>
                <a:cubicBezTo>
                  <a:pt x="237" y="319"/>
                  <a:pt x="190" y="297"/>
                  <a:pt x="150" y="265"/>
                </a:cubicBezTo>
                <a:cubicBezTo>
                  <a:pt x="110" y="233"/>
                  <a:pt x="77" y="192"/>
                  <a:pt x="52" y="147"/>
                </a:cubicBezTo>
                <a:cubicBezTo>
                  <a:pt x="27" y="102"/>
                  <a:pt x="9" y="52"/>
                  <a:pt x="0" y="0"/>
                </a:cubicBezTo>
                <a:cubicBezTo>
                  <a:pt x="3" y="26"/>
                  <a:pt x="8" y="52"/>
                  <a:pt x="15" y="77"/>
                </a:cubicBezTo>
                <a:cubicBezTo>
                  <a:pt x="23" y="103"/>
                  <a:pt x="32" y="128"/>
                  <a:pt x="43" y="152"/>
                </a:cubicBezTo>
                <a:cubicBezTo>
                  <a:pt x="66" y="199"/>
                  <a:pt x="97" y="244"/>
                  <a:pt x="137" y="280"/>
                </a:cubicBezTo>
                <a:cubicBezTo>
                  <a:pt x="177" y="316"/>
                  <a:pt x="226" y="343"/>
                  <a:pt x="277" y="360"/>
                </a:cubicBezTo>
                <a:cubicBezTo>
                  <a:pt x="297" y="366"/>
                  <a:pt x="297" y="366"/>
                  <a:pt x="297" y="366"/>
                </a:cubicBezTo>
                <a:cubicBezTo>
                  <a:pt x="317" y="371"/>
                  <a:pt x="317" y="371"/>
                  <a:pt x="317" y="371"/>
                </a:cubicBezTo>
                <a:cubicBezTo>
                  <a:pt x="323" y="372"/>
                  <a:pt x="330" y="373"/>
                  <a:pt x="337" y="375"/>
                </a:cubicBezTo>
                <a:cubicBezTo>
                  <a:pt x="343" y="376"/>
                  <a:pt x="350" y="377"/>
                  <a:pt x="357" y="378"/>
                </a:cubicBezTo>
                <a:cubicBezTo>
                  <a:pt x="377" y="380"/>
                  <a:pt x="377" y="380"/>
                  <a:pt x="377" y="380"/>
                </a:cubicBezTo>
                <a:cubicBezTo>
                  <a:pt x="397" y="381"/>
                  <a:pt x="397" y="381"/>
                  <a:pt x="397" y="381"/>
                </a:cubicBezTo>
                <a:cubicBezTo>
                  <a:pt x="408" y="382"/>
                  <a:pt x="408" y="382"/>
                  <a:pt x="408" y="382"/>
                </a:cubicBezTo>
                <a:cubicBezTo>
                  <a:pt x="418" y="382"/>
                  <a:pt x="418" y="382"/>
                  <a:pt x="418" y="382"/>
                </a:cubicBezTo>
                <a:cubicBezTo>
                  <a:pt x="422" y="382"/>
                  <a:pt x="422" y="382"/>
                  <a:pt x="422" y="382"/>
                </a:cubicBezTo>
                <a:cubicBezTo>
                  <a:pt x="424" y="410"/>
                  <a:pt x="424" y="410"/>
                  <a:pt x="424" y="410"/>
                </a:cubicBezTo>
                <a:lnTo>
                  <a:pt x="518" y="354"/>
                </a:lnTo>
                <a:close/>
              </a:path>
            </a:pathLst>
          </a:custGeom>
          <a:gradFill rotWithShape="0">
            <a:gsLst>
              <a:gs pos="0">
                <a:srgbClr val="bf0000"/>
              </a:gs>
              <a:gs pos="50000">
                <a:srgbClr val="a10000"/>
              </a:gs>
              <a:gs pos="100000">
                <a:srgbClr val="710000"/>
              </a:gs>
            </a:gsLst>
            <a:lin ang="18900000"/>
          </a:gradFill>
          <a:ln w="0">
            <a:solidFill>
              <a:srgbClr val="c00000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7" name="Freeform 11"/>
          <p:cNvSpPr/>
          <p:nvPr/>
        </p:nvSpPr>
        <p:spPr>
          <a:xfrm>
            <a:off x="6576840" y="3053520"/>
            <a:ext cx="1870920" cy="1320120"/>
          </a:xfrm>
          <a:custGeom>
            <a:avLst/>
            <a:gdLst>
              <a:gd name="textAreaLeft" fmla="*/ 0 w 1870920"/>
              <a:gd name="textAreaRight" fmla="*/ 1886040 w 1870920"/>
              <a:gd name="textAreaTop" fmla="*/ 0 h 1320120"/>
              <a:gd name="textAreaBottom" fmla="*/ 1335240 h 1320120"/>
            </a:gdLst>
            <a:ahLst/>
            <a:rect l="textAreaLeft" t="textAreaTop" r="textAreaRight" b="textAreaBottom"/>
            <a:pathLst>
              <a:path w="495" h="350">
                <a:moveTo>
                  <a:pt x="495" y="263"/>
                </a:moveTo>
                <a:cubicBezTo>
                  <a:pt x="386" y="268"/>
                  <a:pt x="386" y="268"/>
                  <a:pt x="386" y="26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58" y="309"/>
                  <a:pt x="313" y="316"/>
                  <a:pt x="269" y="314"/>
                </a:cubicBezTo>
                <a:cubicBezTo>
                  <a:pt x="219" y="311"/>
                  <a:pt x="168" y="296"/>
                  <a:pt x="125" y="269"/>
                </a:cubicBezTo>
                <a:cubicBezTo>
                  <a:pt x="82" y="242"/>
                  <a:pt x="47" y="202"/>
                  <a:pt x="26" y="154"/>
                </a:cubicBezTo>
                <a:cubicBezTo>
                  <a:pt x="16" y="130"/>
                  <a:pt x="10" y="105"/>
                  <a:pt x="7" y="79"/>
                </a:cubicBezTo>
                <a:cubicBezTo>
                  <a:pt x="4" y="53"/>
                  <a:pt x="4" y="26"/>
                  <a:pt x="7" y="0"/>
                </a:cubicBezTo>
                <a:cubicBezTo>
                  <a:pt x="2" y="26"/>
                  <a:pt x="0" y="53"/>
                  <a:pt x="2" y="79"/>
                </a:cubicBezTo>
                <a:cubicBezTo>
                  <a:pt x="3" y="106"/>
                  <a:pt x="8" y="132"/>
                  <a:pt x="17" y="158"/>
                </a:cubicBezTo>
                <a:cubicBezTo>
                  <a:pt x="26" y="183"/>
                  <a:pt x="39" y="207"/>
                  <a:pt x="56" y="229"/>
                </a:cubicBezTo>
                <a:cubicBezTo>
                  <a:pt x="72" y="250"/>
                  <a:pt x="92" y="269"/>
                  <a:pt x="114" y="285"/>
                </a:cubicBezTo>
                <a:cubicBezTo>
                  <a:pt x="158" y="318"/>
                  <a:pt x="211" y="337"/>
                  <a:pt x="266" y="344"/>
                </a:cubicBezTo>
                <a:cubicBezTo>
                  <a:pt x="317" y="350"/>
                  <a:pt x="369" y="344"/>
                  <a:pt x="418" y="328"/>
                </a:cubicBezTo>
                <a:cubicBezTo>
                  <a:pt x="430" y="350"/>
                  <a:pt x="430" y="350"/>
                  <a:pt x="430" y="350"/>
                </a:cubicBezTo>
                <a:lnTo>
                  <a:pt x="495" y="26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8" name="Freeform 12"/>
          <p:cNvSpPr/>
          <p:nvPr/>
        </p:nvSpPr>
        <p:spPr>
          <a:xfrm>
            <a:off x="4175280" y="1803240"/>
            <a:ext cx="1670760" cy="2248560"/>
          </a:xfrm>
          <a:custGeom>
            <a:avLst/>
            <a:gdLst>
              <a:gd name="textAreaLeft" fmla="*/ 0 w 1670760"/>
              <a:gd name="textAreaRight" fmla="*/ 1685880 w 1670760"/>
              <a:gd name="textAreaTop" fmla="*/ 0 h 2248560"/>
              <a:gd name="textAreaBottom" fmla="*/ 2263680 h 2248560"/>
            </a:gdLst>
            <a:ahLst/>
            <a:rect l="textAreaLeft" t="textAreaTop" r="textAreaRight" b="textAreaBottom"/>
            <a:pathLst>
              <a:path w="443" h="594">
                <a:moveTo>
                  <a:pt x="443" y="42"/>
                </a:moveTo>
                <a:cubicBezTo>
                  <a:pt x="341" y="0"/>
                  <a:pt x="341" y="0"/>
                  <a:pt x="341" y="0"/>
                </a:cubicBezTo>
                <a:cubicBezTo>
                  <a:pt x="343" y="29"/>
                  <a:pt x="343" y="29"/>
                  <a:pt x="343" y="29"/>
                </a:cubicBezTo>
                <a:cubicBezTo>
                  <a:pt x="317" y="33"/>
                  <a:pt x="291" y="39"/>
                  <a:pt x="265" y="47"/>
                </a:cubicBezTo>
                <a:cubicBezTo>
                  <a:pt x="234" y="57"/>
                  <a:pt x="205" y="71"/>
                  <a:pt x="177" y="88"/>
                </a:cubicBezTo>
                <a:cubicBezTo>
                  <a:pt x="149" y="104"/>
                  <a:pt x="124" y="125"/>
                  <a:pt x="102" y="149"/>
                </a:cubicBezTo>
                <a:cubicBezTo>
                  <a:pt x="80" y="172"/>
                  <a:pt x="61" y="199"/>
                  <a:pt x="47" y="227"/>
                </a:cubicBezTo>
                <a:cubicBezTo>
                  <a:pt x="17" y="284"/>
                  <a:pt x="4" y="347"/>
                  <a:pt x="2" y="410"/>
                </a:cubicBezTo>
                <a:cubicBezTo>
                  <a:pt x="0" y="473"/>
                  <a:pt x="11" y="536"/>
                  <a:pt x="34" y="594"/>
                </a:cubicBezTo>
                <a:cubicBezTo>
                  <a:pt x="14" y="535"/>
                  <a:pt x="7" y="472"/>
                  <a:pt x="12" y="411"/>
                </a:cubicBezTo>
                <a:cubicBezTo>
                  <a:pt x="17" y="349"/>
                  <a:pt x="34" y="289"/>
                  <a:pt x="64" y="237"/>
                </a:cubicBezTo>
                <a:cubicBezTo>
                  <a:pt x="80" y="211"/>
                  <a:pt x="98" y="187"/>
                  <a:pt x="120" y="166"/>
                </a:cubicBezTo>
                <a:cubicBezTo>
                  <a:pt x="141" y="145"/>
                  <a:pt x="166" y="128"/>
                  <a:pt x="192" y="114"/>
                </a:cubicBezTo>
                <a:cubicBezTo>
                  <a:pt x="218" y="99"/>
                  <a:pt x="246" y="89"/>
                  <a:pt x="275" y="81"/>
                </a:cubicBezTo>
                <a:cubicBezTo>
                  <a:pt x="298" y="75"/>
                  <a:pt x="321" y="71"/>
                  <a:pt x="345" y="68"/>
                </a:cubicBezTo>
                <a:cubicBezTo>
                  <a:pt x="347" y="94"/>
                  <a:pt x="347" y="94"/>
                  <a:pt x="347" y="94"/>
                </a:cubicBezTo>
                <a:lnTo>
                  <a:pt x="443" y="4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69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73" name="Group 24"/>
          <p:cNvGrpSpPr/>
          <p:nvPr/>
        </p:nvGrpSpPr>
        <p:grpSpPr>
          <a:xfrm>
            <a:off x="5927400" y="580320"/>
            <a:ext cx="2210040" cy="2214720"/>
            <a:chOff x="5927400" y="580320"/>
            <a:chExt cx="2210040" cy="2214720"/>
          </a:xfrm>
        </p:grpSpPr>
        <p:sp>
          <p:nvSpPr>
            <p:cNvPr id="174" name="Freeform 25"/>
            <p:cNvSpPr/>
            <p:nvPr/>
          </p:nvSpPr>
          <p:spPr>
            <a:xfrm>
              <a:off x="5927400" y="58032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75" name="Freeform 6"/>
            <p:cNvSpPr/>
            <p:nvPr/>
          </p:nvSpPr>
          <p:spPr>
            <a:xfrm>
              <a:off x="5927400" y="58032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76" name="Group 28"/>
          <p:cNvGrpSpPr/>
          <p:nvPr/>
        </p:nvGrpSpPr>
        <p:grpSpPr>
          <a:xfrm>
            <a:off x="8552520" y="3053520"/>
            <a:ext cx="2210040" cy="2214720"/>
            <a:chOff x="8552520" y="3053520"/>
            <a:chExt cx="2210040" cy="2214720"/>
          </a:xfrm>
        </p:grpSpPr>
        <p:sp>
          <p:nvSpPr>
            <p:cNvPr id="177" name="Freeform 29"/>
            <p:cNvSpPr/>
            <p:nvPr/>
          </p:nvSpPr>
          <p:spPr>
            <a:xfrm>
              <a:off x="8552520" y="305352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78" name="Freeform 6"/>
            <p:cNvSpPr/>
            <p:nvPr/>
          </p:nvSpPr>
          <p:spPr>
            <a:xfrm>
              <a:off x="8552520" y="305352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79" name="Group 32"/>
          <p:cNvGrpSpPr/>
          <p:nvPr/>
        </p:nvGrpSpPr>
        <p:grpSpPr>
          <a:xfrm>
            <a:off x="4307040" y="4130640"/>
            <a:ext cx="2210040" cy="2214720"/>
            <a:chOff x="4307040" y="4130640"/>
            <a:chExt cx="2210040" cy="2214720"/>
          </a:xfrm>
        </p:grpSpPr>
        <p:sp>
          <p:nvSpPr>
            <p:cNvPr id="180" name="Freeform 33"/>
            <p:cNvSpPr/>
            <p:nvPr/>
          </p:nvSpPr>
          <p:spPr>
            <a:xfrm>
              <a:off x="4307040" y="413064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1" name="Freeform 6"/>
            <p:cNvSpPr/>
            <p:nvPr/>
          </p:nvSpPr>
          <p:spPr>
            <a:xfrm>
              <a:off x="4307040" y="413064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82" name="Freeform 44"/>
          <p:cNvSpPr/>
          <p:nvPr/>
        </p:nvSpPr>
        <p:spPr>
          <a:xfrm>
            <a:off x="-2009880" y="-127620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183" name="Group 36"/>
          <p:cNvGrpSpPr/>
          <p:nvPr/>
        </p:nvGrpSpPr>
        <p:grpSpPr>
          <a:xfrm>
            <a:off x="970200" y="1405440"/>
            <a:ext cx="2210040" cy="2214720"/>
            <a:chOff x="970200" y="1405440"/>
            <a:chExt cx="2210040" cy="2214720"/>
          </a:xfrm>
        </p:grpSpPr>
        <p:sp>
          <p:nvSpPr>
            <p:cNvPr id="184" name="Freeform 37"/>
            <p:cNvSpPr/>
            <p:nvPr/>
          </p:nvSpPr>
          <p:spPr>
            <a:xfrm>
              <a:off x="970200" y="140544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5" name="Freeform 6"/>
            <p:cNvSpPr/>
            <p:nvPr/>
          </p:nvSpPr>
          <p:spPr>
            <a:xfrm>
              <a:off x="970200" y="140544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186" name="Group 27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8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8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89" name="Rectangle 45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34D2884-B4ED-48F1-9C6C-63BCBF991BB2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Freeform 10"/>
          <p:cNvSpPr/>
          <p:nvPr/>
        </p:nvSpPr>
        <p:spPr>
          <a:xfrm>
            <a:off x="2082960" y="3490920"/>
            <a:ext cx="1958040" cy="1548720"/>
          </a:xfrm>
          <a:custGeom>
            <a:avLst/>
            <a:gdLst>
              <a:gd name="textAreaLeft" fmla="*/ 0 w 1958040"/>
              <a:gd name="textAreaRight" fmla="*/ 1973160 w 1958040"/>
              <a:gd name="textAreaTop" fmla="*/ 0 h 1548720"/>
              <a:gd name="textAreaBottom" fmla="*/ 1563840 h 1548720"/>
            </a:gdLst>
            <a:ahLst/>
            <a:rect l="textAreaLeft" t="textAreaTop" r="textAreaRight" b="textAreaBottom"/>
            <a:pathLst>
              <a:path w="518" h="410">
                <a:moveTo>
                  <a:pt x="518" y="354"/>
                </a:moveTo>
                <a:cubicBezTo>
                  <a:pt x="416" y="316"/>
                  <a:pt x="416" y="316"/>
                  <a:pt x="416" y="316"/>
                </a:cubicBezTo>
                <a:cubicBezTo>
                  <a:pt x="418" y="344"/>
                  <a:pt x="418" y="344"/>
                  <a:pt x="418" y="344"/>
                </a:cubicBezTo>
                <a:cubicBezTo>
                  <a:pt x="374" y="345"/>
                  <a:pt x="329" y="342"/>
                  <a:pt x="286" y="331"/>
                </a:cubicBezTo>
                <a:cubicBezTo>
                  <a:pt x="237" y="319"/>
                  <a:pt x="190" y="297"/>
                  <a:pt x="150" y="265"/>
                </a:cubicBezTo>
                <a:cubicBezTo>
                  <a:pt x="110" y="233"/>
                  <a:pt x="77" y="192"/>
                  <a:pt x="52" y="147"/>
                </a:cubicBezTo>
                <a:cubicBezTo>
                  <a:pt x="27" y="102"/>
                  <a:pt x="9" y="52"/>
                  <a:pt x="0" y="0"/>
                </a:cubicBezTo>
                <a:cubicBezTo>
                  <a:pt x="3" y="26"/>
                  <a:pt x="8" y="52"/>
                  <a:pt x="15" y="77"/>
                </a:cubicBezTo>
                <a:cubicBezTo>
                  <a:pt x="23" y="103"/>
                  <a:pt x="32" y="128"/>
                  <a:pt x="43" y="152"/>
                </a:cubicBezTo>
                <a:cubicBezTo>
                  <a:pt x="66" y="199"/>
                  <a:pt x="97" y="244"/>
                  <a:pt x="137" y="280"/>
                </a:cubicBezTo>
                <a:cubicBezTo>
                  <a:pt x="177" y="316"/>
                  <a:pt x="226" y="343"/>
                  <a:pt x="277" y="360"/>
                </a:cubicBezTo>
                <a:cubicBezTo>
                  <a:pt x="297" y="366"/>
                  <a:pt x="297" y="366"/>
                  <a:pt x="297" y="366"/>
                </a:cubicBezTo>
                <a:cubicBezTo>
                  <a:pt x="317" y="371"/>
                  <a:pt x="317" y="371"/>
                  <a:pt x="317" y="371"/>
                </a:cubicBezTo>
                <a:cubicBezTo>
                  <a:pt x="323" y="372"/>
                  <a:pt x="330" y="373"/>
                  <a:pt x="337" y="375"/>
                </a:cubicBezTo>
                <a:cubicBezTo>
                  <a:pt x="343" y="376"/>
                  <a:pt x="350" y="377"/>
                  <a:pt x="357" y="378"/>
                </a:cubicBezTo>
                <a:cubicBezTo>
                  <a:pt x="377" y="380"/>
                  <a:pt x="377" y="380"/>
                  <a:pt x="377" y="380"/>
                </a:cubicBezTo>
                <a:cubicBezTo>
                  <a:pt x="397" y="381"/>
                  <a:pt x="397" y="381"/>
                  <a:pt x="397" y="381"/>
                </a:cubicBezTo>
                <a:cubicBezTo>
                  <a:pt x="408" y="382"/>
                  <a:pt x="408" y="382"/>
                  <a:pt x="408" y="382"/>
                </a:cubicBezTo>
                <a:cubicBezTo>
                  <a:pt x="418" y="382"/>
                  <a:pt x="418" y="382"/>
                  <a:pt x="418" y="382"/>
                </a:cubicBezTo>
                <a:cubicBezTo>
                  <a:pt x="422" y="382"/>
                  <a:pt x="422" y="382"/>
                  <a:pt x="422" y="382"/>
                </a:cubicBezTo>
                <a:cubicBezTo>
                  <a:pt x="424" y="410"/>
                  <a:pt x="424" y="410"/>
                  <a:pt x="424" y="410"/>
                </a:cubicBezTo>
                <a:lnTo>
                  <a:pt x="518" y="354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3" name="Freeform 11"/>
          <p:cNvSpPr/>
          <p:nvPr/>
        </p:nvSpPr>
        <p:spPr>
          <a:xfrm>
            <a:off x="6552720" y="3029760"/>
            <a:ext cx="1870920" cy="1320120"/>
          </a:xfrm>
          <a:custGeom>
            <a:avLst/>
            <a:gdLst>
              <a:gd name="textAreaLeft" fmla="*/ 0 w 1870920"/>
              <a:gd name="textAreaRight" fmla="*/ 1886040 w 1870920"/>
              <a:gd name="textAreaTop" fmla="*/ 0 h 1320120"/>
              <a:gd name="textAreaBottom" fmla="*/ 1335240 h 1320120"/>
            </a:gdLst>
            <a:ahLst/>
            <a:rect l="textAreaLeft" t="textAreaTop" r="textAreaRight" b="textAreaBottom"/>
            <a:pathLst>
              <a:path w="495" h="350">
                <a:moveTo>
                  <a:pt x="495" y="263"/>
                </a:moveTo>
                <a:cubicBezTo>
                  <a:pt x="386" y="268"/>
                  <a:pt x="386" y="268"/>
                  <a:pt x="386" y="268"/>
                </a:cubicBezTo>
                <a:cubicBezTo>
                  <a:pt x="399" y="293"/>
                  <a:pt x="399" y="293"/>
                  <a:pt x="399" y="293"/>
                </a:cubicBezTo>
                <a:cubicBezTo>
                  <a:pt x="358" y="309"/>
                  <a:pt x="313" y="316"/>
                  <a:pt x="269" y="314"/>
                </a:cubicBezTo>
                <a:cubicBezTo>
                  <a:pt x="219" y="311"/>
                  <a:pt x="168" y="296"/>
                  <a:pt x="125" y="269"/>
                </a:cubicBezTo>
                <a:cubicBezTo>
                  <a:pt x="82" y="242"/>
                  <a:pt x="47" y="202"/>
                  <a:pt x="26" y="154"/>
                </a:cubicBezTo>
                <a:cubicBezTo>
                  <a:pt x="16" y="130"/>
                  <a:pt x="10" y="105"/>
                  <a:pt x="7" y="79"/>
                </a:cubicBezTo>
                <a:cubicBezTo>
                  <a:pt x="4" y="53"/>
                  <a:pt x="4" y="26"/>
                  <a:pt x="7" y="0"/>
                </a:cubicBezTo>
                <a:cubicBezTo>
                  <a:pt x="2" y="26"/>
                  <a:pt x="0" y="53"/>
                  <a:pt x="2" y="79"/>
                </a:cubicBezTo>
                <a:cubicBezTo>
                  <a:pt x="3" y="106"/>
                  <a:pt x="8" y="132"/>
                  <a:pt x="17" y="158"/>
                </a:cubicBezTo>
                <a:cubicBezTo>
                  <a:pt x="26" y="183"/>
                  <a:pt x="39" y="207"/>
                  <a:pt x="56" y="229"/>
                </a:cubicBezTo>
                <a:cubicBezTo>
                  <a:pt x="72" y="250"/>
                  <a:pt x="92" y="269"/>
                  <a:pt x="114" y="285"/>
                </a:cubicBezTo>
                <a:cubicBezTo>
                  <a:pt x="158" y="318"/>
                  <a:pt x="211" y="337"/>
                  <a:pt x="266" y="344"/>
                </a:cubicBezTo>
                <a:cubicBezTo>
                  <a:pt x="317" y="350"/>
                  <a:pt x="369" y="344"/>
                  <a:pt x="418" y="328"/>
                </a:cubicBezTo>
                <a:cubicBezTo>
                  <a:pt x="430" y="350"/>
                  <a:pt x="430" y="350"/>
                  <a:pt x="430" y="350"/>
                </a:cubicBezTo>
                <a:lnTo>
                  <a:pt x="495" y="26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4" name="Freeform 12"/>
          <p:cNvSpPr/>
          <p:nvPr/>
        </p:nvSpPr>
        <p:spPr>
          <a:xfrm>
            <a:off x="4175280" y="1803240"/>
            <a:ext cx="1670760" cy="2248560"/>
          </a:xfrm>
          <a:custGeom>
            <a:avLst/>
            <a:gdLst>
              <a:gd name="textAreaLeft" fmla="*/ 0 w 1670760"/>
              <a:gd name="textAreaRight" fmla="*/ 1685880 w 1670760"/>
              <a:gd name="textAreaTop" fmla="*/ 0 h 2248560"/>
              <a:gd name="textAreaBottom" fmla="*/ 2263680 h 2248560"/>
            </a:gdLst>
            <a:ahLst/>
            <a:rect l="textAreaLeft" t="textAreaTop" r="textAreaRight" b="textAreaBottom"/>
            <a:pathLst>
              <a:path w="443" h="594">
                <a:moveTo>
                  <a:pt x="443" y="42"/>
                </a:moveTo>
                <a:cubicBezTo>
                  <a:pt x="341" y="0"/>
                  <a:pt x="341" y="0"/>
                  <a:pt x="341" y="0"/>
                </a:cubicBezTo>
                <a:cubicBezTo>
                  <a:pt x="343" y="29"/>
                  <a:pt x="343" y="29"/>
                  <a:pt x="343" y="29"/>
                </a:cubicBezTo>
                <a:cubicBezTo>
                  <a:pt x="317" y="33"/>
                  <a:pt x="291" y="39"/>
                  <a:pt x="265" y="47"/>
                </a:cubicBezTo>
                <a:cubicBezTo>
                  <a:pt x="234" y="57"/>
                  <a:pt x="205" y="71"/>
                  <a:pt x="177" y="88"/>
                </a:cubicBezTo>
                <a:cubicBezTo>
                  <a:pt x="149" y="104"/>
                  <a:pt x="124" y="125"/>
                  <a:pt x="102" y="149"/>
                </a:cubicBezTo>
                <a:cubicBezTo>
                  <a:pt x="80" y="172"/>
                  <a:pt x="61" y="199"/>
                  <a:pt x="47" y="227"/>
                </a:cubicBezTo>
                <a:cubicBezTo>
                  <a:pt x="17" y="284"/>
                  <a:pt x="4" y="347"/>
                  <a:pt x="2" y="410"/>
                </a:cubicBezTo>
                <a:cubicBezTo>
                  <a:pt x="0" y="473"/>
                  <a:pt x="11" y="536"/>
                  <a:pt x="34" y="594"/>
                </a:cubicBezTo>
                <a:cubicBezTo>
                  <a:pt x="14" y="535"/>
                  <a:pt x="7" y="472"/>
                  <a:pt x="12" y="411"/>
                </a:cubicBezTo>
                <a:cubicBezTo>
                  <a:pt x="17" y="349"/>
                  <a:pt x="34" y="289"/>
                  <a:pt x="64" y="237"/>
                </a:cubicBezTo>
                <a:cubicBezTo>
                  <a:pt x="80" y="211"/>
                  <a:pt x="98" y="187"/>
                  <a:pt x="120" y="166"/>
                </a:cubicBezTo>
                <a:cubicBezTo>
                  <a:pt x="141" y="145"/>
                  <a:pt x="166" y="128"/>
                  <a:pt x="192" y="114"/>
                </a:cubicBezTo>
                <a:cubicBezTo>
                  <a:pt x="218" y="99"/>
                  <a:pt x="246" y="89"/>
                  <a:pt x="275" y="81"/>
                </a:cubicBezTo>
                <a:cubicBezTo>
                  <a:pt x="298" y="75"/>
                  <a:pt x="321" y="71"/>
                  <a:pt x="345" y="68"/>
                </a:cubicBezTo>
                <a:cubicBezTo>
                  <a:pt x="347" y="94"/>
                  <a:pt x="347" y="94"/>
                  <a:pt x="347" y="94"/>
                </a:cubicBezTo>
                <a:lnTo>
                  <a:pt x="443" y="4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195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99" name="Group 27"/>
          <p:cNvGrpSpPr/>
          <p:nvPr/>
        </p:nvGrpSpPr>
        <p:grpSpPr>
          <a:xfrm>
            <a:off x="5955120" y="495360"/>
            <a:ext cx="2210040" cy="2214720"/>
            <a:chOff x="5955120" y="495360"/>
            <a:chExt cx="2210040" cy="2214720"/>
          </a:xfrm>
        </p:grpSpPr>
        <p:sp>
          <p:nvSpPr>
            <p:cNvPr id="200" name="Freeform 28"/>
            <p:cNvSpPr/>
            <p:nvPr/>
          </p:nvSpPr>
          <p:spPr>
            <a:xfrm>
              <a:off x="5955120" y="49536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1" name="Freeform 6"/>
            <p:cNvSpPr/>
            <p:nvPr/>
          </p:nvSpPr>
          <p:spPr>
            <a:xfrm>
              <a:off x="5955120" y="49536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02" name="Group 30"/>
          <p:cNvGrpSpPr/>
          <p:nvPr/>
        </p:nvGrpSpPr>
        <p:grpSpPr>
          <a:xfrm>
            <a:off x="8549280" y="3029760"/>
            <a:ext cx="2210040" cy="2214720"/>
            <a:chOff x="8549280" y="3029760"/>
            <a:chExt cx="2210040" cy="2214720"/>
          </a:xfrm>
        </p:grpSpPr>
        <p:sp>
          <p:nvSpPr>
            <p:cNvPr id="203" name="Freeform 31"/>
            <p:cNvSpPr/>
            <p:nvPr/>
          </p:nvSpPr>
          <p:spPr>
            <a:xfrm>
              <a:off x="8549280" y="302976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4" name="Freeform 6"/>
            <p:cNvSpPr/>
            <p:nvPr/>
          </p:nvSpPr>
          <p:spPr>
            <a:xfrm>
              <a:off x="8549280" y="302976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05" name="Group 33"/>
          <p:cNvGrpSpPr/>
          <p:nvPr/>
        </p:nvGrpSpPr>
        <p:grpSpPr>
          <a:xfrm>
            <a:off x="4201200" y="4067280"/>
            <a:ext cx="2210040" cy="2214720"/>
            <a:chOff x="4201200" y="4067280"/>
            <a:chExt cx="2210040" cy="2214720"/>
          </a:xfrm>
        </p:grpSpPr>
        <p:sp>
          <p:nvSpPr>
            <p:cNvPr id="206" name="Freeform 34"/>
            <p:cNvSpPr/>
            <p:nvPr/>
          </p:nvSpPr>
          <p:spPr>
            <a:xfrm>
              <a:off x="4201200" y="406728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07" name="Freeform 6"/>
            <p:cNvSpPr/>
            <p:nvPr/>
          </p:nvSpPr>
          <p:spPr>
            <a:xfrm>
              <a:off x="4201200" y="406728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08" name="Text Placeholder 2"/>
          <p:cNvSpPr/>
          <p:nvPr/>
        </p:nvSpPr>
        <p:spPr>
          <a:xfrm>
            <a:off x="6068880" y="615240"/>
            <a:ext cx="1964520" cy="198828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Placeholder 2"/>
          <p:cNvSpPr/>
          <p:nvPr/>
        </p:nvSpPr>
        <p:spPr>
          <a:xfrm>
            <a:off x="8672040" y="3143160"/>
            <a:ext cx="1964520" cy="198828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Placeholder 2"/>
          <p:cNvSpPr/>
          <p:nvPr/>
        </p:nvSpPr>
        <p:spPr>
          <a:xfrm>
            <a:off x="4323960" y="4203000"/>
            <a:ext cx="1964520" cy="198828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Freeform 42"/>
          <p:cNvSpPr/>
          <p:nvPr/>
        </p:nvSpPr>
        <p:spPr>
          <a:xfrm rot="370200">
            <a:off x="-2185920" y="-121752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212" name="Group 23"/>
          <p:cNvGrpSpPr/>
          <p:nvPr/>
        </p:nvGrpSpPr>
        <p:grpSpPr>
          <a:xfrm>
            <a:off x="970200" y="1238040"/>
            <a:ext cx="2210040" cy="2214720"/>
            <a:chOff x="970200" y="1238040"/>
            <a:chExt cx="2210040" cy="2214720"/>
          </a:xfrm>
        </p:grpSpPr>
        <p:sp>
          <p:nvSpPr>
            <p:cNvPr id="213" name="Freeform 24"/>
            <p:cNvSpPr/>
            <p:nvPr/>
          </p:nvSpPr>
          <p:spPr>
            <a:xfrm>
              <a:off x="970200" y="123804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14" name="Freeform 6"/>
            <p:cNvSpPr/>
            <p:nvPr/>
          </p:nvSpPr>
          <p:spPr>
            <a:xfrm>
              <a:off x="970200" y="1238040"/>
              <a:ext cx="2210040" cy="2214720"/>
            </a:xfrm>
            <a:custGeom>
              <a:avLst/>
              <a:gdLst>
                <a:gd name="textAreaLeft" fmla="*/ 0 w 2210040"/>
                <a:gd name="textAreaRight" fmla="*/ 2225160 w 2210040"/>
                <a:gd name="textAreaTop" fmla="*/ 0 h 2214720"/>
                <a:gd name="textAreaBottom" fmla="*/ 2229840 h 221472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15" name="Text Placeholder 2"/>
          <p:cNvSpPr/>
          <p:nvPr/>
        </p:nvSpPr>
        <p:spPr>
          <a:xfrm>
            <a:off x="1089000" y="1362240"/>
            <a:ext cx="1964520" cy="1988280"/>
          </a:xfrm>
          <a:prstGeom prst="roundRect">
            <a:avLst>
              <a:gd name="adj" fmla="val 4874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6" name="Group 26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21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1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19" name="Rectangle 43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2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43E9C1AF-1A12-4418-AD44-882F671C7D8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4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26" name="Group 25"/>
          <p:cNvGrpSpPr/>
          <p:nvPr/>
        </p:nvGrpSpPr>
        <p:grpSpPr>
          <a:xfrm>
            <a:off x="5057280" y="834120"/>
            <a:ext cx="1725120" cy="1635840"/>
            <a:chOff x="5057280" y="834120"/>
            <a:chExt cx="1725120" cy="1635840"/>
          </a:xfrm>
        </p:grpSpPr>
        <p:sp>
          <p:nvSpPr>
            <p:cNvPr id="227" name="Freeform 6"/>
            <p:cNvSpPr/>
            <p:nvPr/>
          </p:nvSpPr>
          <p:spPr>
            <a:xfrm>
              <a:off x="5057280" y="834120"/>
              <a:ext cx="1718280" cy="1635840"/>
            </a:xfrm>
            <a:custGeom>
              <a:avLst/>
              <a:gdLst>
                <a:gd name="textAreaLeft" fmla="*/ 0 w 1718280"/>
                <a:gd name="textAreaRight" fmla="*/ 1733400 w 1718280"/>
                <a:gd name="textAreaTop" fmla="*/ 0 h 1635840"/>
                <a:gd name="textAreaBottom" fmla="*/ 1650960 h 163584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1" y="417"/>
                    <a:pt x="81" y="417"/>
                    <a:pt x="81" y="417"/>
                  </a:cubicBezTo>
                  <a:cubicBezTo>
                    <a:pt x="84" y="426"/>
                    <a:pt x="92" y="433"/>
                    <a:pt x="102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63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28" name="Freeform 6"/>
            <p:cNvSpPr/>
            <p:nvPr/>
          </p:nvSpPr>
          <p:spPr>
            <a:xfrm>
              <a:off x="5064120" y="834120"/>
              <a:ext cx="1718280" cy="1635840"/>
            </a:xfrm>
            <a:custGeom>
              <a:avLst/>
              <a:gdLst>
                <a:gd name="textAreaLeft" fmla="*/ 0 w 1718280"/>
                <a:gd name="textAreaRight" fmla="*/ 1733400 w 1718280"/>
                <a:gd name="textAreaTop" fmla="*/ 0 h 1635840"/>
                <a:gd name="textAreaBottom" fmla="*/ 1650960 h 163584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1" y="417"/>
                    <a:pt x="81" y="417"/>
                    <a:pt x="81" y="417"/>
                  </a:cubicBezTo>
                  <a:cubicBezTo>
                    <a:pt x="84" y="426"/>
                    <a:pt x="92" y="433"/>
                    <a:pt x="102" y="433"/>
                  </a:cubicBezTo>
                  <a:cubicBezTo>
                    <a:pt x="353" y="433"/>
                    <a:pt x="353" y="433"/>
                    <a:pt x="353" y="433"/>
                  </a:cubicBezTo>
                  <a:cubicBezTo>
                    <a:pt x="363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29" name="Group 28"/>
          <p:cNvGrpSpPr/>
          <p:nvPr/>
        </p:nvGrpSpPr>
        <p:grpSpPr>
          <a:xfrm>
            <a:off x="6671520" y="2019960"/>
            <a:ext cx="1720800" cy="1631160"/>
            <a:chOff x="6671520" y="2019960"/>
            <a:chExt cx="1720800" cy="1631160"/>
          </a:xfrm>
        </p:grpSpPr>
        <p:sp>
          <p:nvSpPr>
            <p:cNvPr id="230" name="Freeform 7"/>
            <p:cNvSpPr/>
            <p:nvPr/>
          </p:nvSpPr>
          <p:spPr>
            <a:xfrm>
              <a:off x="6671520" y="2019960"/>
              <a:ext cx="1713600" cy="1631160"/>
            </a:xfrm>
            <a:custGeom>
              <a:avLst/>
              <a:gdLst>
                <a:gd name="textAreaLeft" fmla="*/ 0 w 1713600"/>
                <a:gd name="textAreaRight" fmla="*/ 1728720 w 1713600"/>
                <a:gd name="textAreaTop" fmla="*/ 0 h 1631160"/>
                <a:gd name="textAreaBottom" fmla="*/ 1646280 h 1631160"/>
              </a:gdLst>
              <a:ahLst/>
              <a:rect l="textAreaLeft" t="textAreaTop" r="textAreaRight" b="textAreaBottom"/>
              <a:pathLst>
                <a:path w="454" h="432">
                  <a:moveTo>
                    <a:pt x="3" y="179"/>
                  </a:moveTo>
                  <a:cubicBezTo>
                    <a:pt x="80" y="416"/>
                    <a:pt x="80" y="416"/>
                    <a:pt x="80" y="416"/>
                  </a:cubicBezTo>
                  <a:cubicBezTo>
                    <a:pt x="83" y="426"/>
                    <a:pt x="92" y="432"/>
                    <a:pt x="10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62" y="432"/>
                    <a:pt x="371" y="426"/>
                    <a:pt x="374" y="416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4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1" name="Freeform 7"/>
            <p:cNvSpPr/>
            <p:nvPr/>
          </p:nvSpPr>
          <p:spPr>
            <a:xfrm>
              <a:off x="6678720" y="2019960"/>
              <a:ext cx="1713600" cy="1631160"/>
            </a:xfrm>
            <a:custGeom>
              <a:avLst/>
              <a:gdLst>
                <a:gd name="textAreaLeft" fmla="*/ 0 w 1713600"/>
                <a:gd name="textAreaRight" fmla="*/ 1728720 w 1713600"/>
                <a:gd name="textAreaTop" fmla="*/ 0 h 1631160"/>
                <a:gd name="textAreaBottom" fmla="*/ 1646280 h 1631160"/>
              </a:gdLst>
              <a:ahLst/>
              <a:rect l="textAreaLeft" t="textAreaTop" r="textAreaRight" b="textAreaBottom"/>
              <a:pathLst>
                <a:path w="454" h="432">
                  <a:moveTo>
                    <a:pt x="3" y="179"/>
                  </a:moveTo>
                  <a:cubicBezTo>
                    <a:pt x="80" y="416"/>
                    <a:pt x="80" y="416"/>
                    <a:pt x="80" y="416"/>
                  </a:cubicBezTo>
                  <a:cubicBezTo>
                    <a:pt x="83" y="426"/>
                    <a:pt x="92" y="432"/>
                    <a:pt x="102" y="432"/>
                  </a:cubicBezTo>
                  <a:cubicBezTo>
                    <a:pt x="352" y="432"/>
                    <a:pt x="352" y="432"/>
                    <a:pt x="352" y="432"/>
                  </a:cubicBezTo>
                  <a:cubicBezTo>
                    <a:pt x="362" y="432"/>
                    <a:pt x="371" y="426"/>
                    <a:pt x="374" y="416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4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2" name="Group 31"/>
          <p:cNvGrpSpPr/>
          <p:nvPr/>
        </p:nvGrpSpPr>
        <p:grpSpPr>
          <a:xfrm>
            <a:off x="3398400" y="2019960"/>
            <a:ext cx="1723680" cy="1631160"/>
            <a:chOff x="3398400" y="2019960"/>
            <a:chExt cx="1723680" cy="1631160"/>
          </a:xfrm>
        </p:grpSpPr>
        <p:sp>
          <p:nvSpPr>
            <p:cNvPr id="233" name="Freeform 8"/>
            <p:cNvSpPr/>
            <p:nvPr/>
          </p:nvSpPr>
          <p:spPr>
            <a:xfrm>
              <a:off x="3398400" y="2019960"/>
              <a:ext cx="1716840" cy="1631160"/>
            </a:xfrm>
            <a:custGeom>
              <a:avLst/>
              <a:gdLst>
                <a:gd name="textAreaLeft" fmla="*/ 0 w 1716840"/>
                <a:gd name="textAreaRight" fmla="*/ 1731960 w 1716840"/>
                <a:gd name="textAreaTop" fmla="*/ 0 h 1631160"/>
                <a:gd name="textAreaBottom" fmla="*/ 1646280 h 1631160"/>
              </a:gdLst>
              <a:ahLst/>
              <a:rect l="textAreaLeft" t="textAreaTop" r="textAreaRight" b="textAreaBottom"/>
              <a:pathLst>
                <a:path w="455" h="432">
                  <a:moveTo>
                    <a:pt x="4" y="179"/>
                  </a:moveTo>
                  <a:cubicBezTo>
                    <a:pt x="81" y="416"/>
                    <a:pt x="81" y="416"/>
                    <a:pt x="81" y="416"/>
                  </a:cubicBezTo>
                  <a:cubicBezTo>
                    <a:pt x="84" y="426"/>
                    <a:pt x="93" y="432"/>
                    <a:pt x="103" y="432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63" y="432"/>
                    <a:pt x="372" y="426"/>
                    <a:pt x="375" y="416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2" y="159"/>
                    <a:pt x="444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4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4" name="Freeform 8"/>
            <p:cNvSpPr/>
            <p:nvPr/>
          </p:nvSpPr>
          <p:spPr>
            <a:xfrm>
              <a:off x="3405240" y="2019960"/>
              <a:ext cx="1716840" cy="1631160"/>
            </a:xfrm>
            <a:custGeom>
              <a:avLst/>
              <a:gdLst>
                <a:gd name="textAreaLeft" fmla="*/ 0 w 1716840"/>
                <a:gd name="textAreaRight" fmla="*/ 1731960 w 1716840"/>
                <a:gd name="textAreaTop" fmla="*/ 0 h 1631160"/>
                <a:gd name="textAreaBottom" fmla="*/ 1646280 h 1631160"/>
              </a:gdLst>
              <a:ahLst/>
              <a:rect l="textAreaLeft" t="textAreaTop" r="textAreaRight" b="textAreaBottom"/>
              <a:pathLst>
                <a:path w="455" h="432">
                  <a:moveTo>
                    <a:pt x="4" y="179"/>
                  </a:moveTo>
                  <a:cubicBezTo>
                    <a:pt x="81" y="416"/>
                    <a:pt x="81" y="416"/>
                    <a:pt x="81" y="416"/>
                  </a:cubicBezTo>
                  <a:cubicBezTo>
                    <a:pt x="84" y="426"/>
                    <a:pt x="93" y="432"/>
                    <a:pt x="103" y="432"/>
                  </a:cubicBezTo>
                  <a:cubicBezTo>
                    <a:pt x="353" y="432"/>
                    <a:pt x="353" y="432"/>
                    <a:pt x="353" y="432"/>
                  </a:cubicBezTo>
                  <a:cubicBezTo>
                    <a:pt x="363" y="432"/>
                    <a:pt x="372" y="426"/>
                    <a:pt x="375" y="416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2" y="159"/>
                    <a:pt x="444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2" y="153"/>
                    <a:pt x="12" y="153"/>
                    <a:pt x="12" y="153"/>
                  </a:cubicBezTo>
                  <a:cubicBezTo>
                    <a:pt x="4" y="159"/>
                    <a:pt x="0" y="169"/>
                    <a:pt x="4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5" name="Group 34"/>
          <p:cNvGrpSpPr/>
          <p:nvPr/>
        </p:nvGrpSpPr>
        <p:grpSpPr>
          <a:xfrm>
            <a:off x="4038120" y="3927960"/>
            <a:ext cx="1723680" cy="1634400"/>
            <a:chOff x="4038120" y="3927960"/>
            <a:chExt cx="1723680" cy="1634400"/>
          </a:xfrm>
        </p:grpSpPr>
        <p:sp>
          <p:nvSpPr>
            <p:cNvPr id="236" name="Freeform 9"/>
            <p:cNvSpPr/>
            <p:nvPr/>
          </p:nvSpPr>
          <p:spPr>
            <a:xfrm>
              <a:off x="4038120" y="3927960"/>
              <a:ext cx="1716840" cy="1634400"/>
            </a:xfrm>
            <a:custGeom>
              <a:avLst/>
              <a:gdLst>
                <a:gd name="textAreaLeft" fmla="*/ 0 w 1716840"/>
                <a:gd name="textAreaRight" fmla="*/ 1731960 w 1716840"/>
                <a:gd name="textAreaTop" fmla="*/ 0 h 1634400"/>
                <a:gd name="textAreaBottom" fmla="*/ 1649520 h 163440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37" name="Freeform 9"/>
            <p:cNvSpPr/>
            <p:nvPr/>
          </p:nvSpPr>
          <p:spPr>
            <a:xfrm>
              <a:off x="4044960" y="3927960"/>
              <a:ext cx="1716840" cy="1634400"/>
            </a:xfrm>
            <a:custGeom>
              <a:avLst/>
              <a:gdLst>
                <a:gd name="textAreaLeft" fmla="*/ 0 w 1716840"/>
                <a:gd name="textAreaRight" fmla="*/ 1731960 w 1716840"/>
                <a:gd name="textAreaTop" fmla="*/ 0 h 1634400"/>
                <a:gd name="textAreaBottom" fmla="*/ 1649520 h 163440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2" y="179"/>
                    <a:pt x="452" y="179"/>
                    <a:pt x="452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38" name="Group 37"/>
          <p:cNvGrpSpPr/>
          <p:nvPr/>
        </p:nvGrpSpPr>
        <p:grpSpPr>
          <a:xfrm>
            <a:off x="6055560" y="3927960"/>
            <a:ext cx="1724040" cy="1634400"/>
            <a:chOff x="6055560" y="3927960"/>
            <a:chExt cx="1724040" cy="1634400"/>
          </a:xfrm>
        </p:grpSpPr>
        <p:sp>
          <p:nvSpPr>
            <p:cNvPr id="239" name="Freeform 10"/>
            <p:cNvSpPr/>
            <p:nvPr/>
          </p:nvSpPr>
          <p:spPr>
            <a:xfrm>
              <a:off x="6055560" y="3927960"/>
              <a:ext cx="1716840" cy="1634400"/>
            </a:xfrm>
            <a:custGeom>
              <a:avLst/>
              <a:gdLst>
                <a:gd name="textAreaLeft" fmla="*/ 0 w 1716840"/>
                <a:gd name="textAreaRight" fmla="*/ 1731960 w 1716840"/>
                <a:gd name="textAreaTop" fmla="*/ 0 h 1634400"/>
                <a:gd name="textAreaBottom" fmla="*/ 1649520 h 163440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40" name="Freeform 10"/>
            <p:cNvSpPr/>
            <p:nvPr/>
          </p:nvSpPr>
          <p:spPr>
            <a:xfrm>
              <a:off x="6062760" y="3927960"/>
              <a:ext cx="1716840" cy="1634400"/>
            </a:xfrm>
            <a:custGeom>
              <a:avLst/>
              <a:gdLst>
                <a:gd name="textAreaLeft" fmla="*/ 0 w 1716840"/>
                <a:gd name="textAreaRight" fmla="*/ 1731960 w 1716840"/>
                <a:gd name="textAreaTop" fmla="*/ 0 h 1634400"/>
                <a:gd name="textAreaBottom" fmla="*/ 1649520 h 1634400"/>
              </a:gdLst>
              <a:ahLst/>
              <a:rect l="textAreaLeft" t="textAreaTop" r="textAreaRight" b="textAreaBottom"/>
              <a:pathLst>
                <a:path w="455" h="433">
                  <a:moveTo>
                    <a:pt x="3" y="179"/>
                  </a:moveTo>
                  <a:cubicBezTo>
                    <a:pt x="80" y="417"/>
                    <a:pt x="80" y="417"/>
                    <a:pt x="80" y="417"/>
                  </a:cubicBezTo>
                  <a:cubicBezTo>
                    <a:pt x="83" y="426"/>
                    <a:pt x="92" y="433"/>
                    <a:pt x="102" y="433"/>
                  </a:cubicBezTo>
                  <a:cubicBezTo>
                    <a:pt x="352" y="433"/>
                    <a:pt x="352" y="433"/>
                    <a:pt x="352" y="433"/>
                  </a:cubicBezTo>
                  <a:cubicBezTo>
                    <a:pt x="362" y="433"/>
                    <a:pt x="371" y="426"/>
                    <a:pt x="374" y="417"/>
                  </a:cubicBezTo>
                  <a:cubicBezTo>
                    <a:pt x="451" y="179"/>
                    <a:pt x="451" y="179"/>
                    <a:pt x="451" y="179"/>
                  </a:cubicBezTo>
                  <a:cubicBezTo>
                    <a:pt x="455" y="169"/>
                    <a:pt x="451" y="159"/>
                    <a:pt x="443" y="153"/>
                  </a:cubicBezTo>
                  <a:cubicBezTo>
                    <a:pt x="241" y="6"/>
                    <a:pt x="241" y="6"/>
                    <a:pt x="241" y="6"/>
                  </a:cubicBezTo>
                  <a:cubicBezTo>
                    <a:pt x="233" y="0"/>
                    <a:pt x="222" y="0"/>
                    <a:pt x="214" y="6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3" y="159"/>
                    <a:pt x="0" y="169"/>
                    <a:pt x="3" y="17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pic>
        <p:nvPicPr>
          <p:cNvPr id="241" name="Picture 60" descr=""/>
          <p:cNvPicPr/>
          <p:nvPr/>
        </p:nvPicPr>
        <p:blipFill>
          <a:blip r:embed="rId2"/>
          <a:srcRect l="0" t="0" r="76273" b="0"/>
          <a:stretch/>
        </p:blipFill>
        <p:spPr>
          <a:xfrm>
            <a:off x="5283720" y="2795400"/>
            <a:ext cx="1123920" cy="986760"/>
          </a:xfrm>
          <a:prstGeom prst="rect">
            <a:avLst/>
          </a:prstGeom>
          <a:ln w="0">
            <a:noFill/>
          </a:ln>
        </p:spPr>
      </p:pic>
      <p:sp>
        <p:nvSpPr>
          <p:cNvPr id="242" name="Freeform 48"/>
          <p:cNvSpPr/>
          <p:nvPr/>
        </p:nvSpPr>
        <p:spPr>
          <a:xfrm>
            <a:off x="-1935720" y="-101196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243" name="Group 44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24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4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46" name="Rectangle 49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4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8279B1C-4DFE-442C-9359-D42D1C9D7F78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Freeform 27"/>
          <p:cNvSpPr/>
          <p:nvPr/>
        </p:nvSpPr>
        <p:spPr>
          <a:xfrm rot="370200">
            <a:off x="-2522520" y="-131184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50" name="Freeform 7"/>
          <p:cNvSpPr/>
          <p:nvPr/>
        </p:nvSpPr>
        <p:spPr>
          <a:xfrm>
            <a:off x="9197280" y="1239120"/>
            <a:ext cx="1888200" cy="1890000"/>
          </a:xfrm>
          <a:custGeom>
            <a:avLst/>
            <a:gdLst>
              <a:gd name="textAreaLeft" fmla="*/ 0 w 1888200"/>
              <a:gd name="textAreaRight" fmla="*/ 1903320 w 1888200"/>
              <a:gd name="textAreaTop" fmla="*/ 0 h 1890000"/>
              <a:gd name="textAreaBottom" fmla="*/ 1905120 h 189000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251" name="Group 6"/>
          <p:cNvGrpSpPr/>
          <p:nvPr/>
        </p:nvGrpSpPr>
        <p:grpSpPr>
          <a:xfrm>
            <a:off x="6915960" y="1239120"/>
            <a:ext cx="1895040" cy="1890000"/>
            <a:chOff x="6915960" y="1239120"/>
            <a:chExt cx="1895040" cy="1890000"/>
          </a:xfrm>
        </p:grpSpPr>
        <p:sp>
          <p:nvSpPr>
            <p:cNvPr id="252" name="Freeform 6"/>
            <p:cNvSpPr/>
            <p:nvPr/>
          </p:nvSpPr>
          <p:spPr>
            <a:xfrm>
              <a:off x="6922800" y="1239120"/>
              <a:ext cx="1888200" cy="1890000"/>
            </a:xfrm>
            <a:custGeom>
              <a:avLst/>
              <a:gdLst>
                <a:gd name="textAreaLeft" fmla="*/ 0 w 1888200"/>
                <a:gd name="textAreaRight" fmla="*/ 1903320 w 1888200"/>
                <a:gd name="textAreaTop" fmla="*/ 0 h 1890000"/>
                <a:gd name="textAreaBottom" fmla="*/ 1905120 h 189000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53" name="Freeform 6"/>
            <p:cNvSpPr/>
            <p:nvPr/>
          </p:nvSpPr>
          <p:spPr>
            <a:xfrm>
              <a:off x="6915960" y="1239120"/>
              <a:ext cx="1888200" cy="1890000"/>
            </a:xfrm>
            <a:custGeom>
              <a:avLst/>
              <a:gdLst>
                <a:gd name="textAreaLeft" fmla="*/ 0 w 1888200"/>
                <a:gd name="textAreaRight" fmla="*/ 1903320 w 1888200"/>
                <a:gd name="textAreaTop" fmla="*/ 0 h 1890000"/>
                <a:gd name="textAreaBottom" fmla="*/ 1905120 h 189000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54" name="Group 9"/>
          <p:cNvGrpSpPr/>
          <p:nvPr/>
        </p:nvGrpSpPr>
        <p:grpSpPr>
          <a:xfrm>
            <a:off x="9161280" y="3479760"/>
            <a:ext cx="1895760" cy="1890720"/>
            <a:chOff x="9161280" y="3479760"/>
            <a:chExt cx="1895760" cy="1890720"/>
          </a:xfrm>
        </p:grpSpPr>
        <p:sp>
          <p:nvSpPr>
            <p:cNvPr id="255" name="Freeform 8"/>
            <p:cNvSpPr/>
            <p:nvPr/>
          </p:nvSpPr>
          <p:spPr>
            <a:xfrm>
              <a:off x="9161280" y="3480480"/>
              <a:ext cx="1888200" cy="1890000"/>
            </a:xfrm>
            <a:custGeom>
              <a:avLst/>
              <a:gdLst>
                <a:gd name="textAreaLeft" fmla="*/ 0 w 1888200"/>
                <a:gd name="textAreaRight" fmla="*/ 1903320 w 1888200"/>
                <a:gd name="textAreaTop" fmla="*/ 0 h 1890000"/>
                <a:gd name="textAreaBottom" fmla="*/ 1905120 h 189000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56" name="Freeform 8"/>
            <p:cNvSpPr/>
            <p:nvPr/>
          </p:nvSpPr>
          <p:spPr>
            <a:xfrm>
              <a:off x="9168840" y="3479760"/>
              <a:ext cx="1888200" cy="1890000"/>
            </a:xfrm>
            <a:custGeom>
              <a:avLst/>
              <a:gdLst>
                <a:gd name="textAreaLeft" fmla="*/ 0 w 1888200"/>
                <a:gd name="textAreaRight" fmla="*/ 1903320 w 1888200"/>
                <a:gd name="textAreaTop" fmla="*/ 0 h 1890000"/>
                <a:gd name="textAreaBottom" fmla="*/ 1905120 h 189000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57" name="Freeform 9"/>
          <p:cNvSpPr/>
          <p:nvPr/>
        </p:nvSpPr>
        <p:spPr>
          <a:xfrm>
            <a:off x="6958800" y="3480480"/>
            <a:ext cx="1888200" cy="1890000"/>
          </a:xfrm>
          <a:custGeom>
            <a:avLst/>
            <a:gdLst>
              <a:gd name="textAreaLeft" fmla="*/ 0 w 1888200"/>
              <a:gd name="textAreaRight" fmla="*/ 1903320 w 1888200"/>
              <a:gd name="textAreaTop" fmla="*/ 0 h 1890000"/>
              <a:gd name="textAreaBottom" fmla="*/ 1905120 h 189000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8" name="Freeform 7"/>
          <p:cNvSpPr/>
          <p:nvPr/>
        </p:nvSpPr>
        <p:spPr>
          <a:xfrm>
            <a:off x="1149120" y="1060560"/>
            <a:ext cx="4409640" cy="4413240"/>
          </a:xfrm>
          <a:custGeom>
            <a:avLst/>
            <a:gdLst>
              <a:gd name="textAreaLeft" fmla="*/ 0 w 4409640"/>
              <a:gd name="textAreaRight" fmla="*/ 4424760 w 4409640"/>
              <a:gd name="textAreaTop" fmla="*/ 0 h 4413240"/>
              <a:gd name="textAreaBottom" fmla="*/ 4428360 h 441324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59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Freeform 28"/>
          <p:cNvSpPr/>
          <p:nvPr/>
        </p:nvSpPr>
        <p:spPr>
          <a:xfrm>
            <a:off x="-1855800" y="-133848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64" name="Text Placeholder 2"/>
          <p:cNvSpPr/>
          <p:nvPr/>
        </p:nvSpPr>
        <p:spPr>
          <a:xfrm>
            <a:off x="1149480" y="1060560"/>
            <a:ext cx="4409280" cy="4413960"/>
          </a:xfrm>
          <a:prstGeom prst="roundRect">
            <a:avLst>
              <a:gd name="adj" fmla="val 875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5" name="Group 1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26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6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68" name="Rectangle 29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7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95ED82F-AE43-46E0-AB47-76A015DBA73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Freeform 27"/>
          <p:cNvSpPr/>
          <p:nvPr/>
        </p:nvSpPr>
        <p:spPr>
          <a:xfrm rot="370200">
            <a:off x="-2731680" y="-156024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72" name="Freeform 7"/>
          <p:cNvSpPr/>
          <p:nvPr/>
        </p:nvSpPr>
        <p:spPr>
          <a:xfrm>
            <a:off x="9197280" y="1239120"/>
            <a:ext cx="1888200" cy="1890000"/>
          </a:xfrm>
          <a:custGeom>
            <a:avLst/>
            <a:gdLst>
              <a:gd name="textAreaLeft" fmla="*/ 0 w 1888200"/>
              <a:gd name="textAreaRight" fmla="*/ 1903320 w 1888200"/>
              <a:gd name="textAreaTop" fmla="*/ 0 h 1890000"/>
              <a:gd name="textAreaBottom" fmla="*/ 1905120 h 189000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273" name="Group 6"/>
          <p:cNvGrpSpPr/>
          <p:nvPr/>
        </p:nvGrpSpPr>
        <p:grpSpPr>
          <a:xfrm>
            <a:off x="6915960" y="1239120"/>
            <a:ext cx="1895040" cy="1890000"/>
            <a:chOff x="6915960" y="1239120"/>
            <a:chExt cx="1895040" cy="1890000"/>
          </a:xfrm>
        </p:grpSpPr>
        <p:sp>
          <p:nvSpPr>
            <p:cNvPr id="274" name="Freeform 6"/>
            <p:cNvSpPr/>
            <p:nvPr/>
          </p:nvSpPr>
          <p:spPr>
            <a:xfrm>
              <a:off x="6922800" y="1239120"/>
              <a:ext cx="1888200" cy="1890000"/>
            </a:xfrm>
            <a:custGeom>
              <a:avLst/>
              <a:gdLst>
                <a:gd name="textAreaLeft" fmla="*/ 0 w 1888200"/>
                <a:gd name="textAreaRight" fmla="*/ 1903320 w 1888200"/>
                <a:gd name="textAreaTop" fmla="*/ 0 h 1890000"/>
                <a:gd name="textAreaBottom" fmla="*/ 1905120 h 189000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75" name="Freeform 6"/>
            <p:cNvSpPr/>
            <p:nvPr/>
          </p:nvSpPr>
          <p:spPr>
            <a:xfrm>
              <a:off x="6915960" y="1239120"/>
              <a:ext cx="1888200" cy="1890000"/>
            </a:xfrm>
            <a:custGeom>
              <a:avLst/>
              <a:gdLst>
                <a:gd name="textAreaLeft" fmla="*/ 0 w 1888200"/>
                <a:gd name="textAreaRight" fmla="*/ 1903320 w 1888200"/>
                <a:gd name="textAreaTop" fmla="*/ 0 h 1890000"/>
                <a:gd name="textAreaBottom" fmla="*/ 1905120 h 189000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276" name="Group 9"/>
          <p:cNvGrpSpPr/>
          <p:nvPr/>
        </p:nvGrpSpPr>
        <p:grpSpPr>
          <a:xfrm>
            <a:off x="9161280" y="3479760"/>
            <a:ext cx="1895760" cy="1890720"/>
            <a:chOff x="9161280" y="3479760"/>
            <a:chExt cx="1895760" cy="1890720"/>
          </a:xfrm>
        </p:grpSpPr>
        <p:sp>
          <p:nvSpPr>
            <p:cNvPr id="277" name="Freeform 8"/>
            <p:cNvSpPr/>
            <p:nvPr/>
          </p:nvSpPr>
          <p:spPr>
            <a:xfrm>
              <a:off x="9161280" y="3480480"/>
              <a:ext cx="1888200" cy="1890000"/>
            </a:xfrm>
            <a:custGeom>
              <a:avLst/>
              <a:gdLst>
                <a:gd name="textAreaLeft" fmla="*/ 0 w 1888200"/>
                <a:gd name="textAreaRight" fmla="*/ 1903320 w 1888200"/>
                <a:gd name="textAreaTop" fmla="*/ 0 h 1890000"/>
                <a:gd name="textAreaBottom" fmla="*/ 1905120 h 189000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78" name="Freeform 8"/>
            <p:cNvSpPr/>
            <p:nvPr/>
          </p:nvSpPr>
          <p:spPr>
            <a:xfrm>
              <a:off x="9168840" y="3479760"/>
              <a:ext cx="1888200" cy="1890000"/>
            </a:xfrm>
            <a:custGeom>
              <a:avLst/>
              <a:gdLst>
                <a:gd name="textAreaLeft" fmla="*/ 0 w 1888200"/>
                <a:gd name="textAreaRight" fmla="*/ 1903320 w 1888200"/>
                <a:gd name="textAreaTop" fmla="*/ 0 h 1890000"/>
                <a:gd name="textAreaBottom" fmla="*/ 1905120 h 1890000"/>
              </a:gdLst>
              <a:ahLst/>
              <a:rect l="textAreaLeft" t="textAreaTop" r="textAreaRight" b="textAreaBottom"/>
              <a:pathLst>
                <a:path w="500" h="500">
                  <a:moveTo>
                    <a:pt x="440" y="500"/>
                  </a:moveTo>
                  <a:cubicBezTo>
                    <a:pt x="60" y="500"/>
                    <a:pt x="60" y="500"/>
                    <a:pt x="60" y="500"/>
                  </a:cubicBezTo>
                  <a:cubicBezTo>
                    <a:pt x="27" y="500"/>
                    <a:pt x="0" y="473"/>
                    <a:pt x="0" y="44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27"/>
                    <a:pt x="27" y="0"/>
                    <a:pt x="60" y="0"/>
                  </a:cubicBezTo>
                  <a:cubicBezTo>
                    <a:pt x="440" y="0"/>
                    <a:pt x="440" y="0"/>
                    <a:pt x="440" y="0"/>
                  </a:cubicBezTo>
                  <a:cubicBezTo>
                    <a:pt x="473" y="0"/>
                    <a:pt x="500" y="27"/>
                    <a:pt x="500" y="60"/>
                  </a:cubicBezTo>
                  <a:cubicBezTo>
                    <a:pt x="500" y="440"/>
                    <a:pt x="500" y="440"/>
                    <a:pt x="500" y="440"/>
                  </a:cubicBezTo>
                  <a:cubicBezTo>
                    <a:pt x="500" y="473"/>
                    <a:pt x="473" y="500"/>
                    <a:pt x="440" y="50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79" name="Freeform 9"/>
          <p:cNvSpPr/>
          <p:nvPr/>
        </p:nvSpPr>
        <p:spPr>
          <a:xfrm>
            <a:off x="6958800" y="3480480"/>
            <a:ext cx="1888200" cy="1890000"/>
          </a:xfrm>
          <a:custGeom>
            <a:avLst/>
            <a:gdLst>
              <a:gd name="textAreaLeft" fmla="*/ 0 w 1888200"/>
              <a:gd name="textAreaRight" fmla="*/ 1903320 w 1888200"/>
              <a:gd name="textAreaTop" fmla="*/ 0 h 1890000"/>
              <a:gd name="textAreaBottom" fmla="*/ 1905120 h 189000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80" name="Freeform 7"/>
          <p:cNvSpPr/>
          <p:nvPr/>
        </p:nvSpPr>
        <p:spPr>
          <a:xfrm>
            <a:off x="1149120" y="1060560"/>
            <a:ext cx="4409640" cy="4413240"/>
          </a:xfrm>
          <a:custGeom>
            <a:avLst/>
            <a:gdLst>
              <a:gd name="textAreaLeft" fmla="*/ 0 w 4409640"/>
              <a:gd name="textAreaRight" fmla="*/ 4424760 w 4409640"/>
              <a:gd name="textAreaTop" fmla="*/ 0 h 4413240"/>
              <a:gd name="textAreaBottom" fmla="*/ 4428360 h 441324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81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Freeform 28"/>
          <p:cNvSpPr/>
          <p:nvPr/>
        </p:nvSpPr>
        <p:spPr>
          <a:xfrm>
            <a:off x="-1855800" y="-133848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86" name="Text Placeholder 2"/>
          <p:cNvSpPr/>
          <p:nvPr/>
        </p:nvSpPr>
        <p:spPr>
          <a:xfrm>
            <a:off x="1149480" y="1060560"/>
            <a:ext cx="4409280" cy="4413960"/>
          </a:xfrm>
          <a:prstGeom prst="roundRect">
            <a:avLst>
              <a:gd name="adj" fmla="val 875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87" name="Group 1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28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289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290" name="Rectangle 29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3A14383-B0E7-40C7-BB62-1BEC75B1C25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4515120" y="4888800"/>
            <a:ext cx="3466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Grey_unpressed"/>
          <p:cNvSpPr/>
          <p:nvPr/>
        </p:nvSpPr>
        <p:spPr>
          <a:xfrm>
            <a:off x="2833920" y="2727720"/>
            <a:ext cx="6459480" cy="1507320"/>
          </a:xfrm>
          <a:custGeom>
            <a:avLst/>
            <a:gdLst>
              <a:gd name="textAreaLeft" fmla="*/ 0 w 6459480"/>
              <a:gd name="textAreaRight" fmla="*/ 6474600 w 6459480"/>
              <a:gd name="textAreaTop" fmla="*/ 0 h 1507320"/>
              <a:gd name="textAreaBottom" fmla="*/ 1522440 h 150732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295" name="Freeform 11"/>
          <p:cNvSpPr/>
          <p:nvPr/>
        </p:nvSpPr>
        <p:spPr>
          <a:xfrm>
            <a:off x="2435040" y="2589840"/>
            <a:ext cx="2424960" cy="2599920"/>
          </a:xfrm>
          <a:custGeom>
            <a:avLst/>
            <a:gdLst>
              <a:gd name="textAreaLeft" fmla="*/ 0 w 2424960"/>
              <a:gd name="textAreaRight" fmla="*/ 2440080 w 2424960"/>
              <a:gd name="textAreaTop" fmla="*/ 0 h 2599920"/>
              <a:gd name="textAreaBottom" fmla="*/ 2615040 h 259992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96" name="Oval 12"/>
          <p:cNvSpPr/>
          <p:nvPr/>
        </p:nvSpPr>
        <p:spPr>
          <a:xfrm>
            <a:off x="3103920" y="3080520"/>
            <a:ext cx="971640" cy="9716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297" name="TextBox 13"/>
          <p:cNvSpPr/>
          <p:nvPr/>
        </p:nvSpPr>
        <p:spPr>
          <a:xfrm>
            <a:off x="4090680" y="3134880"/>
            <a:ext cx="10173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TEŞEKKÜRLER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8" name="Group 14"/>
          <p:cNvGrpSpPr/>
          <p:nvPr/>
        </p:nvGrpSpPr>
        <p:grpSpPr>
          <a:xfrm>
            <a:off x="1717560" y="6498720"/>
            <a:ext cx="892800" cy="186120"/>
            <a:chOff x="1717560" y="6498720"/>
            <a:chExt cx="892800" cy="186120"/>
          </a:xfrm>
        </p:grpSpPr>
        <p:pic>
          <p:nvPicPr>
            <p:cNvPr id="299" name="Picture 15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934640" y="6498720"/>
              <a:ext cx="675720" cy="175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00" name="Picture 16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717560" y="6509520"/>
              <a:ext cx="196920" cy="1753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301" name="Picture 4" descr=""/>
          <p:cNvPicPr/>
          <p:nvPr/>
        </p:nvPicPr>
        <p:blipFill>
          <a:blip r:embed="rId4"/>
          <a:stretch/>
        </p:blipFill>
        <p:spPr>
          <a:xfrm>
            <a:off x="169560" y="6469200"/>
            <a:ext cx="1320840" cy="244800"/>
          </a:xfrm>
          <a:prstGeom prst="rect">
            <a:avLst/>
          </a:prstGeom>
          <a:ln w="0">
            <a:noFill/>
          </a:ln>
        </p:spPr>
      </p:pic>
      <p:sp>
        <p:nvSpPr>
          <p:cNvPr id="302" name="TextBox 5"/>
          <p:cNvSpPr/>
          <p:nvPr/>
        </p:nvSpPr>
        <p:spPr>
          <a:xfrm>
            <a:off x="1585440" y="64987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8"/>
          <p:cNvSpPr/>
          <p:nvPr/>
        </p:nvSpPr>
        <p:spPr>
          <a:xfrm>
            <a:off x="1585440" y="645480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19"/>
          <p:cNvSpPr/>
          <p:nvPr/>
        </p:nvSpPr>
        <p:spPr>
          <a:xfrm>
            <a:off x="1585440" y="65095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Box 17"/>
          <p:cNvSpPr/>
          <p:nvPr/>
        </p:nvSpPr>
        <p:spPr>
          <a:xfrm>
            <a:off x="7392960" y="6313680"/>
            <a:ext cx="56959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Rectangle 20"/>
          <p:cNvSpPr/>
          <p:nvPr/>
        </p:nvSpPr>
        <p:spPr>
          <a:xfrm>
            <a:off x="11271960" y="256320"/>
            <a:ext cx="668520" cy="48060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1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3DC33779-F002-4DD0-8169-B31A673388E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12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4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16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31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1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19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1F6C8379-AB96-4968-B4BE-E3A4DF1BEDC3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Freeform 58"/>
          <p:cNvSpPr/>
          <p:nvPr/>
        </p:nvSpPr>
        <p:spPr>
          <a:xfrm>
            <a:off x="-1972440" y="-131148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323" name="Freeform 11"/>
          <p:cNvSpPr/>
          <p:nvPr/>
        </p:nvSpPr>
        <p:spPr>
          <a:xfrm>
            <a:off x="23760" y="1996920"/>
            <a:ext cx="1621440" cy="1416960"/>
          </a:xfrm>
          <a:custGeom>
            <a:avLst/>
            <a:gdLst>
              <a:gd name="textAreaLeft" fmla="*/ 0 w 1621440"/>
              <a:gd name="textAreaRight" fmla="*/ 1636560 w 1621440"/>
              <a:gd name="textAreaTop" fmla="*/ 0 h 1416960"/>
              <a:gd name="textAreaBottom" fmla="*/ 1432080 h 1416960"/>
            </a:gdLst>
            <a:ahLst/>
            <a:rect l="textAreaLeft" t="textAreaTop" r="textAreaRight" b="textAreaBottom"/>
            <a:pathLst>
              <a:path w="430" h="376">
                <a:moveTo>
                  <a:pt x="430" y="0"/>
                </a:moveTo>
                <a:cubicBezTo>
                  <a:pt x="430" y="208"/>
                  <a:pt x="430" y="208"/>
                  <a:pt x="430" y="208"/>
                </a:cubicBezTo>
                <a:cubicBezTo>
                  <a:pt x="337" y="208"/>
                  <a:pt x="262" y="283"/>
                  <a:pt x="262" y="376"/>
                </a:cubicBezTo>
                <a:cubicBezTo>
                  <a:pt x="0" y="376"/>
                  <a:pt x="0" y="376"/>
                  <a:pt x="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4" name="Freeform 12"/>
          <p:cNvSpPr/>
          <p:nvPr/>
        </p:nvSpPr>
        <p:spPr>
          <a:xfrm>
            <a:off x="2281320" y="3429000"/>
            <a:ext cx="1621440" cy="1416960"/>
          </a:xfrm>
          <a:custGeom>
            <a:avLst/>
            <a:gdLst>
              <a:gd name="textAreaLeft" fmla="*/ 0 w 1621440"/>
              <a:gd name="textAreaRight" fmla="*/ 1636560 w 1621440"/>
              <a:gd name="textAreaTop" fmla="*/ 0 h 1416960"/>
              <a:gd name="textAreaBottom" fmla="*/ 1432080 h 1416960"/>
            </a:gdLst>
            <a:ahLst/>
            <a:rect l="textAreaLeft" t="textAreaTop" r="textAreaRight" b="textAreaBottom"/>
            <a:pathLst>
              <a:path w="430" h="376">
                <a:moveTo>
                  <a:pt x="0" y="0"/>
                </a:moveTo>
                <a:cubicBezTo>
                  <a:pt x="262" y="0"/>
                  <a:pt x="262" y="0"/>
                  <a:pt x="262" y="0"/>
                </a:cubicBezTo>
                <a:cubicBezTo>
                  <a:pt x="262" y="93"/>
                  <a:pt x="337" y="168"/>
                  <a:pt x="430" y="168"/>
                </a:cubicBezTo>
                <a:cubicBezTo>
                  <a:pt x="430" y="376"/>
                  <a:pt x="430" y="376"/>
                  <a:pt x="43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5" name="Freeform 13"/>
          <p:cNvSpPr/>
          <p:nvPr/>
        </p:nvSpPr>
        <p:spPr>
          <a:xfrm>
            <a:off x="4541760" y="1996920"/>
            <a:ext cx="1621440" cy="1416960"/>
          </a:xfrm>
          <a:custGeom>
            <a:avLst/>
            <a:gdLst>
              <a:gd name="textAreaLeft" fmla="*/ 0 w 1621440"/>
              <a:gd name="textAreaRight" fmla="*/ 1636560 w 1621440"/>
              <a:gd name="textAreaTop" fmla="*/ 0 h 1416960"/>
              <a:gd name="textAreaBottom" fmla="*/ 1432080 h 1416960"/>
            </a:gdLst>
            <a:ahLst/>
            <a:rect l="textAreaLeft" t="textAreaTop" r="textAreaRight" b="textAreaBottom"/>
            <a:pathLst>
              <a:path w="430" h="376">
                <a:moveTo>
                  <a:pt x="0" y="376"/>
                </a:moveTo>
                <a:cubicBezTo>
                  <a:pt x="262" y="376"/>
                  <a:pt x="262" y="376"/>
                  <a:pt x="262" y="376"/>
                </a:cubicBezTo>
                <a:cubicBezTo>
                  <a:pt x="262" y="283"/>
                  <a:pt x="337" y="208"/>
                  <a:pt x="430" y="208"/>
                </a:cubicBezTo>
                <a:cubicBezTo>
                  <a:pt x="430" y="0"/>
                  <a:pt x="430" y="0"/>
                  <a:pt x="430" y="0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6" name="Freeform 14"/>
          <p:cNvSpPr/>
          <p:nvPr/>
        </p:nvSpPr>
        <p:spPr>
          <a:xfrm>
            <a:off x="6799320" y="3429000"/>
            <a:ext cx="1621440" cy="1416960"/>
          </a:xfrm>
          <a:custGeom>
            <a:avLst/>
            <a:gdLst>
              <a:gd name="textAreaLeft" fmla="*/ 0 w 1621440"/>
              <a:gd name="textAreaRight" fmla="*/ 1636560 w 1621440"/>
              <a:gd name="textAreaTop" fmla="*/ 0 h 1416960"/>
              <a:gd name="textAreaBottom" fmla="*/ 1432080 h 1416960"/>
            </a:gdLst>
            <a:ahLst/>
            <a:rect l="textAreaLeft" t="textAreaTop" r="textAreaRight" b="textAreaBottom"/>
            <a:pathLst>
              <a:path w="430" h="376">
                <a:moveTo>
                  <a:pt x="0" y="0"/>
                </a:moveTo>
                <a:cubicBezTo>
                  <a:pt x="262" y="0"/>
                  <a:pt x="262" y="0"/>
                  <a:pt x="262" y="0"/>
                </a:cubicBezTo>
                <a:cubicBezTo>
                  <a:pt x="262" y="93"/>
                  <a:pt x="337" y="168"/>
                  <a:pt x="430" y="168"/>
                </a:cubicBezTo>
                <a:cubicBezTo>
                  <a:pt x="430" y="376"/>
                  <a:pt x="430" y="376"/>
                  <a:pt x="430" y="376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7" name="Freeform 15"/>
          <p:cNvSpPr/>
          <p:nvPr/>
        </p:nvSpPr>
        <p:spPr>
          <a:xfrm>
            <a:off x="9056520" y="1996920"/>
            <a:ext cx="1621440" cy="1416960"/>
          </a:xfrm>
          <a:custGeom>
            <a:avLst/>
            <a:gdLst>
              <a:gd name="textAreaLeft" fmla="*/ 0 w 1621440"/>
              <a:gd name="textAreaRight" fmla="*/ 1636560 w 1621440"/>
              <a:gd name="textAreaTop" fmla="*/ 0 h 1416960"/>
              <a:gd name="textAreaBottom" fmla="*/ 1432080 h 1416960"/>
            </a:gdLst>
            <a:ahLst/>
            <a:rect l="textAreaLeft" t="textAreaTop" r="textAreaRight" b="textAreaBottom"/>
            <a:pathLst>
              <a:path w="430" h="376">
                <a:moveTo>
                  <a:pt x="0" y="376"/>
                </a:moveTo>
                <a:cubicBezTo>
                  <a:pt x="262" y="376"/>
                  <a:pt x="262" y="376"/>
                  <a:pt x="262" y="376"/>
                </a:cubicBezTo>
                <a:cubicBezTo>
                  <a:pt x="262" y="283"/>
                  <a:pt x="337" y="208"/>
                  <a:pt x="430" y="208"/>
                </a:cubicBezTo>
                <a:cubicBezTo>
                  <a:pt x="430" y="0"/>
                  <a:pt x="430" y="0"/>
                  <a:pt x="430" y="0"/>
                </a:cubicBezTo>
              </a:path>
            </a:pathLst>
          </a:custGeom>
          <a:noFill/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328" name="Line 16"/>
          <p:cNvSpPr/>
          <p:nvPr/>
        </p:nvSpPr>
        <p:spPr>
          <a:xfrm>
            <a:off x="11337840" y="3429000"/>
            <a:ext cx="866520" cy="360"/>
          </a:xfrm>
          <a:prstGeom prst="line">
            <a:avLst/>
          </a:prstGeom>
          <a:ln>
            <a:solidFill>
              <a:srgbClr val="6e84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329" name="Group 11"/>
          <p:cNvGrpSpPr/>
          <p:nvPr/>
        </p:nvGrpSpPr>
        <p:grpSpPr>
          <a:xfrm>
            <a:off x="1544400" y="2684880"/>
            <a:ext cx="206280" cy="206280"/>
            <a:chOff x="1544400" y="2684880"/>
            <a:chExt cx="206280" cy="206280"/>
          </a:xfrm>
        </p:grpSpPr>
        <p:sp>
          <p:nvSpPr>
            <p:cNvPr id="330" name="Oval 12"/>
            <p:cNvSpPr/>
            <p:nvPr/>
          </p:nvSpPr>
          <p:spPr>
            <a:xfrm>
              <a:off x="1544400" y="2684880"/>
              <a:ext cx="206280" cy="206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1" name="Oval 28"/>
            <p:cNvSpPr/>
            <p:nvPr/>
          </p:nvSpPr>
          <p:spPr>
            <a:xfrm>
              <a:off x="1600200" y="2741040"/>
              <a:ext cx="92160" cy="90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2040" bIns="320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2" name="Group 14"/>
          <p:cNvGrpSpPr/>
          <p:nvPr/>
        </p:nvGrpSpPr>
        <p:grpSpPr>
          <a:xfrm>
            <a:off x="3807720" y="3997800"/>
            <a:ext cx="206280" cy="206280"/>
            <a:chOff x="3807720" y="3997800"/>
            <a:chExt cx="206280" cy="206280"/>
          </a:xfrm>
        </p:grpSpPr>
        <p:sp>
          <p:nvSpPr>
            <p:cNvPr id="333" name="Oval 15"/>
            <p:cNvSpPr/>
            <p:nvPr/>
          </p:nvSpPr>
          <p:spPr>
            <a:xfrm>
              <a:off x="3807720" y="3997800"/>
              <a:ext cx="206280" cy="206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4" name="Oval 28"/>
            <p:cNvSpPr/>
            <p:nvPr/>
          </p:nvSpPr>
          <p:spPr>
            <a:xfrm>
              <a:off x="3863880" y="4053600"/>
              <a:ext cx="92160" cy="90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2040" bIns="320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5" name="Group 17"/>
          <p:cNvGrpSpPr/>
          <p:nvPr/>
        </p:nvGrpSpPr>
        <p:grpSpPr>
          <a:xfrm>
            <a:off x="6057360" y="2685960"/>
            <a:ext cx="206280" cy="206280"/>
            <a:chOff x="6057360" y="2685960"/>
            <a:chExt cx="206280" cy="206280"/>
          </a:xfrm>
        </p:grpSpPr>
        <p:sp>
          <p:nvSpPr>
            <p:cNvPr id="336" name="Oval 18"/>
            <p:cNvSpPr/>
            <p:nvPr/>
          </p:nvSpPr>
          <p:spPr>
            <a:xfrm>
              <a:off x="6057360" y="2685960"/>
              <a:ext cx="206280" cy="206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37" name="Oval 28"/>
            <p:cNvSpPr/>
            <p:nvPr/>
          </p:nvSpPr>
          <p:spPr>
            <a:xfrm>
              <a:off x="6113520" y="2741760"/>
              <a:ext cx="92160" cy="90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2040" bIns="320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38" name="Group 20"/>
          <p:cNvGrpSpPr/>
          <p:nvPr/>
        </p:nvGrpSpPr>
        <p:grpSpPr>
          <a:xfrm>
            <a:off x="8325360" y="3995280"/>
            <a:ext cx="206280" cy="206280"/>
            <a:chOff x="8325360" y="3995280"/>
            <a:chExt cx="206280" cy="206280"/>
          </a:xfrm>
        </p:grpSpPr>
        <p:sp>
          <p:nvSpPr>
            <p:cNvPr id="339" name="Oval 21"/>
            <p:cNvSpPr/>
            <p:nvPr/>
          </p:nvSpPr>
          <p:spPr>
            <a:xfrm>
              <a:off x="8325360" y="3995280"/>
              <a:ext cx="206280" cy="206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0" name="Oval 28"/>
            <p:cNvSpPr/>
            <p:nvPr/>
          </p:nvSpPr>
          <p:spPr>
            <a:xfrm>
              <a:off x="8381160" y="4051440"/>
              <a:ext cx="92160" cy="90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2040" bIns="320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41" name="Group 23"/>
          <p:cNvGrpSpPr/>
          <p:nvPr/>
        </p:nvGrpSpPr>
        <p:grpSpPr>
          <a:xfrm>
            <a:off x="10582560" y="2683080"/>
            <a:ext cx="206280" cy="206280"/>
            <a:chOff x="10582560" y="2683080"/>
            <a:chExt cx="206280" cy="206280"/>
          </a:xfrm>
        </p:grpSpPr>
        <p:sp>
          <p:nvSpPr>
            <p:cNvPr id="342" name="Oval 24"/>
            <p:cNvSpPr/>
            <p:nvPr/>
          </p:nvSpPr>
          <p:spPr>
            <a:xfrm>
              <a:off x="10582560" y="2683080"/>
              <a:ext cx="206280" cy="2062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3" name="Oval 28"/>
            <p:cNvSpPr/>
            <p:nvPr/>
          </p:nvSpPr>
          <p:spPr>
            <a:xfrm>
              <a:off x="10638720" y="2739240"/>
              <a:ext cx="92160" cy="9072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2040" bIns="320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344" name="Group 27"/>
          <p:cNvGrpSpPr/>
          <p:nvPr/>
        </p:nvGrpSpPr>
        <p:grpSpPr>
          <a:xfrm>
            <a:off x="10225080" y="2946600"/>
            <a:ext cx="921240" cy="921240"/>
            <a:chOff x="10225080" y="2946600"/>
            <a:chExt cx="921240" cy="921240"/>
          </a:xfrm>
        </p:grpSpPr>
        <p:sp>
          <p:nvSpPr>
            <p:cNvPr id="345" name="Oval 29"/>
            <p:cNvSpPr/>
            <p:nvPr/>
          </p:nvSpPr>
          <p:spPr>
            <a:xfrm>
              <a:off x="1022508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6" name="Oval 30"/>
            <p:cNvSpPr/>
            <p:nvPr/>
          </p:nvSpPr>
          <p:spPr>
            <a:xfrm>
              <a:off x="1022508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47" name="Group 32"/>
          <p:cNvGrpSpPr/>
          <p:nvPr/>
        </p:nvGrpSpPr>
        <p:grpSpPr>
          <a:xfrm>
            <a:off x="1195560" y="2946600"/>
            <a:ext cx="921240" cy="921240"/>
            <a:chOff x="1195560" y="2946600"/>
            <a:chExt cx="921240" cy="921240"/>
          </a:xfrm>
        </p:grpSpPr>
        <p:sp>
          <p:nvSpPr>
            <p:cNvPr id="348" name="Oval 34"/>
            <p:cNvSpPr/>
            <p:nvPr/>
          </p:nvSpPr>
          <p:spPr>
            <a:xfrm>
              <a:off x="119556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49" name="Oval 35"/>
            <p:cNvSpPr/>
            <p:nvPr/>
          </p:nvSpPr>
          <p:spPr>
            <a:xfrm>
              <a:off x="119556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0" name="Group 37"/>
          <p:cNvGrpSpPr/>
          <p:nvPr/>
        </p:nvGrpSpPr>
        <p:grpSpPr>
          <a:xfrm>
            <a:off x="3443400" y="2946600"/>
            <a:ext cx="921240" cy="921240"/>
            <a:chOff x="3443400" y="2946600"/>
            <a:chExt cx="921240" cy="921240"/>
          </a:xfrm>
        </p:grpSpPr>
        <p:sp>
          <p:nvSpPr>
            <p:cNvPr id="351" name="Oval 39"/>
            <p:cNvSpPr/>
            <p:nvPr/>
          </p:nvSpPr>
          <p:spPr>
            <a:xfrm>
              <a:off x="344340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2" name="Oval 40"/>
            <p:cNvSpPr/>
            <p:nvPr/>
          </p:nvSpPr>
          <p:spPr>
            <a:xfrm>
              <a:off x="344340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3" name="Group 42"/>
          <p:cNvGrpSpPr/>
          <p:nvPr/>
        </p:nvGrpSpPr>
        <p:grpSpPr>
          <a:xfrm>
            <a:off x="5710320" y="2946600"/>
            <a:ext cx="921240" cy="921240"/>
            <a:chOff x="5710320" y="2946600"/>
            <a:chExt cx="921240" cy="921240"/>
          </a:xfrm>
        </p:grpSpPr>
        <p:sp>
          <p:nvSpPr>
            <p:cNvPr id="354" name="Oval 44"/>
            <p:cNvSpPr/>
            <p:nvPr/>
          </p:nvSpPr>
          <p:spPr>
            <a:xfrm>
              <a:off x="571032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5" name="Oval 45"/>
            <p:cNvSpPr/>
            <p:nvPr/>
          </p:nvSpPr>
          <p:spPr>
            <a:xfrm>
              <a:off x="571032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56" name="Group 47"/>
          <p:cNvGrpSpPr/>
          <p:nvPr/>
        </p:nvGrpSpPr>
        <p:grpSpPr>
          <a:xfrm>
            <a:off x="7970400" y="2946600"/>
            <a:ext cx="921240" cy="921240"/>
            <a:chOff x="7970400" y="2946600"/>
            <a:chExt cx="921240" cy="921240"/>
          </a:xfrm>
        </p:grpSpPr>
        <p:sp>
          <p:nvSpPr>
            <p:cNvPr id="357" name="Oval 49"/>
            <p:cNvSpPr/>
            <p:nvPr/>
          </p:nvSpPr>
          <p:spPr>
            <a:xfrm>
              <a:off x="797040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58" name="Oval 50"/>
            <p:cNvSpPr/>
            <p:nvPr/>
          </p:nvSpPr>
          <p:spPr>
            <a:xfrm>
              <a:off x="7970400" y="2946600"/>
              <a:ext cx="921240" cy="92124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59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2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63" name="Group 46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36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6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366" name="Rectangle 59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36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C052D4B-AE52-4A09-9CA8-2D934197BA0F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Freeform 59"/>
          <p:cNvSpPr/>
          <p:nvPr/>
        </p:nvSpPr>
        <p:spPr>
          <a:xfrm>
            <a:off x="-1935720" y="-101196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370" name="Group 6"/>
          <p:cNvGrpSpPr/>
          <p:nvPr/>
        </p:nvGrpSpPr>
        <p:grpSpPr>
          <a:xfrm>
            <a:off x="8416800" y="2606400"/>
            <a:ext cx="1313640" cy="1315080"/>
            <a:chOff x="8416800" y="2606400"/>
            <a:chExt cx="1313640" cy="1315080"/>
          </a:xfrm>
        </p:grpSpPr>
        <p:sp>
          <p:nvSpPr>
            <p:cNvPr id="371" name="Freeform 14"/>
            <p:cNvSpPr/>
            <p:nvPr/>
          </p:nvSpPr>
          <p:spPr>
            <a:xfrm>
              <a:off x="8416800" y="2606400"/>
              <a:ext cx="1313640" cy="1315080"/>
            </a:xfrm>
            <a:custGeom>
              <a:avLst/>
              <a:gdLst>
                <a:gd name="textAreaLeft" fmla="*/ 0 w 1313640"/>
                <a:gd name="textAreaRight" fmla="*/ 1328760 w 1313640"/>
                <a:gd name="textAreaTop" fmla="*/ 0 h 1315080"/>
                <a:gd name="textAreaBottom" fmla="*/ 1330200 h 131508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2" name="Freeform 14"/>
            <p:cNvSpPr/>
            <p:nvPr/>
          </p:nvSpPr>
          <p:spPr>
            <a:xfrm>
              <a:off x="8416800" y="2606400"/>
              <a:ext cx="1313640" cy="1315080"/>
            </a:xfrm>
            <a:custGeom>
              <a:avLst/>
              <a:gdLst>
                <a:gd name="textAreaLeft" fmla="*/ 0 w 1313640"/>
                <a:gd name="textAreaRight" fmla="*/ 1328760 w 1313640"/>
                <a:gd name="textAreaTop" fmla="*/ 0 h 1315080"/>
                <a:gd name="textAreaBottom" fmla="*/ 1330200 h 131508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3" name="Group 14"/>
          <p:cNvGrpSpPr/>
          <p:nvPr/>
        </p:nvGrpSpPr>
        <p:grpSpPr>
          <a:xfrm>
            <a:off x="6778800" y="986040"/>
            <a:ext cx="1326240" cy="1327680"/>
            <a:chOff x="6778800" y="986040"/>
            <a:chExt cx="1326240" cy="1327680"/>
          </a:xfrm>
        </p:grpSpPr>
        <p:sp>
          <p:nvSpPr>
            <p:cNvPr id="374" name="Freeform 6"/>
            <p:cNvSpPr/>
            <p:nvPr/>
          </p:nvSpPr>
          <p:spPr>
            <a:xfrm>
              <a:off x="6778800" y="9860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5" name="Freeform 6"/>
            <p:cNvSpPr/>
            <p:nvPr/>
          </p:nvSpPr>
          <p:spPr>
            <a:xfrm>
              <a:off x="6778800" y="9860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6" name="Group 19"/>
          <p:cNvGrpSpPr/>
          <p:nvPr/>
        </p:nvGrpSpPr>
        <p:grpSpPr>
          <a:xfrm>
            <a:off x="8404200" y="986040"/>
            <a:ext cx="1326240" cy="1327680"/>
            <a:chOff x="8404200" y="986040"/>
            <a:chExt cx="1326240" cy="1327680"/>
          </a:xfrm>
        </p:grpSpPr>
        <p:sp>
          <p:nvSpPr>
            <p:cNvPr id="377" name="Freeform 6"/>
            <p:cNvSpPr/>
            <p:nvPr/>
          </p:nvSpPr>
          <p:spPr>
            <a:xfrm>
              <a:off x="8404200" y="9860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78" name="Freeform 6"/>
            <p:cNvSpPr/>
            <p:nvPr/>
          </p:nvSpPr>
          <p:spPr>
            <a:xfrm>
              <a:off x="8404200" y="9860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79" name="Group 24"/>
          <p:cNvGrpSpPr/>
          <p:nvPr/>
        </p:nvGrpSpPr>
        <p:grpSpPr>
          <a:xfrm>
            <a:off x="10012320" y="986040"/>
            <a:ext cx="1326240" cy="1327680"/>
            <a:chOff x="10012320" y="986040"/>
            <a:chExt cx="1326240" cy="1327680"/>
          </a:xfrm>
        </p:grpSpPr>
        <p:sp>
          <p:nvSpPr>
            <p:cNvPr id="380" name="Freeform 6"/>
            <p:cNvSpPr/>
            <p:nvPr/>
          </p:nvSpPr>
          <p:spPr>
            <a:xfrm>
              <a:off x="10012320" y="9860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1" name="Freeform 6"/>
            <p:cNvSpPr/>
            <p:nvPr/>
          </p:nvSpPr>
          <p:spPr>
            <a:xfrm>
              <a:off x="10012320" y="9860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2" name="Group 29"/>
          <p:cNvGrpSpPr/>
          <p:nvPr/>
        </p:nvGrpSpPr>
        <p:grpSpPr>
          <a:xfrm>
            <a:off x="6778800" y="4192920"/>
            <a:ext cx="1326240" cy="1327680"/>
            <a:chOff x="6778800" y="4192920"/>
            <a:chExt cx="1326240" cy="1327680"/>
          </a:xfrm>
        </p:grpSpPr>
        <p:sp>
          <p:nvSpPr>
            <p:cNvPr id="383" name="Freeform 6"/>
            <p:cNvSpPr/>
            <p:nvPr/>
          </p:nvSpPr>
          <p:spPr>
            <a:xfrm>
              <a:off x="6778800" y="419292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4" name="Freeform 6"/>
            <p:cNvSpPr/>
            <p:nvPr/>
          </p:nvSpPr>
          <p:spPr>
            <a:xfrm>
              <a:off x="6778800" y="419292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5" name="Group 34"/>
          <p:cNvGrpSpPr/>
          <p:nvPr/>
        </p:nvGrpSpPr>
        <p:grpSpPr>
          <a:xfrm>
            <a:off x="8404200" y="4192920"/>
            <a:ext cx="1326240" cy="1327680"/>
            <a:chOff x="8404200" y="4192920"/>
            <a:chExt cx="1326240" cy="1327680"/>
          </a:xfrm>
        </p:grpSpPr>
        <p:sp>
          <p:nvSpPr>
            <p:cNvPr id="386" name="Freeform 6"/>
            <p:cNvSpPr/>
            <p:nvPr/>
          </p:nvSpPr>
          <p:spPr>
            <a:xfrm>
              <a:off x="8404200" y="419292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87" name="Freeform 6"/>
            <p:cNvSpPr/>
            <p:nvPr/>
          </p:nvSpPr>
          <p:spPr>
            <a:xfrm>
              <a:off x="8404200" y="419292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88" name="Group 40"/>
          <p:cNvGrpSpPr/>
          <p:nvPr/>
        </p:nvGrpSpPr>
        <p:grpSpPr>
          <a:xfrm>
            <a:off x="10012320" y="4192920"/>
            <a:ext cx="1326240" cy="1327680"/>
            <a:chOff x="10012320" y="4192920"/>
            <a:chExt cx="1326240" cy="1327680"/>
          </a:xfrm>
        </p:grpSpPr>
        <p:sp>
          <p:nvSpPr>
            <p:cNvPr id="389" name="Freeform 6"/>
            <p:cNvSpPr/>
            <p:nvPr/>
          </p:nvSpPr>
          <p:spPr>
            <a:xfrm>
              <a:off x="10012320" y="419292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0" name="Freeform 6"/>
            <p:cNvSpPr/>
            <p:nvPr/>
          </p:nvSpPr>
          <p:spPr>
            <a:xfrm>
              <a:off x="10012320" y="419292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91" name="Group 45"/>
          <p:cNvGrpSpPr/>
          <p:nvPr/>
        </p:nvGrpSpPr>
        <p:grpSpPr>
          <a:xfrm>
            <a:off x="6778800" y="2602440"/>
            <a:ext cx="1326240" cy="1327680"/>
            <a:chOff x="6778800" y="2602440"/>
            <a:chExt cx="1326240" cy="1327680"/>
          </a:xfrm>
        </p:grpSpPr>
        <p:sp>
          <p:nvSpPr>
            <p:cNvPr id="392" name="Freeform 6"/>
            <p:cNvSpPr/>
            <p:nvPr/>
          </p:nvSpPr>
          <p:spPr>
            <a:xfrm>
              <a:off x="6778800" y="26024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3" name="Freeform 6"/>
            <p:cNvSpPr/>
            <p:nvPr/>
          </p:nvSpPr>
          <p:spPr>
            <a:xfrm>
              <a:off x="6778800" y="26024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394" name="Group 50"/>
          <p:cNvGrpSpPr/>
          <p:nvPr/>
        </p:nvGrpSpPr>
        <p:grpSpPr>
          <a:xfrm>
            <a:off x="10012320" y="2602440"/>
            <a:ext cx="1326240" cy="1327680"/>
            <a:chOff x="10012320" y="2602440"/>
            <a:chExt cx="1326240" cy="1327680"/>
          </a:xfrm>
        </p:grpSpPr>
        <p:sp>
          <p:nvSpPr>
            <p:cNvPr id="395" name="Freeform 6"/>
            <p:cNvSpPr/>
            <p:nvPr/>
          </p:nvSpPr>
          <p:spPr>
            <a:xfrm>
              <a:off x="10012320" y="26024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396" name="Freeform 6"/>
            <p:cNvSpPr/>
            <p:nvPr/>
          </p:nvSpPr>
          <p:spPr>
            <a:xfrm>
              <a:off x="10012320" y="2602440"/>
              <a:ext cx="1326240" cy="1327680"/>
            </a:xfrm>
            <a:custGeom>
              <a:avLst/>
              <a:gdLst>
                <a:gd name="textAreaLeft" fmla="*/ 0 w 1326240"/>
                <a:gd name="textAreaRight" fmla="*/ 1341360 w 1326240"/>
                <a:gd name="textAreaTop" fmla="*/ 0 h 1327680"/>
                <a:gd name="textAreaBottom" fmla="*/ 1342800 h 132768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pic>
        <p:nvPicPr>
          <p:cNvPr id="397" name="Picture 33" descr=""/>
          <p:cNvPicPr/>
          <p:nvPr/>
        </p:nvPicPr>
        <p:blipFill>
          <a:blip r:embed="rId2"/>
          <a:srcRect l="0" t="0" r="76273" b="0"/>
          <a:stretch/>
        </p:blipFill>
        <p:spPr>
          <a:xfrm>
            <a:off x="8470800" y="2760120"/>
            <a:ext cx="1123920" cy="986760"/>
          </a:xfrm>
          <a:prstGeom prst="rect">
            <a:avLst/>
          </a:prstGeom>
          <a:ln w="0">
            <a:noFill/>
          </a:ln>
        </p:spPr>
      </p:pic>
      <p:sp>
        <p:nvSpPr>
          <p:cNvPr id="398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0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1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02" name="Group 4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403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0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05" name="Rectangle 60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0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8C08FE51-8A93-426B-ADEC-81F90A01BB8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Freeform 8"/>
          <p:cNvSpPr/>
          <p:nvPr/>
        </p:nvSpPr>
        <p:spPr>
          <a:xfrm rot="18117000">
            <a:off x="2329560" y="4887360"/>
            <a:ext cx="7432920" cy="2414880"/>
          </a:xfrm>
          <a:custGeom>
            <a:avLst/>
            <a:gdLst>
              <a:gd name="textAreaLeft" fmla="*/ 0 w 7432920"/>
              <a:gd name="textAreaRight" fmla="*/ 7448040 w 7432920"/>
              <a:gd name="textAreaTop" fmla="*/ 0 h 2414880"/>
              <a:gd name="textAreaBottom" fmla="*/ 2430000 h 2414880"/>
            </a:gdLst>
            <a:ahLst/>
            <a:rect l="textAreaLeft" t="textAreaTop" r="textAreaRight" b="textAreaBottom"/>
            <a:pathLst>
              <a:path w="9418037" h="2429992">
                <a:moveTo>
                  <a:pt x="689691" y="804567"/>
                </a:moveTo>
                <a:cubicBezTo>
                  <a:pt x="916962" y="924084"/>
                  <a:pt x="2726928" y="823574"/>
                  <a:pt x="2627787" y="1057254"/>
                </a:cubicBezTo>
                <a:cubicBezTo>
                  <a:pt x="2528646" y="1290934"/>
                  <a:pt x="432010" y="1981122"/>
                  <a:pt x="94843" y="2206648"/>
                </a:cubicBezTo>
                <a:cubicBezTo>
                  <a:pt x="-242324" y="2432174"/>
                  <a:pt x="413087" y="2381633"/>
                  <a:pt x="604784" y="2410409"/>
                </a:cubicBezTo>
                <a:cubicBezTo>
                  <a:pt x="796482" y="2439185"/>
                  <a:pt x="1020626" y="2441981"/>
                  <a:pt x="1245028" y="2379303"/>
                </a:cubicBezTo>
                <a:cubicBezTo>
                  <a:pt x="1469430" y="2316625"/>
                  <a:pt x="1705942" y="2124838"/>
                  <a:pt x="1951198" y="2034342"/>
                </a:cubicBezTo>
                <a:cubicBezTo>
                  <a:pt x="2196454" y="1943846"/>
                  <a:pt x="2451266" y="1860856"/>
                  <a:pt x="2716563" y="1836327"/>
                </a:cubicBezTo>
                <a:cubicBezTo>
                  <a:pt x="2981860" y="1811798"/>
                  <a:pt x="3207578" y="1913398"/>
                  <a:pt x="3542982" y="1887166"/>
                </a:cubicBezTo>
                <a:cubicBezTo>
                  <a:pt x="3878386" y="1860934"/>
                  <a:pt x="4276313" y="1737784"/>
                  <a:pt x="4728986" y="1678936"/>
                </a:cubicBezTo>
                <a:cubicBezTo>
                  <a:pt x="5181659" y="1620088"/>
                  <a:pt x="5652440" y="1577838"/>
                  <a:pt x="6259022" y="1534080"/>
                </a:cubicBezTo>
                <a:cubicBezTo>
                  <a:pt x="6865604" y="1490322"/>
                  <a:pt x="7970127" y="1659320"/>
                  <a:pt x="8368479" y="1416385"/>
                </a:cubicBezTo>
                <a:cubicBezTo>
                  <a:pt x="8766831" y="1173450"/>
                  <a:pt x="10343644" y="280175"/>
                  <a:pt x="8649137" y="76472"/>
                </a:cubicBezTo>
                <a:cubicBezTo>
                  <a:pt x="6954630" y="-127231"/>
                  <a:pt x="2067340" y="135581"/>
                  <a:pt x="836511" y="179528"/>
                </a:cubicBezTo>
                <a:cubicBezTo>
                  <a:pt x="-394318" y="223475"/>
                  <a:pt x="1527886" y="218156"/>
                  <a:pt x="1264164" y="340154"/>
                </a:cubicBezTo>
                <a:cubicBezTo>
                  <a:pt x="1000442" y="462152"/>
                  <a:pt x="462420" y="685050"/>
                  <a:pt x="689691" y="804567"/>
                </a:cubicBezTo>
                <a:close/>
              </a:path>
            </a:pathLst>
          </a:custGeom>
          <a:gradFill rotWithShape="0">
            <a:gsLst>
              <a:gs pos="9000">
                <a:srgbClr val="566eaa"/>
              </a:gs>
              <a:gs pos="18000">
                <a:srgbClr val="18386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409" name="Freeform 9"/>
          <p:cNvSpPr/>
          <p:nvPr/>
        </p:nvSpPr>
        <p:spPr>
          <a:xfrm rot="3674400">
            <a:off x="2697840" y="921960"/>
            <a:ext cx="6379560" cy="2335680"/>
          </a:xfrm>
          <a:custGeom>
            <a:avLst/>
            <a:gdLst>
              <a:gd name="textAreaLeft" fmla="*/ 0 w 6379560"/>
              <a:gd name="textAreaRight" fmla="*/ 6394680 w 6379560"/>
              <a:gd name="textAreaTop" fmla="*/ 0 h 2335680"/>
              <a:gd name="textAreaBottom" fmla="*/ 2350800 h 2335680"/>
            </a:gdLst>
            <a:ahLst/>
            <a:rect l="textAreaLeft" t="textAreaTop" r="textAreaRight" b="textAreaBottom"/>
            <a:pathLst>
              <a:path w="8085950" h="2350830">
                <a:moveTo>
                  <a:pt x="813307" y="1490610"/>
                </a:moveTo>
                <a:cubicBezTo>
                  <a:pt x="756250" y="1634839"/>
                  <a:pt x="66965" y="1968342"/>
                  <a:pt x="6894" y="2069024"/>
                </a:cubicBezTo>
                <a:cubicBezTo>
                  <a:pt x="-53177" y="2169706"/>
                  <a:pt x="294781" y="2097742"/>
                  <a:pt x="452883" y="2094703"/>
                </a:cubicBezTo>
                <a:cubicBezTo>
                  <a:pt x="610985" y="2091664"/>
                  <a:pt x="892097" y="2008129"/>
                  <a:pt x="955505" y="2050791"/>
                </a:cubicBezTo>
                <a:cubicBezTo>
                  <a:pt x="1018913" y="2093453"/>
                  <a:pt x="735999" y="2358187"/>
                  <a:pt x="833332" y="2350674"/>
                </a:cubicBezTo>
                <a:cubicBezTo>
                  <a:pt x="930665" y="2343161"/>
                  <a:pt x="1294246" y="2096209"/>
                  <a:pt x="1539502" y="2005713"/>
                </a:cubicBezTo>
                <a:cubicBezTo>
                  <a:pt x="1784758" y="1915217"/>
                  <a:pt x="2039570" y="1832227"/>
                  <a:pt x="2304867" y="1807698"/>
                </a:cubicBezTo>
                <a:cubicBezTo>
                  <a:pt x="2570164" y="1783169"/>
                  <a:pt x="2795882" y="1884769"/>
                  <a:pt x="3131286" y="1858537"/>
                </a:cubicBezTo>
                <a:cubicBezTo>
                  <a:pt x="3466690" y="1832305"/>
                  <a:pt x="3864617" y="1709155"/>
                  <a:pt x="4317290" y="1650307"/>
                </a:cubicBezTo>
                <a:cubicBezTo>
                  <a:pt x="4769963" y="1591459"/>
                  <a:pt x="5240744" y="1549209"/>
                  <a:pt x="5847326" y="1505451"/>
                </a:cubicBezTo>
                <a:cubicBezTo>
                  <a:pt x="6453908" y="1461693"/>
                  <a:pt x="7631478" y="1564171"/>
                  <a:pt x="7956783" y="1387756"/>
                </a:cubicBezTo>
                <a:cubicBezTo>
                  <a:pt x="8282088" y="1211342"/>
                  <a:pt x="7365615" y="642797"/>
                  <a:pt x="7799155" y="446964"/>
                </a:cubicBezTo>
                <a:cubicBezTo>
                  <a:pt x="7405669" y="273233"/>
                  <a:pt x="8806227" y="125627"/>
                  <a:pt x="7550675" y="50595"/>
                </a:cubicBezTo>
                <a:cubicBezTo>
                  <a:pt x="6295123" y="-24437"/>
                  <a:pt x="2573389" y="-12246"/>
                  <a:pt x="1387153" y="62307"/>
                </a:cubicBezTo>
                <a:cubicBezTo>
                  <a:pt x="200917" y="136860"/>
                  <a:pt x="193051" y="312190"/>
                  <a:pt x="433260" y="497911"/>
                </a:cubicBezTo>
                <a:cubicBezTo>
                  <a:pt x="673469" y="683632"/>
                  <a:pt x="373786" y="935937"/>
                  <a:pt x="349235" y="1203649"/>
                </a:cubicBezTo>
                <a:cubicBezTo>
                  <a:pt x="296655" y="1477110"/>
                  <a:pt x="870364" y="1346381"/>
                  <a:pt x="813307" y="1490610"/>
                </a:cubicBezTo>
                <a:close/>
              </a:path>
            </a:pathLst>
          </a:custGeom>
          <a:gradFill rotWithShape="0">
            <a:gsLst>
              <a:gs pos="9000">
                <a:srgbClr val="566eaa"/>
              </a:gs>
              <a:gs pos="18000">
                <a:srgbClr val="18386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pic>
        <p:nvPicPr>
          <p:cNvPr id="410" name="Picture 11" descr=""/>
          <p:cNvPicPr/>
          <p:nvPr/>
        </p:nvPicPr>
        <p:blipFill>
          <a:blip r:embed="rId2"/>
          <a:stretch/>
        </p:blipFill>
        <p:spPr>
          <a:xfrm>
            <a:off x="-123120" y="-124920"/>
            <a:ext cx="7294680" cy="7331040"/>
          </a:xfrm>
          <a:prstGeom prst="rect">
            <a:avLst/>
          </a:prstGeom>
          <a:ln w="0">
            <a:noFill/>
          </a:ln>
        </p:spPr>
      </p:pic>
      <p:sp>
        <p:nvSpPr>
          <p:cNvPr id="411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2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3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4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5" name="Rectangle 10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1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6CFCA3CF-3029-449E-8AC0-85F8E457CB68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Freeform 66"/>
          <p:cNvSpPr/>
          <p:nvPr/>
        </p:nvSpPr>
        <p:spPr>
          <a:xfrm rot="370200">
            <a:off x="-2558520" y="-120240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419" name="Freeform 5"/>
          <p:cNvSpPr/>
          <p:nvPr/>
        </p:nvSpPr>
        <p:spPr>
          <a:xfrm>
            <a:off x="2153880" y="3953880"/>
            <a:ext cx="8044560" cy="1200960"/>
          </a:xfrm>
          <a:custGeom>
            <a:avLst/>
            <a:gdLst>
              <a:gd name="textAreaLeft" fmla="*/ 0 w 8044560"/>
              <a:gd name="textAreaRight" fmla="*/ 8059680 w 8044560"/>
              <a:gd name="textAreaTop" fmla="*/ 0 h 1200960"/>
              <a:gd name="textAreaBottom" fmla="*/ 1216080 h 1200960"/>
            </a:gdLst>
            <a:ahLst/>
            <a:rect l="textAreaLeft" t="textAreaTop" r="textAreaRight" b="textAreaBottom"/>
            <a:pathLst>
              <a:path w="2116" h="319">
                <a:moveTo>
                  <a:pt x="2116" y="0"/>
                </a:moveTo>
                <a:cubicBezTo>
                  <a:pt x="2116" y="131"/>
                  <a:pt x="2010" y="237"/>
                  <a:pt x="1879" y="237"/>
                </a:cubicBezTo>
                <a:cubicBezTo>
                  <a:pt x="179" y="237"/>
                  <a:pt x="179" y="237"/>
                  <a:pt x="179" y="237"/>
                </a:cubicBezTo>
                <a:cubicBezTo>
                  <a:pt x="107" y="237"/>
                  <a:pt x="43" y="268"/>
                  <a:pt x="0" y="319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420" name="Freeform 6"/>
          <p:cNvSpPr/>
          <p:nvPr/>
        </p:nvSpPr>
        <p:spPr>
          <a:xfrm>
            <a:off x="1933200" y="2153520"/>
            <a:ext cx="8265240" cy="1785240"/>
          </a:xfrm>
          <a:custGeom>
            <a:avLst/>
            <a:gdLst>
              <a:gd name="textAreaLeft" fmla="*/ 0 w 8265240"/>
              <a:gd name="textAreaRight" fmla="*/ 8280360 w 8265240"/>
              <a:gd name="textAreaTop" fmla="*/ 0 h 1785240"/>
              <a:gd name="textAreaBottom" fmla="*/ 1800360 h 1785240"/>
            </a:gdLst>
            <a:ahLst/>
            <a:rect l="textAreaLeft" t="textAreaTop" r="textAreaRight" b="textAreaBottom"/>
            <a:pathLst>
              <a:path w="2174" h="472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0"/>
                  <a:pt x="106" y="236"/>
                  <a:pt x="237" y="236"/>
                </a:cubicBezTo>
                <a:cubicBezTo>
                  <a:pt x="1937" y="236"/>
                  <a:pt x="1937" y="236"/>
                  <a:pt x="1937" y="236"/>
                </a:cubicBezTo>
                <a:cubicBezTo>
                  <a:pt x="2068" y="236"/>
                  <a:pt x="2174" y="342"/>
                  <a:pt x="2174" y="472"/>
                </a:cubicBezTo>
                <a:cubicBezTo>
                  <a:pt x="2174" y="472"/>
                  <a:pt x="2174" y="472"/>
                  <a:pt x="2174" y="472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421" name="Freeform 7"/>
          <p:cNvSpPr/>
          <p:nvPr/>
        </p:nvSpPr>
        <p:spPr>
          <a:xfrm>
            <a:off x="1933200" y="617040"/>
            <a:ext cx="8215920" cy="1521720"/>
          </a:xfrm>
          <a:custGeom>
            <a:avLst/>
            <a:gdLst>
              <a:gd name="textAreaLeft" fmla="*/ 0 w 8215920"/>
              <a:gd name="textAreaRight" fmla="*/ 8231040 w 8215920"/>
              <a:gd name="textAreaTop" fmla="*/ 0 h 1521720"/>
              <a:gd name="textAreaBottom" fmla="*/ 1536840 h 1521720"/>
            </a:gdLst>
            <a:ahLst/>
            <a:rect l="textAreaLeft" t="textAreaTop" r="textAreaRight" b="textAreaBottom"/>
            <a:pathLst>
              <a:path w="2161" h="403">
                <a:moveTo>
                  <a:pt x="2161" y="0"/>
                </a:moveTo>
                <a:cubicBezTo>
                  <a:pt x="2131" y="96"/>
                  <a:pt x="2041" y="166"/>
                  <a:pt x="1935" y="166"/>
                </a:cubicBezTo>
                <a:cubicBezTo>
                  <a:pt x="237" y="166"/>
                  <a:pt x="237" y="166"/>
                  <a:pt x="237" y="166"/>
                </a:cubicBezTo>
                <a:cubicBezTo>
                  <a:pt x="106" y="166"/>
                  <a:pt x="0" y="272"/>
                  <a:pt x="0" y="403"/>
                </a:cubicBezTo>
              </a:path>
            </a:pathLst>
          </a:custGeom>
          <a:noFill/>
          <a:ln cap="rnd" w="69850">
            <a:solidFill>
              <a:srgbClr val="33425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422" name="Group 10"/>
          <p:cNvGrpSpPr/>
          <p:nvPr/>
        </p:nvGrpSpPr>
        <p:grpSpPr>
          <a:xfrm>
            <a:off x="3841200" y="4700880"/>
            <a:ext cx="290520" cy="290520"/>
            <a:chOff x="3841200" y="4700880"/>
            <a:chExt cx="290520" cy="290520"/>
          </a:xfrm>
        </p:grpSpPr>
        <p:sp>
          <p:nvSpPr>
            <p:cNvPr id="423" name="Oval 11"/>
            <p:cNvSpPr/>
            <p:nvPr/>
          </p:nvSpPr>
          <p:spPr>
            <a:xfrm>
              <a:off x="3841200" y="470088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4" name="Oval 28"/>
            <p:cNvSpPr/>
            <p:nvPr/>
          </p:nvSpPr>
          <p:spPr>
            <a:xfrm>
              <a:off x="3918600" y="477792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5" name="Group 13"/>
          <p:cNvGrpSpPr/>
          <p:nvPr/>
        </p:nvGrpSpPr>
        <p:grpSpPr>
          <a:xfrm>
            <a:off x="5922360" y="4700880"/>
            <a:ext cx="290520" cy="290520"/>
            <a:chOff x="5922360" y="4700880"/>
            <a:chExt cx="290520" cy="290520"/>
          </a:xfrm>
        </p:grpSpPr>
        <p:sp>
          <p:nvSpPr>
            <p:cNvPr id="426" name="Oval 14"/>
            <p:cNvSpPr/>
            <p:nvPr/>
          </p:nvSpPr>
          <p:spPr>
            <a:xfrm>
              <a:off x="5922360" y="470088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27" name="Oval 28"/>
            <p:cNvSpPr/>
            <p:nvPr/>
          </p:nvSpPr>
          <p:spPr>
            <a:xfrm>
              <a:off x="5999400" y="477792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28" name="Group 16"/>
          <p:cNvGrpSpPr/>
          <p:nvPr/>
        </p:nvGrpSpPr>
        <p:grpSpPr>
          <a:xfrm>
            <a:off x="7984080" y="4700880"/>
            <a:ext cx="290520" cy="290520"/>
            <a:chOff x="7984080" y="4700880"/>
            <a:chExt cx="290520" cy="290520"/>
          </a:xfrm>
        </p:grpSpPr>
        <p:sp>
          <p:nvSpPr>
            <p:cNvPr id="429" name="Oval 17"/>
            <p:cNvSpPr/>
            <p:nvPr/>
          </p:nvSpPr>
          <p:spPr>
            <a:xfrm>
              <a:off x="7984080" y="470088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0" name="Oval 28"/>
            <p:cNvSpPr/>
            <p:nvPr/>
          </p:nvSpPr>
          <p:spPr>
            <a:xfrm>
              <a:off x="8061120" y="477792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1" name="Group 19"/>
          <p:cNvGrpSpPr/>
          <p:nvPr/>
        </p:nvGrpSpPr>
        <p:grpSpPr>
          <a:xfrm>
            <a:off x="10055520" y="3793320"/>
            <a:ext cx="290520" cy="290520"/>
            <a:chOff x="10055520" y="3793320"/>
            <a:chExt cx="290520" cy="290520"/>
          </a:xfrm>
        </p:grpSpPr>
        <p:sp>
          <p:nvSpPr>
            <p:cNvPr id="432" name="Oval 20"/>
            <p:cNvSpPr/>
            <p:nvPr/>
          </p:nvSpPr>
          <p:spPr>
            <a:xfrm>
              <a:off x="10055520" y="379332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3" name="Oval 28"/>
            <p:cNvSpPr/>
            <p:nvPr/>
          </p:nvSpPr>
          <p:spPr>
            <a:xfrm>
              <a:off x="10132920" y="387036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4" name="Group 22"/>
          <p:cNvGrpSpPr/>
          <p:nvPr/>
        </p:nvGrpSpPr>
        <p:grpSpPr>
          <a:xfrm>
            <a:off x="3847680" y="2889360"/>
            <a:ext cx="290520" cy="290520"/>
            <a:chOff x="3847680" y="2889360"/>
            <a:chExt cx="290520" cy="290520"/>
          </a:xfrm>
        </p:grpSpPr>
        <p:sp>
          <p:nvSpPr>
            <p:cNvPr id="435" name="Oval 23"/>
            <p:cNvSpPr/>
            <p:nvPr/>
          </p:nvSpPr>
          <p:spPr>
            <a:xfrm>
              <a:off x="3847680" y="288936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6" name="Oval 28"/>
            <p:cNvSpPr/>
            <p:nvPr/>
          </p:nvSpPr>
          <p:spPr>
            <a:xfrm>
              <a:off x="3925080" y="296640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37" name="Group 25"/>
          <p:cNvGrpSpPr/>
          <p:nvPr/>
        </p:nvGrpSpPr>
        <p:grpSpPr>
          <a:xfrm>
            <a:off x="5912640" y="2895480"/>
            <a:ext cx="290520" cy="290520"/>
            <a:chOff x="5912640" y="2895480"/>
            <a:chExt cx="290520" cy="290520"/>
          </a:xfrm>
        </p:grpSpPr>
        <p:sp>
          <p:nvSpPr>
            <p:cNvPr id="438" name="Oval 26"/>
            <p:cNvSpPr/>
            <p:nvPr/>
          </p:nvSpPr>
          <p:spPr>
            <a:xfrm>
              <a:off x="5912640" y="289548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39" name="Oval 28"/>
            <p:cNvSpPr/>
            <p:nvPr/>
          </p:nvSpPr>
          <p:spPr>
            <a:xfrm>
              <a:off x="5990040" y="297288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0" name="Group 28"/>
          <p:cNvGrpSpPr/>
          <p:nvPr/>
        </p:nvGrpSpPr>
        <p:grpSpPr>
          <a:xfrm>
            <a:off x="7974360" y="2895480"/>
            <a:ext cx="290520" cy="290520"/>
            <a:chOff x="7974360" y="2895480"/>
            <a:chExt cx="290520" cy="290520"/>
          </a:xfrm>
        </p:grpSpPr>
        <p:sp>
          <p:nvSpPr>
            <p:cNvPr id="441" name="Oval 29"/>
            <p:cNvSpPr/>
            <p:nvPr/>
          </p:nvSpPr>
          <p:spPr>
            <a:xfrm>
              <a:off x="7974360" y="289548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2" name="Oval 28"/>
            <p:cNvSpPr/>
            <p:nvPr/>
          </p:nvSpPr>
          <p:spPr>
            <a:xfrm>
              <a:off x="8051760" y="297288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3" name="Group 31"/>
          <p:cNvGrpSpPr/>
          <p:nvPr/>
        </p:nvGrpSpPr>
        <p:grpSpPr>
          <a:xfrm>
            <a:off x="3847680" y="1094760"/>
            <a:ext cx="290520" cy="290520"/>
            <a:chOff x="3847680" y="1094760"/>
            <a:chExt cx="290520" cy="290520"/>
          </a:xfrm>
        </p:grpSpPr>
        <p:sp>
          <p:nvSpPr>
            <p:cNvPr id="444" name="Oval 32"/>
            <p:cNvSpPr/>
            <p:nvPr/>
          </p:nvSpPr>
          <p:spPr>
            <a:xfrm>
              <a:off x="3847680" y="109476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5" name="Oval 28"/>
            <p:cNvSpPr/>
            <p:nvPr/>
          </p:nvSpPr>
          <p:spPr>
            <a:xfrm>
              <a:off x="3925080" y="117216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6" name="Group 34"/>
          <p:cNvGrpSpPr/>
          <p:nvPr/>
        </p:nvGrpSpPr>
        <p:grpSpPr>
          <a:xfrm>
            <a:off x="5912640" y="1101240"/>
            <a:ext cx="290520" cy="290520"/>
            <a:chOff x="5912640" y="1101240"/>
            <a:chExt cx="290520" cy="290520"/>
          </a:xfrm>
        </p:grpSpPr>
        <p:sp>
          <p:nvSpPr>
            <p:cNvPr id="447" name="Oval 35"/>
            <p:cNvSpPr/>
            <p:nvPr/>
          </p:nvSpPr>
          <p:spPr>
            <a:xfrm>
              <a:off x="5912640" y="110124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48" name="Oval 28"/>
            <p:cNvSpPr/>
            <p:nvPr/>
          </p:nvSpPr>
          <p:spPr>
            <a:xfrm>
              <a:off x="5990040" y="117828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49" name="Group 37"/>
          <p:cNvGrpSpPr/>
          <p:nvPr/>
        </p:nvGrpSpPr>
        <p:grpSpPr>
          <a:xfrm>
            <a:off x="7974360" y="1101240"/>
            <a:ext cx="290520" cy="290520"/>
            <a:chOff x="7974360" y="1101240"/>
            <a:chExt cx="290520" cy="290520"/>
          </a:xfrm>
        </p:grpSpPr>
        <p:sp>
          <p:nvSpPr>
            <p:cNvPr id="450" name="Oval 38"/>
            <p:cNvSpPr/>
            <p:nvPr/>
          </p:nvSpPr>
          <p:spPr>
            <a:xfrm>
              <a:off x="7974360" y="110124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51" name="Oval 28"/>
            <p:cNvSpPr/>
            <p:nvPr/>
          </p:nvSpPr>
          <p:spPr>
            <a:xfrm>
              <a:off x="8051760" y="117828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452" name="Group 40"/>
          <p:cNvGrpSpPr/>
          <p:nvPr/>
        </p:nvGrpSpPr>
        <p:grpSpPr>
          <a:xfrm>
            <a:off x="1781280" y="1999080"/>
            <a:ext cx="290520" cy="290520"/>
            <a:chOff x="1781280" y="1999080"/>
            <a:chExt cx="290520" cy="290520"/>
          </a:xfrm>
        </p:grpSpPr>
        <p:sp>
          <p:nvSpPr>
            <p:cNvPr id="453" name="Oval 41"/>
            <p:cNvSpPr/>
            <p:nvPr/>
          </p:nvSpPr>
          <p:spPr>
            <a:xfrm>
              <a:off x="1781280" y="1999080"/>
              <a:ext cx="290520" cy="290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14480" dir="2700000" dist="100296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54" name="Oval 28"/>
            <p:cNvSpPr/>
            <p:nvPr/>
          </p:nvSpPr>
          <p:spPr>
            <a:xfrm>
              <a:off x="1858320" y="2076120"/>
              <a:ext cx="132840" cy="13104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455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6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7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8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59" name="Group 62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460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61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62" name="Rectangle 67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6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C5BC928-9D2E-4443-9F21-1313A5B0D2D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Freeform 25"/>
          <p:cNvSpPr/>
          <p:nvPr/>
        </p:nvSpPr>
        <p:spPr>
          <a:xfrm>
            <a:off x="-1935720" y="-101196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466" name="Group 9"/>
          <p:cNvGrpSpPr/>
          <p:nvPr/>
        </p:nvGrpSpPr>
        <p:grpSpPr>
          <a:xfrm>
            <a:off x="278280" y="1993320"/>
            <a:ext cx="2693520" cy="2696040"/>
            <a:chOff x="278280" y="1993320"/>
            <a:chExt cx="2693520" cy="2696040"/>
          </a:xfrm>
        </p:grpSpPr>
        <p:sp>
          <p:nvSpPr>
            <p:cNvPr id="467" name="Freeform 6"/>
            <p:cNvSpPr/>
            <p:nvPr/>
          </p:nvSpPr>
          <p:spPr>
            <a:xfrm>
              <a:off x="278280" y="1993320"/>
              <a:ext cx="2693520" cy="2696040"/>
            </a:xfrm>
            <a:custGeom>
              <a:avLst/>
              <a:gdLst>
                <a:gd name="textAreaLeft" fmla="*/ 0 w 2693520"/>
                <a:gd name="textAreaRight" fmla="*/ 2708640 w 2693520"/>
                <a:gd name="textAreaTop" fmla="*/ 0 h 2696040"/>
                <a:gd name="textAreaBottom" fmla="*/ 2711160 h 2696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68" name="Freeform 6"/>
            <p:cNvSpPr/>
            <p:nvPr/>
          </p:nvSpPr>
          <p:spPr>
            <a:xfrm>
              <a:off x="278280" y="1993320"/>
              <a:ext cx="2693520" cy="2696040"/>
            </a:xfrm>
            <a:custGeom>
              <a:avLst/>
              <a:gdLst>
                <a:gd name="textAreaLeft" fmla="*/ 0 w 2693520"/>
                <a:gd name="textAreaRight" fmla="*/ 2708640 w 2693520"/>
                <a:gd name="textAreaTop" fmla="*/ 0 h 2696040"/>
                <a:gd name="textAreaBottom" fmla="*/ 2711160 h 2696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69" name="Group 12"/>
          <p:cNvGrpSpPr/>
          <p:nvPr/>
        </p:nvGrpSpPr>
        <p:grpSpPr>
          <a:xfrm>
            <a:off x="3215520" y="1993320"/>
            <a:ext cx="2693520" cy="2696040"/>
            <a:chOff x="3215520" y="1993320"/>
            <a:chExt cx="2693520" cy="2696040"/>
          </a:xfrm>
        </p:grpSpPr>
        <p:sp>
          <p:nvSpPr>
            <p:cNvPr id="470" name="Freeform 6"/>
            <p:cNvSpPr/>
            <p:nvPr/>
          </p:nvSpPr>
          <p:spPr>
            <a:xfrm>
              <a:off x="3215520" y="1993320"/>
              <a:ext cx="2693520" cy="2696040"/>
            </a:xfrm>
            <a:custGeom>
              <a:avLst/>
              <a:gdLst>
                <a:gd name="textAreaLeft" fmla="*/ 0 w 2693520"/>
                <a:gd name="textAreaRight" fmla="*/ 2708640 w 2693520"/>
                <a:gd name="textAreaTop" fmla="*/ 0 h 2696040"/>
                <a:gd name="textAreaBottom" fmla="*/ 2711160 h 2696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1" name="Freeform 6"/>
            <p:cNvSpPr/>
            <p:nvPr/>
          </p:nvSpPr>
          <p:spPr>
            <a:xfrm>
              <a:off x="3215520" y="1993320"/>
              <a:ext cx="2693520" cy="2696040"/>
            </a:xfrm>
            <a:custGeom>
              <a:avLst/>
              <a:gdLst>
                <a:gd name="textAreaLeft" fmla="*/ 0 w 2693520"/>
                <a:gd name="textAreaRight" fmla="*/ 2708640 w 2693520"/>
                <a:gd name="textAreaTop" fmla="*/ 0 h 2696040"/>
                <a:gd name="textAreaBottom" fmla="*/ 2711160 h 2696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2" name="Group 15"/>
          <p:cNvGrpSpPr/>
          <p:nvPr/>
        </p:nvGrpSpPr>
        <p:grpSpPr>
          <a:xfrm>
            <a:off x="6266880" y="1993320"/>
            <a:ext cx="2693520" cy="2696040"/>
            <a:chOff x="6266880" y="1993320"/>
            <a:chExt cx="2693520" cy="2696040"/>
          </a:xfrm>
        </p:grpSpPr>
        <p:sp>
          <p:nvSpPr>
            <p:cNvPr id="473" name="Freeform 6"/>
            <p:cNvSpPr/>
            <p:nvPr/>
          </p:nvSpPr>
          <p:spPr>
            <a:xfrm>
              <a:off x="6266880" y="1993320"/>
              <a:ext cx="2693520" cy="2696040"/>
            </a:xfrm>
            <a:custGeom>
              <a:avLst/>
              <a:gdLst>
                <a:gd name="textAreaLeft" fmla="*/ 0 w 2693520"/>
                <a:gd name="textAreaRight" fmla="*/ 2708640 w 2693520"/>
                <a:gd name="textAreaTop" fmla="*/ 0 h 2696040"/>
                <a:gd name="textAreaBottom" fmla="*/ 2711160 h 2696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4" name="Freeform 6"/>
            <p:cNvSpPr/>
            <p:nvPr/>
          </p:nvSpPr>
          <p:spPr>
            <a:xfrm>
              <a:off x="6266880" y="1993320"/>
              <a:ext cx="2693520" cy="2696040"/>
            </a:xfrm>
            <a:custGeom>
              <a:avLst/>
              <a:gdLst>
                <a:gd name="textAreaLeft" fmla="*/ 0 w 2693520"/>
                <a:gd name="textAreaRight" fmla="*/ 2708640 w 2693520"/>
                <a:gd name="textAreaTop" fmla="*/ 0 h 2696040"/>
                <a:gd name="textAreaBottom" fmla="*/ 2711160 h 2696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475" name="Group 18"/>
          <p:cNvGrpSpPr/>
          <p:nvPr/>
        </p:nvGrpSpPr>
        <p:grpSpPr>
          <a:xfrm>
            <a:off x="9318240" y="1993320"/>
            <a:ext cx="2693520" cy="2696040"/>
            <a:chOff x="9318240" y="1993320"/>
            <a:chExt cx="2693520" cy="2696040"/>
          </a:xfrm>
        </p:grpSpPr>
        <p:sp>
          <p:nvSpPr>
            <p:cNvPr id="476" name="Freeform 6"/>
            <p:cNvSpPr/>
            <p:nvPr/>
          </p:nvSpPr>
          <p:spPr>
            <a:xfrm>
              <a:off x="9318240" y="1993320"/>
              <a:ext cx="2693520" cy="2696040"/>
            </a:xfrm>
            <a:custGeom>
              <a:avLst/>
              <a:gdLst>
                <a:gd name="textAreaLeft" fmla="*/ 0 w 2693520"/>
                <a:gd name="textAreaRight" fmla="*/ 2708640 w 2693520"/>
                <a:gd name="textAreaTop" fmla="*/ 0 h 2696040"/>
                <a:gd name="textAreaBottom" fmla="*/ 2711160 h 2696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77" name="Freeform 6"/>
            <p:cNvSpPr/>
            <p:nvPr/>
          </p:nvSpPr>
          <p:spPr>
            <a:xfrm>
              <a:off x="9318240" y="1993320"/>
              <a:ext cx="2693520" cy="2696040"/>
            </a:xfrm>
            <a:custGeom>
              <a:avLst/>
              <a:gdLst>
                <a:gd name="textAreaLeft" fmla="*/ 0 w 2693520"/>
                <a:gd name="textAreaRight" fmla="*/ 2708640 w 2693520"/>
                <a:gd name="textAreaTop" fmla="*/ 0 h 2696040"/>
                <a:gd name="textAreaBottom" fmla="*/ 2711160 h 26960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78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9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0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1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82" name="Group 21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483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48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485" name="Rectangle 26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48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DDD077D-6D99-4FBB-A8CF-EE7A6A7EA69E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Freeform 44"/>
          <p:cNvSpPr/>
          <p:nvPr/>
        </p:nvSpPr>
        <p:spPr>
          <a:xfrm rot="370200">
            <a:off x="-2174040" y="-152028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489" name="Group 41"/>
          <p:cNvGrpSpPr/>
          <p:nvPr/>
        </p:nvGrpSpPr>
        <p:grpSpPr>
          <a:xfrm>
            <a:off x="228600" y="1959840"/>
            <a:ext cx="11719800" cy="3586320"/>
            <a:chOff x="228600" y="1959840"/>
            <a:chExt cx="11719800" cy="3586320"/>
          </a:xfrm>
        </p:grpSpPr>
        <p:grpSp>
          <p:nvGrpSpPr>
            <p:cNvPr id="490" name="Group 5"/>
            <p:cNvGrpSpPr/>
            <p:nvPr/>
          </p:nvGrpSpPr>
          <p:grpSpPr>
            <a:xfrm>
              <a:off x="228600" y="1959840"/>
              <a:ext cx="2273760" cy="3586320"/>
              <a:chOff x="228600" y="1959840"/>
              <a:chExt cx="2273760" cy="3586320"/>
            </a:xfrm>
          </p:grpSpPr>
          <p:grpSp>
            <p:nvGrpSpPr>
              <p:cNvPr id="491" name="Group 6"/>
              <p:cNvGrpSpPr/>
              <p:nvPr/>
            </p:nvGrpSpPr>
            <p:grpSpPr>
              <a:xfrm>
                <a:off x="228600" y="1959840"/>
                <a:ext cx="2273760" cy="3586320"/>
                <a:chOff x="228600" y="1959840"/>
                <a:chExt cx="2273760" cy="3586320"/>
              </a:xfrm>
            </p:grpSpPr>
            <p:sp>
              <p:nvSpPr>
                <p:cNvPr id="492" name="Freeform 9"/>
                <p:cNvSpPr/>
                <p:nvPr/>
              </p:nvSpPr>
              <p:spPr>
                <a:xfrm>
                  <a:off x="228600" y="1959840"/>
                  <a:ext cx="2273760" cy="3586320"/>
                </a:xfrm>
                <a:custGeom>
                  <a:avLst/>
                  <a:gdLst>
                    <a:gd name="textAreaLeft" fmla="*/ 0 w 2273760"/>
                    <a:gd name="textAreaRight" fmla="*/ 2288880 w 2273760"/>
                    <a:gd name="textAreaTop" fmla="*/ 0 h 3586320"/>
                    <a:gd name="textAreaBottom" fmla="*/ 3601440 h 3586320"/>
                  </a:gdLst>
                  <a:ahLst/>
                  <a:rect l="textAreaLeft" t="textAreaTop" r="textAreaRight" b="textAreaBottom"/>
                  <a:pathLst>
                    <a:path w="459" h="722">
                      <a:moveTo>
                        <a:pt x="404" y="722"/>
                      </a:moveTo>
                      <a:cubicBezTo>
                        <a:pt x="55" y="722"/>
                        <a:pt x="55" y="722"/>
                        <a:pt x="55" y="722"/>
                      </a:cubicBezTo>
                      <a:cubicBezTo>
                        <a:pt x="24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4" y="0"/>
                        <a:pt x="55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4" y="0"/>
                        <a:pt x="459" y="25"/>
                        <a:pt x="459" y="56"/>
                      </a:cubicBezTo>
                      <a:cubicBezTo>
                        <a:pt x="459" y="666"/>
                        <a:pt x="459" y="666"/>
                        <a:pt x="459" y="666"/>
                      </a:cubicBezTo>
                      <a:cubicBezTo>
                        <a:pt x="459" y="697"/>
                        <a:pt x="434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493" name="Freeform 9"/>
                <p:cNvSpPr/>
                <p:nvPr/>
              </p:nvSpPr>
              <p:spPr>
                <a:xfrm>
                  <a:off x="228600" y="1959840"/>
                  <a:ext cx="2273760" cy="3586320"/>
                </a:xfrm>
                <a:custGeom>
                  <a:avLst/>
                  <a:gdLst>
                    <a:gd name="textAreaLeft" fmla="*/ 0 w 2273760"/>
                    <a:gd name="textAreaRight" fmla="*/ 2288880 w 2273760"/>
                    <a:gd name="textAreaTop" fmla="*/ 0 h 3586320"/>
                    <a:gd name="textAreaBottom" fmla="*/ 3601440 h 3586320"/>
                  </a:gdLst>
                  <a:ahLst/>
                  <a:rect l="textAreaLeft" t="textAreaTop" r="textAreaRight" b="textAreaBottom"/>
                  <a:pathLst>
                    <a:path w="459" h="722">
                      <a:moveTo>
                        <a:pt x="404" y="722"/>
                      </a:moveTo>
                      <a:cubicBezTo>
                        <a:pt x="55" y="722"/>
                        <a:pt x="55" y="722"/>
                        <a:pt x="55" y="722"/>
                      </a:cubicBezTo>
                      <a:cubicBezTo>
                        <a:pt x="24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4" y="0"/>
                        <a:pt x="55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4" y="0"/>
                        <a:pt x="459" y="25"/>
                        <a:pt x="459" y="56"/>
                      </a:cubicBezTo>
                      <a:cubicBezTo>
                        <a:pt x="459" y="666"/>
                        <a:pt x="459" y="666"/>
                        <a:pt x="459" y="666"/>
                      </a:cubicBezTo>
                      <a:cubicBezTo>
                        <a:pt x="459" y="697"/>
                        <a:pt x="434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494" name="Oval 7"/>
              <p:cNvSpPr/>
              <p:nvPr/>
            </p:nvSpPr>
            <p:spPr>
              <a:xfrm>
                <a:off x="658800" y="2261160"/>
                <a:ext cx="1428120" cy="142812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495" name="Group 10"/>
            <p:cNvGrpSpPr/>
            <p:nvPr/>
          </p:nvGrpSpPr>
          <p:grpSpPr>
            <a:xfrm>
              <a:off x="3373200" y="1959840"/>
              <a:ext cx="2277720" cy="3586320"/>
              <a:chOff x="3373200" y="1959840"/>
              <a:chExt cx="2277720" cy="3586320"/>
            </a:xfrm>
          </p:grpSpPr>
          <p:grpSp>
            <p:nvGrpSpPr>
              <p:cNvPr id="496" name="Group 11"/>
              <p:cNvGrpSpPr/>
              <p:nvPr/>
            </p:nvGrpSpPr>
            <p:grpSpPr>
              <a:xfrm>
                <a:off x="3373200" y="1959840"/>
                <a:ext cx="2277720" cy="3586320"/>
                <a:chOff x="3373200" y="1959840"/>
                <a:chExt cx="2277720" cy="3586320"/>
              </a:xfrm>
            </p:grpSpPr>
            <p:sp>
              <p:nvSpPr>
                <p:cNvPr id="497" name="Freeform 13"/>
                <p:cNvSpPr/>
                <p:nvPr/>
              </p:nvSpPr>
              <p:spPr>
                <a:xfrm>
                  <a:off x="3373200" y="1959840"/>
                  <a:ext cx="2277720" cy="3586320"/>
                </a:xfrm>
                <a:custGeom>
                  <a:avLst/>
                  <a:gdLst>
                    <a:gd name="textAreaLeft" fmla="*/ 0 w 2277720"/>
                    <a:gd name="textAreaRight" fmla="*/ 2292840 w 2277720"/>
                    <a:gd name="textAreaTop" fmla="*/ 0 h 3586320"/>
                    <a:gd name="textAreaBottom" fmla="*/ 3601440 h 358632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498" name="Freeform 13"/>
                <p:cNvSpPr/>
                <p:nvPr/>
              </p:nvSpPr>
              <p:spPr>
                <a:xfrm>
                  <a:off x="3373200" y="1959840"/>
                  <a:ext cx="2277720" cy="3586320"/>
                </a:xfrm>
                <a:custGeom>
                  <a:avLst/>
                  <a:gdLst>
                    <a:gd name="textAreaLeft" fmla="*/ 0 w 2277720"/>
                    <a:gd name="textAreaRight" fmla="*/ 2292840 w 2277720"/>
                    <a:gd name="textAreaTop" fmla="*/ 0 h 3586320"/>
                    <a:gd name="textAreaBottom" fmla="*/ 3601440 h 358632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499" name="Oval 12"/>
              <p:cNvSpPr/>
              <p:nvPr/>
            </p:nvSpPr>
            <p:spPr>
              <a:xfrm>
                <a:off x="3801240" y="2261160"/>
                <a:ext cx="1428120" cy="142812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500" name="Group 15"/>
            <p:cNvGrpSpPr/>
            <p:nvPr/>
          </p:nvGrpSpPr>
          <p:grpSpPr>
            <a:xfrm>
              <a:off x="6523920" y="1959840"/>
              <a:ext cx="2275920" cy="3586320"/>
              <a:chOff x="6523920" y="1959840"/>
              <a:chExt cx="2275920" cy="3586320"/>
            </a:xfrm>
          </p:grpSpPr>
          <p:grpSp>
            <p:nvGrpSpPr>
              <p:cNvPr id="501" name="Group 16"/>
              <p:cNvGrpSpPr/>
              <p:nvPr/>
            </p:nvGrpSpPr>
            <p:grpSpPr>
              <a:xfrm>
                <a:off x="6523920" y="1959840"/>
                <a:ext cx="2275920" cy="3586320"/>
                <a:chOff x="6523920" y="1959840"/>
                <a:chExt cx="2275920" cy="3586320"/>
              </a:xfrm>
            </p:grpSpPr>
            <p:sp>
              <p:nvSpPr>
                <p:cNvPr id="502" name="Freeform 17"/>
                <p:cNvSpPr/>
                <p:nvPr/>
              </p:nvSpPr>
              <p:spPr>
                <a:xfrm>
                  <a:off x="6523920" y="1959840"/>
                  <a:ext cx="2275920" cy="3586320"/>
                </a:xfrm>
                <a:custGeom>
                  <a:avLst/>
                  <a:gdLst>
                    <a:gd name="textAreaLeft" fmla="*/ 0 w 2275920"/>
                    <a:gd name="textAreaRight" fmla="*/ 2291040 w 2275920"/>
                    <a:gd name="textAreaTop" fmla="*/ 0 h 3586320"/>
                    <a:gd name="textAreaBottom" fmla="*/ 3601440 h 358632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503" name="Freeform 17"/>
                <p:cNvSpPr/>
                <p:nvPr/>
              </p:nvSpPr>
              <p:spPr>
                <a:xfrm>
                  <a:off x="6523920" y="1959840"/>
                  <a:ext cx="2275920" cy="3586320"/>
                </a:xfrm>
                <a:custGeom>
                  <a:avLst/>
                  <a:gdLst>
                    <a:gd name="textAreaLeft" fmla="*/ 0 w 2275920"/>
                    <a:gd name="textAreaRight" fmla="*/ 2291040 w 2275920"/>
                    <a:gd name="textAreaTop" fmla="*/ 0 h 3586320"/>
                    <a:gd name="textAreaBottom" fmla="*/ 3601440 h 358632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504" name="Oval 17"/>
              <p:cNvSpPr/>
              <p:nvPr/>
            </p:nvSpPr>
            <p:spPr>
              <a:xfrm>
                <a:off x="6953040" y="2261160"/>
                <a:ext cx="1428120" cy="142812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  <p:grpSp>
          <p:nvGrpSpPr>
            <p:cNvPr id="505" name="Group 20"/>
            <p:cNvGrpSpPr/>
            <p:nvPr/>
          </p:nvGrpSpPr>
          <p:grpSpPr>
            <a:xfrm>
              <a:off x="9672480" y="1959840"/>
              <a:ext cx="2275920" cy="3586320"/>
              <a:chOff x="9672480" y="1959840"/>
              <a:chExt cx="2275920" cy="3586320"/>
            </a:xfrm>
          </p:grpSpPr>
          <p:grpSp>
            <p:nvGrpSpPr>
              <p:cNvPr id="506" name="Group 21"/>
              <p:cNvGrpSpPr/>
              <p:nvPr/>
            </p:nvGrpSpPr>
            <p:grpSpPr>
              <a:xfrm>
                <a:off x="9672480" y="1959840"/>
                <a:ext cx="2275920" cy="3586320"/>
                <a:chOff x="9672480" y="1959840"/>
                <a:chExt cx="2275920" cy="3586320"/>
              </a:xfrm>
            </p:grpSpPr>
            <p:sp>
              <p:nvSpPr>
                <p:cNvPr id="507" name="Freeform 20"/>
                <p:cNvSpPr/>
                <p:nvPr/>
              </p:nvSpPr>
              <p:spPr>
                <a:xfrm>
                  <a:off x="9672480" y="1959840"/>
                  <a:ext cx="2275920" cy="3586320"/>
                </a:xfrm>
                <a:custGeom>
                  <a:avLst/>
                  <a:gdLst>
                    <a:gd name="textAreaLeft" fmla="*/ 0 w 2275920"/>
                    <a:gd name="textAreaRight" fmla="*/ 2291040 w 2275920"/>
                    <a:gd name="textAreaTop" fmla="*/ 0 h 3586320"/>
                    <a:gd name="textAreaBottom" fmla="*/ 3601440 h 358632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tl" blurRad="177840" dir="2700000" dist="114042" rotWithShape="0">
                    <a:schemeClr val="tx1">
                      <a:alpha val="4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  <p:sp>
              <p:nvSpPr>
                <p:cNvPr id="508" name="Freeform 20"/>
                <p:cNvSpPr/>
                <p:nvPr/>
              </p:nvSpPr>
              <p:spPr>
                <a:xfrm>
                  <a:off x="9672480" y="1959840"/>
                  <a:ext cx="2275920" cy="3586320"/>
                </a:xfrm>
                <a:custGeom>
                  <a:avLst/>
                  <a:gdLst>
                    <a:gd name="textAreaLeft" fmla="*/ 0 w 2275920"/>
                    <a:gd name="textAreaRight" fmla="*/ 2291040 w 2275920"/>
                    <a:gd name="textAreaTop" fmla="*/ 0 h 3586320"/>
                    <a:gd name="textAreaBottom" fmla="*/ 3601440 h 3586320"/>
                  </a:gdLst>
                  <a:ahLst/>
                  <a:rect l="textAreaLeft" t="textAreaTop" r="textAreaRight" b="textAreaBottom"/>
                  <a:pathLst>
                    <a:path w="460" h="722">
                      <a:moveTo>
                        <a:pt x="404" y="722"/>
                      </a:moveTo>
                      <a:cubicBezTo>
                        <a:pt x="56" y="722"/>
                        <a:pt x="56" y="722"/>
                        <a:pt x="56" y="722"/>
                      </a:cubicBezTo>
                      <a:cubicBezTo>
                        <a:pt x="25" y="722"/>
                        <a:pt x="0" y="697"/>
                        <a:pt x="0" y="666"/>
                      </a:cubicBezTo>
                      <a:cubicBezTo>
                        <a:pt x="0" y="56"/>
                        <a:pt x="0" y="56"/>
                        <a:pt x="0" y="56"/>
                      </a:cubicBezTo>
                      <a:cubicBezTo>
                        <a:pt x="0" y="25"/>
                        <a:pt x="25" y="0"/>
                        <a:pt x="56" y="0"/>
                      </a:cubicBezTo>
                      <a:cubicBezTo>
                        <a:pt x="404" y="0"/>
                        <a:pt x="404" y="0"/>
                        <a:pt x="404" y="0"/>
                      </a:cubicBezTo>
                      <a:cubicBezTo>
                        <a:pt x="435" y="0"/>
                        <a:pt x="460" y="25"/>
                        <a:pt x="460" y="56"/>
                      </a:cubicBezTo>
                      <a:cubicBezTo>
                        <a:pt x="460" y="666"/>
                        <a:pt x="460" y="666"/>
                        <a:pt x="460" y="666"/>
                      </a:cubicBezTo>
                      <a:cubicBezTo>
                        <a:pt x="460" y="697"/>
                        <a:pt x="435" y="722"/>
                        <a:pt x="404" y="72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  <a:effectLst>
                  <a:outerShdw algn="br" blurRad="114480" dir="13500000" dist="114042" rotWithShape="0">
                    <a:schemeClr val="tx2">
                      <a:alpha val="56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914400">
                    <a:lnSpc>
                      <a:spcPct val="100000"/>
                    </a:lnSpc>
                  </a:pPr>
                  <a:endParaRPr b="0" lang="ru-UA" sz="1800" spc="-1" strike="noStrike">
                    <a:solidFill>
                      <a:schemeClr val="lt1"/>
                    </a:solidFill>
                    <a:latin typeface="Open Sans"/>
                  </a:endParaRPr>
                </a:p>
              </p:txBody>
            </p:sp>
          </p:grpSp>
          <p:sp>
            <p:nvSpPr>
              <p:cNvPr id="509" name="Oval 22"/>
              <p:cNvSpPr/>
              <p:nvPr/>
            </p:nvSpPr>
            <p:spPr>
              <a:xfrm>
                <a:off x="10102680" y="2261160"/>
                <a:ext cx="1428120" cy="1428120"/>
              </a:xfrm>
              <a:prstGeom prst="ellipse">
                <a:avLst/>
              </a:prstGeom>
              <a:gradFill rotWithShape="0">
                <a:gsLst>
                  <a:gs pos="0">
                    <a:srgbClr val="334257"/>
                  </a:gs>
                  <a:gs pos="61000">
                    <a:srgbClr val="242e3d"/>
                  </a:gs>
                </a:gsLst>
                <a:lin ang="13500000"/>
              </a:gradFill>
              <a:ln>
                <a:noFill/>
              </a:ln>
              <a:effectLst>
                <a:innerShdw blurRad="215900" dir="13500000" dist="88900">
                  <a:schemeClr val="bg2">
                    <a:lumMod val="75000"/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sp>
        <p:nvSpPr>
          <p:cNvPr id="510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1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2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3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14" name="Group 34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51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1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17" name="Rectangle 43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1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3539C5A-B683-460C-BF04-E5D93EFFFE9B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Freeform 30"/>
          <p:cNvSpPr/>
          <p:nvPr/>
        </p:nvSpPr>
        <p:spPr>
          <a:xfrm>
            <a:off x="-1935720" y="-101196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521" name="Group 5"/>
          <p:cNvGrpSpPr/>
          <p:nvPr/>
        </p:nvGrpSpPr>
        <p:grpSpPr>
          <a:xfrm>
            <a:off x="811800" y="1545120"/>
            <a:ext cx="2883240" cy="4019760"/>
            <a:chOff x="811800" y="1545120"/>
            <a:chExt cx="2883240" cy="4019760"/>
          </a:xfrm>
        </p:grpSpPr>
        <p:sp>
          <p:nvSpPr>
            <p:cNvPr id="522" name="Freeform 6"/>
            <p:cNvSpPr/>
            <p:nvPr/>
          </p:nvSpPr>
          <p:spPr>
            <a:xfrm>
              <a:off x="811800" y="1545120"/>
              <a:ext cx="2883240" cy="4019760"/>
            </a:xfrm>
            <a:custGeom>
              <a:avLst/>
              <a:gdLst>
                <a:gd name="textAreaLeft" fmla="*/ 0 w 2883240"/>
                <a:gd name="textAreaRight" fmla="*/ 2898360 w 2883240"/>
                <a:gd name="textAreaTop" fmla="*/ 0 h 4019760"/>
                <a:gd name="textAreaBottom" fmla="*/ 4034880 h 401976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23" name="Freeform 30"/>
            <p:cNvSpPr/>
            <p:nvPr/>
          </p:nvSpPr>
          <p:spPr>
            <a:xfrm>
              <a:off x="811800" y="1545120"/>
              <a:ext cx="2883240" cy="4019760"/>
            </a:xfrm>
            <a:custGeom>
              <a:avLst/>
              <a:gdLst>
                <a:gd name="textAreaLeft" fmla="*/ 0 w 2883240"/>
                <a:gd name="textAreaRight" fmla="*/ 2898360 w 2883240"/>
                <a:gd name="textAreaTop" fmla="*/ 0 h 4019760"/>
                <a:gd name="textAreaBottom" fmla="*/ 4034880 h 401976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24" name="Text Placeholder 2"/>
          <p:cNvSpPr/>
          <p:nvPr/>
        </p:nvSpPr>
        <p:spPr>
          <a:xfrm>
            <a:off x="825120" y="1545120"/>
            <a:ext cx="2883240" cy="401976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6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7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8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29" name="Group 20"/>
          <p:cNvGrpSpPr/>
          <p:nvPr/>
        </p:nvGrpSpPr>
        <p:grpSpPr>
          <a:xfrm>
            <a:off x="4573440" y="1545120"/>
            <a:ext cx="2883240" cy="4019760"/>
            <a:chOff x="4573440" y="1545120"/>
            <a:chExt cx="2883240" cy="4019760"/>
          </a:xfrm>
        </p:grpSpPr>
        <p:sp>
          <p:nvSpPr>
            <p:cNvPr id="530" name="Freeform 21"/>
            <p:cNvSpPr/>
            <p:nvPr/>
          </p:nvSpPr>
          <p:spPr>
            <a:xfrm>
              <a:off x="4573440" y="1545120"/>
              <a:ext cx="2883240" cy="4019760"/>
            </a:xfrm>
            <a:custGeom>
              <a:avLst/>
              <a:gdLst>
                <a:gd name="textAreaLeft" fmla="*/ 0 w 2883240"/>
                <a:gd name="textAreaRight" fmla="*/ 2898360 w 2883240"/>
                <a:gd name="textAreaTop" fmla="*/ 0 h 4019760"/>
                <a:gd name="textAreaBottom" fmla="*/ 4034880 h 401976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1" name="Freeform 30"/>
            <p:cNvSpPr/>
            <p:nvPr/>
          </p:nvSpPr>
          <p:spPr>
            <a:xfrm>
              <a:off x="4573440" y="1545120"/>
              <a:ext cx="2883240" cy="4019760"/>
            </a:xfrm>
            <a:custGeom>
              <a:avLst/>
              <a:gdLst>
                <a:gd name="textAreaLeft" fmla="*/ 0 w 2883240"/>
                <a:gd name="textAreaRight" fmla="*/ 2898360 w 2883240"/>
                <a:gd name="textAreaTop" fmla="*/ 0 h 4019760"/>
                <a:gd name="textAreaBottom" fmla="*/ 4034880 h 401976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2" name="Text Placeholder 2"/>
          <p:cNvSpPr/>
          <p:nvPr/>
        </p:nvSpPr>
        <p:spPr>
          <a:xfrm>
            <a:off x="4587120" y="1545120"/>
            <a:ext cx="2883240" cy="401976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3" name="Group 24"/>
          <p:cNvGrpSpPr/>
          <p:nvPr/>
        </p:nvGrpSpPr>
        <p:grpSpPr>
          <a:xfrm>
            <a:off x="8362080" y="1545120"/>
            <a:ext cx="2883240" cy="4019760"/>
            <a:chOff x="8362080" y="1545120"/>
            <a:chExt cx="2883240" cy="4019760"/>
          </a:xfrm>
        </p:grpSpPr>
        <p:sp>
          <p:nvSpPr>
            <p:cNvPr id="534" name="Freeform 25"/>
            <p:cNvSpPr/>
            <p:nvPr/>
          </p:nvSpPr>
          <p:spPr>
            <a:xfrm>
              <a:off x="8362080" y="1545120"/>
              <a:ext cx="2883240" cy="4019760"/>
            </a:xfrm>
            <a:custGeom>
              <a:avLst/>
              <a:gdLst>
                <a:gd name="textAreaLeft" fmla="*/ 0 w 2883240"/>
                <a:gd name="textAreaRight" fmla="*/ 2898360 w 2883240"/>
                <a:gd name="textAreaTop" fmla="*/ 0 h 4019760"/>
                <a:gd name="textAreaBottom" fmla="*/ 4034880 h 401976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5" name="Freeform 30"/>
            <p:cNvSpPr/>
            <p:nvPr/>
          </p:nvSpPr>
          <p:spPr>
            <a:xfrm>
              <a:off x="8362080" y="1545120"/>
              <a:ext cx="2883240" cy="4019760"/>
            </a:xfrm>
            <a:custGeom>
              <a:avLst/>
              <a:gdLst>
                <a:gd name="textAreaLeft" fmla="*/ 0 w 2883240"/>
                <a:gd name="textAreaRight" fmla="*/ 2898360 w 2883240"/>
                <a:gd name="textAreaTop" fmla="*/ 0 h 4019760"/>
                <a:gd name="textAreaBottom" fmla="*/ 4034880 h 4019760"/>
              </a:gdLst>
              <a:ahLst/>
              <a:rect l="textAreaLeft" t="textAreaTop" r="textAreaRight" b="textAreaBottom"/>
              <a:pathLst>
                <a:path w="660" h="918">
                  <a:moveTo>
                    <a:pt x="592" y="918"/>
                  </a:moveTo>
                  <a:cubicBezTo>
                    <a:pt x="69" y="918"/>
                    <a:pt x="69" y="918"/>
                    <a:pt x="69" y="918"/>
                  </a:cubicBezTo>
                  <a:cubicBezTo>
                    <a:pt x="31" y="918"/>
                    <a:pt x="0" y="887"/>
                    <a:pt x="0" y="8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592" y="0"/>
                    <a:pt x="592" y="0"/>
                    <a:pt x="592" y="0"/>
                  </a:cubicBezTo>
                  <a:cubicBezTo>
                    <a:pt x="630" y="0"/>
                    <a:pt x="660" y="31"/>
                    <a:pt x="660" y="69"/>
                  </a:cubicBezTo>
                  <a:cubicBezTo>
                    <a:pt x="660" y="849"/>
                    <a:pt x="660" y="849"/>
                    <a:pt x="660" y="849"/>
                  </a:cubicBezTo>
                  <a:cubicBezTo>
                    <a:pt x="660" y="887"/>
                    <a:pt x="630" y="918"/>
                    <a:pt x="592" y="918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36" name="Text Placeholder 2"/>
          <p:cNvSpPr/>
          <p:nvPr/>
        </p:nvSpPr>
        <p:spPr>
          <a:xfrm>
            <a:off x="8375760" y="1545120"/>
            <a:ext cx="2883240" cy="4019760"/>
          </a:xfrm>
          <a:prstGeom prst="roundRect">
            <a:avLst>
              <a:gd name="adj" fmla="val 11472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7" name="Group 18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53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39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40" name="Rectangle 31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4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CBD5A7C-BF4E-4264-8E20-A9EF1E9F929B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Freeform 51"/>
          <p:cNvSpPr/>
          <p:nvPr/>
        </p:nvSpPr>
        <p:spPr>
          <a:xfrm>
            <a:off x="-1935720" y="-101196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544" name="Group 5"/>
          <p:cNvGrpSpPr/>
          <p:nvPr/>
        </p:nvGrpSpPr>
        <p:grpSpPr>
          <a:xfrm>
            <a:off x="10181520" y="3993840"/>
            <a:ext cx="337320" cy="342720"/>
            <a:chOff x="10181520" y="3993840"/>
            <a:chExt cx="337320" cy="342720"/>
          </a:xfrm>
        </p:grpSpPr>
        <p:sp>
          <p:nvSpPr>
            <p:cNvPr id="545" name="Oval 12"/>
            <p:cNvSpPr/>
            <p:nvPr/>
          </p:nvSpPr>
          <p:spPr>
            <a:xfrm>
              <a:off x="10272600" y="4090320"/>
              <a:ext cx="150120" cy="1501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46" name="Oval 16"/>
            <p:cNvSpPr/>
            <p:nvPr/>
          </p:nvSpPr>
          <p:spPr>
            <a:xfrm>
              <a:off x="10181520" y="3993840"/>
              <a:ext cx="337320" cy="34272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47" name="Group 8"/>
          <p:cNvGrpSpPr/>
          <p:nvPr/>
        </p:nvGrpSpPr>
        <p:grpSpPr>
          <a:xfrm>
            <a:off x="7273080" y="3992760"/>
            <a:ext cx="337320" cy="342720"/>
            <a:chOff x="7273080" y="3992760"/>
            <a:chExt cx="337320" cy="342720"/>
          </a:xfrm>
        </p:grpSpPr>
        <p:sp>
          <p:nvSpPr>
            <p:cNvPr id="548" name="Oval 13"/>
            <p:cNvSpPr/>
            <p:nvPr/>
          </p:nvSpPr>
          <p:spPr>
            <a:xfrm>
              <a:off x="7363800" y="4089240"/>
              <a:ext cx="155520" cy="1501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49" name="Oval 17"/>
            <p:cNvSpPr/>
            <p:nvPr/>
          </p:nvSpPr>
          <p:spPr>
            <a:xfrm>
              <a:off x="7273080" y="3992760"/>
              <a:ext cx="337320" cy="34272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50" name="Group 11"/>
          <p:cNvGrpSpPr/>
          <p:nvPr/>
        </p:nvGrpSpPr>
        <p:grpSpPr>
          <a:xfrm>
            <a:off x="4402440" y="3992760"/>
            <a:ext cx="342720" cy="342720"/>
            <a:chOff x="4402440" y="3992760"/>
            <a:chExt cx="342720" cy="342720"/>
          </a:xfrm>
        </p:grpSpPr>
        <p:sp>
          <p:nvSpPr>
            <p:cNvPr id="551" name="Oval 14"/>
            <p:cNvSpPr/>
            <p:nvPr/>
          </p:nvSpPr>
          <p:spPr>
            <a:xfrm>
              <a:off x="4498920" y="4089240"/>
              <a:ext cx="150120" cy="1501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52" name="Oval 18"/>
            <p:cNvSpPr/>
            <p:nvPr/>
          </p:nvSpPr>
          <p:spPr>
            <a:xfrm>
              <a:off x="4402440" y="3992760"/>
              <a:ext cx="342720" cy="34272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553" name="Group 14"/>
          <p:cNvGrpSpPr/>
          <p:nvPr/>
        </p:nvGrpSpPr>
        <p:grpSpPr>
          <a:xfrm>
            <a:off x="1364760" y="3992760"/>
            <a:ext cx="342720" cy="342720"/>
            <a:chOff x="1364760" y="3992760"/>
            <a:chExt cx="342720" cy="342720"/>
          </a:xfrm>
        </p:grpSpPr>
        <p:sp>
          <p:nvSpPr>
            <p:cNvPr id="554" name="Oval 15"/>
            <p:cNvSpPr/>
            <p:nvPr/>
          </p:nvSpPr>
          <p:spPr>
            <a:xfrm>
              <a:off x="1459440" y="4089240"/>
              <a:ext cx="151920" cy="150120"/>
            </a:xfrm>
            <a:prstGeom prst="ellips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555" name="Oval 19"/>
            <p:cNvSpPr/>
            <p:nvPr/>
          </p:nvSpPr>
          <p:spPr>
            <a:xfrm>
              <a:off x="1364760" y="3992760"/>
              <a:ext cx="342720" cy="342720"/>
            </a:xfrm>
            <a:prstGeom prst="ellipse">
              <a:avLst/>
            </a:prstGeom>
            <a:noFill/>
            <a:ln cap="rnd" w="44450">
              <a:solidFill>
                <a:srgbClr val="6e84a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556" name="Freeform 20"/>
          <p:cNvSpPr/>
          <p:nvPr/>
        </p:nvSpPr>
        <p:spPr>
          <a:xfrm>
            <a:off x="10322280" y="3063240"/>
            <a:ext cx="55800" cy="840600"/>
          </a:xfrm>
          <a:custGeom>
            <a:avLst/>
            <a:gdLst>
              <a:gd name="textAreaLeft" fmla="*/ 0 w 55800"/>
              <a:gd name="textAreaRight" fmla="*/ 70920 w 55800"/>
              <a:gd name="textAreaTop" fmla="*/ 0 h 840600"/>
              <a:gd name="textAreaBottom" fmla="*/ 855720 h 84060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4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3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3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4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4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3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3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4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4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3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3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4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4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3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3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4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4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3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3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4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3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3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7" name="Freeform 21"/>
          <p:cNvSpPr/>
          <p:nvPr/>
        </p:nvSpPr>
        <p:spPr>
          <a:xfrm>
            <a:off x="7413840" y="3048840"/>
            <a:ext cx="55800" cy="840600"/>
          </a:xfrm>
          <a:custGeom>
            <a:avLst/>
            <a:gdLst>
              <a:gd name="textAreaLeft" fmla="*/ 0 w 55800"/>
              <a:gd name="textAreaRight" fmla="*/ 70920 w 55800"/>
              <a:gd name="textAreaTop" fmla="*/ 0 h 840600"/>
              <a:gd name="textAreaBottom" fmla="*/ 855720 h 84060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3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3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3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3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3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3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3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3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3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8" name="Freeform 22"/>
          <p:cNvSpPr/>
          <p:nvPr/>
        </p:nvSpPr>
        <p:spPr>
          <a:xfrm>
            <a:off x="4550040" y="3059640"/>
            <a:ext cx="54000" cy="840600"/>
          </a:xfrm>
          <a:custGeom>
            <a:avLst/>
            <a:gdLst>
              <a:gd name="textAreaLeft" fmla="*/ 0 w 54000"/>
              <a:gd name="textAreaRight" fmla="*/ 69120 w 54000"/>
              <a:gd name="textAreaTop" fmla="*/ 0 h 840600"/>
              <a:gd name="textAreaBottom" fmla="*/ 855720 h 84060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3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3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3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3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3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3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3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3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3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3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3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3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559" name="Freeform 23"/>
          <p:cNvSpPr/>
          <p:nvPr/>
        </p:nvSpPr>
        <p:spPr>
          <a:xfrm>
            <a:off x="1504800" y="3054240"/>
            <a:ext cx="54000" cy="840600"/>
          </a:xfrm>
          <a:custGeom>
            <a:avLst/>
            <a:gdLst>
              <a:gd name="textAreaLeft" fmla="*/ 0 w 54000"/>
              <a:gd name="textAreaRight" fmla="*/ 69120 w 54000"/>
              <a:gd name="textAreaTop" fmla="*/ 0 h 840600"/>
              <a:gd name="textAreaBottom" fmla="*/ 855720 h 840600"/>
            </a:gdLst>
            <a:ahLst/>
            <a:rect l="textAreaLeft" t="textAreaTop" r="textAreaRight" b="textAreaBottom"/>
            <a:pathLst>
              <a:path w="16" h="196">
                <a:moveTo>
                  <a:pt x="0" y="188"/>
                </a:moveTo>
                <a:cubicBezTo>
                  <a:pt x="0" y="183"/>
                  <a:pt x="4" y="180"/>
                  <a:pt x="8" y="180"/>
                </a:cubicBezTo>
                <a:cubicBezTo>
                  <a:pt x="8" y="180"/>
                  <a:pt x="8" y="180"/>
                  <a:pt x="8" y="180"/>
                </a:cubicBezTo>
                <a:cubicBezTo>
                  <a:pt x="12" y="180"/>
                  <a:pt x="16" y="183"/>
                  <a:pt x="16" y="188"/>
                </a:cubicBezTo>
                <a:cubicBezTo>
                  <a:pt x="16" y="188"/>
                  <a:pt x="16" y="188"/>
                  <a:pt x="16" y="188"/>
                </a:cubicBezTo>
                <a:cubicBezTo>
                  <a:pt x="16" y="192"/>
                  <a:pt x="12" y="196"/>
                  <a:pt x="8" y="196"/>
                </a:cubicBezTo>
                <a:cubicBezTo>
                  <a:pt x="8" y="196"/>
                  <a:pt x="8" y="196"/>
                  <a:pt x="8" y="196"/>
                </a:cubicBezTo>
                <a:cubicBezTo>
                  <a:pt x="4" y="196"/>
                  <a:pt x="0" y="192"/>
                  <a:pt x="0" y="188"/>
                </a:cubicBezTo>
                <a:close/>
                <a:moveTo>
                  <a:pt x="0" y="152"/>
                </a:moveTo>
                <a:cubicBezTo>
                  <a:pt x="0" y="147"/>
                  <a:pt x="4" y="144"/>
                  <a:pt x="8" y="144"/>
                </a:cubicBezTo>
                <a:cubicBezTo>
                  <a:pt x="8" y="144"/>
                  <a:pt x="8" y="144"/>
                  <a:pt x="8" y="144"/>
                </a:cubicBezTo>
                <a:cubicBezTo>
                  <a:pt x="12" y="144"/>
                  <a:pt x="16" y="147"/>
                  <a:pt x="16" y="152"/>
                </a:cubicBezTo>
                <a:cubicBezTo>
                  <a:pt x="16" y="152"/>
                  <a:pt x="16" y="152"/>
                  <a:pt x="16" y="152"/>
                </a:cubicBezTo>
                <a:cubicBezTo>
                  <a:pt x="16" y="156"/>
                  <a:pt x="12" y="160"/>
                  <a:pt x="8" y="160"/>
                </a:cubicBezTo>
                <a:cubicBezTo>
                  <a:pt x="8" y="160"/>
                  <a:pt x="8" y="160"/>
                  <a:pt x="8" y="160"/>
                </a:cubicBezTo>
                <a:cubicBezTo>
                  <a:pt x="4" y="160"/>
                  <a:pt x="0" y="156"/>
                  <a:pt x="0" y="152"/>
                </a:cubicBezTo>
                <a:close/>
                <a:moveTo>
                  <a:pt x="0" y="116"/>
                </a:moveTo>
                <a:cubicBezTo>
                  <a:pt x="0" y="111"/>
                  <a:pt x="4" y="108"/>
                  <a:pt x="8" y="108"/>
                </a:cubicBezTo>
                <a:cubicBezTo>
                  <a:pt x="8" y="108"/>
                  <a:pt x="8" y="108"/>
                  <a:pt x="8" y="108"/>
                </a:cubicBezTo>
                <a:cubicBezTo>
                  <a:pt x="12" y="108"/>
                  <a:pt x="16" y="111"/>
                  <a:pt x="16" y="116"/>
                </a:cubicBezTo>
                <a:cubicBezTo>
                  <a:pt x="16" y="116"/>
                  <a:pt x="16" y="116"/>
                  <a:pt x="16" y="116"/>
                </a:cubicBezTo>
                <a:cubicBezTo>
                  <a:pt x="16" y="120"/>
                  <a:pt x="12" y="124"/>
                  <a:pt x="8" y="124"/>
                </a:cubicBezTo>
                <a:cubicBezTo>
                  <a:pt x="8" y="124"/>
                  <a:pt x="8" y="124"/>
                  <a:pt x="8" y="124"/>
                </a:cubicBezTo>
                <a:cubicBezTo>
                  <a:pt x="4" y="124"/>
                  <a:pt x="0" y="120"/>
                  <a:pt x="0" y="116"/>
                </a:cubicBezTo>
                <a:close/>
                <a:moveTo>
                  <a:pt x="0" y="80"/>
                </a:moveTo>
                <a:cubicBezTo>
                  <a:pt x="0" y="75"/>
                  <a:pt x="4" y="72"/>
                  <a:pt x="8" y="72"/>
                </a:cubicBezTo>
                <a:cubicBezTo>
                  <a:pt x="8" y="72"/>
                  <a:pt x="8" y="72"/>
                  <a:pt x="8" y="72"/>
                </a:cubicBezTo>
                <a:cubicBezTo>
                  <a:pt x="12" y="72"/>
                  <a:pt x="16" y="75"/>
                  <a:pt x="16" y="80"/>
                </a:cubicBezTo>
                <a:cubicBezTo>
                  <a:pt x="16" y="80"/>
                  <a:pt x="16" y="80"/>
                  <a:pt x="16" y="80"/>
                </a:cubicBezTo>
                <a:cubicBezTo>
                  <a:pt x="16" y="84"/>
                  <a:pt x="12" y="88"/>
                  <a:pt x="8" y="88"/>
                </a:cubicBezTo>
                <a:cubicBezTo>
                  <a:pt x="8" y="88"/>
                  <a:pt x="8" y="88"/>
                  <a:pt x="8" y="88"/>
                </a:cubicBezTo>
                <a:cubicBezTo>
                  <a:pt x="4" y="88"/>
                  <a:pt x="0" y="84"/>
                  <a:pt x="0" y="80"/>
                </a:cubicBezTo>
                <a:close/>
                <a:moveTo>
                  <a:pt x="0" y="44"/>
                </a:moveTo>
                <a:cubicBezTo>
                  <a:pt x="0" y="39"/>
                  <a:pt x="4" y="36"/>
                  <a:pt x="8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12" y="36"/>
                  <a:pt x="16" y="39"/>
                  <a:pt x="16" y="44"/>
                </a:cubicBezTo>
                <a:cubicBezTo>
                  <a:pt x="16" y="44"/>
                  <a:pt x="16" y="44"/>
                  <a:pt x="16" y="44"/>
                </a:cubicBezTo>
                <a:cubicBezTo>
                  <a:pt x="16" y="48"/>
                  <a:pt x="12" y="52"/>
                  <a:pt x="8" y="52"/>
                </a:cubicBezTo>
                <a:cubicBezTo>
                  <a:pt x="8" y="52"/>
                  <a:pt x="8" y="52"/>
                  <a:pt x="8" y="52"/>
                </a:cubicBezTo>
                <a:cubicBezTo>
                  <a:pt x="4" y="52"/>
                  <a:pt x="0" y="48"/>
                  <a:pt x="0" y="44"/>
                </a:cubicBezTo>
                <a:close/>
                <a:moveTo>
                  <a:pt x="0" y="8"/>
                </a:moveTo>
                <a:cubicBezTo>
                  <a:pt x="0" y="3"/>
                  <a:pt x="4" y="0"/>
                  <a:pt x="8" y="0"/>
                </a:cubicBezTo>
                <a:cubicBezTo>
                  <a:pt x="8" y="0"/>
                  <a:pt x="8" y="0"/>
                  <a:pt x="8" y="0"/>
                </a:cubicBezTo>
                <a:cubicBezTo>
                  <a:pt x="12" y="0"/>
                  <a:pt x="16" y="3"/>
                  <a:pt x="16" y="8"/>
                </a:cubicBezTo>
                <a:cubicBezTo>
                  <a:pt x="16" y="8"/>
                  <a:pt x="16" y="8"/>
                  <a:pt x="16" y="8"/>
                </a:cubicBezTo>
                <a:cubicBezTo>
                  <a:pt x="16" y="12"/>
                  <a:pt x="12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4" y="16"/>
                  <a:pt x="0" y="12"/>
                  <a:pt x="0" y="8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560" name="Group 54"/>
          <p:cNvGrpSpPr/>
          <p:nvPr/>
        </p:nvGrpSpPr>
        <p:grpSpPr>
          <a:xfrm>
            <a:off x="524520" y="986040"/>
            <a:ext cx="2161440" cy="2163240"/>
            <a:chOff x="524520" y="986040"/>
            <a:chExt cx="2161440" cy="2163240"/>
          </a:xfrm>
        </p:grpSpPr>
        <p:sp>
          <p:nvSpPr>
            <p:cNvPr id="561" name="Freeform 6"/>
            <p:cNvSpPr/>
            <p:nvPr/>
          </p:nvSpPr>
          <p:spPr>
            <a:xfrm>
              <a:off x="524520" y="986040"/>
              <a:ext cx="2161440" cy="2163240"/>
            </a:xfrm>
            <a:custGeom>
              <a:avLst/>
              <a:gdLst>
                <a:gd name="textAreaLeft" fmla="*/ 0 w 2161440"/>
                <a:gd name="textAreaRight" fmla="*/ 2176560 w 2161440"/>
                <a:gd name="textAreaTop" fmla="*/ 0 h 2163240"/>
                <a:gd name="textAreaBottom" fmla="*/ 2178360 h 2163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2" name="Freeform 6"/>
            <p:cNvSpPr/>
            <p:nvPr/>
          </p:nvSpPr>
          <p:spPr>
            <a:xfrm>
              <a:off x="524520" y="986040"/>
              <a:ext cx="2161440" cy="2163240"/>
            </a:xfrm>
            <a:custGeom>
              <a:avLst/>
              <a:gdLst>
                <a:gd name="textAreaLeft" fmla="*/ 0 w 2161440"/>
                <a:gd name="textAreaRight" fmla="*/ 2176560 w 2161440"/>
                <a:gd name="textAreaTop" fmla="*/ 0 h 2163240"/>
                <a:gd name="textAreaBottom" fmla="*/ 2178360 h 2163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3" name="Group 58"/>
          <p:cNvGrpSpPr/>
          <p:nvPr/>
        </p:nvGrpSpPr>
        <p:grpSpPr>
          <a:xfrm>
            <a:off x="3493080" y="979920"/>
            <a:ext cx="2161440" cy="2163240"/>
            <a:chOff x="3493080" y="979920"/>
            <a:chExt cx="2161440" cy="2163240"/>
          </a:xfrm>
        </p:grpSpPr>
        <p:sp>
          <p:nvSpPr>
            <p:cNvPr id="564" name="Freeform 6"/>
            <p:cNvSpPr/>
            <p:nvPr/>
          </p:nvSpPr>
          <p:spPr>
            <a:xfrm>
              <a:off x="3493080" y="979920"/>
              <a:ext cx="2161440" cy="2163240"/>
            </a:xfrm>
            <a:custGeom>
              <a:avLst/>
              <a:gdLst>
                <a:gd name="textAreaLeft" fmla="*/ 0 w 2161440"/>
                <a:gd name="textAreaRight" fmla="*/ 2176560 w 2161440"/>
                <a:gd name="textAreaTop" fmla="*/ 0 h 2163240"/>
                <a:gd name="textAreaBottom" fmla="*/ 2178360 h 2163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5" name="Freeform 6"/>
            <p:cNvSpPr/>
            <p:nvPr/>
          </p:nvSpPr>
          <p:spPr>
            <a:xfrm>
              <a:off x="3493080" y="979920"/>
              <a:ext cx="2161440" cy="2163240"/>
            </a:xfrm>
            <a:custGeom>
              <a:avLst/>
              <a:gdLst>
                <a:gd name="textAreaLeft" fmla="*/ 0 w 2161440"/>
                <a:gd name="textAreaRight" fmla="*/ 2176560 w 2161440"/>
                <a:gd name="textAreaTop" fmla="*/ 0 h 2163240"/>
                <a:gd name="textAreaBottom" fmla="*/ 2178360 h 2163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6" name="Group 62"/>
          <p:cNvGrpSpPr/>
          <p:nvPr/>
        </p:nvGrpSpPr>
        <p:grpSpPr>
          <a:xfrm>
            <a:off x="6459120" y="979920"/>
            <a:ext cx="2161440" cy="2163240"/>
            <a:chOff x="6459120" y="979920"/>
            <a:chExt cx="2161440" cy="2163240"/>
          </a:xfrm>
        </p:grpSpPr>
        <p:sp>
          <p:nvSpPr>
            <p:cNvPr id="567" name="Freeform 6"/>
            <p:cNvSpPr/>
            <p:nvPr/>
          </p:nvSpPr>
          <p:spPr>
            <a:xfrm>
              <a:off x="6459120" y="979920"/>
              <a:ext cx="2161440" cy="2163240"/>
            </a:xfrm>
            <a:custGeom>
              <a:avLst/>
              <a:gdLst>
                <a:gd name="textAreaLeft" fmla="*/ 0 w 2161440"/>
                <a:gd name="textAreaRight" fmla="*/ 2176560 w 2161440"/>
                <a:gd name="textAreaTop" fmla="*/ 0 h 2163240"/>
                <a:gd name="textAreaBottom" fmla="*/ 2178360 h 2163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68" name="Freeform 6"/>
            <p:cNvSpPr/>
            <p:nvPr/>
          </p:nvSpPr>
          <p:spPr>
            <a:xfrm>
              <a:off x="6459120" y="979920"/>
              <a:ext cx="2161440" cy="2163240"/>
            </a:xfrm>
            <a:custGeom>
              <a:avLst/>
              <a:gdLst>
                <a:gd name="textAreaLeft" fmla="*/ 0 w 2161440"/>
                <a:gd name="textAreaRight" fmla="*/ 2176560 w 2161440"/>
                <a:gd name="textAreaTop" fmla="*/ 0 h 2163240"/>
                <a:gd name="textAreaBottom" fmla="*/ 2178360 h 2163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569" name="Group 66"/>
          <p:cNvGrpSpPr/>
          <p:nvPr/>
        </p:nvGrpSpPr>
        <p:grpSpPr>
          <a:xfrm>
            <a:off x="9425160" y="979920"/>
            <a:ext cx="2161440" cy="2163240"/>
            <a:chOff x="9425160" y="979920"/>
            <a:chExt cx="2161440" cy="2163240"/>
          </a:xfrm>
        </p:grpSpPr>
        <p:sp>
          <p:nvSpPr>
            <p:cNvPr id="570" name="Freeform 6"/>
            <p:cNvSpPr/>
            <p:nvPr/>
          </p:nvSpPr>
          <p:spPr>
            <a:xfrm>
              <a:off x="9425160" y="979920"/>
              <a:ext cx="2161440" cy="2163240"/>
            </a:xfrm>
            <a:custGeom>
              <a:avLst/>
              <a:gdLst>
                <a:gd name="textAreaLeft" fmla="*/ 0 w 2161440"/>
                <a:gd name="textAreaRight" fmla="*/ 2176560 w 2161440"/>
                <a:gd name="textAreaTop" fmla="*/ 0 h 2163240"/>
                <a:gd name="textAreaBottom" fmla="*/ 2178360 h 2163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27080" dir="2700000" dist="75858" rotWithShape="0">
                <a:schemeClr val="tx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71" name="Freeform 6"/>
            <p:cNvSpPr/>
            <p:nvPr/>
          </p:nvSpPr>
          <p:spPr>
            <a:xfrm>
              <a:off x="9425160" y="979920"/>
              <a:ext cx="2161440" cy="2163240"/>
            </a:xfrm>
            <a:custGeom>
              <a:avLst/>
              <a:gdLst>
                <a:gd name="textAreaLeft" fmla="*/ 0 w 2161440"/>
                <a:gd name="textAreaRight" fmla="*/ 2176560 w 2161440"/>
                <a:gd name="textAreaTop" fmla="*/ 0 h 2163240"/>
                <a:gd name="textAreaBottom" fmla="*/ 2178360 h 2163240"/>
              </a:gdLst>
              <a:ahLst/>
              <a:rect l="textAreaLeft" t="textAreaTop" r="textAreaRight" b="textAreaBottom"/>
              <a:pathLst>
                <a:path w="473" h="473">
                  <a:moveTo>
                    <a:pt x="447" y="473"/>
                  </a:moveTo>
                  <a:cubicBezTo>
                    <a:pt x="25" y="473"/>
                    <a:pt x="25" y="473"/>
                    <a:pt x="25" y="473"/>
                  </a:cubicBezTo>
                  <a:cubicBezTo>
                    <a:pt x="11" y="473"/>
                    <a:pt x="0" y="462"/>
                    <a:pt x="0" y="44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12"/>
                    <a:pt x="11" y="0"/>
                    <a:pt x="25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62" y="0"/>
                    <a:pt x="473" y="12"/>
                    <a:pt x="473" y="26"/>
                  </a:cubicBezTo>
                  <a:cubicBezTo>
                    <a:pt x="473" y="448"/>
                    <a:pt x="473" y="448"/>
                    <a:pt x="473" y="448"/>
                  </a:cubicBezTo>
                  <a:cubicBezTo>
                    <a:pt x="473" y="462"/>
                    <a:pt x="462" y="473"/>
                    <a:pt x="447" y="473"/>
                  </a:cubicBezTo>
                  <a:close/>
                  <a:moveTo>
                    <a:pt x="52" y="447"/>
                  </a:moveTo>
                  <a:cubicBezTo>
                    <a:pt x="421" y="447"/>
                    <a:pt x="421" y="447"/>
                    <a:pt x="421" y="447"/>
                  </a:cubicBezTo>
                  <a:cubicBezTo>
                    <a:pt x="435" y="447"/>
                    <a:pt x="446" y="435"/>
                    <a:pt x="446" y="421"/>
                  </a:cubicBezTo>
                  <a:cubicBezTo>
                    <a:pt x="446" y="53"/>
                    <a:pt x="446" y="53"/>
                    <a:pt x="446" y="53"/>
                  </a:cubicBezTo>
                  <a:cubicBezTo>
                    <a:pt x="446" y="38"/>
                    <a:pt x="435" y="27"/>
                    <a:pt x="421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8" y="27"/>
                    <a:pt x="26" y="38"/>
                    <a:pt x="26" y="53"/>
                  </a:cubicBezTo>
                  <a:cubicBezTo>
                    <a:pt x="26" y="421"/>
                    <a:pt x="26" y="421"/>
                    <a:pt x="26" y="421"/>
                  </a:cubicBezTo>
                  <a:cubicBezTo>
                    <a:pt x="26" y="435"/>
                    <a:pt x="38" y="447"/>
                    <a:pt x="52" y="447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28600" dir="13191929" dist="88176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72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3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4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5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76" name="Group 47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57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57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579" name="Rectangle 52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58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5FD1D27-39F8-4F1C-8500-C761D96535DC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Freeform 97"/>
          <p:cNvSpPr/>
          <p:nvPr/>
        </p:nvSpPr>
        <p:spPr>
          <a:xfrm rot="370200">
            <a:off x="-2111040" y="-152820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583" name="Freeform 13"/>
          <p:cNvSpPr/>
          <p:nvPr/>
        </p:nvSpPr>
        <p:spPr>
          <a:xfrm>
            <a:off x="10452240" y="3330720"/>
            <a:ext cx="969120" cy="83160"/>
          </a:xfrm>
          <a:custGeom>
            <a:avLst/>
            <a:gdLst>
              <a:gd name="textAreaLeft" fmla="*/ 0 w 969120"/>
              <a:gd name="textAreaRight" fmla="*/ 984240 w 969120"/>
              <a:gd name="textAreaTop" fmla="*/ 0 h 83160"/>
              <a:gd name="textAreaBottom" fmla="*/ 98280 h 83160"/>
            </a:gdLst>
            <a:ahLst/>
            <a:rect l="textAreaLeft" t="textAreaTop" r="textAreaRight" b="textAreaBottom"/>
            <a:pathLst>
              <a:path w="259" h="26">
                <a:moveTo>
                  <a:pt x="259" y="26"/>
                </a:moveTo>
                <a:cubicBezTo>
                  <a:pt x="26" y="26"/>
                  <a:pt x="26" y="26"/>
                  <a:pt x="26" y="26"/>
                </a:cubicBezTo>
                <a:cubicBezTo>
                  <a:pt x="26" y="12"/>
                  <a:pt x="14" y="0"/>
                  <a:pt x="0" y="0"/>
                </a:cubicBezTo>
              </a:path>
            </a:pathLst>
          </a:custGeom>
          <a:noFill/>
          <a:ln cap="rnd" w="3810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584" name="Group 6"/>
          <p:cNvGrpSpPr/>
          <p:nvPr/>
        </p:nvGrpSpPr>
        <p:grpSpPr>
          <a:xfrm>
            <a:off x="1744560" y="2349360"/>
            <a:ext cx="1154520" cy="1064520"/>
            <a:chOff x="1744560" y="2349360"/>
            <a:chExt cx="1154520" cy="1064520"/>
          </a:xfrm>
        </p:grpSpPr>
        <p:sp>
          <p:nvSpPr>
            <p:cNvPr id="585" name="Freeform 6"/>
            <p:cNvSpPr/>
            <p:nvPr/>
          </p:nvSpPr>
          <p:spPr>
            <a:xfrm>
              <a:off x="1744560" y="2441520"/>
              <a:ext cx="1073880" cy="972360"/>
            </a:xfrm>
            <a:custGeom>
              <a:avLst/>
              <a:gdLst>
                <a:gd name="textAreaLeft" fmla="*/ 0 w 1073880"/>
                <a:gd name="textAreaRight" fmla="*/ 1089000 w 1073880"/>
                <a:gd name="textAreaTop" fmla="*/ 0 h 972360"/>
                <a:gd name="textAreaBottom" fmla="*/ 987480 h 97236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2" y="233"/>
                    <a:pt x="260" y="245"/>
                    <a:pt x="260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86" name="Group 8"/>
            <p:cNvGrpSpPr/>
            <p:nvPr/>
          </p:nvGrpSpPr>
          <p:grpSpPr>
            <a:xfrm>
              <a:off x="2743560" y="2349360"/>
              <a:ext cx="155520" cy="155520"/>
              <a:chOff x="2743560" y="2349360"/>
              <a:chExt cx="155520" cy="155520"/>
            </a:xfrm>
          </p:grpSpPr>
          <p:sp>
            <p:nvSpPr>
              <p:cNvPr id="587" name="Oval 9"/>
              <p:cNvSpPr/>
              <p:nvPr/>
            </p:nvSpPr>
            <p:spPr>
              <a:xfrm>
                <a:off x="2743560" y="234936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88" name="Oval 28"/>
              <p:cNvSpPr/>
              <p:nvPr/>
            </p:nvSpPr>
            <p:spPr>
              <a:xfrm>
                <a:off x="2786760" y="239256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89" name="Group 11"/>
          <p:cNvGrpSpPr/>
          <p:nvPr/>
        </p:nvGrpSpPr>
        <p:grpSpPr>
          <a:xfrm>
            <a:off x="3921120" y="2349360"/>
            <a:ext cx="1159200" cy="1064520"/>
            <a:chOff x="3921120" y="2349360"/>
            <a:chExt cx="1159200" cy="1064520"/>
          </a:xfrm>
        </p:grpSpPr>
        <p:sp>
          <p:nvSpPr>
            <p:cNvPr id="590" name="Freeform 7"/>
            <p:cNvSpPr/>
            <p:nvPr/>
          </p:nvSpPr>
          <p:spPr>
            <a:xfrm>
              <a:off x="3921120" y="2441520"/>
              <a:ext cx="1073880" cy="972360"/>
            </a:xfrm>
            <a:custGeom>
              <a:avLst/>
              <a:gdLst>
                <a:gd name="textAreaLeft" fmla="*/ 0 w 1073880"/>
                <a:gd name="textAreaRight" fmla="*/ 1089000 w 1073880"/>
                <a:gd name="textAreaTop" fmla="*/ 0 h 972360"/>
                <a:gd name="textAreaBottom" fmla="*/ 987480 h 97236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60" y="245"/>
                    <a:pt x="260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91" name="Group 13"/>
            <p:cNvGrpSpPr/>
            <p:nvPr/>
          </p:nvGrpSpPr>
          <p:grpSpPr>
            <a:xfrm>
              <a:off x="4924800" y="2349360"/>
              <a:ext cx="155520" cy="155520"/>
              <a:chOff x="4924800" y="2349360"/>
              <a:chExt cx="155520" cy="155520"/>
            </a:xfrm>
          </p:grpSpPr>
          <p:sp>
            <p:nvSpPr>
              <p:cNvPr id="592" name="Oval 14"/>
              <p:cNvSpPr/>
              <p:nvPr/>
            </p:nvSpPr>
            <p:spPr>
              <a:xfrm>
                <a:off x="4924800" y="234936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93" name="Oval 28"/>
              <p:cNvSpPr/>
              <p:nvPr/>
            </p:nvSpPr>
            <p:spPr>
              <a:xfrm>
                <a:off x="4968000" y="239256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94" name="Group 16"/>
          <p:cNvGrpSpPr/>
          <p:nvPr/>
        </p:nvGrpSpPr>
        <p:grpSpPr>
          <a:xfrm>
            <a:off x="6097680" y="2349360"/>
            <a:ext cx="1150560" cy="1064520"/>
            <a:chOff x="6097680" y="2349360"/>
            <a:chExt cx="1150560" cy="1064520"/>
          </a:xfrm>
        </p:grpSpPr>
        <p:sp>
          <p:nvSpPr>
            <p:cNvPr id="595" name="Freeform 8"/>
            <p:cNvSpPr/>
            <p:nvPr/>
          </p:nvSpPr>
          <p:spPr>
            <a:xfrm>
              <a:off x="6097680" y="2441520"/>
              <a:ext cx="1073880" cy="972360"/>
            </a:xfrm>
            <a:custGeom>
              <a:avLst/>
              <a:gdLst>
                <a:gd name="textAreaLeft" fmla="*/ 0 w 1073880"/>
                <a:gd name="textAreaRight" fmla="*/ 1089000 w 1073880"/>
                <a:gd name="textAreaTop" fmla="*/ 0 h 972360"/>
                <a:gd name="textAreaBottom" fmla="*/ 987480 h 97236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59" y="245"/>
                    <a:pt x="259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596" name="Group 18"/>
            <p:cNvGrpSpPr/>
            <p:nvPr/>
          </p:nvGrpSpPr>
          <p:grpSpPr>
            <a:xfrm>
              <a:off x="7092720" y="2349360"/>
              <a:ext cx="155520" cy="155520"/>
              <a:chOff x="7092720" y="2349360"/>
              <a:chExt cx="155520" cy="155520"/>
            </a:xfrm>
          </p:grpSpPr>
          <p:sp>
            <p:nvSpPr>
              <p:cNvPr id="597" name="Oval 19"/>
              <p:cNvSpPr/>
              <p:nvPr/>
            </p:nvSpPr>
            <p:spPr>
              <a:xfrm>
                <a:off x="7092720" y="234936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598" name="Oval 28"/>
              <p:cNvSpPr/>
              <p:nvPr/>
            </p:nvSpPr>
            <p:spPr>
              <a:xfrm>
                <a:off x="7135920" y="239256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599" name="Group 21"/>
          <p:cNvGrpSpPr/>
          <p:nvPr/>
        </p:nvGrpSpPr>
        <p:grpSpPr>
          <a:xfrm>
            <a:off x="8273880" y="2349360"/>
            <a:ext cx="1148400" cy="1064520"/>
            <a:chOff x="8273880" y="2349360"/>
            <a:chExt cx="1148400" cy="1064520"/>
          </a:xfrm>
        </p:grpSpPr>
        <p:sp>
          <p:nvSpPr>
            <p:cNvPr id="600" name="Freeform 15"/>
            <p:cNvSpPr/>
            <p:nvPr/>
          </p:nvSpPr>
          <p:spPr>
            <a:xfrm>
              <a:off x="8273880" y="2441520"/>
              <a:ext cx="1073880" cy="972360"/>
            </a:xfrm>
            <a:custGeom>
              <a:avLst/>
              <a:gdLst>
                <a:gd name="textAreaLeft" fmla="*/ 0 w 1073880"/>
                <a:gd name="textAreaRight" fmla="*/ 1089000 w 1073880"/>
                <a:gd name="textAreaTop" fmla="*/ 0 h 972360"/>
                <a:gd name="textAreaBottom" fmla="*/ 987480 h 97236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0"/>
                  </a:moveTo>
                  <a:cubicBezTo>
                    <a:pt x="286" y="233"/>
                    <a:pt x="286" y="233"/>
                    <a:pt x="286" y="233"/>
                  </a:cubicBezTo>
                  <a:cubicBezTo>
                    <a:pt x="271" y="233"/>
                    <a:pt x="259" y="245"/>
                    <a:pt x="259" y="259"/>
                  </a:cubicBezTo>
                  <a:cubicBezTo>
                    <a:pt x="27" y="259"/>
                    <a:pt x="27" y="259"/>
                    <a:pt x="27" y="259"/>
                  </a:cubicBezTo>
                  <a:cubicBezTo>
                    <a:pt x="27" y="245"/>
                    <a:pt x="15" y="233"/>
                    <a:pt x="0" y="233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01" name="Group 23"/>
            <p:cNvGrpSpPr/>
            <p:nvPr/>
          </p:nvGrpSpPr>
          <p:grpSpPr>
            <a:xfrm>
              <a:off x="9266760" y="2349360"/>
              <a:ext cx="155520" cy="155520"/>
              <a:chOff x="9266760" y="2349360"/>
              <a:chExt cx="155520" cy="155520"/>
            </a:xfrm>
          </p:grpSpPr>
          <p:sp>
            <p:nvSpPr>
              <p:cNvPr id="602" name="Oval 24"/>
              <p:cNvSpPr/>
              <p:nvPr/>
            </p:nvSpPr>
            <p:spPr>
              <a:xfrm>
                <a:off x="9266760" y="234936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03" name="Oval 28"/>
              <p:cNvSpPr/>
              <p:nvPr/>
            </p:nvSpPr>
            <p:spPr>
              <a:xfrm>
                <a:off x="9309960" y="239256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04" name="Group 26"/>
          <p:cNvGrpSpPr/>
          <p:nvPr/>
        </p:nvGrpSpPr>
        <p:grpSpPr>
          <a:xfrm>
            <a:off x="758880" y="3429000"/>
            <a:ext cx="1053360" cy="1054800"/>
            <a:chOff x="758880" y="3429000"/>
            <a:chExt cx="1053360" cy="1054800"/>
          </a:xfrm>
        </p:grpSpPr>
        <p:sp>
          <p:nvSpPr>
            <p:cNvPr id="605" name="Freeform 9"/>
            <p:cNvSpPr/>
            <p:nvPr/>
          </p:nvSpPr>
          <p:spPr>
            <a:xfrm>
              <a:off x="758880" y="3429000"/>
              <a:ext cx="970560" cy="975600"/>
            </a:xfrm>
            <a:custGeom>
              <a:avLst/>
              <a:gdLst>
                <a:gd name="textAreaLeft" fmla="*/ 0 w 970560"/>
                <a:gd name="textAreaRight" fmla="*/ 985680 w 970560"/>
                <a:gd name="textAreaTop" fmla="*/ 0 h 975600"/>
                <a:gd name="textAreaBottom" fmla="*/ 990720 h 975600"/>
              </a:gdLst>
              <a:ahLst/>
              <a:rect l="textAreaLeft" t="textAreaTop" r="textAreaRight" b="textAreaBottom"/>
              <a:pathLst>
                <a:path w="259" h="260">
                  <a:moveTo>
                    <a:pt x="259" y="260"/>
                  </a:moveTo>
                  <a:cubicBezTo>
                    <a:pt x="259" y="27"/>
                    <a:pt x="259" y="27"/>
                    <a:pt x="259" y="27"/>
                  </a:cubicBezTo>
                  <a:cubicBezTo>
                    <a:pt x="245" y="27"/>
                    <a:pt x="233" y="15"/>
                    <a:pt x="23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06" name="Group 28"/>
            <p:cNvGrpSpPr/>
            <p:nvPr/>
          </p:nvGrpSpPr>
          <p:grpSpPr>
            <a:xfrm>
              <a:off x="1656720" y="4328280"/>
              <a:ext cx="155520" cy="155520"/>
              <a:chOff x="1656720" y="4328280"/>
              <a:chExt cx="155520" cy="155520"/>
            </a:xfrm>
          </p:grpSpPr>
          <p:sp>
            <p:nvSpPr>
              <p:cNvPr id="607" name="Oval 29"/>
              <p:cNvSpPr/>
              <p:nvPr/>
            </p:nvSpPr>
            <p:spPr>
              <a:xfrm>
                <a:off x="1656720" y="432828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08" name="Oval 28"/>
              <p:cNvSpPr/>
              <p:nvPr/>
            </p:nvSpPr>
            <p:spPr>
              <a:xfrm>
                <a:off x="1699560" y="437148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09" name="Group 31"/>
          <p:cNvGrpSpPr/>
          <p:nvPr/>
        </p:nvGrpSpPr>
        <p:grpSpPr>
          <a:xfrm>
            <a:off x="2833560" y="3432240"/>
            <a:ext cx="1159920" cy="1051560"/>
            <a:chOff x="2833560" y="3432240"/>
            <a:chExt cx="1159920" cy="1051560"/>
          </a:xfrm>
        </p:grpSpPr>
        <p:sp>
          <p:nvSpPr>
            <p:cNvPr id="610" name="Freeform 10"/>
            <p:cNvSpPr/>
            <p:nvPr/>
          </p:nvSpPr>
          <p:spPr>
            <a:xfrm>
              <a:off x="2833560" y="3432240"/>
              <a:ext cx="1072440" cy="972360"/>
            </a:xfrm>
            <a:custGeom>
              <a:avLst/>
              <a:gdLst>
                <a:gd name="textAreaLeft" fmla="*/ 0 w 1072440"/>
                <a:gd name="textAreaRight" fmla="*/ 1087560 w 1072440"/>
                <a:gd name="textAreaTop" fmla="*/ 0 h 972360"/>
                <a:gd name="textAreaBottom" fmla="*/ 987480 h 97236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60" y="14"/>
                    <a:pt x="260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11" name="Group 33"/>
            <p:cNvGrpSpPr/>
            <p:nvPr/>
          </p:nvGrpSpPr>
          <p:grpSpPr>
            <a:xfrm>
              <a:off x="3837960" y="4328280"/>
              <a:ext cx="155520" cy="155520"/>
              <a:chOff x="3837960" y="4328280"/>
              <a:chExt cx="155520" cy="155520"/>
            </a:xfrm>
          </p:grpSpPr>
          <p:sp>
            <p:nvSpPr>
              <p:cNvPr id="612" name="Oval 34"/>
              <p:cNvSpPr/>
              <p:nvPr/>
            </p:nvSpPr>
            <p:spPr>
              <a:xfrm>
                <a:off x="3837960" y="432828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13" name="Oval 28"/>
              <p:cNvSpPr/>
              <p:nvPr/>
            </p:nvSpPr>
            <p:spPr>
              <a:xfrm>
                <a:off x="3880800" y="437148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14" name="Group 36"/>
          <p:cNvGrpSpPr/>
          <p:nvPr/>
        </p:nvGrpSpPr>
        <p:grpSpPr>
          <a:xfrm>
            <a:off x="5010120" y="3432240"/>
            <a:ext cx="1150920" cy="1051560"/>
            <a:chOff x="5010120" y="3432240"/>
            <a:chExt cx="1150920" cy="1051560"/>
          </a:xfrm>
        </p:grpSpPr>
        <p:sp>
          <p:nvSpPr>
            <p:cNvPr id="615" name="Freeform 11"/>
            <p:cNvSpPr/>
            <p:nvPr/>
          </p:nvSpPr>
          <p:spPr>
            <a:xfrm>
              <a:off x="5010120" y="3432240"/>
              <a:ext cx="1072440" cy="972360"/>
            </a:xfrm>
            <a:custGeom>
              <a:avLst/>
              <a:gdLst>
                <a:gd name="textAreaLeft" fmla="*/ 0 w 1072440"/>
                <a:gd name="textAreaRight" fmla="*/ 1087560 w 1072440"/>
                <a:gd name="textAreaTop" fmla="*/ 0 h 972360"/>
                <a:gd name="textAreaBottom" fmla="*/ 987480 h 97236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16" name="Group 38"/>
            <p:cNvGrpSpPr/>
            <p:nvPr/>
          </p:nvGrpSpPr>
          <p:grpSpPr>
            <a:xfrm>
              <a:off x="6005520" y="4328280"/>
              <a:ext cx="155520" cy="155520"/>
              <a:chOff x="6005520" y="4328280"/>
              <a:chExt cx="155520" cy="155520"/>
            </a:xfrm>
          </p:grpSpPr>
          <p:sp>
            <p:nvSpPr>
              <p:cNvPr id="617" name="Oval 39"/>
              <p:cNvSpPr/>
              <p:nvPr/>
            </p:nvSpPr>
            <p:spPr>
              <a:xfrm>
                <a:off x="6005520" y="432828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18" name="Oval 28"/>
              <p:cNvSpPr/>
              <p:nvPr/>
            </p:nvSpPr>
            <p:spPr>
              <a:xfrm>
                <a:off x="6048720" y="437148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19" name="Group 41"/>
          <p:cNvGrpSpPr/>
          <p:nvPr/>
        </p:nvGrpSpPr>
        <p:grpSpPr>
          <a:xfrm>
            <a:off x="7186680" y="3432240"/>
            <a:ext cx="1148400" cy="1051560"/>
            <a:chOff x="7186680" y="3432240"/>
            <a:chExt cx="1148400" cy="1051560"/>
          </a:xfrm>
        </p:grpSpPr>
        <p:sp>
          <p:nvSpPr>
            <p:cNvPr id="620" name="Freeform 12"/>
            <p:cNvSpPr/>
            <p:nvPr/>
          </p:nvSpPr>
          <p:spPr>
            <a:xfrm>
              <a:off x="7186680" y="3432240"/>
              <a:ext cx="1072440" cy="972360"/>
            </a:xfrm>
            <a:custGeom>
              <a:avLst/>
              <a:gdLst>
                <a:gd name="textAreaLeft" fmla="*/ 0 w 1072440"/>
                <a:gd name="textAreaRight" fmla="*/ 1087560 w 1072440"/>
                <a:gd name="textAreaTop" fmla="*/ 0 h 972360"/>
                <a:gd name="textAreaBottom" fmla="*/ 987480 h 97236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4"/>
                    <a:pt x="15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21" name="Group 43"/>
            <p:cNvGrpSpPr/>
            <p:nvPr/>
          </p:nvGrpSpPr>
          <p:grpSpPr>
            <a:xfrm>
              <a:off x="8179560" y="4328280"/>
              <a:ext cx="155520" cy="155520"/>
              <a:chOff x="8179560" y="4328280"/>
              <a:chExt cx="155520" cy="155520"/>
            </a:xfrm>
          </p:grpSpPr>
          <p:sp>
            <p:nvSpPr>
              <p:cNvPr id="622" name="Oval 44"/>
              <p:cNvSpPr/>
              <p:nvPr/>
            </p:nvSpPr>
            <p:spPr>
              <a:xfrm>
                <a:off x="8179560" y="432828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23" name="Oval 28"/>
              <p:cNvSpPr/>
              <p:nvPr/>
            </p:nvSpPr>
            <p:spPr>
              <a:xfrm>
                <a:off x="8222760" y="437148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24" name="Group 46"/>
          <p:cNvGrpSpPr/>
          <p:nvPr/>
        </p:nvGrpSpPr>
        <p:grpSpPr>
          <a:xfrm>
            <a:off x="1656720" y="3344760"/>
            <a:ext cx="155520" cy="155520"/>
            <a:chOff x="1656720" y="3344760"/>
            <a:chExt cx="155520" cy="155520"/>
          </a:xfrm>
        </p:grpSpPr>
        <p:sp>
          <p:nvSpPr>
            <p:cNvPr id="625" name="Oval 47"/>
            <p:cNvSpPr/>
            <p:nvPr/>
          </p:nvSpPr>
          <p:spPr>
            <a:xfrm>
              <a:off x="165672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26" name="Oval 28"/>
            <p:cNvSpPr/>
            <p:nvPr/>
          </p:nvSpPr>
          <p:spPr>
            <a:xfrm>
              <a:off x="169956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27" name="Group 49"/>
          <p:cNvGrpSpPr/>
          <p:nvPr/>
        </p:nvGrpSpPr>
        <p:grpSpPr>
          <a:xfrm>
            <a:off x="2746800" y="3344760"/>
            <a:ext cx="155520" cy="155520"/>
            <a:chOff x="2746800" y="3344760"/>
            <a:chExt cx="155520" cy="155520"/>
          </a:xfrm>
        </p:grpSpPr>
        <p:sp>
          <p:nvSpPr>
            <p:cNvPr id="628" name="Oval 50"/>
            <p:cNvSpPr/>
            <p:nvPr/>
          </p:nvSpPr>
          <p:spPr>
            <a:xfrm>
              <a:off x="274680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29" name="Oval 28"/>
            <p:cNvSpPr/>
            <p:nvPr/>
          </p:nvSpPr>
          <p:spPr>
            <a:xfrm>
              <a:off x="279000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0" name="Group 52"/>
          <p:cNvGrpSpPr/>
          <p:nvPr/>
        </p:nvGrpSpPr>
        <p:grpSpPr>
          <a:xfrm>
            <a:off x="3832200" y="3344760"/>
            <a:ext cx="155520" cy="155520"/>
            <a:chOff x="3832200" y="3344760"/>
            <a:chExt cx="155520" cy="155520"/>
          </a:xfrm>
        </p:grpSpPr>
        <p:sp>
          <p:nvSpPr>
            <p:cNvPr id="631" name="Oval 53"/>
            <p:cNvSpPr/>
            <p:nvPr/>
          </p:nvSpPr>
          <p:spPr>
            <a:xfrm>
              <a:off x="383220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2" name="Oval 28"/>
            <p:cNvSpPr/>
            <p:nvPr/>
          </p:nvSpPr>
          <p:spPr>
            <a:xfrm>
              <a:off x="387540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3" name="Group 55"/>
          <p:cNvGrpSpPr/>
          <p:nvPr/>
        </p:nvGrpSpPr>
        <p:grpSpPr>
          <a:xfrm>
            <a:off x="4921200" y="3344760"/>
            <a:ext cx="155520" cy="155520"/>
            <a:chOff x="4921200" y="3344760"/>
            <a:chExt cx="155520" cy="155520"/>
          </a:xfrm>
        </p:grpSpPr>
        <p:sp>
          <p:nvSpPr>
            <p:cNvPr id="634" name="Oval 56"/>
            <p:cNvSpPr/>
            <p:nvPr/>
          </p:nvSpPr>
          <p:spPr>
            <a:xfrm>
              <a:off x="492120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5" name="Oval 28"/>
            <p:cNvSpPr/>
            <p:nvPr/>
          </p:nvSpPr>
          <p:spPr>
            <a:xfrm>
              <a:off x="496440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6" name="Group 58"/>
          <p:cNvGrpSpPr/>
          <p:nvPr/>
        </p:nvGrpSpPr>
        <p:grpSpPr>
          <a:xfrm>
            <a:off x="6014880" y="3344760"/>
            <a:ext cx="155520" cy="155520"/>
            <a:chOff x="6014880" y="3344760"/>
            <a:chExt cx="155520" cy="155520"/>
          </a:xfrm>
        </p:grpSpPr>
        <p:sp>
          <p:nvSpPr>
            <p:cNvPr id="637" name="Oval 59"/>
            <p:cNvSpPr/>
            <p:nvPr/>
          </p:nvSpPr>
          <p:spPr>
            <a:xfrm>
              <a:off x="601488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38" name="Oval 28"/>
            <p:cNvSpPr/>
            <p:nvPr/>
          </p:nvSpPr>
          <p:spPr>
            <a:xfrm>
              <a:off x="605808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39" name="Group 61"/>
          <p:cNvGrpSpPr/>
          <p:nvPr/>
        </p:nvGrpSpPr>
        <p:grpSpPr>
          <a:xfrm>
            <a:off x="7098840" y="3344760"/>
            <a:ext cx="155520" cy="155520"/>
            <a:chOff x="7098840" y="3344760"/>
            <a:chExt cx="155520" cy="155520"/>
          </a:xfrm>
        </p:grpSpPr>
        <p:sp>
          <p:nvSpPr>
            <p:cNvPr id="640" name="Oval 62"/>
            <p:cNvSpPr/>
            <p:nvPr/>
          </p:nvSpPr>
          <p:spPr>
            <a:xfrm>
              <a:off x="709884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41" name="Oval 28"/>
            <p:cNvSpPr/>
            <p:nvPr/>
          </p:nvSpPr>
          <p:spPr>
            <a:xfrm>
              <a:off x="714204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42" name="Group 64"/>
          <p:cNvGrpSpPr/>
          <p:nvPr/>
        </p:nvGrpSpPr>
        <p:grpSpPr>
          <a:xfrm>
            <a:off x="8182800" y="3344760"/>
            <a:ext cx="155520" cy="155520"/>
            <a:chOff x="8182800" y="3344760"/>
            <a:chExt cx="155520" cy="155520"/>
          </a:xfrm>
        </p:grpSpPr>
        <p:sp>
          <p:nvSpPr>
            <p:cNvPr id="643" name="Oval 65"/>
            <p:cNvSpPr/>
            <p:nvPr/>
          </p:nvSpPr>
          <p:spPr>
            <a:xfrm>
              <a:off x="818280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44" name="Oval 28"/>
            <p:cNvSpPr/>
            <p:nvPr/>
          </p:nvSpPr>
          <p:spPr>
            <a:xfrm>
              <a:off x="822600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45" name="Group 67"/>
          <p:cNvGrpSpPr/>
          <p:nvPr/>
        </p:nvGrpSpPr>
        <p:grpSpPr>
          <a:xfrm>
            <a:off x="9363240" y="3432240"/>
            <a:ext cx="1152000" cy="1051560"/>
            <a:chOff x="9363240" y="3432240"/>
            <a:chExt cx="1152000" cy="1051560"/>
          </a:xfrm>
        </p:grpSpPr>
        <p:sp>
          <p:nvSpPr>
            <p:cNvPr id="646" name="Freeform 14"/>
            <p:cNvSpPr/>
            <p:nvPr/>
          </p:nvSpPr>
          <p:spPr>
            <a:xfrm>
              <a:off x="9363240" y="3432240"/>
              <a:ext cx="1073880" cy="972360"/>
            </a:xfrm>
            <a:custGeom>
              <a:avLst/>
              <a:gdLst>
                <a:gd name="textAreaLeft" fmla="*/ 0 w 1073880"/>
                <a:gd name="textAreaRight" fmla="*/ 1089000 w 1073880"/>
                <a:gd name="textAreaTop" fmla="*/ 0 h 972360"/>
                <a:gd name="textAreaBottom" fmla="*/ 987480 h 972360"/>
              </a:gdLst>
              <a:ahLst/>
              <a:rect l="textAreaLeft" t="textAreaTop" r="textAreaRight" b="textAreaBottom"/>
              <a:pathLst>
                <a:path w="286" h="259">
                  <a:moveTo>
                    <a:pt x="286" y="259"/>
                  </a:moveTo>
                  <a:cubicBezTo>
                    <a:pt x="286" y="26"/>
                    <a:pt x="286" y="26"/>
                    <a:pt x="286" y="26"/>
                  </a:cubicBezTo>
                  <a:cubicBezTo>
                    <a:pt x="271" y="26"/>
                    <a:pt x="259" y="14"/>
                    <a:pt x="25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4"/>
                    <a:pt x="14" y="26"/>
                    <a:pt x="0" y="26"/>
                  </a:cubicBezTo>
                </a:path>
              </a:pathLst>
            </a:custGeom>
            <a:noFill/>
            <a:ln cap="rnd" w="38100">
              <a:solidFill>
                <a:srgbClr val="33425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grpSp>
          <p:nvGrpSpPr>
            <p:cNvPr id="647" name="Group 69"/>
            <p:cNvGrpSpPr/>
            <p:nvPr/>
          </p:nvGrpSpPr>
          <p:grpSpPr>
            <a:xfrm>
              <a:off x="10359720" y="4328280"/>
              <a:ext cx="155520" cy="155520"/>
              <a:chOff x="10359720" y="4328280"/>
              <a:chExt cx="155520" cy="155520"/>
            </a:xfrm>
          </p:grpSpPr>
          <p:sp>
            <p:nvSpPr>
              <p:cNvPr id="648" name="Oval 70"/>
              <p:cNvSpPr/>
              <p:nvPr/>
            </p:nvSpPr>
            <p:spPr>
              <a:xfrm>
                <a:off x="10359720" y="4328280"/>
                <a:ext cx="155520" cy="155520"/>
              </a:xfrm>
              <a:prstGeom prst="ellipse">
                <a:avLst/>
              </a:prstGeom>
              <a:gradFill rotWithShape="0">
                <a:gsLst>
                  <a:gs pos="0">
                    <a:srgbClr val="10141a"/>
                  </a:gs>
                  <a:gs pos="100000">
                    <a:srgbClr val="334257"/>
                  </a:gs>
                </a:gsLst>
                <a:lin ang="13500000"/>
              </a:gradFill>
              <a:ln>
                <a:noFill/>
              </a:ln>
              <a:effectLst>
                <a:outerShdw algn="tl" blurRad="177840" dir="2700000" dist="126260" rotWithShape="0">
                  <a:schemeClr val="tx1">
                    <a:alpha val="7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649" name="Oval 28"/>
              <p:cNvSpPr/>
              <p:nvPr/>
            </p:nvSpPr>
            <p:spPr>
              <a:xfrm>
                <a:off x="10402920" y="4371480"/>
                <a:ext cx="67320" cy="66600"/>
              </a:xfrm>
              <a:prstGeom prst="ellipse">
                <a:avLst/>
              </a:prstGeom>
              <a:solidFill>
                <a:srgbClr val="c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23400" bIns="234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dk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650" name="Group 72"/>
          <p:cNvGrpSpPr/>
          <p:nvPr/>
        </p:nvGrpSpPr>
        <p:grpSpPr>
          <a:xfrm>
            <a:off x="9272880" y="3344760"/>
            <a:ext cx="155520" cy="155520"/>
            <a:chOff x="9272880" y="3344760"/>
            <a:chExt cx="155520" cy="155520"/>
          </a:xfrm>
        </p:grpSpPr>
        <p:sp>
          <p:nvSpPr>
            <p:cNvPr id="651" name="Oval 73"/>
            <p:cNvSpPr/>
            <p:nvPr/>
          </p:nvSpPr>
          <p:spPr>
            <a:xfrm>
              <a:off x="927288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2" name="Oval 28"/>
            <p:cNvSpPr/>
            <p:nvPr/>
          </p:nvSpPr>
          <p:spPr>
            <a:xfrm>
              <a:off x="931608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3" name="Group 75"/>
          <p:cNvGrpSpPr/>
          <p:nvPr/>
        </p:nvGrpSpPr>
        <p:grpSpPr>
          <a:xfrm>
            <a:off x="10358640" y="3344760"/>
            <a:ext cx="155520" cy="155520"/>
            <a:chOff x="10358640" y="3344760"/>
            <a:chExt cx="155520" cy="155520"/>
          </a:xfrm>
        </p:grpSpPr>
        <p:sp>
          <p:nvSpPr>
            <p:cNvPr id="654" name="Oval 76"/>
            <p:cNvSpPr/>
            <p:nvPr/>
          </p:nvSpPr>
          <p:spPr>
            <a:xfrm>
              <a:off x="1035864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5" name="Oval 28"/>
            <p:cNvSpPr/>
            <p:nvPr/>
          </p:nvSpPr>
          <p:spPr>
            <a:xfrm>
              <a:off x="1040184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6" name="Group 78"/>
          <p:cNvGrpSpPr/>
          <p:nvPr/>
        </p:nvGrpSpPr>
        <p:grpSpPr>
          <a:xfrm>
            <a:off x="11351880" y="3344760"/>
            <a:ext cx="155520" cy="155520"/>
            <a:chOff x="11351880" y="3344760"/>
            <a:chExt cx="155520" cy="155520"/>
          </a:xfrm>
        </p:grpSpPr>
        <p:sp>
          <p:nvSpPr>
            <p:cNvPr id="657" name="Oval 79"/>
            <p:cNvSpPr/>
            <p:nvPr/>
          </p:nvSpPr>
          <p:spPr>
            <a:xfrm>
              <a:off x="1135188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58" name="Oval 28"/>
            <p:cNvSpPr/>
            <p:nvPr/>
          </p:nvSpPr>
          <p:spPr>
            <a:xfrm>
              <a:off x="1139508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659" name="Group 112"/>
          <p:cNvGrpSpPr/>
          <p:nvPr/>
        </p:nvGrpSpPr>
        <p:grpSpPr>
          <a:xfrm>
            <a:off x="673560" y="3344760"/>
            <a:ext cx="155520" cy="155520"/>
            <a:chOff x="673560" y="3344760"/>
            <a:chExt cx="155520" cy="155520"/>
          </a:xfrm>
        </p:grpSpPr>
        <p:sp>
          <p:nvSpPr>
            <p:cNvPr id="660" name="Oval 113"/>
            <p:cNvSpPr/>
            <p:nvPr/>
          </p:nvSpPr>
          <p:spPr>
            <a:xfrm>
              <a:off x="673560" y="3344760"/>
              <a:ext cx="155520" cy="15552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1" name="Oval 28"/>
            <p:cNvSpPr/>
            <p:nvPr/>
          </p:nvSpPr>
          <p:spPr>
            <a:xfrm>
              <a:off x="716760" y="3387960"/>
              <a:ext cx="67320" cy="6660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3400" bIns="234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662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3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4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5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666" name="Group 93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66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6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669" name="Rectangle 98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7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929AB35-9BEF-43EA-A557-726E2154276E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Box 9"/>
          <p:cNvSpPr/>
          <p:nvPr/>
        </p:nvSpPr>
        <p:spPr>
          <a:xfrm>
            <a:off x="4515120" y="4888800"/>
            <a:ext cx="3466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Grey_unpressed"/>
          <p:cNvSpPr/>
          <p:nvPr/>
        </p:nvSpPr>
        <p:spPr>
          <a:xfrm>
            <a:off x="2833920" y="2727720"/>
            <a:ext cx="6459480" cy="1507320"/>
          </a:xfrm>
          <a:custGeom>
            <a:avLst/>
            <a:gdLst>
              <a:gd name="textAreaLeft" fmla="*/ 0 w 6459480"/>
              <a:gd name="textAreaRight" fmla="*/ 6474600 w 6459480"/>
              <a:gd name="textAreaTop" fmla="*/ 0 h 1507320"/>
              <a:gd name="textAreaBottom" fmla="*/ 1522440 h 150732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674" name="Freeform 11"/>
          <p:cNvSpPr/>
          <p:nvPr/>
        </p:nvSpPr>
        <p:spPr>
          <a:xfrm>
            <a:off x="2435040" y="2589840"/>
            <a:ext cx="2424960" cy="2599920"/>
          </a:xfrm>
          <a:custGeom>
            <a:avLst/>
            <a:gdLst>
              <a:gd name="textAreaLeft" fmla="*/ 0 w 2424960"/>
              <a:gd name="textAreaRight" fmla="*/ 2440080 w 2424960"/>
              <a:gd name="textAreaTop" fmla="*/ 0 h 2599920"/>
              <a:gd name="textAreaBottom" fmla="*/ 2615040 h 259992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675" name="Oval 12"/>
          <p:cNvSpPr/>
          <p:nvPr/>
        </p:nvSpPr>
        <p:spPr>
          <a:xfrm>
            <a:off x="3103920" y="3080520"/>
            <a:ext cx="971640" cy="9716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676" name="TextBox 13"/>
          <p:cNvSpPr/>
          <p:nvPr/>
        </p:nvSpPr>
        <p:spPr>
          <a:xfrm>
            <a:off x="4591800" y="3215160"/>
            <a:ext cx="3389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ARZ EDERİM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77" name="Group 14"/>
          <p:cNvGrpSpPr/>
          <p:nvPr/>
        </p:nvGrpSpPr>
        <p:grpSpPr>
          <a:xfrm>
            <a:off x="1717560" y="6498720"/>
            <a:ext cx="892800" cy="186120"/>
            <a:chOff x="1717560" y="6498720"/>
            <a:chExt cx="892800" cy="186120"/>
          </a:xfrm>
        </p:grpSpPr>
        <p:pic>
          <p:nvPicPr>
            <p:cNvPr id="678" name="Picture 15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934640" y="6498720"/>
              <a:ext cx="675720" cy="175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679" name="Picture 16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717560" y="6509520"/>
              <a:ext cx="196920" cy="17532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680" name="Picture 4" descr=""/>
          <p:cNvPicPr/>
          <p:nvPr/>
        </p:nvPicPr>
        <p:blipFill>
          <a:blip r:embed="rId4"/>
          <a:stretch/>
        </p:blipFill>
        <p:spPr>
          <a:xfrm>
            <a:off x="169560" y="6469200"/>
            <a:ext cx="1320840" cy="244800"/>
          </a:xfrm>
          <a:prstGeom prst="rect">
            <a:avLst/>
          </a:prstGeom>
          <a:ln w="0">
            <a:noFill/>
          </a:ln>
        </p:spPr>
      </p:pic>
      <p:sp>
        <p:nvSpPr>
          <p:cNvPr id="681" name="TextBox 5"/>
          <p:cNvSpPr/>
          <p:nvPr/>
        </p:nvSpPr>
        <p:spPr>
          <a:xfrm>
            <a:off x="1585440" y="64987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Box 18"/>
          <p:cNvSpPr/>
          <p:nvPr/>
        </p:nvSpPr>
        <p:spPr>
          <a:xfrm>
            <a:off x="1585440" y="645480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Box 19"/>
          <p:cNvSpPr/>
          <p:nvPr/>
        </p:nvSpPr>
        <p:spPr>
          <a:xfrm>
            <a:off x="1585440" y="65095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Box 17"/>
          <p:cNvSpPr/>
          <p:nvPr/>
        </p:nvSpPr>
        <p:spPr>
          <a:xfrm>
            <a:off x="7392960" y="6313680"/>
            <a:ext cx="56959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Bu belgenin içeriği HAVELSAN’ın mülkiyetindedir. HAVELSAN’ın izni olmadan bu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 </a:t>
            </a: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belgenin tamamını veya bir kısmını bir başkasına kopyalamak ve vermek yasaktır.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Rectangle 1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5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68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97959C4-B088-4E0D-81F7-57FE4BD8429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Freeform 32"/>
          <p:cNvSpPr/>
          <p:nvPr/>
        </p:nvSpPr>
        <p:spPr>
          <a:xfrm>
            <a:off x="-1935720" y="-101196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689" name="Group 5"/>
          <p:cNvGrpSpPr/>
          <p:nvPr/>
        </p:nvGrpSpPr>
        <p:grpSpPr>
          <a:xfrm>
            <a:off x="837360" y="1394280"/>
            <a:ext cx="4995000" cy="1186200"/>
            <a:chOff x="837360" y="1394280"/>
            <a:chExt cx="4995000" cy="1186200"/>
          </a:xfrm>
        </p:grpSpPr>
        <p:sp>
          <p:nvSpPr>
            <p:cNvPr id="690" name="Freeform 6"/>
            <p:cNvSpPr/>
            <p:nvPr/>
          </p:nvSpPr>
          <p:spPr>
            <a:xfrm>
              <a:off x="837360" y="1397160"/>
              <a:ext cx="4995000" cy="1183320"/>
            </a:xfrm>
            <a:custGeom>
              <a:avLst/>
              <a:gdLst>
                <a:gd name="textAreaLeft" fmla="*/ 0 w 4995000"/>
                <a:gd name="textAreaRight" fmla="*/ 5010120 w 4995000"/>
                <a:gd name="textAreaTop" fmla="*/ 0 h 1183320"/>
                <a:gd name="textAreaBottom" fmla="*/ 1198440 h 118332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1" name="Freeform 6"/>
            <p:cNvSpPr/>
            <p:nvPr/>
          </p:nvSpPr>
          <p:spPr>
            <a:xfrm>
              <a:off x="837360" y="1394280"/>
              <a:ext cx="4995000" cy="1183320"/>
            </a:xfrm>
            <a:custGeom>
              <a:avLst/>
              <a:gdLst>
                <a:gd name="textAreaLeft" fmla="*/ 0 w 4995000"/>
                <a:gd name="textAreaRight" fmla="*/ 5010120 w 4995000"/>
                <a:gd name="textAreaTop" fmla="*/ 0 h 1183320"/>
                <a:gd name="textAreaBottom" fmla="*/ 1198440 h 118332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2" name="Group 8"/>
          <p:cNvGrpSpPr/>
          <p:nvPr/>
        </p:nvGrpSpPr>
        <p:grpSpPr>
          <a:xfrm>
            <a:off x="837360" y="2912040"/>
            <a:ext cx="4995000" cy="1186200"/>
            <a:chOff x="837360" y="2912040"/>
            <a:chExt cx="4995000" cy="1186200"/>
          </a:xfrm>
        </p:grpSpPr>
        <p:sp>
          <p:nvSpPr>
            <p:cNvPr id="693" name="Freeform 6"/>
            <p:cNvSpPr/>
            <p:nvPr/>
          </p:nvSpPr>
          <p:spPr>
            <a:xfrm>
              <a:off x="837360" y="2914920"/>
              <a:ext cx="4995000" cy="1183320"/>
            </a:xfrm>
            <a:custGeom>
              <a:avLst/>
              <a:gdLst>
                <a:gd name="textAreaLeft" fmla="*/ 0 w 4995000"/>
                <a:gd name="textAreaRight" fmla="*/ 5010120 w 4995000"/>
                <a:gd name="textAreaTop" fmla="*/ 0 h 1183320"/>
                <a:gd name="textAreaBottom" fmla="*/ 1198440 h 118332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4" name="Freeform 6"/>
            <p:cNvSpPr/>
            <p:nvPr/>
          </p:nvSpPr>
          <p:spPr>
            <a:xfrm>
              <a:off x="837360" y="2912040"/>
              <a:ext cx="4995000" cy="1183320"/>
            </a:xfrm>
            <a:custGeom>
              <a:avLst/>
              <a:gdLst>
                <a:gd name="textAreaLeft" fmla="*/ 0 w 4995000"/>
                <a:gd name="textAreaRight" fmla="*/ 5010120 w 4995000"/>
                <a:gd name="textAreaTop" fmla="*/ 0 h 1183320"/>
                <a:gd name="textAreaBottom" fmla="*/ 1198440 h 118332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5" name="Group 11"/>
          <p:cNvGrpSpPr/>
          <p:nvPr/>
        </p:nvGrpSpPr>
        <p:grpSpPr>
          <a:xfrm>
            <a:off x="837360" y="4462200"/>
            <a:ext cx="4995000" cy="1186560"/>
            <a:chOff x="837360" y="4462200"/>
            <a:chExt cx="4995000" cy="1186560"/>
          </a:xfrm>
        </p:grpSpPr>
        <p:sp>
          <p:nvSpPr>
            <p:cNvPr id="696" name="Freeform 6"/>
            <p:cNvSpPr/>
            <p:nvPr/>
          </p:nvSpPr>
          <p:spPr>
            <a:xfrm>
              <a:off x="837360" y="4465440"/>
              <a:ext cx="4995000" cy="1183320"/>
            </a:xfrm>
            <a:custGeom>
              <a:avLst/>
              <a:gdLst>
                <a:gd name="textAreaLeft" fmla="*/ 0 w 4995000"/>
                <a:gd name="textAreaRight" fmla="*/ 5010120 w 4995000"/>
                <a:gd name="textAreaTop" fmla="*/ 0 h 1183320"/>
                <a:gd name="textAreaBottom" fmla="*/ 1198440 h 118332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177840" dir="2700000" dist="114042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697" name="Freeform 6"/>
            <p:cNvSpPr/>
            <p:nvPr/>
          </p:nvSpPr>
          <p:spPr>
            <a:xfrm>
              <a:off x="837360" y="4462200"/>
              <a:ext cx="4995000" cy="1183320"/>
            </a:xfrm>
            <a:custGeom>
              <a:avLst/>
              <a:gdLst>
                <a:gd name="textAreaLeft" fmla="*/ 0 w 4995000"/>
                <a:gd name="textAreaRight" fmla="*/ 5010120 w 4995000"/>
                <a:gd name="textAreaTop" fmla="*/ 0 h 1183320"/>
                <a:gd name="textAreaBottom" fmla="*/ 1198440 h 1183320"/>
              </a:gdLst>
              <a:ahLst/>
              <a:rect l="textAreaLeft" t="textAreaTop" r="textAreaRight" b="textAreaBottom"/>
              <a:pathLst>
                <a:path w="1314" h="314">
                  <a:moveTo>
                    <a:pt x="1157" y="314"/>
                  </a:moveTo>
                  <a:cubicBezTo>
                    <a:pt x="157" y="314"/>
                    <a:pt x="157" y="314"/>
                    <a:pt x="157" y="314"/>
                  </a:cubicBezTo>
                  <a:cubicBezTo>
                    <a:pt x="70" y="314"/>
                    <a:pt x="0" y="244"/>
                    <a:pt x="0" y="157"/>
                  </a:cubicBezTo>
                  <a:cubicBezTo>
                    <a:pt x="0" y="71"/>
                    <a:pt x="70" y="0"/>
                    <a:pt x="157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244" y="0"/>
                    <a:pt x="1314" y="71"/>
                    <a:pt x="1314" y="157"/>
                  </a:cubicBezTo>
                  <a:cubicBezTo>
                    <a:pt x="1314" y="244"/>
                    <a:pt x="1244" y="314"/>
                    <a:pt x="1157" y="3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14480" dir="13500000" dist="114042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698" name="Group 18"/>
          <p:cNvGrpSpPr/>
          <p:nvPr/>
        </p:nvGrpSpPr>
        <p:grpSpPr>
          <a:xfrm>
            <a:off x="6685200" y="1352160"/>
            <a:ext cx="4677480" cy="4293360"/>
            <a:chOff x="6685200" y="1352160"/>
            <a:chExt cx="4677480" cy="4293360"/>
          </a:xfrm>
        </p:grpSpPr>
        <p:sp>
          <p:nvSpPr>
            <p:cNvPr id="699" name="Freeform 19"/>
            <p:cNvSpPr/>
            <p:nvPr/>
          </p:nvSpPr>
          <p:spPr>
            <a:xfrm>
              <a:off x="6685200" y="1352160"/>
              <a:ext cx="4677480" cy="4293360"/>
            </a:xfrm>
            <a:custGeom>
              <a:avLst/>
              <a:gdLst>
                <a:gd name="textAreaLeft" fmla="*/ 0 w 4677480"/>
                <a:gd name="textAreaRight" fmla="*/ 4692600 w 4677480"/>
                <a:gd name="textAreaTop" fmla="*/ 0 h 4293360"/>
                <a:gd name="textAreaBottom" fmla="*/ 4308480 h 429336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241200" dir="2700000" dist="164444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00" name="Freeform 6"/>
            <p:cNvSpPr/>
            <p:nvPr/>
          </p:nvSpPr>
          <p:spPr>
            <a:xfrm>
              <a:off x="6685200" y="1352160"/>
              <a:ext cx="4677480" cy="4293360"/>
            </a:xfrm>
            <a:custGeom>
              <a:avLst/>
              <a:gdLst>
                <a:gd name="textAreaLeft" fmla="*/ 0 w 4677480"/>
                <a:gd name="textAreaRight" fmla="*/ 4692600 w 4677480"/>
                <a:gd name="textAreaTop" fmla="*/ 0 h 4293360"/>
                <a:gd name="textAreaBottom" fmla="*/ 4308480 h 4293360"/>
              </a:gdLst>
              <a:ahLst/>
              <a:rect l="textAreaLeft" t="textAreaTop" r="textAreaRight" b="textAreaBottom"/>
              <a:pathLst>
                <a:path w="1231" h="1399">
                  <a:moveTo>
                    <a:pt x="1091" y="1399"/>
                  </a:moveTo>
                  <a:cubicBezTo>
                    <a:pt x="139" y="1399"/>
                    <a:pt x="139" y="1399"/>
                    <a:pt x="139" y="1399"/>
                  </a:cubicBezTo>
                  <a:cubicBezTo>
                    <a:pt x="62" y="1399"/>
                    <a:pt x="0" y="1336"/>
                    <a:pt x="0" y="1259"/>
                  </a:cubicBezTo>
                  <a:cubicBezTo>
                    <a:pt x="0" y="139"/>
                    <a:pt x="0" y="139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1091" y="0"/>
                    <a:pt x="1091" y="0"/>
                    <a:pt x="1091" y="0"/>
                  </a:cubicBezTo>
                  <a:cubicBezTo>
                    <a:pt x="1168" y="0"/>
                    <a:pt x="1231" y="62"/>
                    <a:pt x="1231" y="139"/>
                  </a:cubicBezTo>
                  <a:cubicBezTo>
                    <a:pt x="1231" y="1259"/>
                    <a:pt x="1231" y="1259"/>
                    <a:pt x="1231" y="1259"/>
                  </a:cubicBezTo>
                  <a:cubicBezTo>
                    <a:pt x="1231" y="1336"/>
                    <a:pt x="1168" y="1399"/>
                    <a:pt x="1091" y="139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203040" dir="13500000" dist="138479" rotWithShape="0">
                <a:schemeClr val="tx2">
                  <a:alpha val="7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01" name="Text Placeholder 6"/>
          <p:cNvSpPr/>
          <p:nvPr/>
        </p:nvSpPr>
        <p:spPr>
          <a:xfrm>
            <a:off x="6685200" y="1352160"/>
            <a:ext cx="4677480" cy="4293360"/>
          </a:xfrm>
          <a:prstGeom prst="roundRect">
            <a:avLst>
              <a:gd name="adj" fmla="val 10328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3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4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5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06" name="Group 28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70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0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09" name="Rectangle 33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1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AE855B1-4D2E-474C-839B-E7E94EFC472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Freeform 55"/>
          <p:cNvSpPr/>
          <p:nvPr/>
        </p:nvSpPr>
        <p:spPr>
          <a:xfrm>
            <a:off x="-1935720" y="-101196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13" name="Line 6"/>
          <p:cNvSpPr/>
          <p:nvPr/>
        </p:nvSpPr>
        <p:spPr>
          <a:xfrm>
            <a:off x="2403720" y="3870720"/>
            <a:ext cx="716760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714" name="Group 6"/>
          <p:cNvGrpSpPr/>
          <p:nvPr/>
        </p:nvGrpSpPr>
        <p:grpSpPr>
          <a:xfrm>
            <a:off x="2272320" y="3737520"/>
            <a:ext cx="240480" cy="240480"/>
            <a:chOff x="2272320" y="3737520"/>
            <a:chExt cx="240480" cy="240480"/>
          </a:xfrm>
        </p:grpSpPr>
        <p:sp>
          <p:nvSpPr>
            <p:cNvPr id="715" name="Oval 7"/>
            <p:cNvSpPr/>
            <p:nvPr/>
          </p:nvSpPr>
          <p:spPr>
            <a:xfrm>
              <a:off x="2272320" y="3737520"/>
              <a:ext cx="240480" cy="2404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16" name="Oval 28"/>
            <p:cNvSpPr/>
            <p:nvPr/>
          </p:nvSpPr>
          <p:spPr>
            <a:xfrm>
              <a:off x="2336760" y="3802320"/>
              <a:ext cx="108360" cy="1072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8160" bIns="381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17" name="Group 9"/>
          <p:cNvGrpSpPr/>
          <p:nvPr/>
        </p:nvGrpSpPr>
        <p:grpSpPr>
          <a:xfrm>
            <a:off x="4667040" y="3737520"/>
            <a:ext cx="240480" cy="240480"/>
            <a:chOff x="4667040" y="3737520"/>
            <a:chExt cx="240480" cy="240480"/>
          </a:xfrm>
        </p:grpSpPr>
        <p:sp>
          <p:nvSpPr>
            <p:cNvPr id="718" name="Oval 10"/>
            <p:cNvSpPr/>
            <p:nvPr/>
          </p:nvSpPr>
          <p:spPr>
            <a:xfrm>
              <a:off x="4667040" y="3737520"/>
              <a:ext cx="240480" cy="2404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19" name="Oval 28"/>
            <p:cNvSpPr/>
            <p:nvPr/>
          </p:nvSpPr>
          <p:spPr>
            <a:xfrm>
              <a:off x="4731480" y="3802320"/>
              <a:ext cx="108360" cy="1072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8160" bIns="381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0" name="Group 12"/>
          <p:cNvGrpSpPr/>
          <p:nvPr/>
        </p:nvGrpSpPr>
        <p:grpSpPr>
          <a:xfrm>
            <a:off x="7063200" y="3737520"/>
            <a:ext cx="240480" cy="240480"/>
            <a:chOff x="7063200" y="3737520"/>
            <a:chExt cx="240480" cy="240480"/>
          </a:xfrm>
        </p:grpSpPr>
        <p:sp>
          <p:nvSpPr>
            <p:cNvPr id="721" name="Oval 13"/>
            <p:cNvSpPr/>
            <p:nvPr/>
          </p:nvSpPr>
          <p:spPr>
            <a:xfrm>
              <a:off x="7063200" y="3737520"/>
              <a:ext cx="240480" cy="2404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2" name="Oval 28"/>
            <p:cNvSpPr/>
            <p:nvPr/>
          </p:nvSpPr>
          <p:spPr>
            <a:xfrm>
              <a:off x="7128000" y="3802320"/>
              <a:ext cx="108360" cy="1072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8160" bIns="381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3" name="Group 15"/>
          <p:cNvGrpSpPr/>
          <p:nvPr/>
        </p:nvGrpSpPr>
        <p:grpSpPr>
          <a:xfrm>
            <a:off x="9452520" y="3737520"/>
            <a:ext cx="240480" cy="240480"/>
            <a:chOff x="9452520" y="3737520"/>
            <a:chExt cx="240480" cy="240480"/>
          </a:xfrm>
        </p:grpSpPr>
        <p:sp>
          <p:nvSpPr>
            <p:cNvPr id="724" name="Oval 16"/>
            <p:cNvSpPr/>
            <p:nvPr/>
          </p:nvSpPr>
          <p:spPr>
            <a:xfrm>
              <a:off x="9452520" y="3737520"/>
              <a:ext cx="240480" cy="2404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5" name="Oval 28"/>
            <p:cNvSpPr/>
            <p:nvPr/>
          </p:nvSpPr>
          <p:spPr>
            <a:xfrm>
              <a:off x="9517320" y="3802320"/>
              <a:ext cx="108360" cy="1072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8160" bIns="381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26" name="Group 19"/>
          <p:cNvGrpSpPr/>
          <p:nvPr/>
        </p:nvGrpSpPr>
        <p:grpSpPr>
          <a:xfrm>
            <a:off x="1460880" y="1296720"/>
            <a:ext cx="1882080" cy="1884240"/>
            <a:chOff x="1460880" y="1296720"/>
            <a:chExt cx="1882080" cy="1884240"/>
          </a:xfrm>
        </p:grpSpPr>
        <p:sp>
          <p:nvSpPr>
            <p:cNvPr id="727" name="Freeform 14"/>
            <p:cNvSpPr/>
            <p:nvPr/>
          </p:nvSpPr>
          <p:spPr>
            <a:xfrm>
              <a:off x="1460880" y="129672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28" name="Freeform 14"/>
            <p:cNvSpPr/>
            <p:nvPr/>
          </p:nvSpPr>
          <p:spPr>
            <a:xfrm>
              <a:off x="1460880" y="129672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29" name="Group 26"/>
          <p:cNvGrpSpPr/>
          <p:nvPr/>
        </p:nvGrpSpPr>
        <p:grpSpPr>
          <a:xfrm>
            <a:off x="3823920" y="1296720"/>
            <a:ext cx="1882080" cy="1884240"/>
            <a:chOff x="3823920" y="1296720"/>
            <a:chExt cx="1882080" cy="1884240"/>
          </a:xfrm>
        </p:grpSpPr>
        <p:sp>
          <p:nvSpPr>
            <p:cNvPr id="730" name="Freeform 14"/>
            <p:cNvSpPr/>
            <p:nvPr/>
          </p:nvSpPr>
          <p:spPr>
            <a:xfrm>
              <a:off x="3823920" y="129672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1" name="Freeform 14"/>
            <p:cNvSpPr/>
            <p:nvPr/>
          </p:nvSpPr>
          <p:spPr>
            <a:xfrm>
              <a:off x="3823920" y="129672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32" name="Group 33"/>
          <p:cNvGrpSpPr/>
          <p:nvPr/>
        </p:nvGrpSpPr>
        <p:grpSpPr>
          <a:xfrm>
            <a:off x="6215760" y="1296720"/>
            <a:ext cx="1882080" cy="1884240"/>
            <a:chOff x="6215760" y="1296720"/>
            <a:chExt cx="1882080" cy="1884240"/>
          </a:xfrm>
        </p:grpSpPr>
        <p:sp>
          <p:nvSpPr>
            <p:cNvPr id="733" name="Freeform 14"/>
            <p:cNvSpPr/>
            <p:nvPr/>
          </p:nvSpPr>
          <p:spPr>
            <a:xfrm>
              <a:off x="6215760" y="129672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4" name="Freeform 14"/>
            <p:cNvSpPr/>
            <p:nvPr/>
          </p:nvSpPr>
          <p:spPr>
            <a:xfrm>
              <a:off x="6215760" y="129672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35" name="Group 40"/>
          <p:cNvGrpSpPr/>
          <p:nvPr/>
        </p:nvGrpSpPr>
        <p:grpSpPr>
          <a:xfrm>
            <a:off x="8571240" y="1296720"/>
            <a:ext cx="1882080" cy="1884240"/>
            <a:chOff x="8571240" y="1296720"/>
            <a:chExt cx="1882080" cy="1884240"/>
          </a:xfrm>
        </p:grpSpPr>
        <p:sp>
          <p:nvSpPr>
            <p:cNvPr id="736" name="Freeform 14"/>
            <p:cNvSpPr/>
            <p:nvPr/>
          </p:nvSpPr>
          <p:spPr>
            <a:xfrm>
              <a:off x="8571240" y="129672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37" name="Freeform 14"/>
            <p:cNvSpPr/>
            <p:nvPr/>
          </p:nvSpPr>
          <p:spPr>
            <a:xfrm>
              <a:off x="8571240" y="129672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38" name="Text Placeholder 48"/>
          <p:cNvSpPr/>
          <p:nvPr/>
        </p:nvSpPr>
        <p:spPr>
          <a:xfrm>
            <a:off x="1460880" y="4126680"/>
            <a:ext cx="1881360" cy="163260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0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1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2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3" name="Text Placeholder 48"/>
          <p:cNvSpPr/>
          <p:nvPr/>
        </p:nvSpPr>
        <p:spPr>
          <a:xfrm>
            <a:off x="3823920" y="4136040"/>
            <a:ext cx="1881360" cy="163260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Placeholder 48"/>
          <p:cNvSpPr/>
          <p:nvPr/>
        </p:nvSpPr>
        <p:spPr>
          <a:xfrm>
            <a:off x="6208560" y="4126680"/>
            <a:ext cx="1881360" cy="163260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Placeholder 48"/>
          <p:cNvSpPr/>
          <p:nvPr/>
        </p:nvSpPr>
        <p:spPr>
          <a:xfrm>
            <a:off x="8571240" y="4136040"/>
            <a:ext cx="1881360" cy="1632600"/>
          </a:xfrm>
          <a:prstGeom prst="roundRect">
            <a:avLst>
              <a:gd name="adj" fmla="val 9153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46" name="Group 4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74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4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49" name="Rectangle 56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5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D33B8A5-7427-4B21-A8DD-9B5CB6D6D34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Freeform 44"/>
          <p:cNvSpPr/>
          <p:nvPr/>
        </p:nvSpPr>
        <p:spPr>
          <a:xfrm rot="370200">
            <a:off x="-2058120" y="-132768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53" name="Line 6"/>
          <p:cNvSpPr/>
          <p:nvPr/>
        </p:nvSpPr>
        <p:spPr>
          <a:xfrm>
            <a:off x="2509560" y="5557680"/>
            <a:ext cx="7167600" cy="360"/>
          </a:xfrm>
          <a:prstGeom prst="line">
            <a:avLst/>
          </a:prstGeom>
          <a:ln w="69850">
            <a:solidFill>
              <a:srgbClr val="3342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754" name="Group 6"/>
          <p:cNvGrpSpPr/>
          <p:nvPr/>
        </p:nvGrpSpPr>
        <p:grpSpPr>
          <a:xfrm>
            <a:off x="2378160" y="5424480"/>
            <a:ext cx="240480" cy="240480"/>
            <a:chOff x="2378160" y="5424480"/>
            <a:chExt cx="240480" cy="240480"/>
          </a:xfrm>
        </p:grpSpPr>
        <p:sp>
          <p:nvSpPr>
            <p:cNvPr id="755" name="Oval 7"/>
            <p:cNvSpPr/>
            <p:nvPr/>
          </p:nvSpPr>
          <p:spPr>
            <a:xfrm>
              <a:off x="2378160" y="5424480"/>
              <a:ext cx="240480" cy="2404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56" name="Oval 28"/>
            <p:cNvSpPr/>
            <p:nvPr/>
          </p:nvSpPr>
          <p:spPr>
            <a:xfrm>
              <a:off x="2442600" y="5488920"/>
              <a:ext cx="108360" cy="1072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8160" bIns="381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57" name="Group 9"/>
          <p:cNvGrpSpPr/>
          <p:nvPr/>
        </p:nvGrpSpPr>
        <p:grpSpPr>
          <a:xfrm>
            <a:off x="4772880" y="5424480"/>
            <a:ext cx="240480" cy="240480"/>
            <a:chOff x="4772880" y="5424480"/>
            <a:chExt cx="240480" cy="240480"/>
          </a:xfrm>
        </p:grpSpPr>
        <p:sp>
          <p:nvSpPr>
            <p:cNvPr id="758" name="Oval 10"/>
            <p:cNvSpPr/>
            <p:nvPr/>
          </p:nvSpPr>
          <p:spPr>
            <a:xfrm>
              <a:off x="4772880" y="5424480"/>
              <a:ext cx="240480" cy="2404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59" name="Oval 28"/>
            <p:cNvSpPr/>
            <p:nvPr/>
          </p:nvSpPr>
          <p:spPr>
            <a:xfrm>
              <a:off x="4837320" y="5488920"/>
              <a:ext cx="108360" cy="1072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8160" bIns="381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0" name="Group 12"/>
          <p:cNvGrpSpPr/>
          <p:nvPr/>
        </p:nvGrpSpPr>
        <p:grpSpPr>
          <a:xfrm>
            <a:off x="7169040" y="5424480"/>
            <a:ext cx="240480" cy="240480"/>
            <a:chOff x="7169040" y="5424480"/>
            <a:chExt cx="240480" cy="240480"/>
          </a:xfrm>
        </p:grpSpPr>
        <p:sp>
          <p:nvSpPr>
            <p:cNvPr id="761" name="Oval 13"/>
            <p:cNvSpPr/>
            <p:nvPr/>
          </p:nvSpPr>
          <p:spPr>
            <a:xfrm>
              <a:off x="7169040" y="5424480"/>
              <a:ext cx="240480" cy="2404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2" name="Oval 28"/>
            <p:cNvSpPr/>
            <p:nvPr/>
          </p:nvSpPr>
          <p:spPr>
            <a:xfrm>
              <a:off x="7233840" y="5488920"/>
              <a:ext cx="108360" cy="1072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8160" bIns="381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3" name="Group 15"/>
          <p:cNvGrpSpPr/>
          <p:nvPr/>
        </p:nvGrpSpPr>
        <p:grpSpPr>
          <a:xfrm>
            <a:off x="9558360" y="5424480"/>
            <a:ext cx="240480" cy="240480"/>
            <a:chOff x="9558360" y="5424480"/>
            <a:chExt cx="240480" cy="240480"/>
          </a:xfrm>
        </p:grpSpPr>
        <p:sp>
          <p:nvSpPr>
            <p:cNvPr id="764" name="Oval 16"/>
            <p:cNvSpPr/>
            <p:nvPr/>
          </p:nvSpPr>
          <p:spPr>
            <a:xfrm>
              <a:off x="9558360" y="5424480"/>
              <a:ext cx="240480" cy="240480"/>
            </a:xfrm>
            <a:prstGeom prst="ellipse">
              <a:avLst/>
            </a:prstGeom>
            <a:gradFill rotWithShape="0">
              <a:gsLst>
                <a:gs pos="0">
                  <a:srgbClr val="10141a"/>
                </a:gs>
                <a:gs pos="100000">
                  <a:srgbClr val="334257"/>
                </a:gs>
              </a:gsLst>
              <a:lin ang="13500000"/>
            </a:gradFill>
            <a:ln>
              <a:noFill/>
            </a:ln>
            <a:effectLst>
              <a:outerShdw algn="tl" blurRad="177840" dir="2700000" dist="126260" rotWithShape="0">
                <a:schemeClr val="tx1">
                  <a:alpha val="7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5" name="Oval 28"/>
            <p:cNvSpPr/>
            <p:nvPr/>
          </p:nvSpPr>
          <p:spPr>
            <a:xfrm>
              <a:off x="9622800" y="5488920"/>
              <a:ext cx="108360" cy="107280"/>
            </a:xfrm>
            <a:prstGeom prst="ellipse">
              <a:avLst/>
            </a:prstGeom>
            <a:solidFill>
              <a:srgbClr val="c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8160" bIns="381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766" name="Group 19"/>
          <p:cNvGrpSpPr/>
          <p:nvPr/>
        </p:nvGrpSpPr>
        <p:grpSpPr>
          <a:xfrm>
            <a:off x="1566720" y="2983680"/>
            <a:ext cx="1882080" cy="1884240"/>
            <a:chOff x="1566720" y="2983680"/>
            <a:chExt cx="1882080" cy="1884240"/>
          </a:xfrm>
        </p:grpSpPr>
        <p:sp>
          <p:nvSpPr>
            <p:cNvPr id="767" name="Freeform 14"/>
            <p:cNvSpPr/>
            <p:nvPr/>
          </p:nvSpPr>
          <p:spPr>
            <a:xfrm>
              <a:off x="1566720" y="298368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68" name="Freeform 14"/>
            <p:cNvSpPr/>
            <p:nvPr/>
          </p:nvSpPr>
          <p:spPr>
            <a:xfrm>
              <a:off x="1566720" y="298368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69" name="Group 26"/>
          <p:cNvGrpSpPr/>
          <p:nvPr/>
        </p:nvGrpSpPr>
        <p:grpSpPr>
          <a:xfrm>
            <a:off x="3929760" y="2983680"/>
            <a:ext cx="1882080" cy="1884240"/>
            <a:chOff x="3929760" y="2983680"/>
            <a:chExt cx="1882080" cy="1884240"/>
          </a:xfrm>
        </p:grpSpPr>
        <p:sp>
          <p:nvSpPr>
            <p:cNvPr id="770" name="Freeform 14"/>
            <p:cNvSpPr/>
            <p:nvPr/>
          </p:nvSpPr>
          <p:spPr>
            <a:xfrm>
              <a:off x="3929760" y="298368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1" name="Freeform 14"/>
            <p:cNvSpPr/>
            <p:nvPr/>
          </p:nvSpPr>
          <p:spPr>
            <a:xfrm>
              <a:off x="3929760" y="298368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72" name="Group 33"/>
          <p:cNvGrpSpPr/>
          <p:nvPr/>
        </p:nvGrpSpPr>
        <p:grpSpPr>
          <a:xfrm>
            <a:off x="6321600" y="2983680"/>
            <a:ext cx="1882080" cy="1884240"/>
            <a:chOff x="6321600" y="2983680"/>
            <a:chExt cx="1882080" cy="1884240"/>
          </a:xfrm>
        </p:grpSpPr>
        <p:sp>
          <p:nvSpPr>
            <p:cNvPr id="773" name="Freeform 14"/>
            <p:cNvSpPr/>
            <p:nvPr/>
          </p:nvSpPr>
          <p:spPr>
            <a:xfrm>
              <a:off x="6321600" y="298368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4" name="Freeform 14"/>
            <p:cNvSpPr/>
            <p:nvPr/>
          </p:nvSpPr>
          <p:spPr>
            <a:xfrm>
              <a:off x="6321600" y="298368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grpSp>
        <p:nvGrpSpPr>
          <p:cNvPr id="775" name="Group 40"/>
          <p:cNvGrpSpPr/>
          <p:nvPr/>
        </p:nvGrpSpPr>
        <p:grpSpPr>
          <a:xfrm>
            <a:off x="8677080" y="2983680"/>
            <a:ext cx="1882080" cy="1884240"/>
            <a:chOff x="8677080" y="2983680"/>
            <a:chExt cx="1882080" cy="1884240"/>
          </a:xfrm>
        </p:grpSpPr>
        <p:sp>
          <p:nvSpPr>
            <p:cNvPr id="776" name="Freeform 14"/>
            <p:cNvSpPr/>
            <p:nvPr/>
          </p:nvSpPr>
          <p:spPr>
            <a:xfrm>
              <a:off x="8677080" y="298368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br" blurRad="152280" dir="13500000" dist="138479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77" name="Freeform 14"/>
            <p:cNvSpPr/>
            <p:nvPr/>
          </p:nvSpPr>
          <p:spPr>
            <a:xfrm>
              <a:off x="8677080" y="2983680"/>
              <a:ext cx="1882080" cy="1884240"/>
            </a:xfrm>
            <a:custGeom>
              <a:avLst/>
              <a:gdLst>
                <a:gd name="textAreaLeft" fmla="*/ 0 w 1882080"/>
                <a:gd name="textAreaRight" fmla="*/ 1897200 w 1882080"/>
                <a:gd name="textAreaTop" fmla="*/ 0 h 1884240"/>
                <a:gd name="textAreaBottom" fmla="*/ 1899360 h 1884240"/>
              </a:gdLst>
              <a:ahLst/>
              <a:rect l="textAreaLeft" t="textAreaTop" r="textAreaRight" b="textAreaBottom"/>
              <a:pathLst>
                <a:path w="349" h="349">
                  <a:moveTo>
                    <a:pt x="307" y="349"/>
                  </a:moveTo>
                  <a:cubicBezTo>
                    <a:pt x="42" y="349"/>
                    <a:pt x="42" y="349"/>
                    <a:pt x="42" y="349"/>
                  </a:cubicBezTo>
                  <a:cubicBezTo>
                    <a:pt x="19" y="349"/>
                    <a:pt x="0" y="330"/>
                    <a:pt x="0" y="307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07" y="0"/>
                    <a:pt x="307" y="0"/>
                    <a:pt x="307" y="0"/>
                  </a:cubicBezTo>
                  <a:cubicBezTo>
                    <a:pt x="330" y="0"/>
                    <a:pt x="349" y="19"/>
                    <a:pt x="349" y="42"/>
                  </a:cubicBezTo>
                  <a:cubicBezTo>
                    <a:pt x="349" y="307"/>
                    <a:pt x="349" y="307"/>
                    <a:pt x="349" y="307"/>
                  </a:cubicBezTo>
                  <a:cubicBezTo>
                    <a:pt x="349" y="330"/>
                    <a:pt x="330" y="349"/>
                    <a:pt x="307" y="349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355680" dir="2700000" dist="177681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78" name="Text Placeholder 51"/>
          <p:cNvSpPr/>
          <p:nvPr/>
        </p:nvSpPr>
        <p:spPr>
          <a:xfrm>
            <a:off x="1566720" y="2984400"/>
            <a:ext cx="1882080" cy="188352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Placeholder 51"/>
          <p:cNvSpPr/>
          <p:nvPr/>
        </p:nvSpPr>
        <p:spPr>
          <a:xfrm>
            <a:off x="3929760" y="2984400"/>
            <a:ext cx="1882080" cy="188352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Placeholder 51"/>
          <p:cNvSpPr/>
          <p:nvPr/>
        </p:nvSpPr>
        <p:spPr>
          <a:xfrm>
            <a:off x="6321600" y="2984400"/>
            <a:ext cx="1882080" cy="188352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 Placeholder 51"/>
          <p:cNvSpPr/>
          <p:nvPr/>
        </p:nvSpPr>
        <p:spPr>
          <a:xfrm>
            <a:off x="8677440" y="2984400"/>
            <a:ext cx="1882080" cy="1883520"/>
          </a:xfrm>
          <a:prstGeom prst="roundRect">
            <a:avLst>
              <a:gd name="adj" fmla="val 14679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3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4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5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786" name="Group 3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78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78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789" name="Rectangle 47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7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FE2825D-61F7-4766-92F2-D2AADA3C147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Freeform 27"/>
          <p:cNvSpPr/>
          <p:nvPr/>
        </p:nvSpPr>
        <p:spPr>
          <a:xfrm rot="370200">
            <a:off x="-2214720" y="-101484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793" name="Freeform 7"/>
          <p:cNvSpPr/>
          <p:nvPr/>
        </p:nvSpPr>
        <p:spPr>
          <a:xfrm>
            <a:off x="6723000" y="1060560"/>
            <a:ext cx="4409280" cy="4435560"/>
          </a:xfrm>
          <a:custGeom>
            <a:avLst/>
            <a:gdLst>
              <a:gd name="textAreaLeft" fmla="*/ 0 w 4409280"/>
              <a:gd name="textAreaRight" fmla="*/ 4424400 w 4409280"/>
              <a:gd name="textAreaTop" fmla="*/ 0 h 4435560"/>
              <a:gd name="textAreaBottom" fmla="*/ 4450680 h 443556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4" name="Freeform 7"/>
          <p:cNvSpPr/>
          <p:nvPr/>
        </p:nvSpPr>
        <p:spPr>
          <a:xfrm>
            <a:off x="1149120" y="1060560"/>
            <a:ext cx="4409640" cy="4413240"/>
          </a:xfrm>
          <a:custGeom>
            <a:avLst/>
            <a:gdLst>
              <a:gd name="textAreaLeft" fmla="*/ 0 w 4409640"/>
              <a:gd name="textAreaRight" fmla="*/ 4424760 w 4409640"/>
              <a:gd name="textAreaTop" fmla="*/ 0 h 4413240"/>
              <a:gd name="textAreaBottom" fmla="*/ 4428360 h 4413240"/>
            </a:gdLst>
            <a:ahLst/>
            <a:rect l="textAreaLeft" t="textAreaTop" r="textAreaRight" b="textAreaBottom"/>
            <a:pathLst>
              <a:path w="500" h="500">
                <a:moveTo>
                  <a:pt x="449" y="500"/>
                </a:moveTo>
                <a:cubicBezTo>
                  <a:pt x="51" y="500"/>
                  <a:pt x="51" y="500"/>
                  <a:pt x="51" y="500"/>
                </a:cubicBezTo>
                <a:cubicBezTo>
                  <a:pt x="23" y="500"/>
                  <a:pt x="0" y="477"/>
                  <a:pt x="0" y="449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1" y="0"/>
                </a:cubicBezTo>
                <a:cubicBezTo>
                  <a:pt x="449" y="0"/>
                  <a:pt x="449" y="0"/>
                  <a:pt x="449" y="0"/>
                </a:cubicBezTo>
                <a:cubicBezTo>
                  <a:pt x="477" y="0"/>
                  <a:pt x="500" y="23"/>
                  <a:pt x="500" y="51"/>
                </a:cubicBezTo>
                <a:cubicBezTo>
                  <a:pt x="500" y="449"/>
                  <a:pt x="500" y="449"/>
                  <a:pt x="500" y="449"/>
                </a:cubicBezTo>
                <a:cubicBezTo>
                  <a:pt x="500" y="477"/>
                  <a:pt x="477" y="500"/>
                  <a:pt x="449" y="500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1397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795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6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7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8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9" name="Freeform 28"/>
          <p:cNvSpPr/>
          <p:nvPr/>
        </p:nvSpPr>
        <p:spPr>
          <a:xfrm>
            <a:off x="-1855800" y="-133848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00" name="Group 1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801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02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03" name="Text Placeholder 14"/>
          <p:cNvSpPr/>
          <p:nvPr/>
        </p:nvSpPr>
        <p:spPr>
          <a:xfrm>
            <a:off x="6747120" y="1060560"/>
            <a:ext cx="4361760" cy="4413960"/>
          </a:xfrm>
          <a:prstGeom prst="roundRect">
            <a:avLst>
              <a:gd name="adj" fmla="val 10626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Open Sans"/>
              </a:rPr>
              <a:t>Edit Master text styles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Open Sans"/>
              </a:rPr>
              <a:t>Second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Open Sans"/>
              </a:rPr>
              <a:t>Third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Fourth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10141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Open Sans"/>
              </a:rPr>
              <a:t>Fifth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Rectangle 15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06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6A316720-F2E3-4073-8E8F-45B979D5678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Grey_unpressed"/>
          <p:cNvSpPr/>
          <p:nvPr/>
        </p:nvSpPr>
        <p:spPr>
          <a:xfrm>
            <a:off x="2833920" y="2727720"/>
            <a:ext cx="6459480" cy="1507320"/>
          </a:xfrm>
          <a:custGeom>
            <a:avLst/>
            <a:gdLst>
              <a:gd name="textAreaLeft" fmla="*/ 0 w 6459480"/>
              <a:gd name="textAreaRight" fmla="*/ 6474600 w 6459480"/>
              <a:gd name="textAreaTop" fmla="*/ 0 h 1507320"/>
              <a:gd name="textAreaBottom" fmla="*/ 1522440 h 150732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08" name="Freeform 6"/>
          <p:cNvSpPr/>
          <p:nvPr/>
        </p:nvSpPr>
        <p:spPr>
          <a:xfrm>
            <a:off x="2435040" y="2589840"/>
            <a:ext cx="2424960" cy="2599920"/>
          </a:xfrm>
          <a:custGeom>
            <a:avLst/>
            <a:gdLst>
              <a:gd name="textAreaLeft" fmla="*/ 0 w 2424960"/>
              <a:gd name="textAreaRight" fmla="*/ 2440080 w 2424960"/>
              <a:gd name="textAreaTop" fmla="*/ 0 h 2599920"/>
              <a:gd name="textAreaBottom" fmla="*/ 2615040 h 259992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09" name="Oval 7"/>
          <p:cNvSpPr/>
          <p:nvPr/>
        </p:nvSpPr>
        <p:spPr>
          <a:xfrm>
            <a:off x="3103920" y="3080520"/>
            <a:ext cx="971640" cy="9716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10" name="Group 8"/>
          <p:cNvGrpSpPr/>
          <p:nvPr/>
        </p:nvGrpSpPr>
        <p:grpSpPr>
          <a:xfrm>
            <a:off x="4008600" y="3031920"/>
            <a:ext cx="4109760" cy="898920"/>
            <a:chOff x="4008600" y="3031920"/>
            <a:chExt cx="4109760" cy="898920"/>
          </a:xfrm>
        </p:grpSpPr>
        <p:pic>
          <p:nvPicPr>
            <p:cNvPr id="811" name="Picture 9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4994640" y="3031920"/>
              <a:ext cx="3123720" cy="850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2" name="Picture 10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4008600" y="3080520"/>
              <a:ext cx="948600" cy="850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13" name="Rectangle 12"/>
          <p:cNvSpPr/>
          <p:nvPr/>
        </p:nvSpPr>
        <p:spPr>
          <a:xfrm>
            <a:off x="11271960" y="256320"/>
            <a:ext cx="668520" cy="48060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14" name="Group 11"/>
          <p:cNvGrpSpPr/>
          <p:nvPr/>
        </p:nvGrpSpPr>
        <p:grpSpPr>
          <a:xfrm>
            <a:off x="1527120" y="6498720"/>
            <a:ext cx="892800" cy="186120"/>
            <a:chOff x="1527120" y="6498720"/>
            <a:chExt cx="892800" cy="186120"/>
          </a:xfrm>
        </p:grpSpPr>
        <p:pic>
          <p:nvPicPr>
            <p:cNvPr id="815" name="Picture 13" descr=""/>
            <p:cNvPicPr/>
            <p:nvPr/>
          </p:nvPicPr>
          <p:blipFill>
            <a:blip r:embed="rId4"/>
            <a:srcRect l="24312" t="0" r="0" b="0"/>
            <a:stretch/>
          </p:blipFill>
          <p:spPr>
            <a:xfrm>
              <a:off x="1744200" y="6498720"/>
              <a:ext cx="675720" cy="175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6" name="Picture 14" descr=""/>
            <p:cNvPicPr/>
            <p:nvPr/>
          </p:nvPicPr>
          <p:blipFill>
            <a:blip r:embed="rId5"/>
            <a:srcRect l="0" t="0" r="76760" b="0"/>
            <a:stretch/>
          </p:blipFill>
          <p:spPr>
            <a:xfrm>
              <a:off x="1527120" y="6509520"/>
              <a:ext cx="196920" cy="175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17" name="TextBox 16"/>
          <p:cNvSpPr/>
          <p:nvPr/>
        </p:nvSpPr>
        <p:spPr>
          <a:xfrm>
            <a:off x="1395000" y="64987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Box 17"/>
          <p:cNvSpPr/>
          <p:nvPr/>
        </p:nvSpPr>
        <p:spPr>
          <a:xfrm>
            <a:off x="1395000" y="645480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TextBox 18"/>
          <p:cNvSpPr/>
          <p:nvPr/>
        </p:nvSpPr>
        <p:spPr>
          <a:xfrm>
            <a:off x="1395000" y="65095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Box 19"/>
          <p:cNvSpPr/>
          <p:nvPr/>
        </p:nvSpPr>
        <p:spPr>
          <a:xfrm>
            <a:off x="6386040" y="6313680"/>
            <a:ext cx="5695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The content of this document is the intellectual property of HAVELSAN. It is forbidden to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copy </a:t>
            </a:r>
            <a:r>
              <a:rPr b="0" lang="tr-TR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or give all or part of this document to someone else without HAVELSAN’s permission</a:t>
            </a:r>
            <a:r>
              <a:rPr b="0" lang="tr-TR" sz="1050" spc="-1" strike="noStrike">
                <a:solidFill>
                  <a:schemeClr val="dk1"/>
                </a:solidFill>
                <a:latin typeface="Open Sans"/>
                <a:ea typeface="SF Pro Display"/>
              </a:rPr>
              <a:t>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1" name="Picture 1" descr=""/>
          <p:cNvPicPr/>
          <p:nvPr/>
        </p:nvPicPr>
        <p:blipFill>
          <a:blip r:embed="rId6"/>
          <a:stretch/>
        </p:blipFill>
        <p:spPr>
          <a:xfrm>
            <a:off x="153000" y="6454800"/>
            <a:ext cx="1144440" cy="276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7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2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93DBA920-FA38-4626-BB4C-98B3C5F6C7C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Box 9"/>
          <p:cNvSpPr/>
          <p:nvPr/>
        </p:nvSpPr>
        <p:spPr>
          <a:xfrm>
            <a:off x="4515120" y="4888800"/>
            <a:ext cx="3466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ffffff"/>
                </a:solidFill>
                <a:latin typeface="Calibri"/>
              </a:rPr>
              <a:t>www.havelsan.com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Grey_unpressed"/>
          <p:cNvSpPr/>
          <p:nvPr/>
        </p:nvSpPr>
        <p:spPr>
          <a:xfrm>
            <a:off x="2833920" y="2727720"/>
            <a:ext cx="6459480" cy="1507320"/>
          </a:xfrm>
          <a:custGeom>
            <a:avLst/>
            <a:gdLst>
              <a:gd name="textAreaLeft" fmla="*/ 0 w 6459480"/>
              <a:gd name="textAreaRight" fmla="*/ 6474600 w 6459480"/>
              <a:gd name="textAreaTop" fmla="*/ 0 h 1507320"/>
              <a:gd name="textAreaBottom" fmla="*/ 1522440 h 1507320"/>
            </a:gdLst>
            <a:ahLst/>
            <a:rect l="textAreaLeft" t="textAreaTop" r="textAreaRight" b="textAreaBottom"/>
            <a:pathLst>
              <a:path w="2950" h="732">
                <a:moveTo>
                  <a:pt x="2584" y="732"/>
                </a:moveTo>
                <a:cubicBezTo>
                  <a:pt x="366" y="732"/>
                  <a:pt x="366" y="732"/>
                  <a:pt x="366" y="732"/>
                </a:cubicBezTo>
                <a:cubicBezTo>
                  <a:pt x="164" y="732"/>
                  <a:pt x="0" y="568"/>
                  <a:pt x="0" y="366"/>
                </a:cubicBezTo>
                <a:cubicBezTo>
                  <a:pt x="0" y="164"/>
                  <a:pt x="164" y="0"/>
                  <a:pt x="366" y="0"/>
                </a:cubicBezTo>
                <a:cubicBezTo>
                  <a:pt x="2584" y="0"/>
                  <a:pt x="2584" y="0"/>
                  <a:pt x="2584" y="0"/>
                </a:cubicBezTo>
                <a:cubicBezTo>
                  <a:pt x="2786" y="0"/>
                  <a:pt x="2950" y="164"/>
                  <a:pt x="2950" y="366"/>
                </a:cubicBezTo>
                <a:cubicBezTo>
                  <a:pt x="2950" y="568"/>
                  <a:pt x="2786" y="732"/>
                  <a:pt x="2584" y="732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317500" dir="13200000" dist="889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26" name="Freeform 11"/>
          <p:cNvSpPr/>
          <p:nvPr/>
        </p:nvSpPr>
        <p:spPr>
          <a:xfrm>
            <a:off x="2435040" y="2589840"/>
            <a:ext cx="2424960" cy="2599920"/>
          </a:xfrm>
          <a:custGeom>
            <a:avLst/>
            <a:gdLst>
              <a:gd name="textAreaLeft" fmla="*/ 0 w 2424960"/>
              <a:gd name="textAreaRight" fmla="*/ 2440080 w 2424960"/>
              <a:gd name="textAreaTop" fmla="*/ 0 h 2599920"/>
              <a:gd name="textAreaBottom" fmla="*/ 2615040 h 2599920"/>
            </a:gdLst>
            <a:ahLst/>
            <a:rect l="textAreaLeft" t="textAreaTop" r="textAreaRight" b="textAreaBottom"/>
            <a:pathLst>
              <a:path w="10948959" h="2261142">
                <a:moveTo>
                  <a:pt x="359806" y="1656537"/>
                </a:moveTo>
                <a:cubicBezTo>
                  <a:pt x="513243" y="1972549"/>
                  <a:pt x="1555853" y="2062959"/>
                  <a:pt x="1891793" y="2152087"/>
                </a:cubicBezTo>
                <a:cubicBezTo>
                  <a:pt x="2227733" y="2241215"/>
                  <a:pt x="2255360" y="2176096"/>
                  <a:pt x="2375447" y="2191307"/>
                </a:cubicBezTo>
                <a:cubicBezTo>
                  <a:pt x="2495534" y="2206518"/>
                  <a:pt x="2499610" y="2299388"/>
                  <a:pt x="2612313" y="2243350"/>
                </a:cubicBezTo>
                <a:cubicBezTo>
                  <a:pt x="2725016" y="2187312"/>
                  <a:pt x="2857757" y="1866431"/>
                  <a:pt x="3051664" y="1855079"/>
                </a:cubicBezTo>
                <a:cubicBezTo>
                  <a:pt x="3245571" y="1843727"/>
                  <a:pt x="3579130" y="2137965"/>
                  <a:pt x="3775754" y="2175235"/>
                </a:cubicBezTo>
                <a:cubicBezTo>
                  <a:pt x="3972378" y="2212505"/>
                  <a:pt x="4084752" y="2067814"/>
                  <a:pt x="4231407" y="2078699"/>
                </a:cubicBezTo>
                <a:cubicBezTo>
                  <a:pt x="4378062" y="2089584"/>
                  <a:pt x="4415971" y="2275434"/>
                  <a:pt x="4655682" y="2240543"/>
                </a:cubicBezTo>
                <a:cubicBezTo>
                  <a:pt x="4895393" y="2205652"/>
                  <a:pt x="5234107" y="1927566"/>
                  <a:pt x="5669670" y="1869351"/>
                </a:cubicBezTo>
                <a:cubicBezTo>
                  <a:pt x="6105233" y="1811137"/>
                  <a:pt x="6594381" y="1926500"/>
                  <a:pt x="7269058" y="1891256"/>
                </a:cubicBezTo>
                <a:cubicBezTo>
                  <a:pt x="7943735" y="1856012"/>
                  <a:pt x="9180050" y="1740001"/>
                  <a:pt x="9717735" y="1657887"/>
                </a:cubicBezTo>
                <a:cubicBezTo>
                  <a:pt x="10255420" y="1575773"/>
                  <a:pt x="10441304" y="1656257"/>
                  <a:pt x="10495167" y="1398570"/>
                </a:cubicBezTo>
                <a:cubicBezTo>
                  <a:pt x="10549030" y="1140883"/>
                  <a:pt x="11735422" y="315468"/>
                  <a:pt x="10040915" y="111765"/>
                </a:cubicBezTo>
                <a:cubicBezTo>
                  <a:pt x="8346408" y="-91938"/>
                  <a:pt x="2584689" y="-1447"/>
                  <a:pt x="971171" y="256015"/>
                </a:cubicBezTo>
                <a:cubicBezTo>
                  <a:pt x="-642347" y="513477"/>
                  <a:pt x="206369" y="1340525"/>
                  <a:pt x="359806" y="1656537"/>
                </a:cubicBezTo>
                <a:close/>
              </a:path>
            </a:pathLst>
          </a:custGeom>
          <a:gradFill rotWithShape="0">
            <a:gsLst>
              <a:gs pos="31000">
                <a:srgbClr val="566eaa"/>
              </a:gs>
              <a:gs pos="75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67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27" name="Oval 12"/>
          <p:cNvSpPr/>
          <p:nvPr/>
        </p:nvSpPr>
        <p:spPr>
          <a:xfrm>
            <a:off x="3103920" y="3080520"/>
            <a:ext cx="971640" cy="9716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828" name="TextBox 13"/>
          <p:cNvSpPr/>
          <p:nvPr/>
        </p:nvSpPr>
        <p:spPr>
          <a:xfrm>
            <a:off x="4606200" y="3220200"/>
            <a:ext cx="10173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tr-TR" sz="4000" spc="-1" strike="noStrike">
                <a:solidFill>
                  <a:srgbClr val="ffffff"/>
                </a:solidFill>
                <a:latin typeface="Arial"/>
              </a:rPr>
              <a:t>THANK YOU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29" name="Group 21"/>
          <p:cNvGrpSpPr/>
          <p:nvPr/>
        </p:nvGrpSpPr>
        <p:grpSpPr>
          <a:xfrm>
            <a:off x="1527120" y="6498720"/>
            <a:ext cx="892800" cy="186120"/>
            <a:chOff x="1527120" y="6498720"/>
            <a:chExt cx="892800" cy="186120"/>
          </a:xfrm>
        </p:grpSpPr>
        <p:pic>
          <p:nvPicPr>
            <p:cNvPr id="830" name="Picture 22" descr=""/>
            <p:cNvPicPr/>
            <p:nvPr/>
          </p:nvPicPr>
          <p:blipFill>
            <a:blip r:embed="rId2"/>
            <a:srcRect l="24312" t="0" r="0" b="0"/>
            <a:stretch/>
          </p:blipFill>
          <p:spPr>
            <a:xfrm>
              <a:off x="1744200" y="6498720"/>
              <a:ext cx="675720" cy="175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31" name="Picture 23" descr=""/>
            <p:cNvPicPr/>
            <p:nvPr/>
          </p:nvPicPr>
          <p:blipFill>
            <a:blip r:embed="rId3"/>
            <a:srcRect l="0" t="0" r="76760" b="0"/>
            <a:stretch/>
          </p:blipFill>
          <p:spPr>
            <a:xfrm>
              <a:off x="1527120" y="6509520"/>
              <a:ext cx="196920" cy="1753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32" name="TextBox 24"/>
          <p:cNvSpPr/>
          <p:nvPr/>
        </p:nvSpPr>
        <p:spPr>
          <a:xfrm>
            <a:off x="1395000" y="64987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Box 25"/>
          <p:cNvSpPr/>
          <p:nvPr/>
        </p:nvSpPr>
        <p:spPr>
          <a:xfrm>
            <a:off x="1395000" y="645480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TextBox 26"/>
          <p:cNvSpPr/>
          <p:nvPr/>
        </p:nvSpPr>
        <p:spPr>
          <a:xfrm>
            <a:off x="1395000" y="6509520"/>
            <a:ext cx="320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tr-TR" sz="1100" spc="-1" strike="noStrike">
                <a:solidFill>
                  <a:srgbClr val="ffffff"/>
                </a:solidFill>
                <a:latin typeface="Open Sans"/>
              </a:rPr>
              <a:t>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TextBox 27"/>
          <p:cNvSpPr/>
          <p:nvPr/>
        </p:nvSpPr>
        <p:spPr>
          <a:xfrm>
            <a:off x="6386040" y="6313680"/>
            <a:ext cx="5695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The content of this document is the intellectual property of HAVELSAN. It is forbidden to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copy </a:t>
            </a:r>
            <a:r>
              <a:rPr b="0" lang="tr-TR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 </a:t>
            </a:r>
            <a:r>
              <a:rPr b="0" lang="en-US" sz="1000" spc="-1" strike="noStrike">
                <a:solidFill>
                  <a:schemeClr val="lt1"/>
                </a:solidFill>
                <a:latin typeface="Arial"/>
                <a:ea typeface="SF Pro Display"/>
              </a:rPr>
              <a:t>or give all or part of this document to someone else without HAVELSAN’s permission</a:t>
            </a:r>
            <a:r>
              <a:rPr b="0" lang="tr-TR" sz="1050" spc="-1" strike="noStrike">
                <a:solidFill>
                  <a:schemeClr val="dk1"/>
                </a:solidFill>
                <a:latin typeface="Open Sans"/>
                <a:ea typeface="SF Pro Display"/>
              </a:rPr>
              <a:t>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6" name="Picture 28" descr=""/>
          <p:cNvPicPr/>
          <p:nvPr/>
        </p:nvPicPr>
        <p:blipFill>
          <a:blip r:embed="rId4"/>
          <a:stretch/>
        </p:blipFill>
        <p:spPr>
          <a:xfrm>
            <a:off x="153000" y="6454800"/>
            <a:ext cx="1144440" cy="276480"/>
          </a:xfrm>
          <a:prstGeom prst="rect">
            <a:avLst/>
          </a:prstGeom>
          <a:ln w="0">
            <a:noFill/>
          </a:ln>
        </p:spPr>
      </p:pic>
      <p:sp>
        <p:nvSpPr>
          <p:cNvPr id="837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5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3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105175AF-4BB0-4A67-9328-556D2B1E3441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40" name="Group 5"/>
          <p:cNvGrpSpPr/>
          <p:nvPr/>
        </p:nvGrpSpPr>
        <p:grpSpPr>
          <a:xfrm>
            <a:off x="5942880" y="1173240"/>
            <a:ext cx="4765320" cy="4770360"/>
            <a:chOff x="5942880" y="1173240"/>
            <a:chExt cx="4765320" cy="4770360"/>
          </a:xfrm>
        </p:grpSpPr>
        <p:sp>
          <p:nvSpPr>
            <p:cNvPr id="841" name="Oval 101"/>
            <p:cNvSpPr/>
            <p:nvPr/>
          </p:nvSpPr>
          <p:spPr>
            <a:xfrm>
              <a:off x="5942880" y="1173240"/>
              <a:ext cx="4765320" cy="4770360"/>
            </a:xfrm>
            <a:prstGeom prst="ellipse">
              <a:avLst/>
            </a:prstGeom>
            <a:gradFill rotWithShape="0">
              <a:gsLst>
                <a:gs pos="0">
                  <a:srgbClr val="2a3647"/>
                </a:gs>
                <a:gs pos="100000">
                  <a:srgbClr val="1e2633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42" name="Group 7"/>
            <p:cNvGrpSpPr/>
            <p:nvPr/>
          </p:nvGrpSpPr>
          <p:grpSpPr>
            <a:xfrm>
              <a:off x="6314040" y="1564200"/>
              <a:ext cx="3995280" cy="3995280"/>
              <a:chOff x="6314040" y="1564200"/>
              <a:chExt cx="3995280" cy="3995280"/>
            </a:xfrm>
          </p:grpSpPr>
          <p:sp>
            <p:nvSpPr>
              <p:cNvPr id="843" name="Oval 8"/>
              <p:cNvSpPr/>
              <p:nvPr/>
            </p:nvSpPr>
            <p:spPr>
              <a:xfrm>
                <a:off x="6314040" y="1564200"/>
                <a:ext cx="3995280" cy="399528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44" name="Oval 9"/>
              <p:cNvSpPr/>
              <p:nvPr/>
            </p:nvSpPr>
            <p:spPr>
              <a:xfrm>
                <a:off x="6314040" y="1564200"/>
                <a:ext cx="3995280" cy="399528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45" name="Chart 13"/>
          <p:cNvGraphicFramePr/>
          <p:nvPr/>
        </p:nvGraphicFramePr>
        <p:xfrm>
          <a:off x="4898880" y="1365840"/>
          <a:ext cx="6634800" cy="4193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46" name="Group 10"/>
          <p:cNvGrpSpPr/>
          <p:nvPr/>
        </p:nvGrpSpPr>
        <p:grpSpPr>
          <a:xfrm>
            <a:off x="7685640" y="3174840"/>
            <a:ext cx="1400400" cy="897480"/>
            <a:chOff x="7685640" y="3174840"/>
            <a:chExt cx="1400400" cy="897480"/>
          </a:xfrm>
        </p:grpSpPr>
        <p:sp>
          <p:nvSpPr>
            <p:cNvPr id="847" name="Rectangle 114"/>
            <p:cNvSpPr/>
            <p:nvPr/>
          </p:nvSpPr>
          <p:spPr>
            <a:xfrm>
              <a:off x="7685640" y="3174840"/>
              <a:ext cx="1400400" cy="82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ru-UA" sz="5400" spc="-1" strike="noStrike">
                  <a:solidFill>
                    <a:schemeClr val="accent1"/>
                  </a:solidFill>
                  <a:latin typeface="Arial Black"/>
                </a:rPr>
                <a:t>75</a:t>
              </a:r>
              <a:r>
                <a:rPr b="1" lang="ru-RU" sz="5400" spc="-1" strike="noStrike">
                  <a:solidFill>
                    <a:schemeClr val="accent1"/>
                  </a:solidFill>
                  <a:latin typeface="Arial Black"/>
                </a:rPr>
                <a:t>%</a:t>
              </a:r>
              <a:endParaRPr b="0" lang="en-US" sz="5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48" name="Rectangle 115"/>
            <p:cNvSpPr/>
            <p:nvPr/>
          </p:nvSpPr>
          <p:spPr>
            <a:xfrm>
              <a:off x="7781040" y="3904920"/>
              <a:ext cx="125244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100" spc="-1" strike="noStrike">
                  <a:solidFill>
                    <a:schemeClr val="accent1"/>
                  </a:solidFill>
                  <a:latin typeface="Arial Black"/>
                </a:rPr>
                <a:t>Lorem ipsum dolor</a:t>
              </a:r>
              <a:endParaRPr b="0" lang="en-US" sz="11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9" name="object 384"/>
          <p:cNvSpPr/>
          <p:nvPr/>
        </p:nvSpPr>
        <p:spPr>
          <a:xfrm flipV="1">
            <a:off x="356760" y="670320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0" name="object 4"/>
          <p:cNvSpPr/>
          <p:nvPr/>
        </p:nvSpPr>
        <p:spPr>
          <a:xfrm>
            <a:off x="10477800" y="663120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1" name="object 384"/>
          <p:cNvSpPr/>
          <p:nvPr/>
        </p:nvSpPr>
        <p:spPr>
          <a:xfrm flipV="1" rot="10800000">
            <a:off x="6111360" y="671832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2" name="object 386"/>
          <p:cNvSpPr/>
          <p:nvPr/>
        </p:nvSpPr>
        <p:spPr>
          <a:xfrm>
            <a:off x="5927400" y="651744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3" name="Freeform 24"/>
          <p:cNvSpPr/>
          <p:nvPr/>
        </p:nvSpPr>
        <p:spPr>
          <a:xfrm>
            <a:off x="-1688040" y="-113904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54" name="Group 20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85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5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57" name="Rectangle 23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85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27F5613-80D5-4A4C-A725-22A7E6DCDCC3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60" name="Group 10"/>
          <p:cNvGrpSpPr/>
          <p:nvPr/>
        </p:nvGrpSpPr>
        <p:grpSpPr>
          <a:xfrm>
            <a:off x="4579920" y="1447920"/>
            <a:ext cx="2931120" cy="2934360"/>
            <a:chOff x="4579920" y="1447920"/>
            <a:chExt cx="2931120" cy="2934360"/>
          </a:xfrm>
        </p:grpSpPr>
        <p:sp>
          <p:nvSpPr>
            <p:cNvPr id="861" name="Oval 101"/>
            <p:cNvSpPr/>
            <p:nvPr/>
          </p:nvSpPr>
          <p:spPr>
            <a:xfrm>
              <a:off x="4579920" y="1447920"/>
              <a:ext cx="2931120" cy="293436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62" name="Group 12"/>
            <p:cNvGrpSpPr/>
            <p:nvPr/>
          </p:nvGrpSpPr>
          <p:grpSpPr>
            <a:xfrm>
              <a:off x="4808880" y="1688760"/>
              <a:ext cx="2456640" cy="2456640"/>
              <a:chOff x="4808880" y="1688760"/>
              <a:chExt cx="2456640" cy="2456640"/>
            </a:xfrm>
          </p:grpSpPr>
          <p:sp>
            <p:nvSpPr>
              <p:cNvPr id="863" name="Oval 13"/>
              <p:cNvSpPr/>
              <p:nvPr/>
            </p:nvSpPr>
            <p:spPr>
              <a:xfrm>
                <a:off x="4808880" y="1688760"/>
                <a:ext cx="2456640" cy="24566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64" name="Oval 14"/>
              <p:cNvSpPr/>
              <p:nvPr/>
            </p:nvSpPr>
            <p:spPr>
              <a:xfrm>
                <a:off x="4808880" y="1688760"/>
                <a:ext cx="2456640" cy="24566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pSp>
        <p:nvGrpSpPr>
          <p:cNvPr id="865" name="Group 15"/>
          <p:cNvGrpSpPr/>
          <p:nvPr/>
        </p:nvGrpSpPr>
        <p:grpSpPr>
          <a:xfrm>
            <a:off x="1096920" y="1447920"/>
            <a:ext cx="2931120" cy="2934360"/>
            <a:chOff x="1096920" y="1447920"/>
            <a:chExt cx="2931120" cy="2934360"/>
          </a:xfrm>
        </p:grpSpPr>
        <p:sp>
          <p:nvSpPr>
            <p:cNvPr id="866" name="Oval 101"/>
            <p:cNvSpPr/>
            <p:nvPr/>
          </p:nvSpPr>
          <p:spPr>
            <a:xfrm>
              <a:off x="1096920" y="1447920"/>
              <a:ext cx="2931120" cy="293436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67" name="Group 17"/>
            <p:cNvGrpSpPr/>
            <p:nvPr/>
          </p:nvGrpSpPr>
          <p:grpSpPr>
            <a:xfrm>
              <a:off x="1325880" y="1688760"/>
              <a:ext cx="2456640" cy="2456640"/>
              <a:chOff x="1325880" y="1688760"/>
              <a:chExt cx="2456640" cy="2456640"/>
            </a:xfrm>
          </p:grpSpPr>
          <p:sp>
            <p:nvSpPr>
              <p:cNvPr id="868" name="Oval 18"/>
              <p:cNvSpPr/>
              <p:nvPr/>
            </p:nvSpPr>
            <p:spPr>
              <a:xfrm>
                <a:off x="1325880" y="1688760"/>
                <a:ext cx="2456640" cy="24566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69" name="Oval 19"/>
              <p:cNvSpPr/>
              <p:nvPr/>
            </p:nvSpPr>
            <p:spPr>
              <a:xfrm>
                <a:off x="1325880" y="1688760"/>
                <a:ext cx="2456640" cy="24566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70" name="Chart 20"/>
          <p:cNvGraphicFramePr/>
          <p:nvPr/>
        </p:nvGraphicFramePr>
        <p:xfrm>
          <a:off x="525600" y="1632600"/>
          <a:ext cx="4080960" cy="257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1" name="Rectangle 120"/>
          <p:cNvSpPr/>
          <p:nvPr/>
        </p:nvSpPr>
        <p:spPr>
          <a:xfrm>
            <a:off x="2180160" y="2752560"/>
            <a:ext cx="7207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tr-TR" sz="2800" spc="-1" strike="noStrike">
                <a:solidFill>
                  <a:schemeClr val="accent1"/>
                </a:solidFill>
                <a:latin typeface="Open Sans"/>
              </a:rPr>
              <a:t>2</a:t>
            </a:r>
            <a:r>
              <a:rPr b="1" lang="en-US" sz="2800" spc="-1" strike="noStrike">
                <a:solidFill>
                  <a:schemeClr val="accent1"/>
                </a:solidFill>
                <a:latin typeface="Open Sans"/>
              </a:rPr>
              <a:t>0</a:t>
            </a: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72" name="Chart 22"/>
          <p:cNvGraphicFramePr/>
          <p:nvPr/>
        </p:nvGraphicFramePr>
        <p:xfrm>
          <a:off x="3995280" y="1632600"/>
          <a:ext cx="4080960" cy="257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73" name="Rectangle 120"/>
          <p:cNvSpPr/>
          <p:nvPr/>
        </p:nvSpPr>
        <p:spPr>
          <a:xfrm>
            <a:off x="5719320" y="2759760"/>
            <a:ext cx="7207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6</a:t>
            </a:r>
            <a:r>
              <a:rPr b="1" lang="tr-TR" sz="2800" spc="-1" strike="noStrike">
                <a:solidFill>
                  <a:schemeClr val="accent1"/>
                </a:solidFill>
                <a:latin typeface="Open Sans"/>
              </a:rPr>
              <a:t>9</a:t>
            </a: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Freeform 119"/>
          <p:cNvSpPr/>
          <p:nvPr/>
        </p:nvSpPr>
        <p:spPr>
          <a:xfrm>
            <a:off x="1720800" y="4778280"/>
            <a:ext cx="1672560" cy="434160"/>
          </a:xfrm>
          <a:custGeom>
            <a:avLst/>
            <a:gdLst>
              <a:gd name="textAreaLeft" fmla="*/ 0 w 1672560"/>
              <a:gd name="textAreaRight" fmla="*/ 1687680 w 1672560"/>
              <a:gd name="textAreaTop" fmla="*/ 0 h 434160"/>
              <a:gd name="textAreaBottom" fmla="*/ 449280 h 434160"/>
            </a:gdLst>
            <a:ahLst/>
            <a:rect l="textAreaLeft" t="textAreaTop" r="textAreaRight" b="textAreaBottom"/>
            <a:pathLst>
              <a:path w="443" h="118">
                <a:moveTo>
                  <a:pt x="1" y="58"/>
                </a:moveTo>
                <a:cubicBezTo>
                  <a:pt x="0" y="91"/>
                  <a:pt x="27" y="118"/>
                  <a:pt x="61" y="118"/>
                </a:cubicBezTo>
                <a:cubicBezTo>
                  <a:pt x="383" y="118"/>
                  <a:pt x="383" y="118"/>
                  <a:pt x="383" y="118"/>
                </a:cubicBezTo>
                <a:cubicBezTo>
                  <a:pt x="415" y="118"/>
                  <a:pt x="442" y="93"/>
                  <a:pt x="443" y="60"/>
                </a:cubicBezTo>
                <a:cubicBezTo>
                  <a:pt x="443" y="27"/>
                  <a:pt x="416" y="0"/>
                  <a:pt x="384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27" y="0"/>
                  <a:pt x="1" y="26"/>
                  <a:pt x="1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5" name="Rectangle 120"/>
          <p:cNvSpPr/>
          <p:nvPr/>
        </p:nvSpPr>
        <p:spPr>
          <a:xfrm>
            <a:off x="207792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Freeform 121"/>
          <p:cNvSpPr/>
          <p:nvPr/>
        </p:nvSpPr>
        <p:spPr>
          <a:xfrm>
            <a:off x="5224320" y="4778280"/>
            <a:ext cx="1670760" cy="434160"/>
          </a:xfrm>
          <a:custGeom>
            <a:avLst/>
            <a:gdLst>
              <a:gd name="textAreaLeft" fmla="*/ 0 w 1670760"/>
              <a:gd name="textAreaRight" fmla="*/ 1685880 w 1670760"/>
              <a:gd name="textAreaTop" fmla="*/ 0 h 434160"/>
              <a:gd name="textAreaBottom" fmla="*/ 449280 h 434160"/>
            </a:gdLst>
            <a:ahLst/>
            <a:rect l="textAreaLeft" t="textAreaTop" r="textAreaRight" b="textAreaBottom"/>
            <a:pathLst>
              <a:path w="443" h="118">
                <a:moveTo>
                  <a:pt x="1" y="58"/>
                </a:moveTo>
                <a:cubicBezTo>
                  <a:pt x="0" y="91"/>
                  <a:pt x="28" y="118"/>
                  <a:pt x="61" y="118"/>
                </a:cubicBezTo>
                <a:cubicBezTo>
                  <a:pt x="383" y="118"/>
                  <a:pt x="383" y="118"/>
                  <a:pt x="383" y="118"/>
                </a:cubicBezTo>
                <a:cubicBezTo>
                  <a:pt x="415" y="118"/>
                  <a:pt x="442" y="93"/>
                  <a:pt x="443" y="60"/>
                </a:cubicBezTo>
                <a:cubicBezTo>
                  <a:pt x="443" y="27"/>
                  <a:pt x="417" y="0"/>
                  <a:pt x="384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28" y="0"/>
                  <a:pt x="2" y="26"/>
                  <a:pt x="1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7" name="Rectangle 122"/>
          <p:cNvSpPr/>
          <p:nvPr/>
        </p:nvSpPr>
        <p:spPr>
          <a:xfrm>
            <a:off x="558144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Freeform 123"/>
          <p:cNvSpPr/>
          <p:nvPr/>
        </p:nvSpPr>
        <p:spPr>
          <a:xfrm>
            <a:off x="8731080" y="4778280"/>
            <a:ext cx="1670760" cy="434160"/>
          </a:xfrm>
          <a:custGeom>
            <a:avLst/>
            <a:gdLst>
              <a:gd name="textAreaLeft" fmla="*/ 0 w 1670760"/>
              <a:gd name="textAreaRight" fmla="*/ 1685880 w 1670760"/>
              <a:gd name="textAreaTop" fmla="*/ 0 h 434160"/>
              <a:gd name="textAreaBottom" fmla="*/ 449280 h 434160"/>
            </a:gdLst>
            <a:ahLst/>
            <a:rect l="textAreaLeft" t="textAreaTop" r="textAreaRight" b="textAreaBottom"/>
            <a:pathLst>
              <a:path w="443" h="118">
                <a:moveTo>
                  <a:pt x="0" y="58"/>
                </a:moveTo>
                <a:cubicBezTo>
                  <a:pt x="0" y="91"/>
                  <a:pt x="27" y="118"/>
                  <a:pt x="60" y="118"/>
                </a:cubicBezTo>
                <a:cubicBezTo>
                  <a:pt x="382" y="118"/>
                  <a:pt x="382" y="118"/>
                  <a:pt x="382" y="118"/>
                </a:cubicBezTo>
                <a:cubicBezTo>
                  <a:pt x="414" y="118"/>
                  <a:pt x="442" y="93"/>
                  <a:pt x="442" y="60"/>
                </a:cubicBezTo>
                <a:cubicBezTo>
                  <a:pt x="443" y="27"/>
                  <a:pt x="416" y="0"/>
                  <a:pt x="383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27" y="0"/>
                  <a:pt x="1" y="26"/>
                  <a:pt x="0" y="5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100000">
                <a:srgbClr val="242e3d"/>
              </a:gs>
            </a:gsLst>
            <a:lin ang="162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879" name="Rectangle 124"/>
          <p:cNvSpPr/>
          <p:nvPr/>
        </p:nvSpPr>
        <p:spPr>
          <a:xfrm>
            <a:off x="9083520" y="4852800"/>
            <a:ext cx="94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2000" spc="-1" strike="noStrike">
                <a:solidFill>
                  <a:schemeClr val="accent1"/>
                </a:solidFill>
                <a:latin typeface="Arial Black"/>
              </a:rPr>
              <a:t>STEP 03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Box 31"/>
          <p:cNvSpPr/>
          <p:nvPr/>
        </p:nvSpPr>
        <p:spPr>
          <a:xfrm>
            <a:off x="1469880" y="5349960"/>
            <a:ext cx="2168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Box 32"/>
          <p:cNvSpPr/>
          <p:nvPr/>
        </p:nvSpPr>
        <p:spPr>
          <a:xfrm>
            <a:off x="5029560" y="5349960"/>
            <a:ext cx="2088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TextBox 33"/>
          <p:cNvSpPr/>
          <p:nvPr/>
        </p:nvSpPr>
        <p:spPr>
          <a:xfrm>
            <a:off x="8561160" y="5349960"/>
            <a:ext cx="2073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1"/>
                </a:solidFill>
                <a:latin typeface="Arial Black"/>
                <a:ea typeface="Open Sans"/>
              </a:rPr>
              <a:t>Lorem ipsum dolor sit amet, consectetur adipiscing elit, sed do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83" name="Group 40"/>
          <p:cNvGrpSpPr/>
          <p:nvPr/>
        </p:nvGrpSpPr>
        <p:grpSpPr>
          <a:xfrm>
            <a:off x="8104680" y="1447920"/>
            <a:ext cx="2931120" cy="2934360"/>
            <a:chOff x="8104680" y="1447920"/>
            <a:chExt cx="2931120" cy="2934360"/>
          </a:xfrm>
        </p:grpSpPr>
        <p:sp>
          <p:nvSpPr>
            <p:cNvPr id="884" name="Oval 101"/>
            <p:cNvSpPr/>
            <p:nvPr/>
          </p:nvSpPr>
          <p:spPr>
            <a:xfrm>
              <a:off x="8104680" y="1447920"/>
              <a:ext cx="2931120" cy="2934360"/>
            </a:xfrm>
            <a:prstGeom prst="ellipse">
              <a:avLst/>
            </a:prstGeom>
            <a:gradFill rotWithShape="0">
              <a:gsLst>
                <a:gs pos="0">
                  <a:srgbClr val="334257"/>
                </a:gs>
                <a:gs pos="100000">
                  <a:srgbClr val="202937"/>
                </a:gs>
              </a:gsLst>
              <a:lin ang="135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grpSp>
          <p:nvGrpSpPr>
            <p:cNvPr id="885" name="Group 42"/>
            <p:cNvGrpSpPr/>
            <p:nvPr/>
          </p:nvGrpSpPr>
          <p:grpSpPr>
            <a:xfrm>
              <a:off x="8333640" y="1688760"/>
              <a:ext cx="2456640" cy="2456640"/>
              <a:chOff x="8333640" y="1688760"/>
              <a:chExt cx="2456640" cy="2456640"/>
            </a:xfrm>
          </p:grpSpPr>
          <p:sp>
            <p:nvSpPr>
              <p:cNvPr id="886" name="Oval 43"/>
              <p:cNvSpPr/>
              <p:nvPr/>
            </p:nvSpPr>
            <p:spPr>
              <a:xfrm>
                <a:off x="8333640" y="1688760"/>
                <a:ext cx="2456640" cy="24566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tl" blurRad="177840" dir="2700000" dist="114042" rotWithShape="0">
                  <a:schemeClr val="tx1">
                    <a:alpha val="4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  <p:sp>
            <p:nvSpPr>
              <p:cNvPr id="887" name="Oval 44"/>
              <p:cNvSpPr/>
              <p:nvPr/>
            </p:nvSpPr>
            <p:spPr>
              <a:xfrm>
                <a:off x="8333640" y="1688760"/>
                <a:ext cx="2456640" cy="245664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>
                <a:outerShdw algn="br" blurRad="114480" dir="13500000" dist="114042" rotWithShape="0">
                  <a:schemeClr val="tx2">
                    <a:alpha val="56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ru-UA" sz="1800" spc="-1" strike="noStrike">
                  <a:solidFill>
                    <a:schemeClr val="lt1"/>
                  </a:solidFill>
                  <a:latin typeface="Open Sans"/>
                </a:endParaRPr>
              </a:p>
            </p:txBody>
          </p:sp>
        </p:grpSp>
      </p:grpSp>
      <p:graphicFrame>
        <p:nvGraphicFramePr>
          <p:cNvPr id="888" name="Chart 45"/>
          <p:cNvGraphicFramePr/>
          <p:nvPr/>
        </p:nvGraphicFramePr>
        <p:xfrm>
          <a:off x="7520040" y="1632600"/>
          <a:ext cx="4080960" cy="257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89" name="Rectangle 120"/>
          <p:cNvSpPr/>
          <p:nvPr/>
        </p:nvSpPr>
        <p:spPr>
          <a:xfrm>
            <a:off x="9242280" y="2759760"/>
            <a:ext cx="723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2800" spc="-1" strike="noStrike">
                <a:solidFill>
                  <a:schemeClr val="accent1"/>
                </a:solidFill>
                <a:latin typeface="Open Sans"/>
              </a:rPr>
              <a:t>65%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object 384"/>
          <p:cNvSpPr/>
          <p:nvPr/>
        </p:nvSpPr>
        <p:spPr>
          <a:xfrm flipV="1">
            <a:off x="356760" y="670320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1" name="object 4"/>
          <p:cNvSpPr/>
          <p:nvPr/>
        </p:nvSpPr>
        <p:spPr>
          <a:xfrm>
            <a:off x="10477800" y="663120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2" name="object 384"/>
          <p:cNvSpPr/>
          <p:nvPr/>
        </p:nvSpPr>
        <p:spPr>
          <a:xfrm flipV="1" rot="10800000">
            <a:off x="6111360" y="671832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3" name="object 386"/>
          <p:cNvSpPr/>
          <p:nvPr/>
        </p:nvSpPr>
        <p:spPr>
          <a:xfrm>
            <a:off x="5927400" y="651744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4" name="Freeform 49"/>
          <p:cNvSpPr/>
          <p:nvPr/>
        </p:nvSpPr>
        <p:spPr>
          <a:xfrm rot="237600">
            <a:off x="-1338840" y="-917640"/>
            <a:ext cx="7389000" cy="6132600"/>
          </a:xfrm>
          <a:custGeom>
            <a:avLst/>
            <a:gdLst>
              <a:gd name="textAreaLeft" fmla="*/ 0 w 7389000"/>
              <a:gd name="textAreaRight" fmla="*/ 7404120 w 7389000"/>
              <a:gd name="textAreaTop" fmla="*/ 0 h 6132600"/>
              <a:gd name="textAreaBottom" fmla="*/ 6147720 h 613260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895" name="Group 38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89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89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898" name="Rectangle 50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5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0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C5607AF-AE10-486A-81C0-D01BEC505A95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Line 6"/>
          <p:cNvSpPr/>
          <p:nvPr/>
        </p:nvSpPr>
        <p:spPr>
          <a:xfrm>
            <a:off x="2738160" y="11268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2" name="Line 7"/>
          <p:cNvSpPr/>
          <p:nvPr/>
        </p:nvSpPr>
        <p:spPr>
          <a:xfrm>
            <a:off x="2738160" y="15840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3" name="Line 8"/>
          <p:cNvSpPr/>
          <p:nvPr/>
        </p:nvSpPr>
        <p:spPr>
          <a:xfrm>
            <a:off x="2738160" y="204624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4" name="Line 9"/>
          <p:cNvSpPr/>
          <p:nvPr/>
        </p:nvSpPr>
        <p:spPr>
          <a:xfrm>
            <a:off x="2738160" y="250632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5" name="Line 10"/>
          <p:cNvSpPr/>
          <p:nvPr/>
        </p:nvSpPr>
        <p:spPr>
          <a:xfrm>
            <a:off x="2738160" y="296856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6" name="Line 11"/>
          <p:cNvSpPr/>
          <p:nvPr/>
        </p:nvSpPr>
        <p:spPr>
          <a:xfrm>
            <a:off x="2738160" y="34290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7" name="Line 12"/>
          <p:cNvSpPr/>
          <p:nvPr/>
        </p:nvSpPr>
        <p:spPr>
          <a:xfrm>
            <a:off x="2738160" y="38862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8" name="Line 13"/>
          <p:cNvSpPr/>
          <p:nvPr/>
        </p:nvSpPr>
        <p:spPr>
          <a:xfrm>
            <a:off x="2738160" y="434628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09" name="Line 14"/>
          <p:cNvSpPr/>
          <p:nvPr/>
        </p:nvSpPr>
        <p:spPr>
          <a:xfrm>
            <a:off x="2738160" y="480852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0" name="Line 15"/>
          <p:cNvSpPr/>
          <p:nvPr/>
        </p:nvSpPr>
        <p:spPr>
          <a:xfrm>
            <a:off x="2738160" y="526860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1" name="Line 16"/>
          <p:cNvSpPr/>
          <p:nvPr/>
        </p:nvSpPr>
        <p:spPr>
          <a:xfrm>
            <a:off x="2738160" y="5730840"/>
            <a:ext cx="6589800" cy="360"/>
          </a:xfrm>
          <a:prstGeom prst="line">
            <a:avLst/>
          </a:prstGeom>
          <a:ln cap="rnd" w="15875">
            <a:solidFill>
              <a:srgbClr val="20293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0" bIns="0" anchor="t">
            <a:noAutofit/>
          </a:bodyPr>
          <a:p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2" name="Freeform 17"/>
          <p:cNvSpPr/>
          <p:nvPr/>
        </p:nvSpPr>
        <p:spPr>
          <a:xfrm>
            <a:off x="3251160" y="1127160"/>
            <a:ext cx="529560" cy="4588560"/>
          </a:xfrm>
          <a:custGeom>
            <a:avLst/>
            <a:gdLst>
              <a:gd name="textAreaLeft" fmla="*/ 0 w 529560"/>
              <a:gd name="textAreaRight" fmla="*/ 544680 w 529560"/>
              <a:gd name="textAreaTop" fmla="*/ 0 h 4588560"/>
              <a:gd name="textAreaBottom" fmla="*/ 4603680 h 4588560"/>
            </a:gdLst>
            <a:ahLst/>
            <a:rect l="textAreaLeft" t="textAreaTop" r="textAreaRight" b="textAreaBottom"/>
            <a:pathLst>
              <a:path w="143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3" name="Freeform 18"/>
          <p:cNvSpPr/>
          <p:nvPr/>
        </p:nvSpPr>
        <p:spPr>
          <a:xfrm>
            <a:off x="3251160" y="3429000"/>
            <a:ext cx="529560" cy="2286720"/>
          </a:xfrm>
          <a:custGeom>
            <a:avLst/>
            <a:gdLst>
              <a:gd name="textAreaLeft" fmla="*/ 0 w 529560"/>
              <a:gd name="textAreaRight" fmla="*/ 544680 w 529560"/>
              <a:gd name="textAreaTop" fmla="*/ 0 h 2286720"/>
              <a:gd name="textAreaBottom" fmla="*/ 2301840 h 2286720"/>
            </a:gdLst>
            <a:ahLst/>
            <a:rect l="textAreaLeft" t="textAreaTop" r="textAreaRight" b="textAreaBottom"/>
            <a:pathLst>
              <a:path w="143" h="685">
                <a:moveTo>
                  <a:pt x="71" y="685"/>
                </a:moveTo>
                <a:cubicBezTo>
                  <a:pt x="32" y="685"/>
                  <a:pt x="0" y="653"/>
                  <a:pt x="0" y="613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3" y="32"/>
                  <a:pt x="143" y="71"/>
                </a:cubicBezTo>
                <a:cubicBezTo>
                  <a:pt x="143" y="613"/>
                  <a:pt x="143" y="613"/>
                  <a:pt x="143" y="613"/>
                </a:cubicBezTo>
                <a:cubicBezTo>
                  <a:pt x="143" y="653"/>
                  <a:pt x="111" y="685"/>
                  <a:pt x="71" y="685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3123cd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4" name="Freeform 19"/>
          <p:cNvSpPr/>
          <p:nvPr/>
        </p:nvSpPr>
        <p:spPr>
          <a:xfrm>
            <a:off x="4508640" y="1127160"/>
            <a:ext cx="524520" cy="4588560"/>
          </a:xfrm>
          <a:custGeom>
            <a:avLst/>
            <a:gdLst>
              <a:gd name="textAreaLeft" fmla="*/ 0 w 524520"/>
              <a:gd name="textAreaRight" fmla="*/ 539640 w 524520"/>
              <a:gd name="textAreaTop" fmla="*/ 0 h 4588560"/>
              <a:gd name="textAreaBottom" fmla="*/ 4603680 h 4588560"/>
            </a:gdLst>
            <a:ahLst/>
            <a:rect l="textAreaLeft" t="textAreaTop" r="textAreaRight" b="textAreaBottom"/>
            <a:pathLst>
              <a:path w="142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2" y="31"/>
                  <a:pt x="142" y="71"/>
                </a:cubicBezTo>
                <a:cubicBezTo>
                  <a:pt x="142" y="1136"/>
                  <a:pt x="142" y="1136"/>
                  <a:pt x="142" y="1136"/>
                </a:cubicBezTo>
                <a:cubicBezTo>
                  <a:pt x="142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5" name="Freeform 20"/>
          <p:cNvSpPr/>
          <p:nvPr/>
        </p:nvSpPr>
        <p:spPr>
          <a:xfrm>
            <a:off x="4508640" y="2887560"/>
            <a:ext cx="524520" cy="2828160"/>
          </a:xfrm>
          <a:custGeom>
            <a:avLst/>
            <a:gdLst>
              <a:gd name="textAreaLeft" fmla="*/ 0 w 524520"/>
              <a:gd name="textAreaRight" fmla="*/ 539640 w 524520"/>
              <a:gd name="textAreaTop" fmla="*/ 0 h 2828160"/>
              <a:gd name="textAreaBottom" fmla="*/ 2843280 h 2828160"/>
            </a:gdLst>
            <a:ahLst/>
            <a:rect l="textAreaLeft" t="textAreaTop" r="textAreaRight" b="textAreaBottom"/>
            <a:pathLst>
              <a:path w="142" h="983">
                <a:moveTo>
                  <a:pt x="71" y="983"/>
                </a:moveTo>
                <a:cubicBezTo>
                  <a:pt x="32" y="983"/>
                  <a:pt x="0" y="951"/>
                  <a:pt x="0" y="911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2" y="32"/>
                  <a:pt x="142" y="72"/>
                </a:cubicBezTo>
                <a:cubicBezTo>
                  <a:pt x="142" y="911"/>
                  <a:pt x="142" y="911"/>
                  <a:pt x="142" y="911"/>
                </a:cubicBezTo>
                <a:cubicBezTo>
                  <a:pt x="142" y="951"/>
                  <a:pt x="111" y="983"/>
                  <a:pt x="71" y="983"/>
                </a:cubicBezTo>
                <a:close/>
              </a:path>
            </a:pathLst>
          </a:custGeom>
          <a:gradFill rotWithShape="0">
            <a:gsLst>
              <a:gs pos="0">
                <a:srgbClr val="685de3"/>
              </a:gs>
              <a:gs pos="0">
                <a:srgbClr val="ff00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6" name="Freeform 21"/>
          <p:cNvSpPr/>
          <p:nvPr/>
        </p:nvSpPr>
        <p:spPr>
          <a:xfrm>
            <a:off x="5761080" y="1127160"/>
            <a:ext cx="529560" cy="4588560"/>
          </a:xfrm>
          <a:custGeom>
            <a:avLst/>
            <a:gdLst>
              <a:gd name="textAreaLeft" fmla="*/ 0 w 529560"/>
              <a:gd name="textAreaRight" fmla="*/ 544680 w 529560"/>
              <a:gd name="textAreaTop" fmla="*/ 0 h 4588560"/>
              <a:gd name="textAreaBottom" fmla="*/ 4603680 h 4588560"/>
            </a:gdLst>
            <a:ahLst/>
            <a:rect l="textAreaLeft" t="textAreaTop" r="textAreaRight" b="textAreaBottom"/>
            <a:pathLst>
              <a:path w="143" h="1208">
                <a:moveTo>
                  <a:pt x="72" y="1208"/>
                </a:moveTo>
                <a:cubicBezTo>
                  <a:pt x="72" y="1208"/>
                  <a:pt x="72" y="1208"/>
                  <a:pt x="72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2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2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7" name="Freeform 22"/>
          <p:cNvSpPr/>
          <p:nvPr/>
        </p:nvSpPr>
        <p:spPr>
          <a:xfrm>
            <a:off x="5761080" y="3813120"/>
            <a:ext cx="529560" cy="1902600"/>
          </a:xfrm>
          <a:custGeom>
            <a:avLst/>
            <a:gdLst>
              <a:gd name="textAreaLeft" fmla="*/ 0 w 529560"/>
              <a:gd name="textAreaRight" fmla="*/ 544680 w 529560"/>
              <a:gd name="textAreaTop" fmla="*/ 0 h 1902600"/>
              <a:gd name="textAreaBottom" fmla="*/ 1917720 h 1902600"/>
            </a:gdLst>
            <a:ahLst/>
            <a:rect l="textAreaLeft" t="textAreaTop" r="textAreaRight" b="textAreaBottom"/>
            <a:pathLst>
              <a:path w="143" h="503">
                <a:moveTo>
                  <a:pt x="72" y="503"/>
                </a:moveTo>
                <a:cubicBezTo>
                  <a:pt x="32" y="503"/>
                  <a:pt x="0" y="471"/>
                  <a:pt x="0" y="431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2" y="0"/>
                </a:cubicBezTo>
                <a:cubicBezTo>
                  <a:pt x="111" y="0"/>
                  <a:pt x="143" y="32"/>
                  <a:pt x="143" y="72"/>
                </a:cubicBezTo>
                <a:cubicBezTo>
                  <a:pt x="143" y="431"/>
                  <a:pt x="143" y="431"/>
                  <a:pt x="143" y="431"/>
                </a:cubicBezTo>
                <a:cubicBezTo>
                  <a:pt x="143" y="471"/>
                  <a:pt x="111" y="503"/>
                  <a:pt x="72" y="503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1f67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8" name="Freeform 23"/>
          <p:cNvSpPr/>
          <p:nvPr/>
        </p:nvSpPr>
        <p:spPr>
          <a:xfrm>
            <a:off x="7016760" y="1127160"/>
            <a:ext cx="529560" cy="4588560"/>
          </a:xfrm>
          <a:custGeom>
            <a:avLst/>
            <a:gdLst>
              <a:gd name="textAreaLeft" fmla="*/ 0 w 529560"/>
              <a:gd name="textAreaRight" fmla="*/ 544680 w 529560"/>
              <a:gd name="textAreaTop" fmla="*/ 0 h 4588560"/>
              <a:gd name="textAreaBottom" fmla="*/ 4603680 h 4588560"/>
            </a:gdLst>
            <a:ahLst/>
            <a:rect l="textAreaLeft" t="textAreaTop" r="textAreaRight" b="textAreaBottom"/>
            <a:pathLst>
              <a:path w="143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1" y="0"/>
                  <a:pt x="143" y="31"/>
                  <a:pt x="143" y="71"/>
                </a:cubicBezTo>
                <a:cubicBezTo>
                  <a:pt x="143" y="1136"/>
                  <a:pt x="143" y="1136"/>
                  <a:pt x="143" y="1136"/>
                </a:cubicBezTo>
                <a:cubicBezTo>
                  <a:pt x="143" y="1176"/>
                  <a:pt x="111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19" name="Freeform 24"/>
          <p:cNvSpPr/>
          <p:nvPr/>
        </p:nvSpPr>
        <p:spPr>
          <a:xfrm>
            <a:off x="7016760" y="2887560"/>
            <a:ext cx="529560" cy="2828160"/>
          </a:xfrm>
          <a:custGeom>
            <a:avLst/>
            <a:gdLst>
              <a:gd name="textAreaLeft" fmla="*/ 0 w 529560"/>
              <a:gd name="textAreaRight" fmla="*/ 544680 w 529560"/>
              <a:gd name="textAreaTop" fmla="*/ 0 h 2828160"/>
              <a:gd name="textAreaBottom" fmla="*/ 2843280 h 2828160"/>
            </a:gdLst>
            <a:ahLst/>
            <a:rect l="textAreaLeft" t="textAreaTop" r="textAreaRight" b="textAreaBottom"/>
            <a:pathLst>
              <a:path w="143" h="746">
                <a:moveTo>
                  <a:pt x="71" y="746"/>
                </a:moveTo>
                <a:cubicBezTo>
                  <a:pt x="32" y="746"/>
                  <a:pt x="0" y="714"/>
                  <a:pt x="0" y="674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2"/>
                  <a:pt x="32" y="0"/>
                  <a:pt x="71" y="0"/>
                </a:cubicBezTo>
                <a:cubicBezTo>
                  <a:pt x="111" y="0"/>
                  <a:pt x="143" y="32"/>
                  <a:pt x="143" y="71"/>
                </a:cubicBezTo>
                <a:cubicBezTo>
                  <a:pt x="143" y="674"/>
                  <a:pt x="143" y="674"/>
                  <a:pt x="143" y="674"/>
                </a:cubicBezTo>
                <a:cubicBezTo>
                  <a:pt x="143" y="714"/>
                  <a:pt x="111" y="746"/>
                  <a:pt x="71" y="746"/>
                </a:cubicBezTo>
                <a:close/>
              </a:path>
            </a:pathLst>
          </a:custGeom>
          <a:gradFill rotWithShape="0">
            <a:gsLst>
              <a:gs pos="100000">
                <a:srgbClr val="ff0000"/>
              </a:gs>
              <a:gs pos="100000">
                <a:srgbClr val="1f67db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20" name="Freeform 25"/>
          <p:cNvSpPr/>
          <p:nvPr/>
        </p:nvSpPr>
        <p:spPr>
          <a:xfrm>
            <a:off x="8273880" y="1127160"/>
            <a:ext cx="526320" cy="4588560"/>
          </a:xfrm>
          <a:custGeom>
            <a:avLst/>
            <a:gdLst>
              <a:gd name="textAreaLeft" fmla="*/ 0 w 526320"/>
              <a:gd name="textAreaRight" fmla="*/ 541440 w 526320"/>
              <a:gd name="textAreaTop" fmla="*/ 0 h 4588560"/>
              <a:gd name="textAreaBottom" fmla="*/ 4603680 h 4588560"/>
            </a:gdLst>
            <a:ahLst/>
            <a:rect l="textAreaLeft" t="textAreaTop" r="textAreaRight" b="textAreaBottom"/>
            <a:pathLst>
              <a:path w="142" h="1208">
                <a:moveTo>
                  <a:pt x="71" y="1208"/>
                </a:moveTo>
                <a:cubicBezTo>
                  <a:pt x="71" y="1208"/>
                  <a:pt x="71" y="1208"/>
                  <a:pt x="71" y="1208"/>
                </a:cubicBezTo>
                <a:cubicBezTo>
                  <a:pt x="32" y="1208"/>
                  <a:pt x="0" y="1176"/>
                  <a:pt x="0" y="1136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31"/>
                  <a:pt x="32" y="0"/>
                  <a:pt x="71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110" y="0"/>
                  <a:pt x="142" y="31"/>
                  <a:pt x="142" y="71"/>
                </a:cubicBezTo>
                <a:cubicBezTo>
                  <a:pt x="142" y="1136"/>
                  <a:pt x="142" y="1136"/>
                  <a:pt x="142" y="1136"/>
                </a:cubicBezTo>
                <a:cubicBezTo>
                  <a:pt x="142" y="1176"/>
                  <a:pt x="110" y="1208"/>
                  <a:pt x="71" y="1208"/>
                </a:cubicBezTo>
                <a:close/>
              </a:path>
            </a:pathLst>
          </a:custGeom>
          <a:gradFill rotWithShape="0">
            <a:gsLst>
              <a:gs pos="0">
                <a:srgbClr val="334257"/>
              </a:gs>
              <a:gs pos="23000">
                <a:srgbClr val="242e3d"/>
              </a:gs>
              <a:gs pos="100000">
                <a:srgbClr val="242e3d"/>
              </a:gs>
            </a:gsLst>
            <a:lin ang="10800000"/>
          </a:gradFill>
          <a:ln w="0">
            <a:noFill/>
          </a:ln>
          <a:effectLst>
            <a:innerShdw blurRad="63500" dir="13200000" dist="50800">
              <a:schemeClr val="tx1">
                <a:alpha val="50000"/>
              </a:schemeClr>
            </a:innerShdw>
          </a:effectLst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sp>
        <p:nvSpPr>
          <p:cNvPr id="921" name="Freeform 26"/>
          <p:cNvSpPr/>
          <p:nvPr/>
        </p:nvSpPr>
        <p:spPr>
          <a:xfrm>
            <a:off x="8273880" y="1611360"/>
            <a:ext cx="526320" cy="4104360"/>
          </a:xfrm>
          <a:custGeom>
            <a:avLst/>
            <a:gdLst>
              <a:gd name="textAreaLeft" fmla="*/ 0 w 526320"/>
              <a:gd name="textAreaRight" fmla="*/ 541440 w 526320"/>
              <a:gd name="textAreaTop" fmla="*/ 0 h 4104360"/>
              <a:gd name="textAreaBottom" fmla="*/ 4119480 h 4104360"/>
            </a:gdLst>
            <a:ahLst/>
            <a:rect l="textAreaLeft" t="textAreaTop" r="textAreaRight" b="textAreaBottom"/>
            <a:pathLst>
              <a:path w="142" h="1081">
                <a:moveTo>
                  <a:pt x="71" y="1081"/>
                </a:moveTo>
                <a:cubicBezTo>
                  <a:pt x="32" y="1081"/>
                  <a:pt x="0" y="1049"/>
                  <a:pt x="0" y="1009"/>
                </a:cubicBezTo>
                <a:cubicBezTo>
                  <a:pt x="0" y="72"/>
                  <a:pt x="0" y="72"/>
                  <a:pt x="0" y="72"/>
                </a:cubicBezTo>
                <a:cubicBezTo>
                  <a:pt x="0" y="32"/>
                  <a:pt x="32" y="0"/>
                  <a:pt x="71" y="0"/>
                </a:cubicBezTo>
                <a:cubicBezTo>
                  <a:pt x="110" y="0"/>
                  <a:pt x="142" y="32"/>
                  <a:pt x="142" y="72"/>
                </a:cubicBezTo>
                <a:cubicBezTo>
                  <a:pt x="142" y="1009"/>
                  <a:pt x="142" y="1009"/>
                  <a:pt x="142" y="1009"/>
                </a:cubicBezTo>
                <a:cubicBezTo>
                  <a:pt x="142" y="1049"/>
                  <a:pt x="110" y="1081"/>
                  <a:pt x="71" y="1081"/>
                </a:cubicBezTo>
                <a:close/>
              </a:path>
            </a:pathLst>
          </a:custGeom>
          <a:gradFill rotWithShape="0">
            <a:gsLst>
              <a:gs pos="0">
                <a:srgbClr val="685de3"/>
              </a:gs>
              <a:gs pos="0">
                <a:srgbClr val="ff000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ru-UA" sz="1800" spc="-1" strike="noStrike">
              <a:solidFill>
                <a:schemeClr val="dk1"/>
              </a:solidFill>
              <a:latin typeface="Open Sans"/>
            </a:endParaRPr>
          </a:p>
        </p:txBody>
      </p:sp>
      <p:grpSp>
        <p:nvGrpSpPr>
          <p:cNvPr id="922" name="Group 26"/>
          <p:cNvGrpSpPr/>
          <p:nvPr/>
        </p:nvGrpSpPr>
        <p:grpSpPr>
          <a:xfrm>
            <a:off x="3348360" y="5908680"/>
            <a:ext cx="5395680" cy="228240"/>
            <a:chOff x="3348360" y="5908680"/>
            <a:chExt cx="5395680" cy="228240"/>
          </a:xfrm>
        </p:grpSpPr>
        <p:sp>
          <p:nvSpPr>
            <p:cNvPr id="923" name="Rectangle 28"/>
            <p:cNvSpPr/>
            <p:nvPr/>
          </p:nvSpPr>
          <p:spPr>
            <a:xfrm>
              <a:off x="334836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55%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4" name="Rectangle 29"/>
            <p:cNvSpPr/>
            <p:nvPr/>
          </p:nvSpPr>
          <p:spPr>
            <a:xfrm>
              <a:off x="460548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5" name="Rectangle 30"/>
            <p:cNvSpPr/>
            <p:nvPr/>
          </p:nvSpPr>
          <p:spPr>
            <a:xfrm>
              <a:off x="585792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40%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6" name="Rectangle 31"/>
            <p:cNvSpPr/>
            <p:nvPr/>
          </p:nvSpPr>
          <p:spPr>
            <a:xfrm>
              <a:off x="711396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60%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27" name="Rectangle 32"/>
            <p:cNvSpPr/>
            <p:nvPr/>
          </p:nvSpPr>
          <p:spPr>
            <a:xfrm>
              <a:off x="8371080" y="59086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88%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28" name="Group 32"/>
          <p:cNvGrpSpPr/>
          <p:nvPr/>
        </p:nvGrpSpPr>
        <p:grpSpPr>
          <a:xfrm>
            <a:off x="2066040" y="988920"/>
            <a:ext cx="482760" cy="4854240"/>
            <a:chOff x="2066040" y="988920"/>
            <a:chExt cx="482760" cy="4854240"/>
          </a:xfrm>
        </p:grpSpPr>
        <p:sp>
          <p:nvSpPr>
            <p:cNvPr id="929" name="Rectangle 27"/>
            <p:cNvSpPr/>
            <p:nvPr/>
          </p:nvSpPr>
          <p:spPr>
            <a:xfrm>
              <a:off x="2273760" y="5614920"/>
              <a:ext cx="264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0" name="Rectangle 33"/>
            <p:cNvSpPr/>
            <p:nvPr/>
          </p:nvSpPr>
          <p:spPr>
            <a:xfrm>
              <a:off x="2171880" y="514980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10%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1" name="Rectangle 34"/>
            <p:cNvSpPr/>
            <p:nvPr/>
          </p:nvSpPr>
          <p:spPr>
            <a:xfrm>
              <a:off x="2171880" y="468936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20%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2" name="Rectangle 35"/>
            <p:cNvSpPr/>
            <p:nvPr/>
          </p:nvSpPr>
          <p:spPr>
            <a:xfrm>
              <a:off x="2171880" y="42274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30%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3" name="Rectangle 36"/>
            <p:cNvSpPr/>
            <p:nvPr/>
          </p:nvSpPr>
          <p:spPr>
            <a:xfrm>
              <a:off x="2171880" y="376380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40%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4" name="Rectangle 37"/>
            <p:cNvSpPr/>
            <p:nvPr/>
          </p:nvSpPr>
          <p:spPr>
            <a:xfrm>
              <a:off x="2171880" y="330192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50%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5" name="Rectangle 38"/>
            <p:cNvSpPr/>
            <p:nvPr/>
          </p:nvSpPr>
          <p:spPr>
            <a:xfrm>
              <a:off x="2171880" y="28414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60%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6" name="Rectangle 39"/>
            <p:cNvSpPr/>
            <p:nvPr/>
          </p:nvSpPr>
          <p:spPr>
            <a:xfrm>
              <a:off x="2171880" y="237636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70%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7" name="Rectangle 40"/>
            <p:cNvSpPr/>
            <p:nvPr/>
          </p:nvSpPr>
          <p:spPr>
            <a:xfrm>
              <a:off x="2171880" y="191628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80%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8" name="Rectangle 41"/>
            <p:cNvSpPr/>
            <p:nvPr/>
          </p:nvSpPr>
          <p:spPr>
            <a:xfrm>
              <a:off x="2171880" y="1454040"/>
              <a:ext cx="3729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90%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9" name="Rectangle 42"/>
            <p:cNvSpPr/>
            <p:nvPr/>
          </p:nvSpPr>
          <p:spPr>
            <a:xfrm>
              <a:off x="2066040" y="988920"/>
              <a:ext cx="48276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wrap="none"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ru-UA" sz="1500" spc="-1" strike="noStrike">
                  <a:solidFill>
                    <a:schemeClr val="accent1"/>
                  </a:solidFill>
                  <a:latin typeface="Open Sans"/>
                </a:rPr>
                <a:t>100%</a:t>
              </a:r>
              <a:endParaRPr b="0" lang="en-US" sz="15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40" name="object 384"/>
          <p:cNvSpPr/>
          <p:nvPr/>
        </p:nvSpPr>
        <p:spPr>
          <a:xfrm flipV="1">
            <a:off x="356760" y="670320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1" name="object 4"/>
          <p:cNvSpPr/>
          <p:nvPr/>
        </p:nvSpPr>
        <p:spPr>
          <a:xfrm>
            <a:off x="10477800" y="663120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2" name="object 384"/>
          <p:cNvSpPr/>
          <p:nvPr/>
        </p:nvSpPr>
        <p:spPr>
          <a:xfrm flipV="1" rot="10800000">
            <a:off x="6111360" y="671832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3" name="object 386"/>
          <p:cNvSpPr/>
          <p:nvPr/>
        </p:nvSpPr>
        <p:spPr>
          <a:xfrm>
            <a:off x="5927400" y="651744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4" name="Freeform 52"/>
          <p:cNvSpPr/>
          <p:nvPr/>
        </p:nvSpPr>
        <p:spPr>
          <a:xfrm rot="370200">
            <a:off x="-1853640" y="-110160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945" name="Group 48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94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4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48" name="Rectangle 53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5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5D71C3F-1FD5-4746-9094-9C7A4DDD224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51" name="Group 5"/>
          <p:cNvGrpSpPr/>
          <p:nvPr/>
        </p:nvGrpSpPr>
        <p:grpSpPr>
          <a:xfrm>
            <a:off x="5370480" y="955800"/>
            <a:ext cx="88560" cy="4572720"/>
            <a:chOff x="5370480" y="955800"/>
            <a:chExt cx="88560" cy="4572720"/>
          </a:xfrm>
        </p:grpSpPr>
        <p:sp>
          <p:nvSpPr>
            <p:cNvPr id="952" name="Freeform 10"/>
            <p:cNvSpPr/>
            <p:nvPr/>
          </p:nvSpPr>
          <p:spPr>
            <a:xfrm>
              <a:off x="5370480" y="955800"/>
              <a:ext cx="83880" cy="4572720"/>
            </a:xfrm>
            <a:custGeom>
              <a:avLst/>
              <a:gdLst>
                <a:gd name="textAreaLeft" fmla="*/ 0 w 83880"/>
                <a:gd name="textAreaRight" fmla="*/ 99000 w 83880"/>
                <a:gd name="textAreaTop" fmla="*/ 0 h 4572720"/>
                <a:gd name="textAreaBottom" fmla="*/ 4587840 h 4572720"/>
              </a:gdLst>
              <a:ahLst/>
              <a:rect l="textAreaLeft" t="textAreaTop" r="textAreaRight" b="textAreaBottom"/>
              <a:pathLst>
                <a:path w="24" h="395">
                  <a:moveTo>
                    <a:pt x="12" y="395"/>
                  </a:moveTo>
                  <a:cubicBezTo>
                    <a:pt x="5" y="395"/>
                    <a:pt x="0" y="389"/>
                    <a:pt x="0" y="38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383"/>
                    <a:pt x="24" y="383"/>
                    <a:pt x="24" y="383"/>
                  </a:cubicBezTo>
                  <a:cubicBezTo>
                    <a:pt x="24" y="389"/>
                    <a:pt x="18" y="395"/>
                    <a:pt x="12" y="395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3" name="Freeform 16"/>
            <p:cNvSpPr/>
            <p:nvPr/>
          </p:nvSpPr>
          <p:spPr>
            <a:xfrm>
              <a:off x="5370480" y="4232520"/>
              <a:ext cx="88560" cy="1296000"/>
            </a:xfrm>
            <a:custGeom>
              <a:avLst/>
              <a:gdLst>
                <a:gd name="textAreaLeft" fmla="*/ 0 w 88560"/>
                <a:gd name="textAreaRight" fmla="*/ 103680 w 88560"/>
                <a:gd name="textAreaTop" fmla="*/ 0 h 1296000"/>
                <a:gd name="textAreaBottom" fmla="*/ 1311120 h 1296000"/>
              </a:gdLst>
              <a:ahLst/>
              <a:rect l="textAreaLeft" t="textAreaTop" r="textAreaRight" b="textAreaBottom"/>
              <a:pathLst>
                <a:path w="24" h="833">
                  <a:moveTo>
                    <a:pt x="12" y="833"/>
                  </a:moveTo>
                  <a:cubicBezTo>
                    <a:pt x="5" y="833"/>
                    <a:pt x="0" y="827"/>
                    <a:pt x="0" y="82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821"/>
                    <a:pt x="24" y="821"/>
                    <a:pt x="24" y="821"/>
                  </a:cubicBezTo>
                  <a:cubicBezTo>
                    <a:pt x="24" y="827"/>
                    <a:pt x="18" y="833"/>
                    <a:pt x="12" y="833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4" name="Group 8"/>
          <p:cNvGrpSpPr/>
          <p:nvPr/>
        </p:nvGrpSpPr>
        <p:grpSpPr>
          <a:xfrm>
            <a:off x="6394320" y="955800"/>
            <a:ext cx="95400" cy="4572360"/>
            <a:chOff x="6394320" y="955800"/>
            <a:chExt cx="95400" cy="4572360"/>
          </a:xfrm>
        </p:grpSpPr>
        <p:sp>
          <p:nvSpPr>
            <p:cNvPr id="955" name="Freeform 11"/>
            <p:cNvSpPr/>
            <p:nvPr/>
          </p:nvSpPr>
          <p:spPr>
            <a:xfrm>
              <a:off x="6394320" y="955800"/>
              <a:ext cx="95400" cy="4530240"/>
            </a:xfrm>
            <a:custGeom>
              <a:avLst/>
              <a:gdLst>
                <a:gd name="textAreaLeft" fmla="*/ 0 w 95400"/>
                <a:gd name="textAreaRight" fmla="*/ 110520 w 95400"/>
                <a:gd name="textAreaTop" fmla="*/ 0 h 4530240"/>
                <a:gd name="textAreaBottom" fmla="*/ 4545360 h 4530240"/>
              </a:gdLst>
              <a:ahLst/>
              <a:rect l="textAreaLeft" t="textAreaTop" r="textAreaRight" b="textAreaBottom"/>
              <a:pathLst>
                <a:path w="24" h="729">
                  <a:moveTo>
                    <a:pt x="12" y="729"/>
                  </a:moveTo>
                  <a:cubicBezTo>
                    <a:pt x="6" y="729"/>
                    <a:pt x="0" y="724"/>
                    <a:pt x="0" y="71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717"/>
                    <a:pt x="24" y="717"/>
                    <a:pt x="24" y="717"/>
                  </a:cubicBezTo>
                  <a:cubicBezTo>
                    <a:pt x="24" y="724"/>
                    <a:pt x="19" y="729"/>
                    <a:pt x="12" y="729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6" name="Freeform 17"/>
            <p:cNvSpPr/>
            <p:nvPr/>
          </p:nvSpPr>
          <p:spPr>
            <a:xfrm>
              <a:off x="6394320" y="3753360"/>
              <a:ext cx="95400" cy="1774800"/>
            </a:xfrm>
            <a:custGeom>
              <a:avLst/>
              <a:gdLst>
                <a:gd name="textAreaLeft" fmla="*/ 0 w 95400"/>
                <a:gd name="textAreaRight" fmla="*/ 110520 w 95400"/>
                <a:gd name="textAreaTop" fmla="*/ 0 h 1774800"/>
                <a:gd name="textAreaBottom" fmla="*/ 1789920 h 1774800"/>
              </a:gdLst>
              <a:ahLst/>
              <a:rect l="textAreaLeft" t="textAreaTop" r="textAreaRight" b="textAreaBottom"/>
              <a:pathLst>
                <a:path w="24" h="499">
                  <a:moveTo>
                    <a:pt x="12" y="499"/>
                  </a:moveTo>
                  <a:cubicBezTo>
                    <a:pt x="6" y="499"/>
                    <a:pt x="0" y="493"/>
                    <a:pt x="0" y="487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487"/>
                    <a:pt x="24" y="487"/>
                    <a:pt x="24" y="487"/>
                  </a:cubicBezTo>
                  <a:cubicBezTo>
                    <a:pt x="24" y="493"/>
                    <a:pt x="19" y="499"/>
                    <a:pt x="12" y="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57" name="Group 11"/>
          <p:cNvGrpSpPr/>
          <p:nvPr/>
        </p:nvGrpSpPr>
        <p:grpSpPr>
          <a:xfrm>
            <a:off x="7423200" y="955800"/>
            <a:ext cx="70560" cy="4572720"/>
            <a:chOff x="7423200" y="955800"/>
            <a:chExt cx="70560" cy="4572720"/>
          </a:xfrm>
        </p:grpSpPr>
        <p:sp>
          <p:nvSpPr>
            <p:cNvPr id="958" name="Freeform 12"/>
            <p:cNvSpPr/>
            <p:nvPr/>
          </p:nvSpPr>
          <p:spPr>
            <a:xfrm>
              <a:off x="7423200" y="955800"/>
              <a:ext cx="70560" cy="4572720"/>
            </a:xfrm>
            <a:custGeom>
              <a:avLst/>
              <a:gdLst>
                <a:gd name="textAreaLeft" fmla="*/ 0 w 70560"/>
                <a:gd name="textAreaRight" fmla="*/ 85680 w 70560"/>
                <a:gd name="textAreaTop" fmla="*/ 0 h 4572720"/>
                <a:gd name="textAreaBottom" fmla="*/ 4587840 h 4572720"/>
              </a:gdLst>
              <a:ahLst/>
              <a:rect l="textAreaLeft" t="textAreaTop" r="textAreaRight" b="textAreaBottom"/>
              <a:pathLst>
                <a:path w="24" h="446">
                  <a:moveTo>
                    <a:pt x="12" y="446"/>
                  </a:moveTo>
                  <a:cubicBezTo>
                    <a:pt x="5" y="446"/>
                    <a:pt x="0" y="441"/>
                    <a:pt x="0" y="43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434"/>
                    <a:pt x="24" y="434"/>
                    <a:pt x="24" y="434"/>
                  </a:cubicBezTo>
                  <a:cubicBezTo>
                    <a:pt x="24" y="441"/>
                    <a:pt x="18" y="446"/>
                    <a:pt x="12" y="446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59" name="Freeform 18"/>
            <p:cNvSpPr/>
            <p:nvPr/>
          </p:nvSpPr>
          <p:spPr>
            <a:xfrm>
              <a:off x="7423200" y="2684160"/>
              <a:ext cx="70560" cy="2844360"/>
            </a:xfrm>
            <a:custGeom>
              <a:avLst/>
              <a:gdLst>
                <a:gd name="textAreaLeft" fmla="*/ 0 w 70560"/>
                <a:gd name="textAreaRight" fmla="*/ 85680 w 70560"/>
                <a:gd name="textAreaTop" fmla="*/ 0 h 2844360"/>
                <a:gd name="textAreaBottom" fmla="*/ 2859480 h 2844360"/>
              </a:gdLst>
              <a:ahLst/>
              <a:rect l="textAreaLeft" t="textAreaTop" r="textAreaRight" b="textAreaBottom"/>
              <a:pathLst>
                <a:path w="24" h="782">
                  <a:moveTo>
                    <a:pt x="12" y="782"/>
                  </a:moveTo>
                  <a:cubicBezTo>
                    <a:pt x="5" y="782"/>
                    <a:pt x="0" y="776"/>
                    <a:pt x="0" y="77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8" y="0"/>
                    <a:pt x="24" y="6"/>
                    <a:pt x="24" y="12"/>
                  </a:cubicBezTo>
                  <a:cubicBezTo>
                    <a:pt x="24" y="770"/>
                    <a:pt x="24" y="770"/>
                    <a:pt x="24" y="770"/>
                  </a:cubicBezTo>
                  <a:cubicBezTo>
                    <a:pt x="24" y="776"/>
                    <a:pt x="18" y="782"/>
                    <a:pt x="12" y="782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0" name="Group 14"/>
          <p:cNvGrpSpPr/>
          <p:nvPr/>
        </p:nvGrpSpPr>
        <p:grpSpPr>
          <a:xfrm>
            <a:off x="8447040" y="955800"/>
            <a:ext cx="71640" cy="4572720"/>
            <a:chOff x="8447040" y="955800"/>
            <a:chExt cx="71640" cy="4572720"/>
          </a:xfrm>
        </p:grpSpPr>
        <p:sp>
          <p:nvSpPr>
            <p:cNvPr id="961" name="Freeform 13"/>
            <p:cNvSpPr/>
            <p:nvPr/>
          </p:nvSpPr>
          <p:spPr>
            <a:xfrm>
              <a:off x="8447040" y="955800"/>
              <a:ext cx="71640" cy="4408560"/>
            </a:xfrm>
            <a:custGeom>
              <a:avLst/>
              <a:gdLst>
                <a:gd name="textAreaLeft" fmla="*/ 0 w 71640"/>
                <a:gd name="textAreaRight" fmla="*/ 86760 w 71640"/>
                <a:gd name="textAreaTop" fmla="*/ 0 h 4408560"/>
                <a:gd name="textAreaBottom" fmla="*/ 4423680 h 4408560"/>
              </a:gdLst>
              <a:ahLst/>
              <a:rect l="textAreaLeft" t="textAreaTop" r="textAreaRight" b="textAreaBottom"/>
              <a:pathLst>
                <a:path w="24" h="334">
                  <a:moveTo>
                    <a:pt x="12" y="334"/>
                  </a:moveTo>
                  <a:cubicBezTo>
                    <a:pt x="6" y="334"/>
                    <a:pt x="0" y="329"/>
                    <a:pt x="0" y="32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322"/>
                    <a:pt x="24" y="322"/>
                    <a:pt x="24" y="322"/>
                  </a:cubicBezTo>
                  <a:cubicBezTo>
                    <a:pt x="24" y="329"/>
                    <a:pt x="19" y="334"/>
                    <a:pt x="12" y="33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2" name="Freeform 19"/>
            <p:cNvSpPr/>
            <p:nvPr/>
          </p:nvSpPr>
          <p:spPr>
            <a:xfrm>
              <a:off x="8447040" y="2304720"/>
              <a:ext cx="71640" cy="3223800"/>
            </a:xfrm>
            <a:custGeom>
              <a:avLst/>
              <a:gdLst>
                <a:gd name="textAreaLeft" fmla="*/ 0 w 71640"/>
                <a:gd name="textAreaRight" fmla="*/ 86760 w 71640"/>
                <a:gd name="textAreaTop" fmla="*/ 0 h 3223800"/>
                <a:gd name="textAreaBottom" fmla="*/ 3238920 h 3223800"/>
              </a:gdLst>
              <a:ahLst/>
              <a:rect l="textAreaLeft" t="textAreaTop" r="textAreaRight" b="textAreaBottom"/>
              <a:pathLst>
                <a:path w="24" h="894">
                  <a:moveTo>
                    <a:pt x="12" y="894"/>
                  </a:moveTo>
                  <a:cubicBezTo>
                    <a:pt x="6" y="894"/>
                    <a:pt x="0" y="888"/>
                    <a:pt x="0" y="88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6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882"/>
                    <a:pt x="24" y="882"/>
                    <a:pt x="24" y="882"/>
                  </a:cubicBezTo>
                  <a:cubicBezTo>
                    <a:pt x="24" y="888"/>
                    <a:pt x="19" y="894"/>
                    <a:pt x="12" y="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3" name="Group 17"/>
          <p:cNvGrpSpPr/>
          <p:nvPr/>
        </p:nvGrpSpPr>
        <p:grpSpPr>
          <a:xfrm>
            <a:off x="9474120" y="955800"/>
            <a:ext cx="77040" cy="4572360"/>
            <a:chOff x="9474120" y="955800"/>
            <a:chExt cx="77040" cy="4572360"/>
          </a:xfrm>
        </p:grpSpPr>
        <p:sp>
          <p:nvSpPr>
            <p:cNvPr id="964" name="Freeform 14"/>
            <p:cNvSpPr/>
            <p:nvPr/>
          </p:nvSpPr>
          <p:spPr>
            <a:xfrm>
              <a:off x="9474120" y="955800"/>
              <a:ext cx="77040" cy="4329720"/>
            </a:xfrm>
            <a:custGeom>
              <a:avLst/>
              <a:gdLst>
                <a:gd name="textAreaLeft" fmla="*/ 0 w 77040"/>
                <a:gd name="textAreaRight" fmla="*/ 92160 w 77040"/>
                <a:gd name="textAreaTop" fmla="*/ 0 h 4329720"/>
                <a:gd name="textAreaBottom" fmla="*/ 4344840 h 4329720"/>
              </a:gdLst>
              <a:ahLst/>
              <a:rect l="textAreaLeft" t="textAreaTop" r="textAreaRight" b="textAreaBottom"/>
              <a:pathLst>
                <a:path w="24" h="825">
                  <a:moveTo>
                    <a:pt x="12" y="825"/>
                  </a:moveTo>
                  <a:cubicBezTo>
                    <a:pt x="5" y="825"/>
                    <a:pt x="0" y="820"/>
                    <a:pt x="0" y="8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9" y="0"/>
                    <a:pt x="24" y="5"/>
                    <a:pt x="24" y="12"/>
                  </a:cubicBezTo>
                  <a:cubicBezTo>
                    <a:pt x="24" y="813"/>
                    <a:pt x="24" y="813"/>
                    <a:pt x="24" y="813"/>
                  </a:cubicBezTo>
                  <a:cubicBezTo>
                    <a:pt x="24" y="820"/>
                    <a:pt x="19" y="825"/>
                    <a:pt x="12" y="825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5" name="Freeform 20"/>
            <p:cNvSpPr/>
            <p:nvPr/>
          </p:nvSpPr>
          <p:spPr>
            <a:xfrm>
              <a:off x="9474120" y="4072320"/>
              <a:ext cx="77040" cy="1455840"/>
            </a:xfrm>
            <a:custGeom>
              <a:avLst/>
              <a:gdLst>
                <a:gd name="textAreaLeft" fmla="*/ 0 w 77040"/>
                <a:gd name="textAreaRight" fmla="*/ 92160 w 77040"/>
                <a:gd name="textAreaTop" fmla="*/ 0 h 1455840"/>
                <a:gd name="textAreaBottom" fmla="*/ 1470960 h 1455840"/>
              </a:gdLst>
              <a:ahLst/>
              <a:rect l="textAreaLeft" t="textAreaTop" r="textAreaRight" b="textAreaBottom"/>
              <a:pathLst>
                <a:path w="24" h="403">
                  <a:moveTo>
                    <a:pt x="12" y="403"/>
                  </a:moveTo>
                  <a:cubicBezTo>
                    <a:pt x="5" y="403"/>
                    <a:pt x="0" y="397"/>
                    <a:pt x="0" y="39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6"/>
                    <a:pt x="24" y="12"/>
                  </a:cubicBezTo>
                  <a:cubicBezTo>
                    <a:pt x="24" y="391"/>
                    <a:pt x="24" y="391"/>
                    <a:pt x="24" y="391"/>
                  </a:cubicBezTo>
                  <a:cubicBezTo>
                    <a:pt x="24" y="397"/>
                    <a:pt x="19" y="403"/>
                    <a:pt x="12" y="403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grpSp>
        <p:nvGrpSpPr>
          <p:cNvPr id="966" name="Group 20"/>
          <p:cNvGrpSpPr/>
          <p:nvPr/>
        </p:nvGrpSpPr>
        <p:grpSpPr>
          <a:xfrm>
            <a:off x="10503000" y="955800"/>
            <a:ext cx="75240" cy="4572720"/>
            <a:chOff x="10503000" y="955800"/>
            <a:chExt cx="75240" cy="4572720"/>
          </a:xfrm>
        </p:grpSpPr>
        <p:sp>
          <p:nvSpPr>
            <p:cNvPr id="967" name="Freeform 15"/>
            <p:cNvSpPr/>
            <p:nvPr/>
          </p:nvSpPr>
          <p:spPr>
            <a:xfrm>
              <a:off x="10503000" y="955800"/>
              <a:ext cx="75240" cy="4448520"/>
            </a:xfrm>
            <a:custGeom>
              <a:avLst/>
              <a:gdLst>
                <a:gd name="textAreaLeft" fmla="*/ 0 w 75240"/>
                <a:gd name="textAreaRight" fmla="*/ 90360 w 75240"/>
                <a:gd name="textAreaTop" fmla="*/ 0 h 4448520"/>
                <a:gd name="textAreaBottom" fmla="*/ 4463640 h 4448520"/>
              </a:gdLst>
              <a:ahLst/>
              <a:rect l="textAreaLeft" t="textAreaTop" r="textAreaRight" b="textAreaBottom"/>
              <a:pathLst>
                <a:path w="24" h="616">
                  <a:moveTo>
                    <a:pt x="12" y="616"/>
                  </a:moveTo>
                  <a:cubicBezTo>
                    <a:pt x="5" y="616"/>
                    <a:pt x="0" y="610"/>
                    <a:pt x="0" y="60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604"/>
                    <a:pt x="24" y="604"/>
                    <a:pt x="24" y="604"/>
                  </a:cubicBezTo>
                  <a:cubicBezTo>
                    <a:pt x="24" y="610"/>
                    <a:pt x="18" y="616"/>
                    <a:pt x="12" y="616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242e3d"/>
                </a:gs>
              </a:gsLst>
              <a:lin ang="10800000"/>
            </a:gradFill>
            <a:ln w="0">
              <a:noFill/>
            </a:ln>
            <a:effectLst>
              <a:innerShdw blurRad="63500" dir="13200000" dist="50800">
                <a:schemeClr val="tx1">
                  <a:alpha val="50000"/>
                </a:schemeClr>
              </a:inn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  <p:sp>
          <p:nvSpPr>
            <p:cNvPr id="968" name="Freeform 21"/>
            <p:cNvSpPr/>
            <p:nvPr/>
          </p:nvSpPr>
          <p:spPr>
            <a:xfrm>
              <a:off x="10503000" y="3309840"/>
              <a:ext cx="75240" cy="2218680"/>
            </a:xfrm>
            <a:custGeom>
              <a:avLst/>
              <a:gdLst>
                <a:gd name="textAreaLeft" fmla="*/ 0 w 75240"/>
                <a:gd name="textAreaRight" fmla="*/ 90360 w 75240"/>
                <a:gd name="textAreaTop" fmla="*/ 0 h 2218680"/>
                <a:gd name="textAreaBottom" fmla="*/ 2233800 h 2218680"/>
              </a:gdLst>
              <a:ahLst/>
              <a:rect l="textAreaLeft" t="textAreaTop" r="textAreaRight" b="textAreaBottom"/>
              <a:pathLst>
                <a:path w="24" h="612">
                  <a:moveTo>
                    <a:pt x="12" y="612"/>
                  </a:moveTo>
                  <a:cubicBezTo>
                    <a:pt x="5" y="612"/>
                    <a:pt x="0" y="606"/>
                    <a:pt x="0" y="60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600"/>
                    <a:pt x="24" y="600"/>
                    <a:pt x="24" y="600"/>
                  </a:cubicBezTo>
                  <a:cubicBezTo>
                    <a:pt x="24" y="606"/>
                    <a:pt x="18" y="612"/>
                    <a:pt x="12" y="612"/>
                  </a:cubicBezTo>
                  <a:close/>
                </a:path>
              </a:pathLst>
            </a:custGeom>
            <a:gradFill rotWithShape="0">
              <a:gsLst>
                <a:gs pos="0">
                  <a:srgbClr val="1f67db"/>
                </a:gs>
                <a:gs pos="100000">
                  <a:srgbClr val="ff00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dk1"/>
                </a:solidFill>
                <a:latin typeface="Open Sans"/>
              </a:endParaRPr>
            </a:p>
          </p:txBody>
        </p:sp>
      </p:grpSp>
      <p:sp>
        <p:nvSpPr>
          <p:cNvPr id="969" name="Rectangle 22"/>
          <p:cNvSpPr/>
          <p:nvPr/>
        </p:nvSpPr>
        <p:spPr>
          <a:xfrm>
            <a:off x="520524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68%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Rectangle 23"/>
          <p:cNvSpPr/>
          <p:nvPr/>
        </p:nvSpPr>
        <p:spPr>
          <a:xfrm>
            <a:off x="623232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30%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Rectangle 24"/>
          <p:cNvSpPr/>
          <p:nvPr/>
        </p:nvSpPr>
        <p:spPr>
          <a:xfrm>
            <a:off x="725616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65%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Rectangle 25"/>
          <p:cNvSpPr/>
          <p:nvPr/>
        </p:nvSpPr>
        <p:spPr>
          <a:xfrm>
            <a:off x="828504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70%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Rectangle 26"/>
          <p:cNvSpPr/>
          <p:nvPr/>
        </p:nvSpPr>
        <p:spPr>
          <a:xfrm>
            <a:off x="930888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25%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Rectangle 27"/>
          <p:cNvSpPr/>
          <p:nvPr/>
        </p:nvSpPr>
        <p:spPr>
          <a:xfrm>
            <a:off x="10335960" y="5878440"/>
            <a:ext cx="4323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ru-UA" sz="1700" spc="-1" strike="noStrike">
                <a:solidFill>
                  <a:schemeClr val="accent1"/>
                </a:solidFill>
                <a:latin typeface="Open Sans Semibold"/>
              </a:rPr>
              <a:t>35%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Oval 29"/>
          <p:cNvSpPr/>
          <p:nvPr/>
        </p:nvSpPr>
        <p:spPr>
          <a:xfrm>
            <a:off x="5168520" y="3993120"/>
            <a:ext cx="464040" cy="4640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6" name="Oval 30"/>
          <p:cNvSpPr/>
          <p:nvPr/>
        </p:nvSpPr>
        <p:spPr>
          <a:xfrm>
            <a:off x="6189480" y="3402720"/>
            <a:ext cx="464040" cy="4640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7" name="Oval 31"/>
          <p:cNvSpPr/>
          <p:nvPr/>
        </p:nvSpPr>
        <p:spPr>
          <a:xfrm>
            <a:off x="7231680" y="2304720"/>
            <a:ext cx="464040" cy="4640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8" name="Oval 32"/>
          <p:cNvSpPr/>
          <p:nvPr/>
        </p:nvSpPr>
        <p:spPr>
          <a:xfrm>
            <a:off x="8253720" y="1885680"/>
            <a:ext cx="464040" cy="4640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79" name="Oval 33"/>
          <p:cNvSpPr/>
          <p:nvPr/>
        </p:nvSpPr>
        <p:spPr>
          <a:xfrm>
            <a:off x="9279000" y="3753360"/>
            <a:ext cx="464040" cy="4640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80" name="Oval 34"/>
          <p:cNvSpPr/>
          <p:nvPr/>
        </p:nvSpPr>
        <p:spPr>
          <a:xfrm>
            <a:off x="10297800" y="2969640"/>
            <a:ext cx="464040" cy="464040"/>
          </a:xfrm>
          <a:prstGeom prst="ellipse">
            <a:avLst/>
          </a:prstGeom>
          <a:gradFill rotWithShape="0">
            <a:gsLst>
              <a:gs pos="0">
                <a:srgbClr val="10141a"/>
              </a:gs>
              <a:gs pos="100000">
                <a:srgbClr val="334257"/>
              </a:gs>
            </a:gsLst>
            <a:lin ang="13500000"/>
          </a:gradFill>
          <a:ln>
            <a:noFill/>
          </a:ln>
          <a:effectLst>
            <a:outerShdw algn="tl" blurRad="177840" dir="2700000" dist="126260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UA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81" name="object 384"/>
          <p:cNvSpPr/>
          <p:nvPr/>
        </p:nvSpPr>
        <p:spPr>
          <a:xfrm flipV="1">
            <a:off x="356760" y="670320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2" name="object 4"/>
          <p:cNvSpPr/>
          <p:nvPr/>
        </p:nvSpPr>
        <p:spPr>
          <a:xfrm>
            <a:off x="10477800" y="663120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3" name="object 384"/>
          <p:cNvSpPr/>
          <p:nvPr/>
        </p:nvSpPr>
        <p:spPr>
          <a:xfrm flipV="1" rot="10800000">
            <a:off x="6111360" y="671832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4" name="object 386"/>
          <p:cNvSpPr/>
          <p:nvPr/>
        </p:nvSpPr>
        <p:spPr>
          <a:xfrm>
            <a:off x="5927400" y="651744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5" name="Freeform 44"/>
          <p:cNvSpPr/>
          <p:nvPr/>
        </p:nvSpPr>
        <p:spPr>
          <a:xfrm>
            <a:off x="-2063880" y="-1115280"/>
            <a:ext cx="7414560" cy="3792240"/>
          </a:xfrm>
          <a:custGeom>
            <a:avLst/>
            <a:gdLst>
              <a:gd name="textAreaLeft" fmla="*/ 0 w 7414560"/>
              <a:gd name="textAreaRight" fmla="*/ 7429680 w 7414560"/>
              <a:gd name="textAreaTop" fmla="*/ 0 h 3792240"/>
              <a:gd name="textAreaBottom" fmla="*/ 3807360 h 3792240"/>
            </a:gdLst>
            <a:ahLst/>
            <a:rect l="textAreaLeft" t="textAreaTop" r="textAreaRight" b="textAreaBottom"/>
            <a:pathLst>
              <a:path w="9640455" h="2104193">
                <a:moveTo>
                  <a:pt x="826935" y="1317321"/>
                </a:moveTo>
                <a:cubicBezTo>
                  <a:pt x="669230" y="1615834"/>
                  <a:pt x="61526" y="1874860"/>
                  <a:pt x="5175" y="1994212"/>
                </a:cubicBezTo>
                <a:cubicBezTo>
                  <a:pt x="-51176" y="2113564"/>
                  <a:pt x="368742" y="2018221"/>
                  <a:pt x="488829" y="2033432"/>
                </a:cubicBezTo>
                <a:cubicBezTo>
                  <a:pt x="608916" y="2048643"/>
                  <a:pt x="609509" y="2143780"/>
                  <a:pt x="725695" y="2085475"/>
                </a:cubicBezTo>
                <a:cubicBezTo>
                  <a:pt x="841881" y="2027170"/>
                  <a:pt x="1200801" y="1920987"/>
                  <a:pt x="1394708" y="1909635"/>
                </a:cubicBezTo>
                <a:cubicBezTo>
                  <a:pt x="1588615" y="1898283"/>
                  <a:pt x="1730789" y="2015495"/>
                  <a:pt x="1889136" y="2017360"/>
                </a:cubicBezTo>
                <a:cubicBezTo>
                  <a:pt x="2047483" y="2019225"/>
                  <a:pt x="2198134" y="1909939"/>
                  <a:pt x="2344789" y="1920824"/>
                </a:cubicBezTo>
                <a:cubicBezTo>
                  <a:pt x="2491444" y="1931709"/>
                  <a:pt x="2529353" y="2117559"/>
                  <a:pt x="2769064" y="2082668"/>
                </a:cubicBezTo>
                <a:cubicBezTo>
                  <a:pt x="3008775" y="2047777"/>
                  <a:pt x="3416387" y="1808046"/>
                  <a:pt x="3783052" y="1711476"/>
                </a:cubicBezTo>
                <a:cubicBezTo>
                  <a:pt x="4149717" y="1614906"/>
                  <a:pt x="4516383" y="1562094"/>
                  <a:pt x="4969056" y="1503246"/>
                </a:cubicBezTo>
                <a:cubicBezTo>
                  <a:pt x="5421729" y="1444398"/>
                  <a:pt x="5892510" y="1402148"/>
                  <a:pt x="6499092" y="1358390"/>
                </a:cubicBezTo>
                <a:cubicBezTo>
                  <a:pt x="7105674" y="1314632"/>
                  <a:pt x="8214000" y="1447995"/>
                  <a:pt x="8608549" y="1240695"/>
                </a:cubicBezTo>
                <a:cubicBezTo>
                  <a:pt x="9003098" y="1033395"/>
                  <a:pt x="10560897" y="318295"/>
                  <a:pt x="8866390" y="114592"/>
                </a:cubicBezTo>
                <a:cubicBezTo>
                  <a:pt x="7171883" y="-89111"/>
                  <a:pt x="2291312" y="2677"/>
                  <a:pt x="951403" y="203132"/>
                </a:cubicBezTo>
                <a:cubicBezTo>
                  <a:pt x="-388506" y="403587"/>
                  <a:pt x="984640" y="1018808"/>
                  <a:pt x="826935" y="1317321"/>
                </a:cubicBezTo>
                <a:close/>
              </a:path>
            </a:pathLst>
          </a:custGeom>
          <a:gradFill rotWithShape="0">
            <a:gsLst>
              <a:gs pos="34000">
                <a:srgbClr val="566eaa"/>
              </a:gs>
              <a:gs pos="76000">
                <a:srgbClr val="9e1231"/>
              </a:gs>
              <a:gs pos="100000">
                <a:srgbClr val="242e3d"/>
              </a:gs>
            </a:gsLst>
            <a:lin ang="13500000"/>
          </a:gradFill>
          <a:ln>
            <a:noFill/>
          </a:ln>
          <a:effectLst>
            <a:softEdge rad="12063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grpSp>
        <p:nvGrpSpPr>
          <p:cNvPr id="986" name="Group 40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98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8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989" name="Rectangle 45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9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939C913-3BFA-4E4A-A364-1F056A373B67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993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4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5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6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97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99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999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00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0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B2A20242-6794-41A0-92EE-67EA4E3B547D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06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7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8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9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10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011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12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13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1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9F945CE-ADE9-41F8-9FD8-D36335F392C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19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0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1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2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23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02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2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26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3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FEFDF9CF-6A3E-4CEA-AE88-000D08BC2DB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32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3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4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5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36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03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3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39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4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D567EB2-F3BC-4668-AE7D-259255A7213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45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6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7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8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49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050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51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52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56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6E9E091-6F45-4CF3-BDF6-3B70C291B706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58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9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0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1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62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063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6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65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6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8597CC8-4D25-47D1-8A61-F93C459E80AC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71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2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3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4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75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07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7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078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DejaVu Sans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46320" cy="1000440"/>
          </a:xfrm>
          <a:prstGeom prst="rect">
            <a:avLst/>
          </a:prstGeom>
          <a:ln w="0">
            <a:noFill/>
          </a:ln>
        </p:spPr>
      </p:pic>
      <p:sp>
        <p:nvSpPr>
          <p:cNvPr id="10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112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PlaceHolder 4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2952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5D01B83-BA03-4877-A379-487569F78C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7" name="PlaceHolder 5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2952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09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1689898-EFA4-47FC-8450-563CF93762C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093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4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5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6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97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09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099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00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0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8C5AB926-E756-4DDB-9E51-E788BE96E80C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5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06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7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8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9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10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111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12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13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1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E9BEEC26-79F8-4D6C-A301-CADF85E79738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19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0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1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2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23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12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2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26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2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C4DE560-85C5-4BEF-A1B2-04D2D04FC20C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9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30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1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2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3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34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13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3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37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39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5BD9D31A-E8B1-4956-B606-1014F57493A2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41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2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3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4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45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14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4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48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50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DAF4491-35DC-4086-948D-203EFAD0C632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52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3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4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5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56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157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5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59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61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CB5AAE69-4491-4919-A8F8-E6FE5EC43DA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63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4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5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6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67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168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69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70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72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8F5772E-FC87-4505-9841-15973941DA8F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3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74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5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6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7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78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179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80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81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83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A6C023AA-A7F2-4DC1-BA7D-DD7682AFC620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4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85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6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7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8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189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190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191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192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194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2C3BEDB-75BF-48E4-8A38-8F26B236BEB4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5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196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7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8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9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200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201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02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203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205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D7FCCD88-C081-4658-989E-E67F411CCED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6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207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8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9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0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211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212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13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214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216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71C507B5-CF6A-4410-8C05-08EDC1BB20BA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7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218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9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0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1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222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223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2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225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227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074E3C10-2288-44DA-BF06-7832F8BF350C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8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229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0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1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2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233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234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3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236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4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Oval 6"/>
          <p:cNvSpPr/>
          <p:nvPr/>
        </p:nvSpPr>
        <p:spPr>
          <a:xfrm>
            <a:off x="11513880" y="273600"/>
            <a:ext cx="334080" cy="332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7080" rIns="37080" tIns="18720" bIns="18720" anchor="ctr">
            <a:noAutofit/>
          </a:bodyPr>
          <a:p>
            <a:pPr>
              <a:lnSpc>
                <a:spcPct val="100000"/>
              </a:lnSpc>
            </a:pPr>
            <a:endParaRPr b="0" lang="en-US" sz="650" spc="-1" strike="noStrike">
              <a:solidFill>
                <a:schemeClr val="lt1"/>
              </a:solidFill>
              <a:latin typeface="Lato Light"/>
            </a:endParaRPr>
          </a:p>
        </p:txBody>
      </p:sp>
      <p:sp>
        <p:nvSpPr>
          <p:cNvPr id="1238" name="Rectangle 7"/>
          <p:cNvSpPr/>
          <p:nvPr/>
        </p:nvSpPr>
        <p:spPr>
          <a:xfrm>
            <a:off x="11216520" y="315720"/>
            <a:ext cx="95832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fld id="{2E5A2442-75FB-4FB1-BBC6-465CB905B8B1}" type="slidenum">
              <a:rPr b="1" lang="ru-RU" sz="1200" spc="-1" strike="noStrike">
                <a:solidFill>
                  <a:schemeClr val="lt1"/>
                </a:solidFill>
                <a:latin typeface="Open Sans"/>
              </a:rPr>
              <a:t>&lt;number&gt;</a:t>
            </a:fld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9" name="Freeform 13"/>
          <p:cNvSpPr/>
          <p:nvPr/>
        </p:nvSpPr>
        <p:spPr>
          <a:xfrm rot="370200">
            <a:off x="-1917000" y="-902160"/>
            <a:ext cx="12058920" cy="5597280"/>
          </a:xfrm>
          <a:custGeom>
            <a:avLst/>
            <a:gdLst>
              <a:gd name="textAreaLeft" fmla="*/ 0 w 12058920"/>
              <a:gd name="textAreaRight" fmla="*/ 12074040 w 12058920"/>
              <a:gd name="textAreaTop" fmla="*/ 0 h 5597280"/>
              <a:gd name="textAreaBottom" fmla="*/ 5612400 h 5597280"/>
            </a:gdLst>
            <a:ahLst/>
            <a:rect l="textAreaLeft" t="textAreaTop" r="textAreaRight" b="textAreaBottom"/>
            <a:pathLst>
              <a:path w="11768757" h="6204745">
                <a:moveTo>
                  <a:pt x="1502772" y="5863317"/>
                </a:moveTo>
                <a:cubicBezTo>
                  <a:pt x="1727600" y="6712834"/>
                  <a:pt x="1751742" y="5726007"/>
                  <a:pt x="1901124" y="5591714"/>
                </a:cubicBezTo>
                <a:cubicBezTo>
                  <a:pt x="2050506" y="5457421"/>
                  <a:pt x="2199889" y="5311056"/>
                  <a:pt x="2399065" y="5057559"/>
                </a:cubicBezTo>
                <a:cubicBezTo>
                  <a:pt x="2598241" y="4804062"/>
                  <a:pt x="2904549" y="4330264"/>
                  <a:pt x="3096181" y="4070731"/>
                </a:cubicBezTo>
                <a:cubicBezTo>
                  <a:pt x="3287813" y="3811198"/>
                  <a:pt x="3355714" y="3691995"/>
                  <a:pt x="3548855" y="3500363"/>
                </a:cubicBezTo>
                <a:cubicBezTo>
                  <a:pt x="3741996" y="3308731"/>
                  <a:pt x="4033215" y="3077868"/>
                  <a:pt x="4255025" y="2920941"/>
                </a:cubicBezTo>
                <a:cubicBezTo>
                  <a:pt x="4476835" y="2764014"/>
                  <a:pt x="4606601" y="2681025"/>
                  <a:pt x="4879714" y="2558803"/>
                </a:cubicBezTo>
                <a:cubicBezTo>
                  <a:pt x="5152827" y="2436581"/>
                  <a:pt x="5527037" y="2284181"/>
                  <a:pt x="5893702" y="2187611"/>
                </a:cubicBezTo>
                <a:cubicBezTo>
                  <a:pt x="6260367" y="2091041"/>
                  <a:pt x="6627033" y="2038229"/>
                  <a:pt x="7079706" y="1979381"/>
                </a:cubicBezTo>
                <a:cubicBezTo>
                  <a:pt x="7532379" y="1920533"/>
                  <a:pt x="8003160" y="1878283"/>
                  <a:pt x="8609742" y="1834525"/>
                </a:cubicBezTo>
                <a:cubicBezTo>
                  <a:pt x="9216324" y="1790767"/>
                  <a:pt x="10320847" y="1959765"/>
                  <a:pt x="10719199" y="1716830"/>
                </a:cubicBezTo>
                <a:cubicBezTo>
                  <a:pt x="11117551" y="1473895"/>
                  <a:pt x="12694364" y="580620"/>
                  <a:pt x="10999857" y="376917"/>
                </a:cubicBezTo>
                <a:cubicBezTo>
                  <a:pt x="9305350" y="173214"/>
                  <a:pt x="2138023" y="-418278"/>
                  <a:pt x="552158" y="494613"/>
                </a:cubicBezTo>
                <a:cubicBezTo>
                  <a:pt x="-1033707" y="1407504"/>
                  <a:pt x="1277944" y="5013800"/>
                  <a:pt x="1502772" y="5863317"/>
                </a:cubicBezTo>
                <a:close/>
              </a:path>
            </a:pathLst>
          </a:custGeom>
          <a:gradFill rotWithShape="0">
            <a:gsLst>
              <a:gs pos="0">
                <a:srgbClr val="9e1231"/>
              </a:gs>
              <a:gs pos="38000">
                <a:srgbClr val="566eaa"/>
              </a:gs>
              <a:gs pos="82000">
                <a:srgbClr val="18386a"/>
              </a:gs>
              <a:gs pos="94000">
                <a:srgbClr val="242e3d"/>
              </a:gs>
            </a:gsLst>
            <a:lin ang="13500000"/>
          </a:gradFill>
          <a:ln>
            <a:noFill/>
          </a:ln>
          <a:effectLst>
            <a:softEdge rad="95256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  <p:sp>
        <p:nvSpPr>
          <p:cNvPr id="1240" name="object 384"/>
          <p:cNvSpPr/>
          <p:nvPr/>
        </p:nvSpPr>
        <p:spPr>
          <a:xfrm flipV="1">
            <a:off x="356760" y="6693120"/>
            <a:ext cx="5697000" cy="30600"/>
          </a:xfrm>
          <a:custGeom>
            <a:avLst/>
            <a:gdLst>
              <a:gd name="textAreaLeft" fmla="*/ 0 w 5697000"/>
              <a:gd name="textAreaRight" fmla="*/ 5712120 w 569700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1" name="object 4"/>
          <p:cNvSpPr/>
          <p:nvPr/>
        </p:nvSpPr>
        <p:spPr>
          <a:xfrm>
            <a:off x="10477800" y="6621120"/>
            <a:ext cx="1378800" cy="159120"/>
          </a:xfrm>
          <a:custGeom>
            <a:avLst/>
            <a:gdLst>
              <a:gd name="textAreaLeft" fmla="*/ 0 w 1378800"/>
              <a:gd name="textAreaRight" fmla="*/ 1393920 w 1378800"/>
              <a:gd name="textAreaTop" fmla="*/ 0 h 159120"/>
              <a:gd name="textAreaBottom" fmla="*/ 174240 h 159120"/>
            </a:gdLst>
            <a:ahLst/>
            <a:rect l="textAreaLeft" t="textAreaTop" r="textAreaRight" b="textAreaBottom"/>
            <a:pathLst>
              <a:path w="5323840" h="665479">
                <a:moveTo>
                  <a:pt x="5018851" y="206402"/>
                </a:moveTo>
                <a:lnTo>
                  <a:pt x="4848229" y="206402"/>
                </a:lnTo>
                <a:lnTo>
                  <a:pt x="5100043" y="605206"/>
                </a:lnTo>
                <a:lnTo>
                  <a:pt x="5127195" y="637191"/>
                </a:lnTo>
                <a:lnTo>
                  <a:pt x="5186222" y="663514"/>
                </a:lnTo>
                <a:lnTo>
                  <a:pt x="5214343" y="665414"/>
                </a:lnTo>
                <a:lnTo>
                  <a:pt x="5259766" y="658111"/>
                </a:lnTo>
                <a:lnTo>
                  <a:pt x="5294122" y="637191"/>
                </a:lnTo>
                <a:lnTo>
                  <a:pt x="5315869" y="604131"/>
                </a:lnTo>
                <a:lnTo>
                  <a:pt x="5323460" y="560412"/>
                </a:lnTo>
                <a:lnTo>
                  <a:pt x="5323460" y="453986"/>
                </a:lnTo>
                <a:lnTo>
                  <a:pt x="5175266" y="453986"/>
                </a:lnTo>
                <a:lnTo>
                  <a:pt x="5018851" y="206402"/>
                </a:lnTo>
                <a:close/>
              </a:path>
              <a:path w="5323840" h="665479">
                <a:moveTo>
                  <a:pt x="4811801" y="0"/>
                </a:moveTo>
                <a:lnTo>
                  <a:pt x="4765246" y="7058"/>
                </a:lnTo>
                <a:lnTo>
                  <a:pt x="4730062" y="27281"/>
                </a:lnTo>
                <a:lnTo>
                  <a:pt x="4707809" y="59246"/>
                </a:lnTo>
                <a:lnTo>
                  <a:pt x="4700045" y="101525"/>
                </a:lnTo>
                <a:lnTo>
                  <a:pt x="4700045" y="658419"/>
                </a:lnTo>
                <a:lnTo>
                  <a:pt x="4848229" y="658419"/>
                </a:lnTo>
                <a:lnTo>
                  <a:pt x="4848229" y="206402"/>
                </a:lnTo>
                <a:lnTo>
                  <a:pt x="5018851" y="206402"/>
                </a:lnTo>
                <a:lnTo>
                  <a:pt x="4924446" y="56972"/>
                </a:lnTo>
                <a:lnTo>
                  <a:pt x="4904300" y="31672"/>
                </a:lnTo>
                <a:lnTo>
                  <a:pt x="4879138" y="13910"/>
                </a:lnTo>
                <a:lnTo>
                  <a:pt x="4848469" y="3436"/>
                </a:lnTo>
                <a:lnTo>
                  <a:pt x="4811801" y="0"/>
                </a:lnTo>
                <a:close/>
              </a:path>
              <a:path w="5323840" h="665479">
                <a:moveTo>
                  <a:pt x="5323460" y="7058"/>
                </a:moveTo>
                <a:lnTo>
                  <a:pt x="5175266" y="7058"/>
                </a:lnTo>
                <a:lnTo>
                  <a:pt x="5175266" y="453986"/>
                </a:lnTo>
                <a:lnTo>
                  <a:pt x="5323460" y="453986"/>
                </a:lnTo>
                <a:lnTo>
                  <a:pt x="5323460" y="7058"/>
                </a:lnTo>
                <a:close/>
              </a:path>
              <a:path w="5323840" h="665479">
                <a:moveTo>
                  <a:pt x="4259064" y="0"/>
                </a:moveTo>
                <a:lnTo>
                  <a:pt x="4218258" y="4219"/>
                </a:lnTo>
                <a:lnTo>
                  <a:pt x="4161906" y="42853"/>
                </a:lnTo>
                <a:lnTo>
                  <a:pt x="4141591" y="80521"/>
                </a:lnTo>
                <a:lnTo>
                  <a:pt x="3899682" y="658419"/>
                </a:lnTo>
                <a:lnTo>
                  <a:pt x="4060766" y="658419"/>
                </a:lnTo>
                <a:lnTo>
                  <a:pt x="4259064" y="156005"/>
                </a:lnTo>
                <a:lnTo>
                  <a:pt x="4408056" y="156005"/>
                </a:lnTo>
                <a:lnTo>
                  <a:pt x="4376456" y="80521"/>
                </a:lnTo>
                <a:lnTo>
                  <a:pt x="4356195" y="43440"/>
                </a:lnTo>
                <a:lnTo>
                  <a:pt x="4331050" y="18504"/>
                </a:lnTo>
                <a:lnTo>
                  <a:pt x="4299251" y="4425"/>
                </a:lnTo>
                <a:lnTo>
                  <a:pt x="4259064" y="0"/>
                </a:lnTo>
                <a:close/>
              </a:path>
              <a:path w="5323840" h="665479">
                <a:moveTo>
                  <a:pt x="4408056" y="156005"/>
                </a:moveTo>
                <a:lnTo>
                  <a:pt x="4259064" y="156005"/>
                </a:lnTo>
                <a:lnTo>
                  <a:pt x="4457246" y="658419"/>
                </a:lnTo>
                <a:lnTo>
                  <a:pt x="4618382" y="658419"/>
                </a:lnTo>
                <a:lnTo>
                  <a:pt x="4408056" y="156005"/>
                </a:lnTo>
                <a:close/>
              </a:path>
              <a:path w="5323840" h="665479">
                <a:moveTo>
                  <a:pt x="3828490" y="7015"/>
                </a:moveTo>
                <a:lnTo>
                  <a:pt x="3534080" y="7015"/>
                </a:lnTo>
                <a:lnTo>
                  <a:pt x="3483078" y="7800"/>
                </a:lnTo>
                <a:lnTo>
                  <a:pt x="3444427" y="10418"/>
                </a:lnTo>
                <a:lnTo>
                  <a:pt x="3389477" y="22742"/>
                </a:lnTo>
                <a:lnTo>
                  <a:pt x="3353109" y="42972"/>
                </a:lnTo>
                <a:lnTo>
                  <a:pt x="3322943" y="72759"/>
                </a:lnTo>
                <a:lnTo>
                  <a:pt x="3300058" y="110340"/>
                </a:lnTo>
                <a:lnTo>
                  <a:pt x="3285536" y="153953"/>
                </a:lnTo>
                <a:lnTo>
                  <a:pt x="3280455" y="201836"/>
                </a:lnTo>
                <a:lnTo>
                  <a:pt x="3284885" y="245004"/>
                </a:lnTo>
                <a:lnTo>
                  <a:pt x="3297787" y="284991"/>
                </a:lnTo>
                <a:lnTo>
                  <a:pt x="3318577" y="320494"/>
                </a:lnTo>
                <a:lnTo>
                  <a:pt x="3346672" y="350209"/>
                </a:lnTo>
                <a:lnTo>
                  <a:pt x="3410852" y="380937"/>
                </a:lnTo>
                <a:lnTo>
                  <a:pt x="3454329" y="388421"/>
                </a:lnTo>
                <a:lnTo>
                  <a:pt x="3506312" y="390878"/>
                </a:lnTo>
                <a:lnTo>
                  <a:pt x="3596832" y="390878"/>
                </a:lnTo>
                <a:lnTo>
                  <a:pt x="3619026" y="391624"/>
                </a:lnTo>
                <a:lnTo>
                  <a:pt x="3665019" y="402720"/>
                </a:lnTo>
                <a:lnTo>
                  <a:pt x="3698482" y="445043"/>
                </a:lnTo>
                <a:lnTo>
                  <a:pt x="3700976" y="464551"/>
                </a:lnTo>
                <a:lnTo>
                  <a:pt x="3699022" y="481706"/>
                </a:lnTo>
                <a:lnTo>
                  <a:pt x="3670191" y="519083"/>
                </a:lnTo>
                <a:lnTo>
                  <a:pt x="3613198" y="531777"/>
                </a:lnTo>
                <a:lnTo>
                  <a:pt x="3580613" y="532538"/>
                </a:lnTo>
                <a:lnTo>
                  <a:pt x="3311030" y="532538"/>
                </a:lnTo>
                <a:lnTo>
                  <a:pt x="3311030" y="658419"/>
                </a:lnTo>
                <a:lnTo>
                  <a:pt x="3610298" y="658419"/>
                </a:lnTo>
                <a:lnTo>
                  <a:pt x="3675020" y="656972"/>
                </a:lnTo>
                <a:lnTo>
                  <a:pt x="3722427" y="652073"/>
                </a:lnTo>
                <a:lnTo>
                  <a:pt x="3784806" y="628567"/>
                </a:lnTo>
                <a:lnTo>
                  <a:pt x="3817732" y="598093"/>
                </a:lnTo>
                <a:lnTo>
                  <a:pt x="3842625" y="559065"/>
                </a:lnTo>
                <a:lnTo>
                  <a:pt x="3858375" y="513783"/>
                </a:lnTo>
                <a:lnTo>
                  <a:pt x="3863871" y="464551"/>
                </a:lnTo>
                <a:lnTo>
                  <a:pt x="3860078" y="420273"/>
                </a:lnTo>
                <a:lnTo>
                  <a:pt x="3849300" y="379019"/>
                </a:lnTo>
                <a:lnTo>
                  <a:pt x="3832442" y="343278"/>
                </a:lnTo>
                <a:lnTo>
                  <a:pt x="3778852" y="292090"/>
                </a:lnTo>
                <a:lnTo>
                  <a:pt x="3740129" y="276436"/>
                </a:lnTo>
                <a:lnTo>
                  <a:pt x="3691052" y="267693"/>
                </a:lnTo>
                <a:lnTo>
                  <a:pt x="3628434" y="264976"/>
                </a:lnTo>
                <a:lnTo>
                  <a:pt x="3553211" y="264976"/>
                </a:lnTo>
                <a:lnTo>
                  <a:pt x="3522440" y="264289"/>
                </a:lnTo>
                <a:lnTo>
                  <a:pt x="3482027" y="257908"/>
                </a:lnTo>
                <a:lnTo>
                  <a:pt x="3449175" y="229040"/>
                </a:lnTo>
                <a:lnTo>
                  <a:pt x="3442324" y="197973"/>
                </a:lnTo>
                <a:lnTo>
                  <a:pt x="3444167" y="179688"/>
                </a:lnTo>
                <a:lnTo>
                  <a:pt x="3470721" y="141870"/>
                </a:lnTo>
                <a:lnTo>
                  <a:pt x="3527056" y="133317"/>
                </a:lnTo>
                <a:lnTo>
                  <a:pt x="3564708" y="132896"/>
                </a:lnTo>
                <a:lnTo>
                  <a:pt x="3828490" y="132896"/>
                </a:lnTo>
                <a:lnTo>
                  <a:pt x="3828490" y="7015"/>
                </a:lnTo>
                <a:close/>
              </a:path>
              <a:path w="5323840" h="665479">
                <a:moveTo>
                  <a:pt x="2861284" y="7015"/>
                </a:moveTo>
                <a:lnTo>
                  <a:pt x="2709582" y="7015"/>
                </a:lnTo>
                <a:lnTo>
                  <a:pt x="2709582" y="548077"/>
                </a:lnTo>
                <a:lnTo>
                  <a:pt x="2716491" y="595767"/>
                </a:lnTo>
                <a:lnTo>
                  <a:pt x="2736962" y="630314"/>
                </a:lnTo>
                <a:lnTo>
                  <a:pt x="2770608" y="651328"/>
                </a:lnTo>
                <a:lnTo>
                  <a:pt x="2817045" y="658419"/>
                </a:lnTo>
                <a:lnTo>
                  <a:pt x="3234812" y="658419"/>
                </a:lnTo>
                <a:lnTo>
                  <a:pt x="3234812" y="530057"/>
                </a:lnTo>
                <a:lnTo>
                  <a:pt x="2887200" y="530057"/>
                </a:lnTo>
                <a:lnTo>
                  <a:pt x="2877112" y="528019"/>
                </a:lnTo>
                <a:lnTo>
                  <a:pt x="2868874" y="522463"/>
                </a:lnTo>
                <a:lnTo>
                  <a:pt x="2863321" y="514225"/>
                </a:lnTo>
                <a:lnTo>
                  <a:pt x="2861284" y="504141"/>
                </a:lnTo>
                <a:lnTo>
                  <a:pt x="2861284" y="7015"/>
                </a:lnTo>
                <a:close/>
              </a:path>
              <a:path w="5323840" h="665479">
                <a:moveTo>
                  <a:pt x="2598852" y="7015"/>
                </a:moveTo>
                <a:lnTo>
                  <a:pt x="2181912" y="7015"/>
                </a:lnTo>
                <a:lnTo>
                  <a:pt x="2135488" y="14102"/>
                </a:lnTo>
                <a:lnTo>
                  <a:pt x="2101860" y="35108"/>
                </a:lnTo>
                <a:lnTo>
                  <a:pt x="2081404" y="69654"/>
                </a:lnTo>
                <a:lnTo>
                  <a:pt x="2074502" y="117357"/>
                </a:lnTo>
                <a:lnTo>
                  <a:pt x="2074502" y="548077"/>
                </a:lnTo>
                <a:lnTo>
                  <a:pt x="2081404" y="595767"/>
                </a:lnTo>
                <a:lnTo>
                  <a:pt x="2101860" y="630314"/>
                </a:lnTo>
                <a:lnTo>
                  <a:pt x="2135488" y="651328"/>
                </a:lnTo>
                <a:lnTo>
                  <a:pt x="2181912" y="658419"/>
                </a:lnTo>
                <a:lnTo>
                  <a:pt x="2602329" y="658419"/>
                </a:lnTo>
                <a:lnTo>
                  <a:pt x="2602329" y="530057"/>
                </a:lnTo>
                <a:lnTo>
                  <a:pt x="2252067" y="530057"/>
                </a:lnTo>
                <a:lnTo>
                  <a:pt x="2241979" y="528019"/>
                </a:lnTo>
                <a:lnTo>
                  <a:pt x="2233742" y="522463"/>
                </a:lnTo>
                <a:lnTo>
                  <a:pt x="2228188" y="514225"/>
                </a:lnTo>
                <a:lnTo>
                  <a:pt x="2226152" y="504141"/>
                </a:lnTo>
                <a:lnTo>
                  <a:pt x="2226152" y="390281"/>
                </a:lnTo>
                <a:lnTo>
                  <a:pt x="2590099" y="390281"/>
                </a:lnTo>
                <a:lnTo>
                  <a:pt x="2590099" y="261939"/>
                </a:lnTo>
                <a:lnTo>
                  <a:pt x="2226152" y="261939"/>
                </a:lnTo>
                <a:lnTo>
                  <a:pt x="2226152" y="161345"/>
                </a:lnTo>
                <a:lnTo>
                  <a:pt x="2228192" y="151242"/>
                </a:lnTo>
                <a:lnTo>
                  <a:pt x="2233756" y="142991"/>
                </a:lnTo>
                <a:lnTo>
                  <a:pt x="2242010" y="137428"/>
                </a:lnTo>
                <a:lnTo>
                  <a:pt x="2252119" y="135388"/>
                </a:lnTo>
                <a:lnTo>
                  <a:pt x="2598852" y="135388"/>
                </a:lnTo>
                <a:lnTo>
                  <a:pt x="2598852" y="7015"/>
                </a:lnTo>
                <a:close/>
              </a:path>
              <a:path w="5323840" h="665479">
                <a:moveTo>
                  <a:pt x="1462845" y="7015"/>
                </a:moveTo>
                <a:lnTo>
                  <a:pt x="1298285" y="7015"/>
                </a:lnTo>
                <a:lnTo>
                  <a:pt x="1530972" y="587332"/>
                </a:lnTo>
                <a:lnTo>
                  <a:pt x="1549754" y="621695"/>
                </a:lnTo>
                <a:lnTo>
                  <a:pt x="1575163" y="646073"/>
                </a:lnTo>
                <a:lnTo>
                  <a:pt x="1607406" y="660601"/>
                </a:lnTo>
                <a:lnTo>
                  <a:pt x="1646682" y="665414"/>
                </a:lnTo>
                <a:lnTo>
                  <a:pt x="1685994" y="660601"/>
                </a:lnTo>
                <a:lnTo>
                  <a:pt x="1718261" y="646073"/>
                </a:lnTo>
                <a:lnTo>
                  <a:pt x="1743689" y="621695"/>
                </a:lnTo>
                <a:lnTo>
                  <a:pt x="1762480" y="587332"/>
                </a:lnTo>
                <a:lnTo>
                  <a:pt x="1795322" y="505408"/>
                </a:lnTo>
                <a:lnTo>
                  <a:pt x="1646682" y="505408"/>
                </a:lnTo>
                <a:lnTo>
                  <a:pt x="1462845" y="7015"/>
                </a:lnTo>
                <a:close/>
              </a:path>
              <a:path w="5323840" h="665479">
                <a:moveTo>
                  <a:pt x="1024921" y="0"/>
                </a:moveTo>
                <a:lnTo>
                  <a:pt x="984146" y="4219"/>
                </a:lnTo>
                <a:lnTo>
                  <a:pt x="927815" y="42853"/>
                </a:lnTo>
                <a:lnTo>
                  <a:pt x="907501" y="80521"/>
                </a:lnTo>
                <a:lnTo>
                  <a:pt x="665539" y="658419"/>
                </a:lnTo>
                <a:lnTo>
                  <a:pt x="826676" y="658419"/>
                </a:lnTo>
                <a:lnTo>
                  <a:pt x="1024921" y="156005"/>
                </a:lnTo>
                <a:lnTo>
                  <a:pt x="1173960" y="156005"/>
                </a:lnTo>
                <a:lnTo>
                  <a:pt x="1142366" y="80521"/>
                </a:lnTo>
                <a:lnTo>
                  <a:pt x="1122104" y="43440"/>
                </a:lnTo>
                <a:lnTo>
                  <a:pt x="1096953" y="18504"/>
                </a:lnTo>
                <a:lnTo>
                  <a:pt x="1065139" y="4425"/>
                </a:lnTo>
                <a:lnTo>
                  <a:pt x="1024921" y="0"/>
                </a:lnTo>
                <a:close/>
              </a:path>
              <a:path w="5323840" h="665479">
                <a:moveTo>
                  <a:pt x="1173960" y="156005"/>
                </a:moveTo>
                <a:lnTo>
                  <a:pt x="1024921" y="156005"/>
                </a:lnTo>
                <a:lnTo>
                  <a:pt x="1223156" y="658419"/>
                </a:lnTo>
                <a:lnTo>
                  <a:pt x="1384240" y="658419"/>
                </a:lnTo>
                <a:lnTo>
                  <a:pt x="1173960" y="156005"/>
                </a:lnTo>
                <a:close/>
              </a:path>
              <a:path w="5323840" h="665479">
                <a:moveTo>
                  <a:pt x="1995122" y="7015"/>
                </a:moveTo>
                <a:lnTo>
                  <a:pt x="1830614" y="7015"/>
                </a:lnTo>
                <a:lnTo>
                  <a:pt x="1646682" y="505408"/>
                </a:lnTo>
                <a:lnTo>
                  <a:pt x="1795322" y="505408"/>
                </a:lnTo>
                <a:lnTo>
                  <a:pt x="1995122" y="7015"/>
                </a:lnTo>
                <a:close/>
              </a:path>
              <a:path w="5323840" h="665479">
                <a:moveTo>
                  <a:pt x="151649" y="7015"/>
                </a:moveTo>
                <a:lnTo>
                  <a:pt x="0" y="7015"/>
                </a:lnTo>
                <a:lnTo>
                  <a:pt x="0" y="658419"/>
                </a:lnTo>
                <a:lnTo>
                  <a:pt x="151649" y="658419"/>
                </a:lnTo>
                <a:lnTo>
                  <a:pt x="151649" y="387663"/>
                </a:lnTo>
                <a:lnTo>
                  <a:pt x="586578" y="387663"/>
                </a:lnTo>
                <a:lnTo>
                  <a:pt x="586578" y="259321"/>
                </a:lnTo>
                <a:lnTo>
                  <a:pt x="151649" y="259321"/>
                </a:lnTo>
                <a:lnTo>
                  <a:pt x="151649" y="7015"/>
                </a:lnTo>
                <a:close/>
              </a:path>
              <a:path w="5323840" h="665479">
                <a:moveTo>
                  <a:pt x="586578" y="387663"/>
                </a:moveTo>
                <a:lnTo>
                  <a:pt x="434918" y="387663"/>
                </a:lnTo>
                <a:lnTo>
                  <a:pt x="434918" y="658419"/>
                </a:lnTo>
                <a:lnTo>
                  <a:pt x="586578" y="658419"/>
                </a:lnTo>
                <a:lnTo>
                  <a:pt x="586578" y="387663"/>
                </a:lnTo>
                <a:close/>
              </a:path>
              <a:path w="5323840" h="665479">
                <a:moveTo>
                  <a:pt x="586578" y="7015"/>
                </a:moveTo>
                <a:lnTo>
                  <a:pt x="434918" y="7015"/>
                </a:lnTo>
                <a:lnTo>
                  <a:pt x="434918" y="259321"/>
                </a:lnTo>
                <a:lnTo>
                  <a:pt x="586578" y="259321"/>
                </a:lnTo>
                <a:lnTo>
                  <a:pt x="586578" y="701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2" name="object 384"/>
          <p:cNvSpPr/>
          <p:nvPr/>
        </p:nvSpPr>
        <p:spPr>
          <a:xfrm flipV="1" rot="10800000">
            <a:off x="6111360" y="6708240"/>
            <a:ext cx="4303080" cy="30600"/>
          </a:xfrm>
          <a:custGeom>
            <a:avLst/>
            <a:gdLst>
              <a:gd name="textAreaLeft" fmla="*/ 0 w 4303080"/>
              <a:gd name="textAreaRight" fmla="*/ 4318200 w 4303080"/>
              <a:gd name="textAreaTop" fmla="*/ 7560 h 30600"/>
              <a:gd name="textAreaBottom" fmla="*/ 53280 h 30600"/>
            </a:gdLst>
            <a:ahLst/>
            <a:rect l="textAreaLeft" t="textAreaTop" r="textAreaRight" b="textAreaBottom"/>
            <a:pathLst>
              <a:path w="9206865" h="52704">
                <a:moveTo>
                  <a:pt x="0" y="0"/>
                </a:moveTo>
                <a:lnTo>
                  <a:pt x="0" y="52354"/>
                </a:lnTo>
                <a:lnTo>
                  <a:pt x="9206693" y="2617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3" name="object 386"/>
          <p:cNvSpPr/>
          <p:nvPr/>
        </p:nvSpPr>
        <p:spPr>
          <a:xfrm>
            <a:off x="5927400" y="6507720"/>
            <a:ext cx="321840" cy="306720"/>
          </a:xfrm>
          <a:custGeom>
            <a:avLst/>
            <a:gdLst>
              <a:gd name="textAreaLeft" fmla="*/ 0 w 321840"/>
              <a:gd name="textAreaRight" fmla="*/ 336960 w 321840"/>
              <a:gd name="textAreaTop" fmla="*/ 0 h 306720"/>
              <a:gd name="textAreaBottom" fmla="*/ 321840 h 306720"/>
            </a:gdLst>
            <a:ahLst/>
            <a:rect l="textAreaLeft" t="textAreaTop" r="textAreaRight" b="textAreaBottom"/>
            <a:pathLst>
              <a:path w="491490" h="469265">
                <a:moveTo>
                  <a:pt x="260972" y="348259"/>
                </a:moveTo>
                <a:lnTo>
                  <a:pt x="256552" y="342226"/>
                </a:lnTo>
                <a:lnTo>
                  <a:pt x="252171" y="336194"/>
                </a:lnTo>
                <a:lnTo>
                  <a:pt x="243700" y="334848"/>
                </a:lnTo>
                <a:lnTo>
                  <a:pt x="128854" y="418630"/>
                </a:lnTo>
                <a:lnTo>
                  <a:pt x="165950" y="305181"/>
                </a:lnTo>
                <a:lnTo>
                  <a:pt x="167474" y="297014"/>
                </a:lnTo>
                <a:lnTo>
                  <a:pt x="166789" y="286867"/>
                </a:lnTo>
                <a:lnTo>
                  <a:pt x="162547" y="276186"/>
                </a:lnTo>
                <a:lnTo>
                  <a:pt x="153390" y="266471"/>
                </a:lnTo>
                <a:lnTo>
                  <a:pt x="56667" y="196507"/>
                </a:lnTo>
                <a:lnTo>
                  <a:pt x="198831" y="196786"/>
                </a:lnTo>
                <a:lnTo>
                  <a:pt x="204901" y="190728"/>
                </a:lnTo>
                <a:lnTo>
                  <a:pt x="204939" y="175755"/>
                </a:lnTo>
                <a:lnTo>
                  <a:pt x="198856" y="169672"/>
                </a:lnTo>
                <a:lnTo>
                  <a:pt x="11163" y="169583"/>
                </a:lnTo>
                <a:lnTo>
                  <a:pt x="7048" y="171475"/>
                </a:lnTo>
                <a:lnTo>
                  <a:pt x="0" y="181190"/>
                </a:lnTo>
                <a:lnTo>
                  <a:pt x="1346" y="189649"/>
                </a:lnTo>
                <a:lnTo>
                  <a:pt x="141236" y="291160"/>
                </a:lnTo>
                <a:lnTo>
                  <a:pt x="140550" y="295325"/>
                </a:lnTo>
                <a:lnTo>
                  <a:pt x="88138" y="456780"/>
                </a:lnTo>
                <a:lnTo>
                  <a:pt x="92011" y="464426"/>
                </a:lnTo>
                <a:lnTo>
                  <a:pt x="103428" y="468134"/>
                </a:lnTo>
                <a:lnTo>
                  <a:pt x="107873" y="467233"/>
                </a:lnTo>
                <a:lnTo>
                  <a:pt x="259664" y="356755"/>
                </a:lnTo>
                <a:lnTo>
                  <a:pt x="260972" y="348259"/>
                </a:lnTo>
                <a:close/>
              </a:path>
              <a:path w="491490" h="469265">
                <a:moveTo>
                  <a:pt x="261010" y="185915"/>
                </a:moveTo>
                <a:lnTo>
                  <a:pt x="229146" y="87807"/>
                </a:lnTo>
                <a:lnTo>
                  <a:pt x="221488" y="83921"/>
                </a:lnTo>
                <a:lnTo>
                  <a:pt x="212991" y="86677"/>
                </a:lnTo>
                <a:lnTo>
                  <a:pt x="211721" y="87337"/>
                </a:lnTo>
                <a:lnTo>
                  <a:pt x="205968" y="91516"/>
                </a:lnTo>
                <a:lnTo>
                  <a:pt x="203822" y="97574"/>
                </a:lnTo>
                <a:lnTo>
                  <a:pt x="235229" y="194297"/>
                </a:lnTo>
                <a:lnTo>
                  <a:pt x="242887" y="198183"/>
                </a:lnTo>
                <a:lnTo>
                  <a:pt x="257124" y="193573"/>
                </a:lnTo>
                <a:lnTo>
                  <a:pt x="261010" y="185915"/>
                </a:lnTo>
                <a:close/>
              </a:path>
              <a:path w="491490" h="469265">
                <a:moveTo>
                  <a:pt x="332206" y="405066"/>
                </a:moveTo>
                <a:lnTo>
                  <a:pt x="329907" y="397941"/>
                </a:lnTo>
                <a:lnTo>
                  <a:pt x="302602" y="313918"/>
                </a:lnTo>
                <a:lnTo>
                  <a:pt x="300418" y="307136"/>
                </a:lnTo>
                <a:lnTo>
                  <a:pt x="300304" y="306806"/>
                </a:lnTo>
                <a:lnTo>
                  <a:pt x="292646" y="302920"/>
                </a:lnTo>
                <a:lnTo>
                  <a:pt x="284124" y="305676"/>
                </a:lnTo>
                <a:lnTo>
                  <a:pt x="282879" y="306336"/>
                </a:lnTo>
                <a:lnTo>
                  <a:pt x="281736" y="307136"/>
                </a:lnTo>
                <a:lnTo>
                  <a:pt x="277114" y="310502"/>
                </a:lnTo>
                <a:lnTo>
                  <a:pt x="274967" y="316572"/>
                </a:lnTo>
                <a:lnTo>
                  <a:pt x="306438" y="413435"/>
                </a:lnTo>
                <a:lnTo>
                  <a:pt x="314071" y="417334"/>
                </a:lnTo>
                <a:lnTo>
                  <a:pt x="328333" y="412711"/>
                </a:lnTo>
                <a:lnTo>
                  <a:pt x="332206" y="405066"/>
                </a:lnTo>
                <a:close/>
              </a:path>
              <a:path w="491490" h="469265">
                <a:moveTo>
                  <a:pt x="491363" y="181190"/>
                </a:moveTo>
                <a:lnTo>
                  <a:pt x="486956" y="175133"/>
                </a:lnTo>
                <a:lnTo>
                  <a:pt x="484314" y="171475"/>
                </a:lnTo>
                <a:lnTo>
                  <a:pt x="480161" y="169583"/>
                </a:lnTo>
                <a:lnTo>
                  <a:pt x="310972" y="169494"/>
                </a:lnTo>
                <a:lnTo>
                  <a:pt x="309041" y="165696"/>
                </a:lnTo>
                <a:lnTo>
                  <a:pt x="256400" y="3886"/>
                </a:lnTo>
                <a:lnTo>
                  <a:pt x="248754" y="0"/>
                </a:lnTo>
                <a:lnTo>
                  <a:pt x="240245" y="2755"/>
                </a:lnTo>
                <a:lnTo>
                  <a:pt x="237845" y="4229"/>
                </a:lnTo>
                <a:lnTo>
                  <a:pt x="233222" y="7594"/>
                </a:lnTo>
                <a:lnTo>
                  <a:pt x="231063" y="13665"/>
                </a:lnTo>
                <a:lnTo>
                  <a:pt x="282752" y="172694"/>
                </a:lnTo>
                <a:lnTo>
                  <a:pt x="286321" y="180174"/>
                </a:lnTo>
                <a:lnTo>
                  <a:pt x="292849" y="187972"/>
                </a:lnTo>
                <a:lnTo>
                  <a:pt x="302552" y="194106"/>
                </a:lnTo>
                <a:lnTo>
                  <a:pt x="315658" y="196583"/>
                </a:lnTo>
                <a:lnTo>
                  <a:pt x="434695" y="196469"/>
                </a:lnTo>
                <a:lnTo>
                  <a:pt x="338315" y="266319"/>
                </a:lnTo>
                <a:lnTo>
                  <a:pt x="332295" y="272046"/>
                </a:lnTo>
                <a:lnTo>
                  <a:pt x="326898" y="280657"/>
                </a:lnTo>
                <a:lnTo>
                  <a:pt x="324065" y="291769"/>
                </a:lnTo>
                <a:lnTo>
                  <a:pt x="325742" y="305003"/>
                </a:lnTo>
                <a:lnTo>
                  <a:pt x="377786" y="465150"/>
                </a:lnTo>
                <a:lnTo>
                  <a:pt x="385432" y="469036"/>
                </a:lnTo>
                <a:lnTo>
                  <a:pt x="399669" y="464426"/>
                </a:lnTo>
                <a:lnTo>
                  <a:pt x="403529" y="456768"/>
                </a:lnTo>
                <a:lnTo>
                  <a:pt x="350075" y="292176"/>
                </a:lnTo>
                <a:lnTo>
                  <a:pt x="353098" y="289179"/>
                </a:lnTo>
                <a:lnTo>
                  <a:pt x="490016" y="189661"/>
                </a:lnTo>
                <a:lnTo>
                  <a:pt x="491363" y="18119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244" name="Group 9"/>
          <p:cNvGrpSpPr/>
          <p:nvPr/>
        </p:nvGrpSpPr>
        <p:grpSpPr>
          <a:xfrm>
            <a:off x="562320" y="565200"/>
            <a:ext cx="1464480" cy="40680"/>
            <a:chOff x="562320" y="565200"/>
            <a:chExt cx="1464480" cy="40680"/>
          </a:xfrm>
        </p:grpSpPr>
        <p:sp>
          <p:nvSpPr>
            <p:cNvPr id="1245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outerShdw algn="tl" blurRad="63360" dir="4309672" dist="49635" rotWithShape="0" sx="103000" sy="103000">
                <a:schemeClr val="tx1">
                  <a:alpha val="6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  <p:sp>
          <p:nvSpPr>
            <p:cNvPr id="1246" name="Freeform 7"/>
            <p:cNvSpPr/>
            <p:nvPr/>
          </p:nvSpPr>
          <p:spPr>
            <a:xfrm flipV="1" rot="16200000">
              <a:off x="1274040" y="-146880"/>
              <a:ext cx="40680" cy="1464480"/>
            </a:xfrm>
            <a:custGeom>
              <a:avLst/>
              <a:gdLst>
                <a:gd name="textAreaLeft" fmla="*/ 0 w 40680"/>
                <a:gd name="textAreaRight" fmla="*/ 55800 w 40680"/>
                <a:gd name="textAreaTop" fmla="*/ -7560 h 1464480"/>
                <a:gd name="textAreaBottom" fmla="*/ 1472040 h 1464480"/>
              </a:gdLst>
              <a:ahLst/>
              <a:rect l="textAreaLeft" t="textAreaTop" r="textAreaRight" b="textAreaBottom"/>
              <a:pathLst>
                <a:path w="15" h="364">
                  <a:moveTo>
                    <a:pt x="7" y="364"/>
                  </a:moveTo>
                  <a:cubicBezTo>
                    <a:pt x="3" y="364"/>
                    <a:pt x="0" y="360"/>
                    <a:pt x="0" y="35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356"/>
                    <a:pt x="15" y="356"/>
                    <a:pt x="15" y="356"/>
                  </a:cubicBezTo>
                  <a:cubicBezTo>
                    <a:pt x="15" y="360"/>
                    <a:pt x="12" y="364"/>
                    <a:pt x="7" y="364"/>
                  </a:cubicBezTo>
                  <a:close/>
                </a:path>
              </a:pathLst>
            </a:custGeom>
            <a:gradFill rotWithShape="0">
              <a:gsLst>
                <a:gs pos="0">
                  <a:srgbClr val="334257"/>
                </a:gs>
                <a:gs pos="100000">
                  <a:srgbClr val="19212b"/>
                </a:gs>
              </a:gsLst>
              <a:lin ang="16200000"/>
            </a:gradFill>
            <a:ln>
              <a:noFill/>
            </a:ln>
            <a:effectLst>
              <a:outerShdw algn="br" blurRad="127080" dir="13206055" dist="62595" rotWithShape="0">
                <a:schemeClr val="tx2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ru-UA" sz="1800" spc="-1" strike="noStrike">
                <a:solidFill>
                  <a:schemeClr val="lt1"/>
                </a:solidFill>
                <a:latin typeface="Open Sans"/>
              </a:endParaRPr>
            </a:p>
          </p:txBody>
        </p:sp>
      </p:grpSp>
      <p:sp>
        <p:nvSpPr>
          <p:cNvPr id="1247" name="Rectangle 14"/>
          <p:cNvSpPr/>
          <p:nvPr/>
        </p:nvSpPr>
        <p:spPr>
          <a:xfrm>
            <a:off x="11441880" y="168480"/>
            <a:ext cx="502200" cy="526320"/>
          </a:xfrm>
          <a:prstGeom prst="rect">
            <a:avLst/>
          </a:prstGeom>
          <a:solidFill>
            <a:srgbClr val="242e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TextBox 1"/>
          <p:cNvSpPr/>
          <p:nvPr/>
        </p:nvSpPr>
        <p:spPr>
          <a:xfrm>
            <a:off x="5482080" y="6479640"/>
            <a:ext cx="903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000" spc="-1" strike="noStrike">
                <a:solidFill>
                  <a:srgbClr val="ffffff"/>
                </a:solidFill>
                <a:latin typeface="Arial"/>
                <a:ea typeface="SF Pro Display"/>
              </a:rPr>
              <a:t>versiyon 3.2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9" name="Text Placeholder 10"/>
          <p:cNvSpPr/>
          <p:nvPr/>
        </p:nvSpPr>
        <p:spPr>
          <a:xfrm>
            <a:off x="228600" y="4454640"/>
            <a:ext cx="11953080" cy="12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5000" lnSpcReduction="20000"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3200" spc="-1" strike="noStrike">
                <a:solidFill>
                  <a:srgbClr val="ebecf0"/>
                </a:solidFill>
                <a:latin typeface="Arial Black"/>
              </a:rPr>
              <a:t>AI for Software Engineers Course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2000" spc="-1" strike="noStrike">
                <a:solidFill>
                  <a:schemeClr val="lt1"/>
                </a:solidFill>
                <a:latin typeface="Arial Black"/>
              </a:rPr>
              <a:t>LLMs ,  Generative AI and Modern AI Stack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2000" spc="-1" strike="noStrike">
                <a:solidFill>
                  <a:schemeClr val="lt1"/>
                </a:solidFill>
                <a:latin typeface="Arial Black"/>
              </a:rPr>
              <a:t>https://github.com/havelsan/YZ_EGITIM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3200" spc="-1" strike="noStrike">
                <a:solidFill>
                  <a:srgbClr val="ebecf0"/>
                </a:solidFill>
                <a:latin typeface="Arial Black"/>
              </a:rPr>
              <a:t>Mehmet PEKMEZCİ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Breakthrough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1" name="Text 13"/>
          <p:cNvSpPr/>
          <p:nvPr/>
        </p:nvSpPr>
        <p:spPr>
          <a:xfrm>
            <a:off x="457200" y="831600"/>
            <a:ext cx="11418120" cy="54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Text 1"/>
          <p:cNvSpPr/>
          <p:nvPr/>
        </p:nvSpPr>
        <p:spPr>
          <a:xfrm>
            <a:off x="456480" y="831600"/>
            <a:ext cx="11418120" cy="547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Attention is All You Need</a:t>
            </a:r>
            <a:r>
              <a:rPr b="1" i="1" lang="en-US" sz="2800" spc="-1" strike="noStrike">
                <a:solidFill>
                  <a:srgbClr val="ffffff"/>
                </a:solidFill>
                <a:latin typeface="arial"/>
                <a:ea typeface="Calibri"/>
              </a:rPr>
              <a:t> - 2017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 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Google : Ashish Vaswani, Noam Shazeer, Niki Parmar, Jakob Uszkoreit, Llion Jones, Aidan N. Gomez, Lukasz Kaiser, Illia Polosukhin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Multi-Head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Self-Attention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ct val="100000"/>
              </a:lnSpc>
              <a:spcBef>
                <a:spcPts val="3600"/>
              </a:spcBef>
              <a:buClr>
                <a:srgbClr val="ffffff"/>
              </a:buClr>
              <a:buSzPct val="45000"/>
              <a:buFont typeface="Wingdings" charset="2"/>
              <a:buChar char="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Parallelism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Text 18"/>
          <p:cNvSpPr/>
          <p:nvPr/>
        </p:nvSpPr>
        <p:spPr>
          <a:xfrm>
            <a:off x="371160" y="1621800"/>
            <a:ext cx="11418120" cy="356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What Changed ML to LLMs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Transformers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How LLMs work in production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Embeddings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Prompting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RAG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600"/>
              </a:spcBef>
              <a:buClr>
                <a:srgbClr val="38bdf8"/>
              </a:buClr>
              <a:buFont typeface="Wingdings" charset="2"/>
              <a:buAutoNum type="arabicPeriod"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 </a:t>
            </a:r>
            <a:r>
              <a:rPr b="0" i="1" lang="en-US" sz="2000" spc="-1" strike="noStrike">
                <a:solidFill>
                  <a:srgbClr val="ffffff"/>
                </a:solidFill>
                <a:latin typeface="arial"/>
                <a:ea typeface="Calibri"/>
              </a:rPr>
              <a:t>Hands-on Labs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4" name="PlaceHolder 9"/>
          <p:cNvSpPr/>
          <p:nvPr/>
        </p:nvSpPr>
        <p:spPr>
          <a:xfrm>
            <a:off x="255600" y="228960"/>
            <a:ext cx="116208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5000"/>
          </a:bodyPr>
          <a:p>
            <a:pPr defTabSz="91440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LLMs, Generative AI, and Modern AI Stack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 – What changed ML to LLMs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6" name=""/>
          <p:cNvSpPr/>
          <p:nvPr/>
        </p:nvSpPr>
        <p:spPr>
          <a:xfrm>
            <a:off x="457200" y="914400"/>
            <a:ext cx="11199960" cy="29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1. Rule Based → ML → Deep Learning → Transformers → LLMs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2. Why Transformers Replaced Older NLP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1.1 – Rule Based → ML → Deep Learning → Transformers → LLMs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8" name="" descr=""/>
          <p:cNvPicPr/>
          <p:nvPr/>
        </p:nvPicPr>
        <p:blipFill>
          <a:blip r:embed="rId1"/>
          <a:stretch/>
        </p:blipFill>
        <p:spPr>
          <a:xfrm>
            <a:off x="1614960" y="685800"/>
            <a:ext cx="8961120" cy="597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1.1 – Rule Based → ML → Deep Learning → Transformers → LLMs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0" name="" descr=""/>
          <p:cNvPicPr/>
          <p:nvPr/>
        </p:nvPicPr>
        <p:blipFill>
          <a:blip r:embed="rId1"/>
          <a:stretch/>
        </p:blipFill>
        <p:spPr>
          <a:xfrm>
            <a:off x="718920" y="728640"/>
            <a:ext cx="10753200" cy="589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1.1 – Rule Based → ML → Deep Learning → Transformers → LLMs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2" name="" descr=""/>
          <p:cNvPicPr/>
          <p:nvPr/>
        </p:nvPicPr>
        <p:blipFill>
          <a:blip r:embed="rId1"/>
          <a:stretch/>
        </p:blipFill>
        <p:spPr>
          <a:xfrm>
            <a:off x="3200400" y="749520"/>
            <a:ext cx="8812440" cy="5650200"/>
          </a:xfrm>
          <a:prstGeom prst="rect">
            <a:avLst/>
          </a:prstGeom>
          <a:ln w="0">
            <a:noFill/>
          </a:ln>
        </p:spPr>
      </p:pic>
      <p:sp>
        <p:nvSpPr>
          <p:cNvPr id="1263" name=""/>
          <p:cNvSpPr/>
          <p:nvPr/>
        </p:nvSpPr>
        <p:spPr>
          <a:xfrm>
            <a:off x="228600" y="685800"/>
            <a:ext cx="2742120" cy="57204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Several massive everyday services use BERT to power their underlying search, recommendation, and text classification systems.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GPT : Gemini, ChatGPT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     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Billions of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     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parameters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BERT: Google Search, Amazon Search. Max 350 million parameters.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1.2 – Why Transformer replaced older NLP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5" name=""/>
          <p:cNvSpPr/>
          <p:nvPr/>
        </p:nvSpPr>
        <p:spPr>
          <a:xfrm>
            <a:off x="228600" y="1143000"/>
            <a:ext cx="11657880" cy="532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Older models tried to carry information forward step by step ( RNNs, very slow).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Wingdings" charset="2"/>
              <a:buChar char="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Self-attention removed that limitation.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RNNs :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 Try to learn sequence one by one. (max 1GB model)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Transformers :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 Learn  sequences in parallel, every word attends to every other word  in the sentence/context simultaneously. ( consumes RAM, max 1TB model)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Google-Titans (2025) : Mixture of Transformers and RNNs, Can process 2 million context size.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 – Transformers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7" name=""/>
          <p:cNvSpPr/>
          <p:nvPr/>
        </p:nvSpPr>
        <p:spPr>
          <a:xfrm>
            <a:off x="457200" y="914400"/>
            <a:ext cx="11199960" cy="29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Tokenization, Word Embeddings and Positional Embeddings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Self-Attention Mechanism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Context Window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Why LLMs Scale Well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 – Transformers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9" name="" descr=""/>
          <p:cNvPicPr/>
          <p:nvPr/>
        </p:nvPicPr>
        <p:blipFill>
          <a:blip r:embed="rId1"/>
          <a:stretch/>
        </p:blipFill>
        <p:spPr>
          <a:xfrm>
            <a:off x="6985440" y="459720"/>
            <a:ext cx="4215240" cy="5940360"/>
          </a:xfrm>
          <a:prstGeom prst="rect">
            <a:avLst/>
          </a:prstGeom>
          <a:ln w="0">
            <a:noFill/>
          </a:ln>
        </p:spPr>
      </p:pic>
      <p:sp>
        <p:nvSpPr>
          <p:cNvPr id="1270" name=""/>
          <p:cNvSpPr/>
          <p:nvPr/>
        </p:nvSpPr>
        <p:spPr>
          <a:xfrm>
            <a:off x="457200" y="914400"/>
            <a:ext cx="5714280" cy="24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 GPT with 7 billion parameters has roughly: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32 layers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hidden size ≈ 4096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attention heads ≈ 32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2.1 – Tokenization , Word Embeddings and Positional Embeddings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2" name="" descr=""/>
          <p:cNvPicPr/>
          <p:nvPr/>
        </p:nvPicPr>
        <p:blipFill>
          <a:blip r:embed="rId1"/>
          <a:stretch/>
        </p:blipFill>
        <p:spPr>
          <a:xfrm>
            <a:off x="909720" y="914400"/>
            <a:ext cx="10371240" cy="565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2.1 – Tokenization , Word Embeddings and Positional Embeddings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4" name="" descr=""/>
          <p:cNvPicPr/>
          <p:nvPr/>
        </p:nvPicPr>
        <p:blipFill>
          <a:blip r:embed="rId1"/>
          <a:stretch/>
        </p:blipFill>
        <p:spPr>
          <a:xfrm>
            <a:off x="740880" y="787680"/>
            <a:ext cx="10708920" cy="584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2.2 – Self-Attention Mechanism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6" name=""/>
          <p:cNvSpPr/>
          <p:nvPr/>
        </p:nvSpPr>
        <p:spPr>
          <a:xfrm>
            <a:off x="228600" y="1064880"/>
            <a:ext cx="11678400" cy="14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“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The dog that chased the cat was fast.” , we can figure out “fast” refers to “dog”. That is exactly what the attention mechanism does for machines — it decides which words to focus on when interpreting meaning and understanding the concepts in large sentences.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7" name=""/>
          <p:cNvSpPr/>
          <p:nvPr/>
        </p:nvSpPr>
        <p:spPr>
          <a:xfrm>
            <a:off x="303840" y="3666960"/>
            <a:ext cx="1158264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In the sentence “I went to Paris last summer, and it was amazing”, the word “it” gets high attention weight linked to “Paris”, not “summer”.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2.2 – Self-Attention Mechanism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79" name="" descr=""/>
          <p:cNvPicPr/>
          <p:nvPr/>
        </p:nvPicPr>
        <p:blipFill>
          <a:blip r:embed="rId1"/>
          <a:stretch/>
        </p:blipFill>
        <p:spPr>
          <a:xfrm>
            <a:off x="6985080" y="459360"/>
            <a:ext cx="4215240" cy="5940360"/>
          </a:xfrm>
          <a:prstGeom prst="rect">
            <a:avLst/>
          </a:prstGeom>
          <a:ln w="0">
            <a:noFill/>
          </a:ln>
        </p:spPr>
      </p:pic>
      <p:sp>
        <p:nvSpPr>
          <p:cNvPr id="1280" name=""/>
          <p:cNvSpPr/>
          <p:nvPr/>
        </p:nvSpPr>
        <p:spPr>
          <a:xfrm flipH="1" flipV="1">
            <a:off x="6629400" y="4114800"/>
            <a:ext cx="137160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1" name=""/>
          <p:cNvSpPr/>
          <p:nvPr/>
        </p:nvSpPr>
        <p:spPr>
          <a:xfrm>
            <a:off x="6400800" y="3886560"/>
            <a:ext cx="684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2" name=""/>
          <p:cNvSpPr/>
          <p:nvPr/>
        </p:nvSpPr>
        <p:spPr>
          <a:xfrm flipH="1">
            <a:off x="6858000" y="4343400"/>
            <a:ext cx="160020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3" name=""/>
          <p:cNvSpPr/>
          <p:nvPr/>
        </p:nvSpPr>
        <p:spPr>
          <a:xfrm>
            <a:off x="6629400" y="4343400"/>
            <a:ext cx="684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4" name=""/>
          <p:cNvSpPr/>
          <p:nvPr/>
        </p:nvSpPr>
        <p:spPr>
          <a:xfrm flipH="1">
            <a:off x="6858000" y="4343400"/>
            <a:ext cx="1828800" cy="914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5" name=""/>
          <p:cNvSpPr/>
          <p:nvPr/>
        </p:nvSpPr>
        <p:spPr>
          <a:xfrm>
            <a:off x="6629400" y="5029560"/>
            <a:ext cx="684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6" name=""/>
          <p:cNvSpPr/>
          <p:nvPr/>
        </p:nvSpPr>
        <p:spPr>
          <a:xfrm>
            <a:off x="457200" y="914400"/>
            <a:ext cx="5637600" cy="461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Q = X . W</a:t>
            </a:r>
            <a:r>
              <a:rPr b="0" lang="en-US" sz="1800" spc="-1" strike="noStrike" baseline="33000">
                <a:solidFill>
                  <a:srgbClr val="ffffff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= X . W</a:t>
            </a:r>
            <a:r>
              <a:rPr b="0" lang="en-US" sz="1800" spc="-1" strike="noStrike" baseline="33000">
                <a:solidFill>
                  <a:srgbClr val="ffffff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V = X . W</a:t>
            </a:r>
            <a:r>
              <a:rPr b="0" lang="en-US" sz="1800" spc="-1" strike="noStrike" baseline="33000">
                <a:solidFill>
                  <a:srgbClr val="ffffff"/>
                </a:solidFill>
                <a:latin typeface="Arial"/>
              </a:rPr>
              <a:t>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"/>
          <p:cNvSpPr/>
          <p:nvPr/>
        </p:nvSpPr>
        <p:spPr>
          <a:xfrm>
            <a:off x="306000" y="3429000"/>
            <a:ext cx="5637600" cy="37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Query (Q) Vector: Represents the current word’s perspective — what it wants to focus on in the sentence.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Key (K) Vector: Represents how relevant each word is when compared to a query. It is used to compute similarity scores.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Value (V) Vector: Contains the actual word representation, which is weighted based on attention scores to create the final contextualized word representation.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8" name="" descr=""/>
          <p:cNvPicPr/>
          <p:nvPr/>
        </p:nvPicPr>
        <p:blipFill>
          <a:blip r:embed="rId2"/>
          <a:stretch/>
        </p:blipFill>
        <p:spPr>
          <a:xfrm>
            <a:off x="3438720" y="685800"/>
            <a:ext cx="2733480" cy="259056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1289" name=""/>
          <p:cNvSpPr/>
          <p:nvPr/>
        </p:nvSpPr>
        <p:spPr>
          <a:xfrm flipH="1" flipV="1">
            <a:off x="5715000" y="2514600"/>
            <a:ext cx="2286000" cy="1600200"/>
          </a:xfrm>
          <a:prstGeom prst="line">
            <a:avLst/>
          </a:prstGeom>
          <a:ln w="0">
            <a:solidFill>
              <a:srgbClr val="80808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2.2 – Self-Attention Mechanism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1" name="" descr=""/>
          <p:cNvPicPr/>
          <p:nvPr/>
        </p:nvPicPr>
        <p:blipFill>
          <a:blip r:embed="rId1"/>
          <a:stretch/>
        </p:blipFill>
        <p:spPr>
          <a:xfrm>
            <a:off x="390960" y="914400"/>
            <a:ext cx="4637160" cy="1656000"/>
          </a:xfrm>
          <a:prstGeom prst="rect">
            <a:avLst/>
          </a:prstGeom>
          <a:ln w="0">
            <a:noFill/>
          </a:ln>
        </p:spPr>
      </p:pic>
      <p:pic>
        <p:nvPicPr>
          <p:cNvPr id="1292" name="" descr=""/>
          <p:cNvPicPr/>
          <p:nvPr/>
        </p:nvPicPr>
        <p:blipFill>
          <a:blip r:embed="rId2"/>
          <a:stretch/>
        </p:blipFill>
        <p:spPr>
          <a:xfrm>
            <a:off x="6985080" y="459360"/>
            <a:ext cx="4215240" cy="5940360"/>
          </a:xfrm>
          <a:prstGeom prst="rect">
            <a:avLst/>
          </a:prstGeom>
          <a:ln w="0">
            <a:noFill/>
          </a:ln>
        </p:spPr>
      </p:pic>
      <p:sp>
        <p:nvSpPr>
          <p:cNvPr id="1293" name=""/>
          <p:cNvSpPr/>
          <p:nvPr/>
        </p:nvSpPr>
        <p:spPr>
          <a:xfrm flipH="1" flipV="1">
            <a:off x="1828800" y="1828800"/>
            <a:ext cx="6172200" cy="2286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4" name=""/>
          <p:cNvSpPr/>
          <p:nvPr/>
        </p:nvSpPr>
        <p:spPr>
          <a:xfrm flipH="1" flipV="1">
            <a:off x="6629400" y="4114800"/>
            <a:ext cx="137160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5" name=""/>
          <p:cNvSpPr/>
          <p:nvPr/>
        </p:nvSpPr>
        <p:spPr>
          <a:xfrm>
            <a:off x="6400800" y="3886560"/>
            <a:ext cx="684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6" name=""/>
          <p:cNvSpPr/>
          <p:nvPr/>
        </p:nvSpPr>
        <p:spPr>
          <a:xfrm flipH="1">
            <a:off x="6858000" y="4343400"/>
            <a:ext cx="160020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7" name=""/>
          <p:cNvSpPr/>
          <p:nvPr/>
        </p:nvSpPr>
        <p:spPr>
          <a:xfrm>
            <a:off x="6629400" y="4343400"/>
            <a:ext cx="684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"/>
          <p:cNvSpPr/>
          <p:nvPr/>
        </p:nvSpPr>
        <p:spPr>
          <a:xfrm flipH="1">
            <a:off x="6858000" y="4343400"/>
            <a:ext cx="1828800" cy="9144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"/>
          <p:cNvSpPr/>
          <p:nvPr/>
        </p:nvSpPr>
        <p:spPr>
          <a:xfrm>
            <a:off x="6629400" y="5029560"/>
            <a:ext cx="6847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0" name=""/>
          <p:cNvSpPr/>
          <p:nvPr/>
        </p:nvSpPr>
        <p:spPr>
          <a:xfrm>
            <a:off x="305280" y="2771640"/>
            <a:ext cx="5637600" cy="36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Q (Query) = vector that represents what this word is asking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(Key) = vector representing what each word offers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V (Value) = vector of actual word information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softmax = function that turns scores into probabilities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d= dimension of key and query vector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2.2 – Self-Attention Mechanism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2.2 – Self-Attention Mechanism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3 – How LLMs Work In Production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4" name=""/>
          <p:cNvSpPr/>
          <p:nvPr/>
        </p:nvSpPr>
        <p:spPr>
          <a:xfrm>
            <a:off x="457200" y="914400"/>
            <a:ext cx="11199960" cy="29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1. Pre-training vs Fine Tuning (Supervised Fine Tuning, SFT)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2. Inference vs Training Cost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3. Context Window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4. APIs vs Self-Hosting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4 – Embeddings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6" name=""/>
          <p:cNvSpPr/>
          <p:nvPr/>
        </p:nvSpPr>
        <p:spPr>
          <a:xfrm>
            <a:off x="457200" y="914400"/>
            <a:ext cx="11199960" cy="367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1. What are Embeddings?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2. Similarity Search ( Cosine Similarity Concept)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3. Use Cases 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3.1. Semantic Search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3.2. Recommendation System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4. RAG System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5 – Prompting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8" name=""/>
          <p:cNvSpPr/>
          <p:nvPr/>
        </p:nvSpPr>
        <p:spPr>
          <a:xfrm>
            <a:off x="457200" y="914400"/>
            <a:ext cx="11199960" cy="42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Prompt Structure 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Role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Context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Constraints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Output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Prompt Anti-Patterns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6 – RAG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0" name=""/>
          <p:cNvSpPr/>
          <p:nvPr/>
        </p:nvSpPr>
        <p:spPr>
          <a:xfrm>
            <a:off x="457200" y="914400"/>
            <a:ext cx="11199960" cy="29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Why LLMs are not enough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Architecture : Documents → Embeddings → Vector DB → LLM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40"/>
              </a:spcBef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Tools : FAISS / Pinecone / Weaviate conceptually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PlaceHolder 1"/>
          <p:cNvSpPr>
            <a:spLocks noGrp="1"/>
          </p:cNvSpPr>
          <p:nvPr>
            <p:ph/>
          </p:nvPr>
        </p:nvSpPr>
        <p:spPr>
          <a:xfrm>
            <a:off x="255240" y="228600"/>
            <a:ext cx="11620800" cy="4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3200" spc="-1" strike="noStrike">
                <a:solidFill>
                  <a:schemeClr val="lt1"/>
                </a:solidFill>
                <a:latin typeface="Arial Black"/>
              </a:rPr>
              <a:t>Homework-2.1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2" name=""/>
          <p:cNvSpPr/>
          <p:nvPr/>
        </p:nvSpPr>
        <p:spPr>
          <a:xfrm>
            <a:off x="228600" y="914760"/>
            <a:ext cx="11656440" cy="52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Problem :  Build a Simple Document Q&amp;A System With RAG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Tasks :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Install Ubuntu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Install vLLM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Install a vector DB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Install OpenWebUI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Install opendataloader to import documents to RAG system.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Font typeface="OpenSymbol"/>
              <a:buAutoNum type="arabicPeriod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Write a python program that searches user input within the documents and gives the document references along with the results.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Deliver :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1. Installation steps commands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2. Python files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00 Neomorph Dark">
      <a:dk1>
        <a:srgbClr val="10141a"/>
      </a:dk1>
      <a:lt1>
        <a:srgbClr val="ffffff"/>
      </a:lt1>
      <a:dk2>
        <a:srgbClr val="334257"/>
      </a:dk2>
      <a:lt2>
        <a:srgbClr val="242e3d"/>
      </a:lt2>
      <a:accent1>
        <a:srgbClr val="6e84a6"/>
      </a:accent1>
      <a:accent2>
        <a:srgbClr val="46b9d6"/>
      </a:accent2>
      <a:accent3>
        <a:srgbClr val="1f67db"/>
      </a:accent3>
      <a:accent4>
        <a:srgbClr val="685de3"/>
      </a:accent4>
      <a:accent5>
        <a:srgbClr val="84daec"/>
      </a:accent5>
      <a:accent6>
        <a:srgbClr val="685de3"/>
      </a:accent6>
      <a:hlink>
        <a:srgbClr val="f33b48"/>
      </a:hlink>
      <a:folHlink>
        <a:srgbClr val="ffc000"/>
      </a:folHlink>
    </a:clrScheme>
    <a:fontScheme name="Custom 1">
      <a:majorFont>
        <a:latin typeface="Open Sans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HVL- TEMPLATE FOR PRODUCTS AND SOLUTIONS_VERSION  3.2</Template>
  <TotalTime>5734</TotalTime>
  <Application>LibreOffice/24.2.7.2$Linux_X86_64 LibreOffice_project/420$Build-2</Application>
  <AppVersion>15.0000</AppVersion>
  <Words>840</Words>
  <Paragraphs>249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2025-11-24T12:26:39Z</dcterms:created>
  <dc:creator>Mehmet PEKMEZCİ</dc:creator>
  <dc:description/>
  <dc:language>en-US</dc:language>
  <cp:lastModifiedBy/>
  <dcterms:modified xsi:type="dcterms:W3CDTF">2026-07-09T06:52:14Z</dcterms:modified>
  <cp:revision>234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0x010100800CEB18A79B964CA054DFDEE64EDA10</vt:lpwstr>
  </property>
  <property fmtid="{D5CDD505-2E9C-101B-9397-08002B2CF9AE}" pid="3" name="Notes">
    <vt:i4>4</vt:i4>
  </property>
  <property fmtid="{D5CDD505-2E9C-101B-9397-08002B2CF9AE}" pid="4" name="PresentationFormat">
    <vt:lpwstr>Widescreen</vt:lpwstr>
  </property>
  <property fmtid="{D5CDD505-2E9C-101B-9397-08002B2CF9AE}" pid="5" name="Slides">
    <vt:i4>10</vt:i4>
  </property>
  <property fmtid="{D5CDD505-2E9C-101B-9397-08002B2CF9AE}" pid="6" name="VeriketAuthor">
    <vt:lpwstr>3ZXl6zLEMop/T4ZOd8aL6mXiYVv8uu7BpPRD/QTH98Q=</vt:lpwstr>
  </property>
  <property fmtid="{D5CDD505-2E9C-101B-9397-08002B2CF9AE}" pid="7" name="VeriketClassification">
    <vt:lpwstr>A5BC3CFD-4D51-461E-B5F0-D84C6FA67A36</vt:lpwstr>
  </property>
</Properties>
</file>