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1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14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8.xml" ContentType="application/vnd.openxmlformats-officedocument.theme+xml"/>
  <Override PartName="/ppt/theme/theme35.xml" ContentType="application/vnd.openxmlformats-officedocument.them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36.xml" ContentType="application/vnd.openxmlformats-officedocument.theme+xml"/>
  <Override PartName="/ppt/theme/theme2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34.xml" ContentType="application/vnd.openxmlformats-officedocument.theme+xml"/>
  <Override PartName="/ppt/theme/theme7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_rels/presentation.xml.rels" ContentType="application/vnd.openxmlformats-package.relationships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  <Override PartName="/ppt/slideLayouts/slideLayout22.xml" ContentType="application/vnd.openxmlformats-officedocument.presentationml.slideLayout+xml"/>
  <Override PartName="/ppt/slideLayouts/_rels/slideLayout39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6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</p:sldMasterIdLst>
  <p:sldIdLst>
    <p:sldId id="256" r:id="rId42"/>
    <p:sldId id="257" r:id="rId43"/>
    <p:sldId id="258" r:id="rId44"/>
    <p:sldId id="259" r:id="rId45"/>
    <p:sldId id="260" r:id="rId46"/>
    <p:sldId id="261" r:id="rId47"/>
    <p:sldId id="262" r:id="rId48"/>
    <p:sldId id="263" r:id="rId49"/>
    <p:sldId id="264" r:id="rId50"/>
    <p:sldId id="265" r:id="rId51"/>
    <p:sldId id="266" r:id="rId52"/>
    <p:sldId id="267" r:id="rId53"/>
    <p:sldId id="268" r:id="rId54"/>
    <p:sldId id="269" r:id="rId55"/>
    <p:sldId id="270" r:id="rId56"/>
    <p:sldId id="271" r:id="rId57"/>
    <p:sldId id="272" r:id="rId58"/>
    <p:sldId id="273" r:id="rId59"/>
    <p:sldId id="274" r:id="rId60"/>
    <p:sldId id="275" r:id="rId61"/>
    <p:sldId id="276" r:id="rId62"/>
    <p:sldId id="277" r:id="rId6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" Target="slides/slide1.xml"/><Relationship Id="rId43" Type="http://schemas.openxmlformats.org/officeDocument/2006/relationships/slide" Target="slides/slide2.xml"/><Relationship Id="rId44" Type="http://schemas.openxmlformats.org/officeDocument/2006/relationships/slide" Target="slides/slide3.xml"/><Relationship Id="rId45" Type="http://schemas.openxmlformats.org/officeDocument/2006/relationships/slide" Target="slides/slide4.xml"/><Relationship Id="rId46" Type="http://schemas.openxmlformats.org/officeDocument/2006/relationships/slide" Target="slides/slide5.xml"/><Relationship Id="rId47" Type="http://schemas.openxmlformats.org/officeDocument/2006/relationships/slide" Target="slides/slide6.xml"/><Relationship Id="rId48" Type="http://schemas.openxmlformats.org/officeDocument/2006/relationships/slide" Target="slides/slide7.xml"/><Relationship Id="rId49" Type="http://schemas.openxmlformats.org/officeDocument/2006/relationships/slide" Target="slides/slide8.xml"/><Relationship Id="rId50" Type="http://schemas.openxmlformats.org/officeDocument/2006/relationships/slide" Target="slides/slide9.xml"/><Relationship Id="rId51" Type="http://schemas.openxmlformats.org/officeDocument/2006/relationships/slide" Target="slides/slide10.xml"/><Relationship Id="rId52" Type="http://schemas.openxmlformats.org/officeDocument/2006/relationships/slide" Target="slides/slide11.xml"/><Relationship Id="rId53" Type="http://schemas.openxmlformats.org/officeDocument/2006/relationships/slide" Target="slides/slide12.xml"/><Relationship Id="rId54" Type="http://schemas.openxmlformats.org/officeDocument/2006/relationships/slide" Target="slides/slide13.xml"/><Relationship Id="rId55" Type="http://schemas.openxmlformats.org/officeDocument/2006/relationships/slide" Target="slides/slide14.xml"/><Relationship Id="rId56" Type="http://schemas.openxmlformats.org/officeDocument/2006/relationships/slide" Target="slides/slide15.xml"/><Relationship Id="rId57" Type="http://schemas.openxmlformats.org/officeDocument/2006/relationships/slide" Target="slides/slide16.xml"/><Relationship Id="rId58" Type="http://schemas.openxmlformats.org/officeDocument/2006/relationships/slide" Target="slides/slide17.xml"/><Relationship Id="rId59" Type="http://schemas.openxmlformats.org/officeDocument/2006/relationships/slide" Target="slides/slide18.xml"/><Relationship Id="rId60" Type="http://schemas.openxmlformats.org/officeDocument/2006/relationships/slide" Target="slides/slide19.xml"/><Relationship Id="rId61" Type="http://schemas.openxmlformats.org/officeDocument/2006/relationships/slide" Target="slides/slide20.xml"/><Relationship Id="rId62" Type="http://schemas.openxmlformats.org/officeDocument/2006/relationships/slide" Target="slides/slide21.xml"/><Relationship Id="rId63" Type="http://schemas.openxmlformats.org/officeDocument/2006/relationships/slide" Target="slides/slide22.xml"/><Relationship Id="rId6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216189856957087"/>
          <c:y val="0.0483083511777302"/>
          <c:w val="0.590485478977026"/>
          <c:h val="0.932077087794433"/>
        </c:manualLayout>
      </c:layout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87000">
                    <a:srgbClr val="ff0000"/>
                  </a:gs>
                  <a:gs pos="100000">
                    <a:srgbClr val="b2244c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242e3d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6e84a6"/>
            </a:solidFill>
            <a:ln w="0">
              <a:noFill/>
            </a:ln>
          </c:spPr>
          <c:explosion val="0"/>
          <c:dPt>
            <c:idx val="0"/>
            <c:spPr>
              <a:gradFill>
                <a:gsLst>
                  <a:gs pos="100000">
                    <a:srgbClr val="ff0000"/>
                  </a:gs>
                  <a:gs pos="100000">
                    <a:srgbClr val="1f67db"/>
                  </a:gs>
                </a:gsLst>
                <a:lin ang="10800000"/>
              </a:gradFill>
              <a:ln w="19080">
                <a:noFill/>
              </a:ln>
            </c:spPr>
          </c:dPt>
          <c:dPt>
            <c:idx val="1"/>
            <c:spPr>
              <a:solidFill>
                <a:srgbClr val="344156"/>
              </a:solidFill>
              <a:ln w="19080">
                <a:noFill/>
              </a:ln>
            </c:spPr>
          </c:dPt>
          <c:dLbls>
            <c:dLbl>
              <c:idx val="0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dLbl>
              <c:idx val="1"/>
              <c:txPr>
                <a:bodyPr wrap="square"/>
                <a:lstStyle/>
                <a:p>
                  <a:pPr>
                    <a:defRPr b="0" sz="1000" spc="-1" strike="noStrike">
                      <a:solidFill>
                        <a:srgbClr val="10141a"/>
                      </a:solidFill>
                      <a:latin typeface="Open Sans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; </c:separator>
            </c:dLbl>
            <c:txPr>
              <a:bodyPr wrap="square"/>
              <a:lstStyle/>
              <a:p>
                <a:pPr>
                  <a:defRPr b="0" sz="1000" spc="-1" strike="noStrike">
                    <a:solidFill>
                      <a:srgbClr val="10141a"/>
                    </a:solidFill>
                    <a:latin typeface="Open Sans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; </c:separator>
            <c:showLeaderLines val="1"/>
          </c:dLbls>
          <c:cat>
            <c:strRef>
              <c:f>categories</c:f>
              <c:strCache>
                <c:ptCount val="2"/>
                <c:pt idx="0">
                  <c:v>1st Qtr</c:v>
                </c:pt>
                <c:pt idx="1">
                  <c:v>2nd Qtr</c:v>
                </c:pt>
              </c:strCache>
            </c:strRef>
          </c:cat>
          <c:val>
            <c:numRef>
              <c:f>0</c:f>
              <c:numCache>
                <c:formatCode>0%</c:formatCode>
                <c:ptCount val="2"/>
                <c:pt idx="0">
                  <c:v>0.65</c:v>
                </c:pt>
                <c:pt idx="1">
                  <c:v>0.35</c:v>
                </c:pt>
              </c:numCache>
            </c:numRef>
          </c:val>
        </c:ser>
        <c:firstSliceAng val="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Yazı+Fotoğraf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T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peratö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+Fotoğraf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I Arz Eder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otoğraf+Yazı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Yazı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ideo+Yaz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çıl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Kapanış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Grafik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rka Plan______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2F9D341-A6C2-4D8A-AF0A-A22BA3FF96A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15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" name="TextBox 4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Freeform 6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" name="Oval 7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" name="Group 8"/>
          <p:cNvGrpSpPr/>
          <p:nvPr/>
        </p:nvGrpSpPr>
        <p:grpSpPr>
          <a:xfrm>
            <a:off x="4008600" y="3031920"/>
            <a:ext cx="4118760" cy="907920"/>
            <a:chOff x="4008600" y="3031920"/>
            <a:chExt cx="4118760" cy="907920"/>
          </a:xfrm>
        </p:grpSpPr>
        <p:pic>
          <p:nvPicPr>
            <p:cNvPr id="7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720" cy="859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600" cy="859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9" name="Rectangle 12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" name="Group 19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11" name="Picture 20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12" name="Picture 21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13" name="Picture 22" descr=""/>
          <p:cNvPicPr/>
          <p:nvPr/>
        </p:nvPicPr>
        <p:blipFill>
          <a:blip r:embed="rId6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14" name="TextBox 23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24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Box 25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84F6580-9D05-404B-9EC8-0ADCC040F2B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Freeform 6"/>
          <p:cNvSpPr/>
          <p:nvPr/>
        </p:nvSpPr>
        <p:spPr>
          <a:xfrm>
            <a:off x="2395440" y="1946160"/>
            <a:ext cx="1347840" cy="3705480"/>
          </a:xfrm>
          <a:custGeom>
            <a:avLst/>
            <a:gdLst>
              <a:gd name="textAreaLeft" fmla="*/ 0 w 1347840"/>
              <a:gd name="textAreaRight" fmla="*/ 1353960 w 134784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6" h="974">
                <a:moveTo>
                  <a:pt x="174" y="972"/>
                </a:moveTo>
                <a:cubicBezTo>
                  <a:pt x="274" y="974"/>
                  <a:pt x="356" y="891"/>
                  <a:pt x="356" y="791"/>
                </a:cubicBezTo>
                <a:cubicBezTo>
                  <a:pt x="356" y="182"/>
                  <a:pt x="356" y="182"/>
                  <a:pt x="356" y="182"/>
                </a:cubicBezTo>
                <a:cubicBezTo>
                  <a:pt x="356" y="85"/>
                  <a:pt x="278" y="3"/>
                  <a:pt x="181" y="1"/>
                </a:cubicBezTo>
                <a:cubicBezTo>
                  <a:pt x="82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2" name="Freeform 7"/>
          <p:cNvSpPr/>
          <p:nvPr/>
        </p:nvSpPr>
        <p:spPr>
          <a:xfrm>
            <a:off x="4432320" y="1946160"/>
            <a:ext cx="1355040" cy="3705480"/>
          </a:xfrm>
          <a:custGeom>
            <a:avLst/>
            <a:gdLst>
              <a:gd name="textAreaLeft" fmla="*/ 0 w 1355040"/>
              <a:gd name="textAreaRight" fmla="*/ 1361160 w 135504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3" name="Freeform 8"/>
          <p:cNvSpPr/>
          <p:nvPr/>
        </p:nvSpPr>
        <p:spPr>
          <a:xfrm>
            <a:off x="8443800" y="1946160"/>
            <a:ext cx="1346400" cy="3705480"/>
          </a:xfrm>
          <a:custGeom>
            <a:avLst/>
            <a:gdLst>
              <a:gd name="textAreaLeft" fmla="*/ 0 w 1346400"/>
              <a:gd name="textAreaRight" fmla="*/ 1352520 w 134640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4" name="Freeform 9"/>
          <p:cNvSpPr/>
          <p:nvPr/>
        </p:nvSpPr>
        <p:spPr>
          <a:xfrm>
            <a:off x="6396840" y="1946160"/>
            <a:ext cx="1356480" cy="3705480"/>
          </a:xfrm>
          <a:custGeom>
            <a:avLst/>
            <a:gdLst>
              <a:gd name="textAreaLeft" fmla="*/ 0 w 1356480"/>
              <a:gd name="textAreaRight" fmla="*/ 1362600 w 1356480"/>
              <a:gd name="textAreaTop" fmla="*/ 0 h 3705480"/>
              <a:gd name="textAreaBottom" fmla="*/ 3711600 h 3705480"/>
            </a:gdLst>
            <a:ahLst/>
            <a:rect l="textAreaLeft" t="textAreaTop" r="textAreaRight" b="textAreaBottom"/>
            <a:pathLst>
              <a:path w="355" h="974">
                <a:moveTo>
                  <a:pt x="174" y="972"/>
                </a:moveTo>
                <a:cubicBezTo>
                  <a:pt x="274" y="974"/>
                  <a:pt x="355" y="891"/>
                  <a:pt x="355" y="791"/>
                </a:cubicBezTo>
                <a:cubicBezTo>
                  <a:pt x="355" y="182"/>
                  <a:pt x="355" y="182"/>
                  <a:pt x="355" y="182"/>
                </a:cubicBezTo>
                <a:cubicBezTo>
                  <a:pt x="355" y="85"/>
                  <a:pt x="278" y="3"/>
                  <a:pt x="181" y="1"/>
                </a:cubicBezTo>
                <a:cubicBezTo>
                  <a:pt x="81" y="0"/>
                  <a:pt x="0" y="80"/>
                  <a:pt x="0" y="179"/>
                </a:cubicBezTo>
                <a:cubicBezTo>
                  <a:pt x="0" y="795"/>
                  <a:pt x="0" y="795"/>
                  <a:pt x="0" y="795"/>
                </a:cubicBezTo>
                <a:cubicBezTo>
                  <a:pt x="0" y="892"/>
                  <a:pt x="78" y="970"/>
                  <a:pt x="174" y="97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" name="Rectangle 18"/>
          <p:cNvSpPr/>
          <p:nvPr/>
        </p:nvSpPr>
        <p:spPr>
          <a:xfrm rot="16200000">
            <a:off x="2796480" y="322668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Rectangle 19"/>
          <p:cNvSpPr/>
          <p:nvPr/>
        </p:nvSpPr>
        <p:spPr>
          <a:xfrm rot="16200000">
            <a:off x="4832280" y="4249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Rectangle 20"/>
          <p:cNvSpPr/>
          <p:nvPr/>
        </p:nvSpPr>
        <p:spPr>
          <a:xfrm rot="16200000">
            <a:off x="6807240" y="325044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Rectangle 21"/>
          <p:cNvSpPr/>
          <p:nvPr/>
        </p:nvSpPr>
        <p:spPr>
          <a:xfrm rot="16200000">
            <a:off x="8845560" y="4195800"/>
            <a:ext cx="57312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1900" spc="-1" strike="noStrike">
                <a:solidFill>
                  <a:schemeClr val="dk2"/>
                </a:solidFill>
                <a:latin typeface="Montserrat"/>
              </a:rPr>
              <a:t>TEXT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Oval 17"/>
          <p:cNvSpPr/>
          <p:nvPr/>
        </p:nvSpPr>
        <p:spPr>
          <a:xfrm>
            <a:off x="2508840" y="212832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" name="Oval 18"/>
          <p:cNvSpPr/>
          <p:nvPr/>
        </p:nvSpPr>
        <p:spPr>
          <a:xfrm>
            <a:off x="4572000" y="439884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" name="Oval 19"/>
          <p:cNvSpPr/>
          <p:nvPr/>
        </p:nvSpPr>
        <p:spPr>
          <a:xfrm>
            <a:off x="8562240" y="439884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" name="Oval 20"/>
          <p:cNvSpPr/>
          <p:nvPr/>
        </p:nvSpPr>
        <p:spPr>
          <a:xfrm>
            <a:off x="6514920" y="2128320"/>
            <a:ext cx="1098720" cy="109872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3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Freeform 29"/>
          <p:cNvSpPr/>
          <p:nvPr/>
        </p:nvSpPr>
        <p:spPr>
          <a:xfrm rot="370200">
            <a:off x="-1741320" y="-1069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8" name="Group 25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1" name="Rectangle 3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718BA65-FCFD-44DE-AED2-6D39AA1338D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44" name="Group 4"/>
          <p:cNvGrpSpPr/>
          <p:nvPr/>
        </p:nvGrpSpPr>
        <p:grpSpPr>
          <a:xfrm>
            <a:off x="877320" y="2252880"/>
            <a:ext cx="54360" cy="3383280"/>
            <a:chOff x="877320" y="2252880"/>
            <a:chExt cx="54360" cy="3383280"/>
          </a:xfrm>
        </p:grpSpPr>
        <p:sp>
          <p:nvSpPr>
            <p:cNvPr id="45" name="Freeform 6"/>
            <p:cNvSpPr/>
            <p:nvPr/>
          </p:nvSpPr>
          <p:spPr>
            <a:xfrm>
              <a:off x="87732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6" name="Freeform 6"/>
            <p:cNvSpPr/>
            <p:nvPr/>
          </p:nvSpPr>
          <p:spPr>
            <a:xfrm>
              <a:off x="87732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" name="Group 8"/>
          <p:cNvGrpSpPr/>
          <p:nvPr/>
        </p:nvGrpSpPr>
        <p:grpSpPr>
          <a:xfrm>
            <a:off x="3442320" y="2233800"/>
            <a:ext cx="54360" cy="3383640"/>
            <a:chOff x="3442320" y="2233800"/>
            <a:chExt cx="54360" cy="3383640"/>
          </a:xfrm>
        </p:grpSpPr>
        <p:sp>
          <p:nvSpPr>
            <p:cNvPr id="48" name="Freeform 6"/>
            <p:cNvSpPr/>
            <p:nvPr/>
          </p:nvSpPr>
          <p:spPr>
            <a:xfrm>
              <a:off x="3442320" y="223884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9" name="Freeform 6"/>
            <p:cNvSpPr/>
            <p:nvPr/>
          </p:nvSpPr>
          <p:spPr>
            <a:xfrm>
              <a:off x="3442320" y="223380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0" name="Group 11"/>
          <p:cNvGrpSpPr/>
          <p:nvPr/>
        </p:nvGrpSpPr>
        <p:grpSpPr>
          <a:xfrm>
            <a:off x="6006960" y="2252880"/>
            <a:ext cx="54360" cy="3383280"/>
            <a:chOff x="6006960" y="2252880"/>
            <a:chExt cx="54360" cy="3383280"/>
          </a:xfrm>
        </p:grpSpPr>
        <p:sp>
          <p:nvSpPr>
            <p:cNvPr id="51" name="Freeform 6"/>
            <p:cNvSpPr/>
            <p:nvPr/>
          </p:nvSpPr>
          <p:spPr>
            <a:xfrm>
              <a:off x="600696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2" name="Freeform 6"/>
            <p:cNvSpPr/>
            <p:nvPr/>
          </p:nvSpPr>
          <p:spPr>
            <a:xfrm>
              <a:off x="600696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3" name="Group 14"/>
          <p:cNvGrpSpPr/>
          <p:nvPr/>
        </p:nvGrpSpPr>
        <p:grpSpPr>
          <a:xfrm>
            <a:off x="8574480" y="2233800"/>
            <a:ext cx="54360" cy="3383640"/>
            <a:chOff x="8574480" y="2233800"/>
            <a:chExt cx="54360" cy="3383640"/>
          </a:xfrm>
        </p:grpSpPr>
        <p:sp>
          <p:nvSpPr>
            <p:cNvPr id="54" name="Freeform 6"/>
            <p:cNvSpPr/>
            <p:nvPr/>
          </p:nvSpPr>
          <p:spPr>
            <a:xfrm>
              <a:off x="8574480" y="223884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5" name="Freeform 6"/>
            <p:cNvSpPr/>
            <p:nvPr/>
          </p:nvSpPr>
          <p:spPr>
            <a:xfrm>
              <a:off x="8574480" y="223380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" name="Group 17"/>
          <p:cNvGrpSpPr/>
          <p:nvPr/>
        </p:nvGrpSpPr>
        <p:grpSpPr>
          <a:xfrm>
            <a:off x="11136960" y="2252880"/>
            <a:ext cx="54360" cy="3383280"/>
            <a:chOff x="11136960" y="2252880"/>
            <a:chExt cx="54360" cy="3383280"/>
          </a:xfrm>
        </p:grpSpPr>
        <p:sp>
          <p:nvSpPr>
            <p:cNvPr id="57" name="Freeform 6"/>
            <p:cNvSpPr/>
            <p:nvPr/>
          </p:nvSpPr>
          <p:spPr>
            <a:xfrm>
              <a:off x="11136960" y="225756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14480" dir="311665" dist="87479" rotWithShape="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r>
                <a:rPr b="0" lang="en-US" sz="1800" spc="-1" strike="noStrike">
                  <a:solidFill>
                    <a:schemeClr val="lt1"/>
                  </a:solidFill>
                  <a:latin typeface="Open Sans"/>
                </a:rPr>
                <a:t> </a:t>
              </a:r>
              <a:endParaRPr b="0" lang="en-US" sz="18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58" name="Freeform 6"/>
            <p:cNvSpPr/>
            <p:nvPr/>
          </p:nvSpPr>
          <p:spPr>
            <a:xfrm>
              <a:off x="11136960" y="2252880"/>
              <a:ext cx="54360" cy="3378600"/>
            </a:xfrm>
            <a:custGeom>
              <a:avLst/>
              <a:gdLst>
                <a:gd name="textAreaLeft" fmla="*/ 0 w 54360"/>
                <a:gd name="textAreaRight" fmla="*/ 60480 w 54360"/>
                <a:gd name="textAreaTop" fmla="*/ 0 h 3378600"/>
                <a:gd name="textAreaBottom" fmla="*/ 3384720 h 3378600"/>
              </a:gdLst>
              <a:ahLst/>
              <a:rect l="textAreaLeft" t="textAreaTop" r="textAreaRight" b="textAreaBottom"/>
              <a:pathLst>
                <a:path w="16" h="888">
                  <a:moveTo>
                    <a:pt x="8" y="888"/>
                  </a:moveTo>
                  <a:cubicBezTo>
                    <a:pt x="4" y="888"/>
                    <a:pt x="0" y="884"/>
                    <a:pt x="0" y="880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4" y="0"/>
                    <a:pt x="8" y="0"/>
                  </a:cubicBezTo>
                  <a:cubicBezTo>
                    <a:pt x="13" y="0"/>
                    <a:pt x="16" y="3"/>
                    <a:pt x="16" y="7"/>
                  </a:cubicBezTo>
                  <a:cubicBezTo>
                    <a:pt x="16" y="880"/>
                    <a:pt x="16" y="880"/>
                    <a:pt x="16" y="880"/>
                  </a:cubicBezTo>
                  <a:cubicBezTo>
                    <a:pt x="16" y="884"/>
                    <a:pt x="13" y="888"/>
                    <a:pt x="8" y="888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Freeform 32"/>
          <p:cNvSpPr/>
          <p:nvPr/>
        </p:nvSpPr>
        <p:spPr>
          <a:xfrm>
            <a:off x="-1892160" y="-10890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4" name="Group 2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6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7" name="Rectangle 3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52B3652-6F13-457D-A7AB-69948C2A6FD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0" name="Group 7"/>
          <p:cNvGrpSpPr/>
          <p:nvPr/>
        </p:nvGrpSpPr>
        <p:grpSpPr>
          <a:xfrm>
            <a:off x="6215040" y="801720"/>
            <a:ext cx="4686480" cy="5330880"/>
            <a:chOff x="6215040" y="801720"/>
            <a:chExt cx="4686480" cy="5330880"/>
          </a:xfrm>
        </p:grpSpPr>
        <p:sp>
          <p:nvSpPr>
            <p:cNvPr id="71" name="Freeform 8"/>
            <p:cNvSpPr/>
            <p:nvPr/>
          </p:nvSpPr>
          <p:spPr>
            <a:xfrm>
              <a:off x="6215040" y="801720"/>
              <a:ext cx="4686480" cy="533088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5330880"/>
                <a:gd name="textAreaBottom" fmla="*/ 5337000 h 53308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" name="Freeform 6"/>
            <p:cNvSpPr/>
            <p:nvPr/>
          </p:nvSpPr>
          <p:spPr>
            <a:xfrm>
              <a:off x="6215040" y="801720"/>
              <a:ext cx="4686480" cy="533088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5330880"/>
                <a:gd name="textAreaBottom" fmla="*/ 5337000 h 533088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5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6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7" name="Freeform 18"/>
          <p:cNvSpPr/>
          <p:nvPr/>
        </p:nvSpPr>
        <p:spPr>
          <a:xfrm rot="237600">
            <a:off x="-1388520" y="-953640"/>
            <a:ext cx="7398000" cy="6141600"/>
          </a:xfrm>
          <a:custGeom>
            <a:avLst/>
            <a:gdLst>
              <a:gd name="textAreaLeft" fmla="*/ 0 w 7398000"/>
              <a:gd name="textAreaRight" fmla="*/ 7404120 w 7398000"/>
              <a:gd name="textAreaTop" fmla="*/ 0 h 6141600"/>
              <a:gd name="textAreaBottom" fmla="*/ 6147720 h 61416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78" name="Group 1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1" name="Text Placeholder 5"/>
          <p:cNvSpPr/>
          <p:nvPr/>
        </p:nvSpPr>
        <p:spPr>
          <a:xfrm>
            <a:off x="603720" y="805680"/>
            <a:ext cx="4768920" cy="5330880"/>
          </a:xfrm>
          <a:prstGeom prst="roundRect">
            <a:avLst>
              <a:gd name="adj" fmla="val 9537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Rectangle 1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B9D124E-31FD-42D3-909F-AA6231F55CD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5" name="Group 11"/>
          <p:cNvGrpSpPr/>
          <p:nvPr/>
        </p:nvGrpSpPr>
        <p:grpSpPr>
          <a:xfrm>
            <a:off x="9316080" y="1022400"/>
            <a:ext cx="2316960" cy="2319120"/>
            <a:chOff x="9316080" y="1022400"/>
            <a:chExt cx="2316960" cy="2319120"/>
          </a:xfrm>
        </p:grpSpPr>
        <p:sp>
          <p:nvSpPr>
            <p:cNvPr id="86" name="Freeform 6"/>
            <p:cNvSpPr/>
            <p:nvPr/>
          </p:nvSpPr>
          <p:spPr>
            <a:xfrm>
              <a:off x="931608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7" name="Freeform 6"/>
            <p:cNvSpPr/>
            <p:nvPr/>
          </p:nvSpPr>
          <p:spPr>
            <a:xfrm>
              <a:off x="931608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2" name="Group 28"/>
          <p:cNvGrpSpPr/>
          <p:nvPr/>
        </p:nvGrpSpPr>
        <p:grpSpPr>
          <a:xfrm>
            <a:off x="6627960" y="1022400"/>
            <a:ext cx="2316960" cy="2319120"/>
            <a:chOff x="6627960" y="1022400"/>
            <a:chExt cx="2316960" cy="2319120"/>
          </a:xfrm>
        </p:grpSpPr>
        <p:sp>
          <p:nvSpPr>
            <p:cNvPr id="93" name="Freeform 6"/>
            <p:cNvSpPr/>
            <p:nvPr/>
          </p:nvSpPr>
          <p:spPr>
            <a:xfrm>
              <a:off x="662796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" name="Freeform 6"/>
            <p:cNvSpPr/>
            <p:nvPr/>
          </p:nvSpPr>
          <p:spPr>
            <a:xfrm>
              <a:off x="6627960" y="102240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5" name="Group 32"/>
          <p:cNvGrpSpPr/>
          <p:nvPr/>
        </p:nvGrpSpPr>
        <p:grpSpPr>
          <a:xfrm>
            <a:off x="9316080" y="3486960"/>
            <a:ext cx="2316960" cy="2319120"/>
            <a:chOff x="9316080" y="3486960"/>
            <a:chExt cx="2316960" cy="2319120"/>
          </a:xfrm>
        </p:grpSpPr>
        <p:sp>
          <p:nvSpPr>
            <p:cNvPr id="96" name="Freeform 6"/>
            <p:cNvSpPr/>
            <p:nvPr/>
          </p:nvSpPr>
          <p:spPr>
            <a:xfrm>
              <a:off x="931608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7" name="Freeform 6"/>
            <p:cNvSpPr/>
            <p:nvPr/>
          </p:nvSpPr>
          <p:spPr>
            <a:xfrm>
              <a:off x="931608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98" name="Group 36"/>
          <p:cNvGrpSpPr/>
          <p:nvPr/>
        </p:nvGrpSpPr>
        <p:grpSpPr>
          <a:xfrm>
            <a:off x="6627960" y="3486960"/>
            <a:ext cx="2316960" cy="2319120"/>
            <a:chOff x="6627960" y="3486960"/>
            <a:chExt cx="2316960" cy="2319120"/>
          </a:xfrm>
        </p:grpSpPr>
        <p:sp>
          <p:nvSpPr>
            <p:cNvPr id="99" name="Freeform 6"/>
            <p:cNvSpPr/>
            <p:nvPr/>
          </p:nvSpPr>
          <p:spPr>
            <a:xfrm>
              <a:off x="662796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0" name="Freeform 6"/>
            <p:cNvSpPr/>
            <p:nvPr/>
          </p:nvSpPr>
          <p:spPr>
            <a:xfrm>
              <a:off x="6627960" y="3486960"/>
              <a:ext cx="2316960" cy="2319120"/>
            </a:xfrm>
            <a:custGeom>
              <a:avLst/>
              <a:gdLst>
                <a:gd name="textAreaLeft" fmla="*/ 0 w 2316960"/>
                <a:gd name="textAreaRight" fmla="*/ 2323080 w 2316960"/>
                <a:gd name="textAreaTop" fmla="*/ 0 h 2319120"/>
                <a:gd name="textAreaBottom" fmla="*/ 2325240 h 23191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" name="Freeform 45"/>
          <p:cNvSpPr/>
          <p:nvPr/>
        </p:nvSpPr>
        <p:spPr>
          <a:xfrm rot="370200">
            <a:off x="-1693440" y="-682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02" name="Group 17"/>
          <p:cNvGrpSpPr/>
          <p:nvPr/>
        </p:nvGrpSpPr>
        <p:grpSpPr>
          <a:xfrm>
            <a:off x="581400" y="1022400"/>
            <a:ext cx="4781880" cy="4786200"/>
            <a:chOff x="581400" y="1022400"/>
            <a:chExt cx="4781880" cy="4786200"/>
          </a:xfrm>
        </p:grpSpPr>
        <p:sp>
          <p:nvSpPr>
            <p:cNvPr id="103" name="Freeform 22"/>
            <p:cNvSpPr/>
            <p:nvPr/>
          </p:nvSpPr>
          <p:spPr>
            <a:xfrm>
              <a:off x="581400" y="1022400"/>
              <a:ext cx="4781880" cy="4786200"/>
            </a:xfrm>
            <a:custGeom>
              <a:avLst/>
              <a:gdLst>
                <a:gd name="textAreaLeft" fmla="*/ 0 w 4781880"/>
                <a:gd name="textAreaRight" fmla="*/ 4788000 w 4781880"/>
                <a:gd name="textAreaTop" fmla="*/ 0 h 4786200"/>
                <a:gd name="textAreaBottom" fmla="*/ 4792320 h 4786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4" name="Freeform 6"/>
            <p:cNvSpPr/>
            <p:nvPr/>
          </p:nvSpPr>
          <p:spPr>
            <a:xfrm>
              <a:off x="581400" y="1022400"/>
              <a:ext cx="4781880" cy="4786200"/>
            </a:xfrm>
            <a:custGeom>
              <a:avLst/>
              <a:gdLst>
                <a:gd name="textAreaLeft" fmla="*/ 0 w 4781880"/>
                <a:gd name="textAreaRight" fmla="*/ 4788000 w 4781880"/>
                <a:gd name="textAreaTop" fmla="*/ 0 h 4786200"/>
                <a:gd name="textAreaBottom" fmla="*/ 4792320 h 478620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" name="Text Placeholder 2"/>
          <p:cNvSpPr/>
          <p:nvPr/>
        </p:nvSpPr>
        <p:spPr>
          <a:xfrm>
            <a:off x="817920" y="1284120"/>
            <a:ext cx="4311720" cy="4273920"/>
          </a:xfrm>
          <a:prstGeom prst="roundRect">
            <a:avLst>
              <a:gd name="adj" fmla="val 666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106" name="Group 35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9" name="Rectangle 4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EAB0B18-1CB5-4F5F-9D10-2B7BC5C42E9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Line 13"/>
          <p:cNvSpPr/>
          <p:nvPr/>
        </p:nvSpPr>
        <p:spPr>
          <a:xfrm>
            <a:off x="1998000" y="3327840"/>
            <a:ext cx="803268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113" name="Group 6"/>
          <p:cNvGrpSpPr/>
          <p:nvPr/>
        </p:nvGrpSpPr>
        <p:grpSpPr>
          <a:xfrm>
            <a:off x="1853640" y="3183480"/>
            <a:ext cx="285840" cy="285840"/>
            <a:chOff x="1853640" y="3183480"/>
            <a:chExt cx="285840" cy="285840"/>
          </a:xfrm>
        </p:grpSpPr>
        <p:sp>
          <p:nvSpPr>
            <p:cNvPr id="114" name="Oval 7"/>
            <p:cNvSpPr/>
            <p:nvPr/>
          </p:nvSpPr>
          <p:spPr>
            <a:xfrm>
              <a:off x="185364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5" name="Oval 28"/>
            <p:cNvSpPr/>
            <p:nvPr/>
          </p:nvSpPr>
          <p:spPr>
            <a:xfrm>
              <a:off x="192744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6" name="Group 9"/>
          <p:cNvGrpSpPr/>
          <p:nvPr/>
        </p:nvGrpSpPr>
        <p:grpSpPr>
          <a:xfrm>
            <a:off x="3190320" y="3183480"/>
            <a:ext cx="285840" cy="285840"/>
            <a:chOff x="3190320" y="3183480"/>
            <a:chExt cx="285840" cy="285840"/>
          </a:xfrm>
        </p:grpSpPr>
        <p:sp>
          <p:nvSpPr>
            <p:cNvPr id="117" name="Oval 10"/>
            <p:cNvSpPr/>
            <p:nvPr/>
          </p:nvSpPr>
          <p:spPr>
            <a:xfrm>
              <a:off x="319032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18" name="Oval 28"/>
            <p:cNvSpPr/>
            <p:nvPr/>
          </p:nvSpPr>
          <p:spPr>
            <a:xfrm>
              <a:off x="326412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19" name="Group 12"/>
          <p:cNvGrpSpPr/>
          <p:nvPr/>
        </p:nvGrpSpPr>
        <p:grpSpPr>
          <a:xfrm>
            <a:off x="4525560" y="3183480"/>
            <a:ext cx="285840" cy="285840"/>
            <a:chOff x="4525560" y="3183480"/>
            <a:chExt cx="285840" cy="285840"/>
          </a:xfrm>
        </p:grpSpPr>
        <p:sp>
          <p:nvSpPr>
            <p:cNvPr id="120" name="Oval 13"/>
            <p:cNvSpPr/>
            <p:nvPr/>
          </p:nvSpPr>
          <p:spPr>
            <a:xfrm>
              <a:off x="452556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1" name="Oval 28"/>
            <p:cNvSpPr/>
            <p:nvPr/>
          </p:nvSpPr>
          <p:spPr>
            <a:xfrm>
              <a:off x="459936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2" name="Group 15"/>
          <p:cNvGrpSpPr/>
          <p:nvPr/>
        </p:nvGrpSpPr>
        <p:grpSpPr>
          <a:xfrm>
            <a:off x="5863680" y="3183480"/>
            <a:ext cx="285840" cy="285840"/>
            <a:chOff x="5863680" y="3183480"/>
            <a:chExt cx="285840" cy="285840"/>
          </a:xfrm>
        </p:grpSpPr>
        <p:sp>
          <p:nvSpPr>
            <p:cNvPr id="123" name="Oval 16"/>
            <p:cNvSpPr/>
            <p:nvPr/>
          </p:nvSpPr>
          <p:spPr>
            <a:xfrm>
              <a:off x="58636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4" name="Oval 28"/>
            <p:cNvSpPr/>
            <p:nvPr/>
          </p:nvSpPr>
          <p:spPr>
            <a:xfrm>
              <a:off x="59374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5" name="Group 18"/>
          <p:cNvGrpSpPr/>
          <p:nvPr/>
        </p:nvGrpSpPr>
        <p:grpSpPr>
          <a:xfrm>
            <a:off x="7198920" y="3183480"/>
            <a:ext cx="285840" cy="285840"/>
            <a:chOff x="7198920" y="3183480"/>
            <a:chExt cx="285840" cy="285840"/>
          </a:xfrm>
        </p:grpSpPr>
        <p:sp>
          <p:nvSpPr>
            <p:cNvPr id="126" name="Oval 19"/>
            <p:cNvSpPr/>
            <p:nvPr/>
          </p:nvSpPr>
          <p:spPr>
            <a:xfrm>
              <a:off x="719892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27" name="Oval 28"/>
            <p:cNvSpPr/>
            <p:nvPr/>
          </p:nvSpPr>
          <p:spPr>
            <a:xfrm>
              <a:off x="727272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28" name="Group 21"/>
          <p:cNvGrpSpPr/>
          <p:nvPr/>
        </p:nvGrpSpPr>
        <p:grpSpPr>
          <a:xfrm>
            <a:off x="8547480" y="3183480"/>
            <a:ext cx="285840" cy="285840"/>
            <a:chOff x="8547480" y="3183480"/>
            <a:chExt cx="285840" cy="285840"/>
          </a:xfrm>
        </p:grpSpPr>
        <p:sp>
          <p:nvSpPr>
            <p:cNvPr id="129" name="Oval 22"/>
            <p:cNvSpPr/>
            <p:nvPr/>
          </p:nvSpPr>
          <p:spPr>
            <a:xfrm>
              <a:off x="85474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0" name="Oval 28"/>
            <p:cNvSpPr/>
            <p:nvPr/>
          </p:nvSpPr>
          <p:spPr>
            <a:xfrm>
              <a:off x="86212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1" name="Group 24"/>
          <p:cNvGrpSpPr/>
          <p:nvPr/>
        </p:nvGrpSpPr>
        <p:grpSpPr>
          <a:xfrm>
            <a:off x="9884880" y="3183480"/>
            <a:ext cx="285840" cy="285840"/>
            <a:chOff x="9884880" y="3183480"/>
            <a:chExt cx="285840" cy="285840"/>
          </a:xfrm>
        </p:grpSpPr>
        <p:sp>
          <p:nvSpPr>
            <p:cNvPr id="132" name="Oval 25"/>
            <p:cNvSpPr/>
            <p:nvPr/>
          </p:nvSpPr>
          <p:spPr>
            <a:xfrm>
              <a:off x="9884880" y="3183480"/>
              <a:ext cx="285840" cy="28584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3" name="Oval 28"/>
            <p:cNvSpPr/>
            <p:nvPr/>
          </p:nvSpPr>
          <p:spPr>
            <a:xfrm>
              <a:off x="9958680" y="3257280"/>
              <a:ext cx="135000" cy="13356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134" name="Group 28"/>
          <p:cNvGrpSpPr/>
          <p:nvPr/>
        </p:nvGrpSpPr>
        <p:grpSpPr>
          <a:xfrm>
            <a:off x="8135280" y="1762920"/>
            <a:ext cx="1112400" cy="1265400"/>
            <a:chOff x="8135280" y="1762920"/>
            <a:chExt cx="1112400" cy="1265400"/>
          </a:xfrm>
        </p:grpSpPr>
        <p:sp>
          <p:nvSpPr>
            <p:cNvPr id="135" name="Freeform 28"/>
            <p:cNvSpPr/>
            <p:nvPr/>
          </p:nvSpPr>
          <p:spPr>
            <a:xfrm>
              <a:off x="814104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6" name="Freeform 28"/>
            <p:cNvSpPr/>
            <p:nvPr/>
          </p:nvSpPr>
          <p:spPr>
            <a:xfrm>
              <a:off x="813528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37" name="Group 33"/>
          <p:cNvGrpSpPr/>
          <p:nvPr/>
        </p:nvGrpSpPr>
        <p:grpSpPr>
          <a:xfrm>
            <a:off x="5445720" y="1762920"/>
            <a:ext cx="1112400" cy="1265400"/>
            <a:chOff x="5445720" y="1762920"/>
            <a:chExt cx="1112400" cy="1265400"/>
          </a:xfrm>
        </p:grpSpPr>
        <p:sp>
          <p:nvSpPr>
            <p:cNvPr id="138" name="Freeform 28"/>
            <p:cNvSpPr/>
            <p:nvPr/>
          </p:nvSpPr>
          <p:spPr>
            <a:xfrm>
              <a:off x="545148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39" name="Freeform 28"/>
            <p:cNvSpPr/>
            <p:nvPr/>
          </p:nvSpPr>
          <p:spPr>
            <a:xfrm>
              <a:off x="544572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0" name="Group 38"/>
          <p:cNvGrpSpPr/>
          <p:nvPr/>
        </p:nvGrpSpPr>
        <p:grpSpPr>
          <a:xfrm>
            <a:off x="6789240" y="3629520"/>
            <a:ext cx="1106640" cy="1270080"/>
            <a:chOff x="6789240" y="3629520"/>
            <a:chExt cx="1106640" cy="1270080"/>
          </a:xfrm>
        </p:grpSpPr>
        <p:sp>
          <p:nvSpPr>
            <p:cNvPr id="141" name="Freeform 34"/>
            <p:cNvSpPr/>
            <p:nvPr/>
          </p:nvSpPr>
          <p:spPr>
            <a:xfrm>
              <a:off x="678924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2" name="Freeform 34"/>
            <p:cNvSpPr/>
            <p:nvPr/>
          </p:nvSpPr>
          <p:spPr>
            <a:xfrm>
              <a:off x="678924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3" name="Group 43"/>
          <p:cNvGrpSpPr/>
          <p:nvPr/>
        </p:nvGrpSpPr>
        <p:grpSpPr>
          <a:xfrm>
            <a:off x="1449000" y="3629520"/>
            <a:ext cx="1106640" cy="1270080"/>
            <a:chOff x="1449000" y="3629520"/>
            <a:chExt cx="1106640" cy="1270080"/>
          </a:xfrm>
        </p:grpSpPr>
        <p:sp>
          <p:nvSpPr>
            <p:cNvPr id="144" name="Freeform 34"/>
            <p:cNvSpPr/>
            <p:nvPr/>
          </p:nvSpPr>
          <p:spPr>
            <a:xfrm>
              <a:off x="14490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5" name="Freeform 34"/>
            <p:cNvSpPr/>
            <p:nvPr/>
          </p:nvSpPr>
          <p:spPr>
            <a:xfrm>
              <a:off x="14490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6" name="Group 48"/>
          <p:cNvGrpSpPr/>
          <p:nvPr/>
        </p:nvGrpSpPr>
        <p:grpSpPr>
          <a:xfrm>
            <a:off x="4109400" y="3629520"/>
            <a:ext cx="1106640" cy="1270080"/>
            <a:chOff x="4109400" y="3629520"/>
            <a:chExt cx="1106640" cy="1270080"/>
          </a:xfrm>
        </p:grpSpPr>
        <p:sp>
          <p:nvSpPr>
            <p:cNvPr id="147" name="Freeform 34"/>
            <p:cNvSpPr/>
            <p:nvPr/>
          </p:nvSpPr>
          <p:spPr>
            <a:xfrm>
              <a:off x="41094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48" name="Freeform 34"/>
            <p:cNvSpPr/>
            <p:nvPr/>
          </p:nvSpPr>
          <p:spPr>
            <a:xfrm>
              <a:off x="41094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49" name="Group 53"/>
          <p:cNvGrpSpPr/>
          <p:nvPr/>
        </p:nvGrpSpPr>
        <p:grpSpPr>
          <a:xfrm>
            <a:off x="2772000" y="1762920"/>
            <a:ext cx="1112400" cy="1265400"/>
            <a:chOff x="2772000" y="1762920"/>
            <a:chExt cx="1112400" cy="1265400"/>
          </a:xfrm>
        </p:grpSpPr>
        <p:sp>
          <p:nvSpPr>
            <p:cNvPr id="150" name="Freeform 28"/>
            <p:cNvSpPr/>
            <p:nvPr/>
          </p:nvSpPr>
          <p:spPr>
            <a:xfrm>
              <a:off x="277776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1" name="Freeform 28"/>
            <p:cNvSpPr/>
            <p:nvPr/>
          </p:nvSpPr>
          <p:spPr>
            <a:xfrm>
              <a:off x="2772000" y="1762920"/>
              <a:ext cx="1106640" cy="126540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65400"/>
                <a:gd name="textAreaBottom" fmla="*/ 1271520 h 1265400"/>
              </a:gdLst>
              <a:ahLst/>
              <a:rect l="textAreaLeft" t="textAreaTop" r="textAreaRight" b="textAreaBottom"/>
              <a:pathLst>
                <a:path w="292" h="334">
                  <a:moveTo>
                    <a:pt x="292" y="145"/>
                  </a:moveTo>
                  <a:cubicBezTo>
                    <a:pt x="292" y="65"/>
                    <a:pt x="226" y="0"/>
                    <a:pt x="146" y="0"/>
                  </a:cubicBezTo>
                  <a:cubicBezTo>
                    <a:pt x="65" y="0"/>
                    <a:pt x="0" y="65"/>
                    <a:pt x="0" y="145"/>
                  </a:cubicBezTo>
                  <a:cubicBezTo>
                    <a:pt x="0" y="217"/>
                    <a:pt x="51" y="276"/>
                    <a:pt x="119" y="289"/>
                  </a:cubicBezTo>
                  <a:cubicBezTo>
                    <a:pt x="146" y="334"/>
                    <a:pt x="146" y="334"/>
                    <a:pt x="146" y="334"/>
                  </a:cubicBezTo>
                  <a:cubicBezTo>
                    <a:pt x="172" y="289"/>
                    <a:pt x="172" y="289"/>
                    <a:pt x="172" y="289"/>
                  </a:cubicBezTo>
                  <a:cubicBezTo>
                    <a:pt x="240" y="276"/>
                    <a:pt x="292" y="217"/>
                    <a:pt x="292" y="145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52" name="Group 58"/>
          <p:cNvGrpSpPr/>
          <p:nvPr/>
        </p:nvGrpSpPr>
        <p:grpSpPr>
          <a:xfrm>
            <a:off x="9475200" y="3629520"/>
            <a:ext cx="1106640" cy="1270080"/>
            <a:chOff x="9475200" y="3629520"/>
            <a:chExt cx="1106640" cy="1270080"/>
          </a:xfrm>
        </p:grpSpPr>
        <p:sp>
          <p:nvSpPr>
            <p:cNvPr id="153" name="Freeform 34"/>
            <p:cNvSpPr/>
            <p:nvPr/>
          </p:nvSpPr>
          <p:spPr>
            <a:xfrm>
              <a:off x="94752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54" name="Freeform 34"/>
            <p:cNvSpPr/>
            <p:nvPr/>
          </p:nvSpPr>
          <p:spPr>
            <a:xfrm>
              <a:off x="9475200" y="3629520"/>
              <a:ext cx="1106640" cy="1270080"/>
            </a:xfrm>
            <a:custGeom>
              <a:avLst/>
              <a:gdLst>
                <a:gd name="textAreaLeft" fmla="*/ 0 w 1106640"/>
                <a:gd name="textAreaRight" fmla="*/ 1112760 w 1106640"/>
                <a:gd name="textAreaTop" fmla="*/ 0 h 1270080"/>
                <a:gd name="textAreaBottom" fmla="*/ 1276200 h 1270080"/>
              </a:gdLst>
              <a:ahLst/>
              <a:rect l="textAreaLeft" t="textAreaTop" r="textAreaRight" b="textAreaBottom"/>
              <a:pathLst>
                <a:path w="292" h="335">
                  <a:moveTo>
                    <a:pt x="0" y="189"/>
                  </a:moveTo>
                  <a:cubicBezTo>
                    <a:pt x="0" y="270"/>
                    <a:pt x="66" y="335"/>
                    <a:pt x="146" y="335"/>
                  </a:cubicBezTo>
                  <a:cubicBezTo>
                    <a:pt x="227" y="335"/>
                    <a:pt x="292" y="270"/>
                    <a:pt x="292" y="189"/>
                  </a:cubicBezTo>
                  <a:cubicBezTo>
                    <a:pt x="292" y="118"/>
                    <a:pt x="240" y="58"/>
                    <a:pt x="172" y="46"/>
                  </a:cubicBezTo>
                  <a:cubicBezTo>
                    <a:pt x="146" y="0"/>
                    <a:pt x="146" y="0"/>
                    <a:pt x="146" y="0"/>
                  </a:cubicBezTo>
                  <a:cubicBezTo>
                    <a:pt x="120" y="46"/>
                    <a:pt x="120" y="46"/>
                    <a:pt x="120" y="46"/>
                  </a:cubicBezTo>
                  <a:cubicBezTo>
                    <a:pt x="52" y="58"/>
                    <a:pt x="0" y="118"/>
                    <a:pt x="0" y="18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5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9" name="Freeform 73"/>
          <p:cNvSpPr/>
          <p:nvPr/>
        </p:nvSpPr>
        <p:spPr>
          <a:xfrm>
            <a:off x="-1861200" y="-10062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60" name="Group 6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6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6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63" name="Rectangle 7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65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7E47B03-56E4-44F3-848B-C0EE48B76A87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Freeform 10"/>
          <p:cNvSpPr/>
          <p:nvPr/>
        </p:nvSpPr>
        <p:spPr>
          <a:xfrm>
            <a:off x="2082960" y="3490920"/>
            <a:ext cx="1967040" cy="1557720"/>
          </a:xfrm>
          <a:custGeom>
            <a:avLst/>
            <a:gdLst>
              <a:gd name="textAreaLeft" fmla="*/ 0 w 1967040"/>
              <a:gd name="textAreaRight" fmla="*/ 1973160 w 1967040"/>
              <a:gd name="textAreaTop" fmla="*/ 0 h 1557720"/>
              <a:gd name="textAreaBottom" fmla="*/ 1563840 h 15577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gradFill rotWithShape="0">
            <a:gsLst>
              <a:gs pos="0">
                <a:srgbClr val="bf0000"/>
              </a:gs>
              <a:gs pos="50000">
                <a:srgbClr val="a10000"/>
              </a:gs>
              <a:gs pos="100000">
                <a:srgbClr val="710000"/>
              </a:gs>
            </a:gsLst>
            <a:lin ang="18900000"/>
          </a:gradFill>
          <a:ln w="0">
            <a:solidFill>
              <a:srgbClr val="c00000"/>
            </a:solidFill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7" name="Freeform 11"/>
          <p:cNvSpPr/>
          <p:nvPr/>
        </p:nvSpPr>
        <p:spPr>
          <a:xfrm>
            <a:off x="6576840" y="3053520"/>
            <a:ext cx="1879920" cy="1329120"/>
          </a:xfrm>
          <a:custGeom>
            <a:avLst/>
            <a:gdLst>
              <a:gd name="textAreaLeft" fmla="*/ 0 w 1879920"/>
              <a:gd name="textAreaRight" fmla="*/ 1886040 w 1879920"/>
              <a:gd name="textAreaTop" fmla="*/ 0 h 1329120"/>
              <a:gd name="textAreaBottom" fmla="*/ 1335240 h 13291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8" name="Freeform 12"/>
          <p:cNvSpPr/>
          <p:nvPr/>
        </p:nvSpPr>
        <p:spPr>
          <a:xfrm>
            <a:off x="4175280" y="1803240"/>
            <a:ext cx="1679760" cy="22575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2257560"/>
              <a:gd name="textAreaBottom" fmla="*/ 2263680 h 22575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6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73" name="Group 24"/>
          <p:cNvGrpSpPr/>
          <p:nvPr/>
        </p:nvGrpSpPr>
        <p:grpSpPr>
          <a:xfrm>
            <a:off x="5927400" y="580320"/>
            <a:ext cx="2219040" cy="2223720"/>
            <a:chOff x="5927400" y="580320"/>
            <a:chExt cx="2219040" cy="2223720"/>
          </a:xfrm>
        </p:grpSpPr>
        <p:sp>
          <p:nvSpPr>
            <p:cNvPr id="174" name="Freeform 25"/>
            <p:cNvSpPr/>
            <p:nvPr/>
          </p:nvSpPr>
          <p:spPr>
            <a:xfrm>
              <a:off x="5927400" y="5803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5" name="Freeform 6"/>
            <p:cNvSpPr/>
            <p:nvPr/>
          </p:nvSpPr>
          <p:spPr>
            <a:xfrm>
              <a:off x="5927400" y="5803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6" name="Group 28"/>
          <p:cNvGrpSpPr/>
          <p:nvPr/>
        </p:nvGrpSpPr>
        <p:grpSpPr>
          <a:xfrm>
            <a:off x="8552520" y="3053520"/>
            <a:ext cx="2219040" cy="2223720"/>
            <a:chOff x="8552520" y="3053520"/>
            <a:chExt cx="2219040" cy="2223720"/>
          </a:xfrm>
        </p:grpSpPr>
        <p:sp>
          <p:nvSpPr>
            <p:cNvPr id="177" name="Freeform 29"/>
            <p:cNvSpPr/>
            <p:nvPr/>
          </p:nvSpPr>
          <p:spPr>
            <a:xfrm>
              <a:off x="8552520" y="30535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78" name="Freeform 6"/>
            <p:cNvSpPr/>
            <p:nvPr/>
          </p:nvSpPr>
          <p:spPr>
            <a:xfrm>
              <a:off x="8552520" y="305352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79" name="Group 32"/>
          <p:cNvGrpSpPr/>
          <p:nvPr/>
        </p:nvGrpSpPr>
        <p:grpSpPr>
          <a:xfrm>
            <a:off x="4307040" y="4130640"/>
            <a:ext cx="2219040" cy="2223720"/>
            <a:chOff x="4307040" y="4130640"/>
            <a:chExt cx="2219040" cy="2223720"/>
          </a:xfrm>
        </p:grpSpPr>
        <p:sp>
          <p:nvSpPr>
            <p:cNvPr id="180" name="Freeform 33"/>
            <p:cNvSpPr/>
            <p:nvPr/>
          </p:nvSpPr>
          <p:spPr>
            <a:xfrm>
              <a:off x="4307040" y="41306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1" name="Freeform 6"/>
            <p:cNvSpPr/>
            <p:nvPr/>
          </p:nvSpPr>
          <p:spPr>
            <a:xfrm>
              <a:off x="4307040" y="41306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2" name="Freeform 44"/>
          <p:cNvSpPr/>
          <p:nvPr/>
        </p:nvSpPr>
        <p:spPr>
          <a:xfrm>
            <a:off x="-2009880" y="-127620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183" name="Group 36"/>
          <p:cNvGrpSpPr/>
          <p:nvPr/>
        </p:nvGrpSpPr>
        <p:grpSpPr>
          <a:xfrm>
            <a:off x="970200" y="1405440"/>
            <a:ext cx="2219040" cy="2223720"/>
            <a:chOff x="970200" y="1405440"/>
            <a:chExt cx="2219040" cy="2223720"/>
          </a:xfrm>
        </p:grpSpPr>
        <p:sp>
          <p:nvSpPr>
            <p:cNvPr id="184" name="Freeform 37"/>
            <p:cNvSpPr/>
            <p:nvPr/>
          </p:nvSpPr>
          <p:spPr>
            <a:xfrm>
              <a:off x="970200" y="14054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5" name="Freeform 6"/>
            <p:cNvSpPr/>
            <p:nvPr/>
          </p:nvSpPr>
          <p:spPr>
            <a:xfrm>
              <a:off x="970200" y="14054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186" name="Group 27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8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89" name="Rectangle 4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54831E2-4589-49FA-9C96-27496AA6C116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Freeform 10"/>
          <p:cNvSpPr/>
          <p:nvPr/>
        </p:nvSpPr>
        <p:spPr>
          <a:xfrm>
            <a:off x="2082960" y="3490920"/>
            <a:ext cx="1967040" cy="1557720"/>
          </a:xfrm>
          <a:custGeom>
            <a:avLst/>
            <a:gdLst>
              <a:gd name="textAreaLeft" fmla="*/ 0 w 1967040"/>
              <a:gd name="textAreaRight" fmla="*/ 1973160 w 1967040"/>
              <a:gd name="textAreaTop" fmla="*/ 0 h 1557720"/>
              <a:gd name="textAreaBottom" fmla="*/ 1563840 h 1557720"/>
            </a:gdLst>
            <a:ahLst/>
            <a:rect l="textAreaLeft" t="textAreaTop" r="textAreaRight" b="textAreaBottom"/>
            <a:pathLst>
              <a:path w="518" h="410">
                <a:moveTo>
                  <a:pt x="518" y="354"/>
                </a:moveTo>
                <a:cubicBezTo>
                  <a:pt x="416" y="316"/>
                  <a:pt x="416" y="316"/>
                  <a:pt x="416" y="316"/>
                </a:cubicBezTo>
                <a:cubicBezTo>
                  <a:pt x="418" y="344"/>
                  <a:pt x="418" y="344"/>
                  <a:pt x="418" y="344"/>
                </a:cubicBezTo>
                <a:cubicBezTo>
                  <a:pt x="374" y="345"/>
                  <a:pt x="329" y="342"/>
                  <a:pt x="286" y="331"/>
                </a:cubicBezTo>
                <a:cubicBezTo>
                  <a:pt x="237" y="319"/>
                  <a:pt x="190" y="297"/>
                  <a:pt x="150" y="265"/>
                </a:cubicBezTo>
                <a:cubicBezTo>
                  <a:pt x="110" y="233"/>
                  <a:pt x="77" y="192"/>
                  <a:pt x="52" y="147"/>
                </a:cubicBezTo>
                <a:cubicBezTo>
                  <a:pt x="27" y="102"/>
                  <a:pt x="9" y="52"/>
                  <a:pt x="0" y="0"/>
                </a:cubicBezTo>
                <a:cubicBezTo>
                  <a:pt x="3" y="26"/>
                  <a:pt x="8" y="52"/>
                  <a:pt x="15" y="77"/>
                </a:cubicBezTo>
                <a:cubicBezTo>
                  <a:pt x="23" y="103"/>
                  <a:pt x="32" y="128"/>
                  <a:pt x="43" y="152"/>
                </a:cubicBezTo>
                <a:cubicBezTo>
                  <a:pt x="66" y="199"/>
                  <a:pt x="97" y="244"/>
                  <a:pt x="137" y="280"/>
                </a:cubicBezTo>
                <a:cubicBezTo>
                  <a:pt x="177" y="316"/>
                  <a:pt x="226" y="343"/>
                  <a:pt x="277" y="360"/>
                </a:cubicBezTo>
                <a:cubicBezTo>
                  <a:pt x="297" y="366"/>
                  <a:pt x="297" y="366"/>
                  <a:pt x="297" y="366"/>
                </a:cubicBezTo>
                <a:cubicBezTo>
                  <a:pt x="317" y="371"/>
                  <a:pt x="317" y="371"/>
                  <a:pt x="317" y="371"/>
                </a:cubicBezTo>
                <a:cubicBezTo>
                  <a:pt x="323" y="372"/>
                  <a:pt x="330" y="373"/>
                  <a:pt x="337" y="375"/>
                </a:cubicBezTo>
                <a:cubicBezTo>
                  <a:pt x="343" y="376"/>
                  <a:pt x="350" y="377"/>
                  <a:pt x="357" y="378"/>
                </a:cubicBezTo>
                <a:cubicBezTo>
                  <a:pt x="377" y="380"/>
                  <a:pt x="377" y="380"/>
                  <a:pt x="377" y="380"/>
                </a:cubicBezTo>
                <a:cubicBezTo>
                  <a:pt x="397" y="381"/>
                  <a:pt x="397" y="381"/>
                  <a:pt x="397" y="381"/>
                </a:cubicBezTo>
                <a:cubicBezTo>
                  <a:pt x="408" y="382"/>
                  <a:pt x="408" y="382"/>
                  <a:pt x="408" y="382"/>
                </a:cubicBezTo>
                <a:cubicBezTo>
                  <a:pt x="418" y="382"/>
                  <a:pt x="418" y="382"/>
                  <a:pt x="418" y="382"/>
                </a:cubicBezTo>
                <a:cubicBezTo>
                  <a:pt x="422" y="382"/>
                  <a:pt x="422" y="382"/>
                  <a:pt x="422" y="382"/>
                </a:cubicBezTo>
                <a:cubicBezTo>
                  <a:pt x="424" y="410"/>
                  <a:pt x="424" y="410"/>
                  <a:pt x="424" y="410"/>
                </a:cubicBezTo>
                <a:lnTo>
                  <a:pt x="518" y="354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3" name="Freeform 11"/>
          <p:cNvSpPr/>
          <p:nvPr/>
        </p:nvSpPr>
        <p:spPr>
          <a:xfrm>
            <a:off x="6552720" y="3029760"/>
            <a:ext cx="1879920" cy="1329120"/>
          </a:xfrm>
          <a:custGeom>
            <a:avLst/>
            <a:gdLst>
              <a:gd name="textAreaLeft" fmla="*/ 0 w 1879920"/>
              <a:gd name="textAreaRight" fmla="*/ 1886040 w 1879920"/>
              <a:gd name="textAreaTop" fmla="*/ 0 h 1329120"/>
              <a:gd name="textAreaBottom" fmla="*/ 1335240 h 1329120"/>
            </a:gdLst>
            <a:ahLst/>
            <a:rect l="textAreaLeft" t="textAreaTop" r="textAreaRight" b="textAreaBottom"/>
            <a:pathLst>
              <a:path w="495" h="350">
                <a:moveTo>
                  <a:pt x="495" y="263"/>
                </a:moveTo>
                <a:cubicBezTo>
                  <a:pt x="386" y="268"/>
                  <a:pt x="386" y="268"/>
                  <a:pt x="386" y="268"/>
                </a:cubicBezTo>
                <a:cubicBezTo>
                  <a:pt x="399" y="293"/>
                  <a:pt x="399" y="293"/>
                  <a:pt x="399" y="293"/>
                </a:cubicBezTo>
                <a:cubicBezTo>
                  <a:pt x="358" y="309"/>
                  <a:pt x="313" y="316"/>
                  <a:pt x="269" y="314"/>
                </a:cubicBezTo>
                <a:cubicBezTo>
                  <a:pt x="219" y="311"/>
                  <a:pt x="168" y="296"/>
                  <a:pt x="125" y="269"/>
                </a:cubicBezTo>
                <a:cubicBezTo>
                  <a:pt x="82" y="242"/>
                  <a:pt x="47" y="202"/>
                  <a:pt x="26" y="154"/>
                </a:cubicBezTo>
                <a:cubicBezTo>
                  <a:pt x="16" y="130"/>
                  <a:pt x="10" y="105"/>
                  <a:pt x="7" y="79"/>
                </a:cubicBezTo>
                <a:cubicBezTo>
                  <a:pt x="4" y="53"/>
                  <a:pt x="4" y="26"/>
                  <a:pt x="7" y="0"/>
                </a:cubicBezTo>
                <a:cubicBezTo>
                  <a:pt x="2" y="26"/>
                  <a:pt x="0" y="53"/>
                  <a:pt x="2" y="79"/>
                </a:cubicBezTo>
                <a:cubicBezTo>
                  <a:pt x="3" y="106"/>
                  <a:pt x="8" y="132"/>
                  <a:pt x="17" y="158"/>
                </a:cubicBezTo>
                <a:cubicBezTo>
                  <a:pt x="26" y="183"/>
                  <a:pt x="39" y="207"/>
                  <a:pt x="56" y="229"/>
                </a:cubicBezTo>
                <a:cubicBezTo>
                  <a:pt x="72" y="250"/>
                  <a:pt x="92" y="269"/>
                  <a:pt x="114" y="285"/>
                </a:cubicBezTo>
                <a:cubicBezTo>
                  <a:pt x="158" y="318"/>
                  <a:pt x="211" y="337"/>
                  <a:pt x="266" y="344"/>
                </a:cubicBezTo>
                <a:cubicBezTo>
                  <a:pt x="317" y="350"/>
                  <a:pt x="369" y="344"/>
                  <a:pt x="418" y="328"/>
                </a:cubicBezTo>
                <a:cubicBezTo>
                  <a:pt x="430" y="350"/>
                  <a:pt x="430" y="350"/>
                  <a:pt x="430" y="350"/>
                </a:cubicBezTo>
                <a:lnTo>
                  <a:pt x="495" y="263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4" name="Freeform 12"/>
          <p:cNvSpPr/>
          <p:nvPr/>
        </p:nvSpPr>
        <p:spPr>
          <a:xfrm>
            <a:off x="4175280" y="1803240"/>
            <a:ext cx="1679760" cy="22575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2257560"/>
              <a:gd name="textAreaBottom" fmla="*/ 2263680 h 2257560"/>
            </a:gdLst>
            <a:ahLst/>
            <a:rect l="textAreaLeft" t="textAreaTop" r="textAreaRight" b="textAreaBottom"/>
            <a:pathLst>
              <a:path w="443" h="594">
                <a:moveTo>
                  <a:pt x="443" y="42"/>
                </a:moveTo>
                <a:cubicBezTo>
                  <a:pt x="341" y="0"/>
                  <a:pt x="341" y="0"/>
                  <a:pt x="341" y="0"/>
                </a:cubicBezTo>
                <a:cubicBezTo>
                  <a:pt x="343" y="29"/>
                  <a:pt x="343" y="29"/>
                  <a:pt x="343" y="29"/>
                </a:cubicBezTo>
                <a:cubicBezTo>
                  <a:pt x="317" y="33"/>
                  <a:pt x="291" y="39"/>
                  <a:pt x="265" y="47"/>
                </a:cubicBezTo>
                <a:cubicBezTo>
                  <a:pt x="234" y="57"/>
                  <a:pt x="205" y="71"/>
                  <a:pt x="177" y="88"/>
                </a:cubicBezTo>
                <a:cubicBezTo>
                  <a:pt x="149" y="104"/>
                  <a:pt x="124" y="125"/>
                  <a:pt x="102" y="149"/>
                </a:cubicBezTo>
                <a:cubicBezTo>
                  <a:pt x="80" y="172"/>
                  <a:pt x="61" y="199"/>
                  <a:pt x="47" y="227"/>
                </a:cubicBezTo>
                <a:cubicBezTo>
                  <a:pt x="17" y="284"/>
                  <a:pt x="4" y="347"/>
                  <a:pt x="2" y="410"/>
                </a:cubicBezTo>
                <a:cubicBezTo>
                  <a:pt x="0" y="473"/>
                  <a:pt x="11" y="536"/>
                  <a:pt x="34" y="594"/>
                </a:cubicBezTo>
                <a:cubicBezTo>
                  <a:pt x="14" y="535"/>
                  <a:pt x="7" y="472"/>
                  <a:pt x="12" y="411"/>
                </a:cubicBezTo>
                <a:cubicBezTo>
                  <a:pt x="17" y="349"/>
                  <a:pt x="34" y="289"/>
                  <a:pt x="64" y="237"/>
                </a:cubicBezTo>
                <a:cubicBezTo>
                  <a:pt x="80" y="211"/>
                  <a:pt x="98" y="187"/>
                  <a:pt x="120" y="166"/>
                </a:cubicBezTo>
                <a:cubicBezTo>
                  <a:pt x="141" y="145"/>
                  <a:pt x="166" y="128"/>
                  <a:pt x="192" y="114"/>
                </a:cubicBezTo>
                <a:cubicBezTo>
                  <a:pt x="218" y="99"/>
                  <a:pt x="246" y="89"/>
                  <a:pt x="275" y="81"/>
                </a:cubicBezTo>
                <a:cubicBezTo>
                  <a:pt x="298" y="75"/>
                  <a:pt x="321" y="71"/>
                  <a:pt x="345" y="68"/>
                </a:cubicBezTo>
                <a:cubicBezTo>
                  <a:pt x="347" y="94"/>
                  <a:pt x="347" y="94"/>
                  <a:pt x="347" y="94"/>
                </a:cubicBezTo>
                <a:lnTo>
                  <a:pt x="443" y="42"/>
                </a:lnTo>
                <a:close/>
              </a:path>
            </a:pathLst>
          </a:custGeom>
          <a:solidFill>
            <a:srgbClr val="c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19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99" name="Group 27"/>
          <p:cNvGrpSpPr/>
          <p:nvPr/>
        </p:nvGrpSpPr>
        <p:grpSpPr>
          <a:xfrm>
            <a:off x="5955120" y="495360"/>
            <a:ext cx="2219040" cy="2223720"/>
            <a:chOff x="5955120" y="495360"/>
            <a:chExt cx="2219040" cy="2223720"/>
          </a:xfrm>
        </p:grpSpPr>
        <p:sp>
          <p:nvSpPr>
            <p:cNvPr id="200" name="Freeform 28"/>
            <p:cNvSpPr/>
            <p:nvPr/>
          </p:nvSpPr>
          <p:spPr>
            <a:xfrm>
              <a:off x="5955120" y="4953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1" name="Freeform 6"/>
            <p:cNvSpPr/>
            <p:nvPr/>
          </p:nvSpPr>
          <p:spPr>
            <a:xfrm>
              <a:off x="5955120" y="4953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2" name="Group 30"/>
          <p:cNvGrpSpPr/>
          <p:nvPr/>
        </p:nvGrpSpPr>
        <p:grpSpPr>
          <a:xfrm>
            <a:off x="8549280" y="3029760"/>
            <a:ext cx="2219040" cy="2223720"/>
            <a:chOff x="8549280" y="3029760"/>
            <a:chExt cx="2219040" cy="2223720"/>
          </a:xfrm>
        </p:grpSpPr>
        <p:sp>
          <p:nvSpPr>
            <p:cNvPr id="203" name="Freeform 31"/>
            <p:cNvSpPr/>
            <p:nvPr/>
          </p:nvSpPr>
          <p:spPr>
            <a:xfrm>
              <a:off x="8549280" y="30297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4" name="Freeform 6"/>
            <p:cNvSpPr/>
            <p:nvPr/>
          </p:nvSpPr>
          <p:spPr>
            <a:xfrm>
              <a:off x="8549280" y="302976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05" name="Group 33"/>
          <p:cNvGrpSpPr/>
          <p:nvPr/>
        </p:nvGrpSpPr>
        <p:grpSpPr>
          <a:xfrm>
            <a:off x="4201200" y="4067280"/>
            <a:ext cx="2219040" cy="2223720"/>
            <a:chOff x="4201200" y="4067280"/>
            <a:chExt cx="2219040" cy="2223720"/>
          </a:xfrm>
        </p:grpSpPr>
        <p:sp>
          <p:nvSpPr>
            <p:cNvPr id="206" name="Freeform 34"/>
            <p:cNvSpPr/>
            <p:nvPr/>
          </p:nvSpPr>
          <p:spPr>
            <a:xfrm>
              <a:off x="4201200" y="406728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07" name="Freeform 6"/>
            <p:cNvSpPr/>
            <p:nvPr/>
          </p:nvSpPr>
          <p:spPr>
            <a:xfrm>
              <a:off x="4201200" y="406728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08" name="Text Placeholder 2"/>
          <p:cNvSpPr/>
          <p:nvPr/>
        </p:nvSpPr>
        <p:spPr>
          <a:xfrm>
            <a:off x="6068880" y="61524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Placeholder 2"/>
          <p:cNvSpPr/>
          <p:nvPr/>
        </p:nvSpPr>
        <p:spPr>
          <a:xfrm>
            <a:off x="8672040" y="314316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Text Placeholder 2"/>
          <p:cNvSpPr/>
          <p:nvPr/>
        </p:nvSpPr>
        <p:spPr>
          <a:xfrm>
            <a:off x="4323960" y="420300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Freeform 42"/>
          <p:cNvSpPr/>
          <p:nvPr/>
        </p:nvSpPr>
        <p:spPr>
          <a:xfrm rot="370200">
            <a:off x="-2192040" y="-122256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12" name="Group 23"/>
          <p:cNvGrpSpPr/>
          <p:nvPr/>
        </p:nvGrpSpPr>
        <p:grpSpPr>
          <a:xfrm>
            <a:off x="970200" y="1238040"/>
            <a:ext cx="2219040" cy="2223720"/>
            <a:chOff x="970200" y="1238040"/>
            <a:chExt cx="2219040" cy="2223720"/>
          </a:xfrm>
        </p:grpSpPr>
        <p:sp>
          <p:nvSpPr>
            <p:cNvPr id="213" name="Freeform 24"/>
            <p:cNvSpPr/>
            <p:nvPr/>
          </p:nvSpPr>
          <p:spPr>
            <a:xfrm>
              <a:off x="970200" y="12380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4" name="Freeform 6"/>
            <p:cNvSpPr/>
            <p:nvPr/>
          </p:nvSpPr>
          <p:spPr>
            <a:xfrm>
              <a:off x="970200" y="1238040"/>
              <a:ext cx="2219040" cy="2223720"/>
            </a:xfrm>
            <a:custGeom>
              <a:avLst/>
              <a:gdLst>
                <a:gd name="textAreaLeft" fmla="*/ 0 w 2219040"/>
                <a:gd name="textAreaRight" fmla="*/ 2225160 w 2219040"/>
                <a:gd name="textAreaTop" fmla="*/ 0 h 2223720"/>
                <a:gd name="textAreaBottom" fmla="*/ 2229840 h 222372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5" name="Text Placeholder 2"/>
          <p:cNvSpPr/>
          <p:nvPr/>
        </p:nvSpPr>
        <p:spPr>
          <a:xfrm>
            <a:off x="1089000" y="1362240"/>
            <a:ext cx="1973520" cy="1997280"/>
          </a:xfrm>
          <a:prstGeom prst="roundRect">
            <a:avLst>
              <a:gd name="adj" fmla="val 4874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16" name="Group 26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1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1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19" name="Rectangle 4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984DE81-381B-4A70-93B4-8BE17932F47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226" name="Group 25"/>
          <p:cNvGrpSpPr/>
          <p:nvPr/>
        </p:nvGrpSpPr>
        <p:grpSpPr>
          <a:xfrm>
            <a:off x="5057280" y="834120"/>
            <a:ext cx="1734120" cy="1644840"/>
            <a:chOff x="5057280" y="834120"/>
            <a:chExt cx="1734120" cy="1644840"/>
          </a:xfrm>
        </p:grpSpPr>
        <p:sp>
          <p:nvSpPr>
            <p:cNvPr id="227" name="Freeform 6"/>
            <p:cNvSpPr/>
            <p:nvPr/>
          </p:nvSpPr>
          <p:spPr>
            <a:xfrm>
              <a:off x="5057280" y="834120"/>
              <a:ext cx="1727280" cy="1644840"/>
            </a:xfrm>
            <a:custGeom>
              <a:avLst/>
              <a:gdLst>
                <a:gd name="textAreaLeft" fmla="*/ 0 w 1727280"/>
                <a:gd name="textAreaRight" fmla="*/ 1733400 w 1727280"/>
                <a:gd name="textAreaTop" fmla="*/ 0 h 1644840"/>
                <a:gd name="textAreaBottom" fmla="*/ 165096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28" name="Freeform 6"/>
            <p:cNvSpPr/>
            <p:nvPr/>
          </p:nvSpPr>
          <p:spPr>
            <a:xfrm>
              <a:off x="5064120" y="834120"/>
              <a:ext cx="1727280" cy="1644840"/>
            </a:xfrm>
            <a:custGeom>
              <a:avLst/>
              <a:gdLst>
                <a:gd name="textAreaLeft" fmla="*/ 0 w 1727280"/>
                <a:gd name="textAreaRight" fmla="*/ 1733400 w 1727280"/>
                <a:gd name="textAreaTop" fmla="*/ 0 h 1644840"/>
                <a:gd name="textAreaBottom" fmla="*/ 1650960 h 164484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1" y="417"/>
                    <a:pt x="81" y="417"/>
                    <a:pt x="81" y="417"/>
                  </a:cubicBezTo>
                  <a:cubicBezTo>
                    <a:pt x="84" y="426"/>
                    <a:pt x="92" y="433"/>
                    <a:pt x="102" y="433"/>
                  </a:cubicBezTo>
                  <a:cubicBezTo>
                    <a:pt x="353" y="433"/>
                    <a:pt x="353" y="433"/>
                    <a:pt x="353" y="433"/>
                  </a:cubicBezTo>
                  <a:cubicBezTo>
                    <a:pt x="363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29" name="Group 28"/>
          <p:cNvGrpSpPr/>
          <p:nvPr/>
        </p:nvGrpSpPr>
        <p:grpSpPr>
          <a:xfrm>
            <a:off x="6671520" y="2019960"/>
            <a:ext cx="1729800" cy="1640160"/>
            <a:chOff x="6671520" y="2019960"/>
            <a:chExt cx="1729800" cy="1640160"/>
          </a:xfrm>
        </p:grpSpPr>
        <p:sp>
          <p:nvSpPr>
            <p:cNvPr id="230" name="Freeform 7"/>
            <p:cNvSpPr/>
            <p:nvPr/>
          </p:nvSpPr>
          <p:spPr>
            <a:xfrm>
              <a:off x="6671520" y="2019960"/>
              <a:ext cx="1722600" cy="1640160"/>
            </a:xfrm>
            <a:custGeom>
              <a:avLst/>
              <a:gdLst>
                <a:gd name="textAreaLeft" fmla="*/ 0 w 1722600"/>
                <a:gd name="textAreaRight" fmla="*/ 1728720 w 172260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1" name="Freeform 7"/>
            <p:cNvSpPr/>
            <p:nvPr/>
          </p:nvSpPr>
          <p:spPr>
            <a:xfrm>
              <a:off x="6678720" y="2019960"/>
              <a:ext cx="1722600" cy="1640160"/>
            </a:xfrm>
            <a:custGeom>
              <a:avLst/>
              <a:gdLst>
                <a:gd name="textAreaLeft" fmla="*/ 0 w 1722600"/>
                <a:gd name="textAreaRight" fmla="*/ 1728720 w 172260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4" h="432">
                  <a:moveTo>
                    <a:pt x="3" y="179"/>
                  </a:moveTo>
                  <a:cubicBezTo>
                    <a:pt x="80" y="416"/>
                    <a:pt x="80" y="416"/>
                    <a:pt x="80" y="416"/>
                  </a:cubicBezTo>
                  <a:cubicBezTo>
                    <a:pt x="83" y="426"/>
                    <a:pt x="92" y="432"/>
                    <a:pt x="102" y="432"/>
                  </a:cubicBezTo>
                  <a:cubicBezTo>
                    <a:pt x="352" y="432"/>
                    <a:pt x="352" y="432"/>
                    <a:pt x="352" y="432"/>
                  </a:cubicBezTo>
                  <a:cubicBezTo>
                    <a:pt x="362" y="432"/>
                    <a:pt x="371" y="426"/>
                    <a:pt x="374" y="416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4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2" name="Group 31"/>
          <p:cNvGrpSpPr/>
          <p:nvPr/>
        </p:nvGrpSpPr>
        <p:grpSpPr>
          <a:xfrm>
            <a:off x="3398400" y="2019960"/>
            <a:ext cx="1732680" cy="1640160"/>
            <a:chOff x="3398400" y="2019960"/>
            <a:chExt cx="1732680" cy="1640160"/>
          </a:xfrm>
        </p:grpSpPr>
        <p:sp>
          <p:nvSpPr>
            <p:cNvPr id="233" name="Freeform 8"/>
            <p:cNvSpPr/>
            <p:nvPr/>
          </p:nvSpPr>
          <p:spPr>
            <a:xfrm>
              <a:off x="3398400" y="2019960"/>
              <a:ext cx="1725840" cy="164016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4" name="Freeform 8"/>
            <p:cNvSpPr/>
            <p:nvPr/>
          </p:nvSpPr>
          <p:spPr>
            <a:xfrm>
              <a:off x="3405240" y="2019960"/>
              <a:ext cx="1725840" cy="164016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0160"/>
                <a:gd name="textAreaBottom" fmla="*/ 1646280 h 1640160"/>
              </a:gdLst>
              <a:ahLst/>
              <a:rect l="textAreaLeft" t="textAreaTop" r="textAreaRight" b="textAreaBottom"/>
              <a:pathLst>
                <a:path w="455" h="432">
                  <a:moveTo>
                    <a:pt x="4" y="179"/>
                  </a:moveTo>
                  <a:cubicBezTo>
                    <a:pt x="81" y="416"/>
                    <a:pt x="81" y="416"/>
                    <a:pt x="81" y="416"/>
                  </a:cubicBezTo>
                  <a:cubicBezTo>
                    <a:pt x="84" y="426"/>
                    <a:pt x="93" y="432"/>
                    <a:pt x="103" y="432"/>
                  </a:cubicBezTo>
                  <a:cubicBezTo>
                    <a:pt x="353" y="432"/>
                    <a:pt x="353" y="432"/>
                    <a:pt x="353" y="432"/>
                  </a:cubicBezTo>
                  <a:cubicBezTo>
                    <a:pt x="363" y="432"/>
                    <a:pt x="372" y="426"/>
                    <a:pt x="375" y="416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2" y="159"/>
                    <a:pt x="444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2" y="153"/>
                    <a:pt x="12" y="153"/>
                    <a:pt x="12" y="153"/>
                  </a:cubicBezTo>
                  <a:cubicBezTo>
                    <a:pt x="4" y="159"/>
                    <a:pt x="0" y="169"/>
                    <a:pt x="4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5" name="Group 34"/>
          <p:cNvGrpSpPr/>
          <p:nvPr/>
        </p:nvGrpSpPr>
        <p:grpSpPr>
          <a:xfrm>
            <a:off x="4038120" y="3927960"/>
            <a:ext cx="1732680" cy="1643400"/>
            <a:chOff x="4038120" y="3927960"/>
            <a:chExt cx="1732680" cy="1643400"/>
          </a:xfrm>
        </p:grpSpPr>
        <p:sp>
          <p:nvSpPr>
            <p:cNvPr id="236" name="Freeform 9"/>
            <p:cNvSpPr/>
            <p:nvPr/>
          </p:nvSpPr>
          <p:spPr>
            <a:xfrm>
              <a:off x="403812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37" name="Freeform 9"/>
            <p:cNvSpPr/>
            <p:nvPr/>
          </p:nvSpPr>
          <p:spPr>
            <a:xfrm>
              <a:off x="40449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2" y="179"/>
                    <a:pt x="452" y="179"/>
                    <a:pt x="452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38" name="Group 37"/>
          <p:cNvGrpSpPr/>
          <p:nvPr/>
        </p:nvGrpSpPr>
        <p:grpSpPr>
          <a:xfrm>
            <a:off x="6055560" y="3927960"/>
            <a:ext cx="1733040" cy="1643400"/>
            <a:chOff x="6055560" y="3927960"/>
            <a:chExt cx="1733040" cy="1643400"/>
          </a:xfrm>
        </p:grpSpPr>
        <p:sp>
          <p:nvSpPr>
            <p:cNvPr id="239" name="Freeform 10"/>
            <p:cNvSpPr/>
            <p:nvPr/>
          </p:nvSpPr>
          <p:spPr>
            <a:xfrm>
              <a:off x="60555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0" name="Freeform 10"/>
            <p:cNvSpPr/>
            <p:nvPr/>
          </p:nvSpPr>
          <p:spPr>
            <a:xfrm>
              <a:off x="6062760" y="3927960"/>
              <a:ext cx="1725840" cy="1643400"/>
            </a:xfrm>
            <a:custGeom>
              <a:avLst/>
              <a:gdLst>
                <a:gd name="textAreaLeft" fmla="*/ 0 w 1725840"/>
                <a:gd name="textAreaRight" fmla="*/ 1731960 w 1725840"/>
                <a:gd name="textAreaTop" fmla="*/ 0 h 1643400"/>
                <a:gd name="textAreaBottom" fmla="*/ 1649520 h 1643400"/>
              </a:gdLst>
              <a:ahLst/>
              <a:rect l="textAreaLeft" t="textAreaTop" r="textAreaRight" b="textAreaBottom"/>
              <a:pathLst>
                <a:path w="455" h="433">
                  <a:moveTo>
                    <a:pt x="3" y="179"/>
                  </a:moveTo>
                  <a:cubicBezTo>
                    <a:pt x="80" y="417"/>
                    <a:pt x="80" y="417"/>
                    <a:pt x="80" y="417"/>
                  </a:cubicBezTo>
                  <a:cubicBezTo>
                    <a:pt x="83" y="426"/>
                    <a:pt x="92" y="433"/>
                    <a:pt x="102" y="433"/>
                  </a:cubicBezTo>
                  <a:cubicBezTo>
                    <a:pt x="352" y="433"/>
                    <a:pt x="352" y="433"/>
                    <a:pt x="352" y="433"/>
                  </a:cubicBezTo>
                  <a:cubicBezTo>
                    <a:pt x="362" y="433"/>
                    <a:pt x="371" y="426"/>
                    <a:pt x="374" y="417"/>
                  </a:cubicBezTo>
                  <a:cubicBezTo>
                    <a:pt x="451" y="179"/>
                    <a:pt x="451" y="179"/>
                    <a:pt x="451" y="179"/>
                  </a:cubicBezTo>
                  <a:cubicBezTo>
                    <a:pt x="455" y="169"/>
                    <a:pt x="451" y="159"/>
                    <a:pt x="443" y="153"/>
                  </a:cubicBezTo>
                  <a:cubicBezTo>
                    <a:pt x="241" y="6"/>
                    <a:pt x="241" y="6"/>
                    <a:pt x="241" y="6"/>
                  </a:cubicBezTo>
                  <a:cubicBezTo>
                    <a:pt x="233" y="0"/>
                    <a:pt x="222" y="0"/>
                    <a:pt x="214" y="6"/>
                  </a:cubicBezTo>
                  <a:cubicBezTo>
                    <a:pt x="11" y="153"/>
                    <a:pt x="11" y="153"/>
                    <a:pt x="11" y="153"/>
                  </a:cubicBezTo>
                  <a:cubicBezTo>
                    <a:pt x="3" y="159"/>
                    <a:pt x="0" y="169"/>
                    <a:pt x="3" y="17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241" name="Picture 60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5283720" y="2795400"/>
            <a:ext cx="1132920" cy="995760"/>
          </a:xfrm>
          <a:prstGeom prst="rect">
            <a:avLst/>
          </a:prstGeom>
          <a:ln w="0">
            <a:noFill/>
          </a:ln>
        </p:spPr>
      </p:pic>
      <p:sp>
        <p:nvSpPr>
          <p:cNvPr id="242" name="Freeform 48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243" name="Group 4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4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4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46" name="Rectangle 4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4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AA3513F-1D72-4485-8F70-2F0C695713C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Freeform 27"/>
          <p:cNvSpPr/>
          <p:nvPr/>
        </p:nvSpPr>
        <p:spPr>
          <a:xfrm rot="370200">
            <a:off x="-2528640" y="-13168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50" name="Freeform 7"/>
          <p:cNvSpPr/>
          <p:nvPr/>
        </p:nvSpPr>
        <p:spPr>
          <a:xfrm>
            <a:off x="9197280" y="123912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51" name="Group 6"/>
          <p:cNvGrpSpPr/>
          <p:nvPr/>
        </p:nvGrpSpPr>
        <p:grpSpPr>
          <a:xfrm>
            <a:off x="6915960" y="1239120"/>
            <a:ext cx="1904040" cy="1899000"/>
            <a:chOff x="6915960" y="1239120"/>
            <a:chExt cx="1904040" cy="1899000"/>
          </a:xfrm>
        </p:grpSpPr>
        <p:sp>
          <p:nvSpPr>
            <p:cNvPr id="252" name="Freeform 6"/>
            <p:cNvSpPr/>
            <p:nvPr/>
          </p:nvSpPr>
          <p:spPr>
            <a:xfrm>
              <a:off x="692280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3" name="Freeform 6"/>
            <p:cNvSpPr/>
            <p:nvPr/>
          </p:nvSpPr>
          <p:spPr>
            <a:xfrm>
              <a:off x="691596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54" name="Group 9"/>
          <p:cNvGrpSpPr/>
          <p:nvPr/>
        </p:nvGrpSpPr>
        <p:grpSpPr>
          <a:xfrm>
            <a:off x="9161280" y="3479760"/>
            <a:ext cx="1904760" cy="1899720"/>
            <a:chOff x="9161280" y="3479760"/>
            <a:chExt cx="1904760" cy="1899720"/>
          </a:xfrm>
        </p:grpSpPr>
        <p:sp>
          <p:nvSpPr>
            <p:cNvPr id="255" name="Freeform 8"/>
            <p:cNvSpPr/>
            <p:nvPr/>
          </p:nvSpPr>
          <p:spPr>
            <a:xfrm>
              <a:off x="9161280" y="348048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56" name="Freeform 8"/>
            <p:cNvSpPr/>
            <p:nvPr/>
          </p:nvSpPr>
          <p:spPr>
            <a:xfrm>
              <a:off x="9168840" y="347976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57" name="Freeform 9"/>
          <p:cNvSpPr/>
          <p:nvPr/>
        </p:nvSpPr>
        <p:spPr>
          <a:xfrm>
            <a:off x="6958800" y="348048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8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5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64" name="Text Placeholder 2"/>
          <p:cNvSpPr/>
          <p:nvPr/>
        </p:nvSpPr>
        <p:spPr>
          <a:xfrm>
            <a:off x="1149480" y="1060560"/>
            <a:ext cx="4418280" cy="44229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65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6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6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68" name="Rectangle 2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7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2C43BF1-69FC-45A5-8DBD-22A630E682B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Freeform 27"/>
          <p:cNvSpPr/>
          <p:nvPr/>
        </p:nvSpPr>
        <p:spPr>
          <a:xfrm rot="370200">
            <a:off x="-2737800" y="-15652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72" name="Freeform 7"/>
          <p:cNvSpPr/>
          <p:nvPr/>
        </p:nvSpPr>
        <p:spPr>
          <a:xfrm>
            <a:off x="9197280" y="123912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273" name="Group 6"/>
          <p:cNvGrpSpPr/>
          <p:nvPr/>
        </p:nvGrpSpPr>
        <p:grpSpPr>
          <a:xfrm>
            <a:off x="6915960" y="1239120"/>
            <a:ext cx="1904040" cy="1899000"/>
            <a:chOff x="6915960" y="1239120"/>
            <a:chExt cx="1904040" cy="1899000"/>
          </a:xfrm>
        </p:grpSpPr>
        <p:sp>
          <p:nvSpPr>
            <p:cNvPr id="274" name="Freeform 6"/>
            <p:cNvSpPr/>
            <p:nvPr/>
          </p:nvSpPr>
          <p:spPr>
            <a:xfrm>
              <a:off x="692280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5" name="Freeform 6"/>
            <p:cNvSpPr/>
            <p:nvPr/>
          </p:nvSpPr>
          <p:spPr>
            <a:xfrm>
              <a:off x="6915960" y="123912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276" name="Group 9"/>
          <p:cNvGrpSpPr/>
          <p:nvPr/>
        </p:nvGrpSpPr>
        <p:grpSpPr>
          <a:xfrm>
            <a:off x="9161280" y="3479760"/>
            <a:ext cx="1904760" cy="1899720"/>
            <a:chOff x="9161280" y="3479760"/>
            <a:chExt cx="1904760" cy="1899720"/>
          </a:xfrm>
        </p:grpSpPr>
        <p:sp>
          <p:nvSpPr>
            <p:cNvPr id="277" name="Freeform 8"/>
            <p:cNvSpPr/>
            <p:nvPr/>
          </p:nvSpPr>
          <p:spPr>
            <a:xfrm>
              <a:off x="9161280" y="348048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78" name="Freeform 8"/>
            <p:cNvSpPr/>
            <p:nvPr/>
          </p:nvSpPr>
          <p:spPr>
            <a:xfrm>
              <a:off x="9168840" y="3479760"/>
              <a:ext cx="1897200" cy="1899000"/>
            </a:xfrm>
            <a:custGeom>
              <a:avLst/>
              <a:gdLst>
                <a:gd name="textAreaLeft" fmla="*/ 0 w 1897200"/>
                <a:gd name="textAreaRight" fmla="*/ 1903320 w 1897200"/>
                <a:gd name="textAreaTop" fmla="*/ 0 h 1899000"/>
                <a:gd name="textAreaBottom" fmla="*/ 1905120 h 1899000"/>
              </a:gdLst>
              <a:ahLst/>
              <a:rect l="textAreaLeft" t="textAreaTop" r="textAreaRight" b="textAreaBottom"/>
              <a:pathLst>
                <a:path w="500" h="500">
                  <a:moveTo>
                    <a:pt x="440" y="500"/>
                  </a:moveTo>
                  <a:cubicBezTo>
                    <a:pt x="60" y="500"/>
                    <a:pt x="60" y="500"/>
                    <a:pt x="60" y="500"/>
                  </a:cubicBezTo>
                  <a:cubicBezTo>
                    <a:pt x="27" y="500"/>
                    <a:pt x="0" y="473"/>
                    <a:pt x="0" y="440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0" y="27"/>
                    <a:pt x="27" y="0"/>
                    <a:pt x="60" y="0"/>
                  </a:cubicBezTo>
                  <a:cubicBezTo>
                    <a:pt x="440" y="0"/>
                    <a:pt x="440" y="0"/>
                    <a:pt x="440" y="0"/>
                  </a:cubicBezTo>
                  <a:cubicBezTo>
                    <a:pt x="473" y="0"/>
                    <a:pt x="500" y="27"/>
                    <a:pt x="500" y="60"/>
                  </a:cubicBezTo>
                  <a:cubicBezTo>
                    <a:pt x="500" y="440"/>
                    <a:pt x="500" y="440"/>
                    <a:pt x="500" y="440"/>
                  </a:cubicBezTo>
                  <a:cubicBezTo>
                    <a:pt x="500" y="473"/>
                    <a:pt x="473" y="500"/>
                    <a:pt x="440" y="500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79" name="Freeform 9"/>
          <p:cNvSpPr/>
          <p:nvPr/>
        </p:nvSpPr>
        <p:spPr>
          <a:xfrm>
            <a:off x="6958800" y="3480480"/>
            <a:ext cx="1897200" cy="1899000"/>
          </a:xfrm>
          <a:custGeom>
            <a:avLst/>
            <a:gdLst>
              <a:gd name="textAreaLeft" fmla="*/ 0 w 1897200"/>
              <a:gd name="textAreaRight" fmla="*/ 1903320 w 1897200"/>
              <a:gd name="textAreaTop" fmla="*/ 0 h 1899000"/>
              <a:gd name="textAreaBottom" fmla="*/ 1905120 h 189900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0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81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3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4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5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86" name="Text Placeholder 2"/>
          <p:cNvSpPr/>
          <p:nvPr/>
        </p:nvSpPr>
        <p:spPr>
          <a:xfrm>
            <a:off x="1149480" y="1060560"/>
            <a:ext cx="4418280" cy="4422960"/>
          </a:xfrm>
          <a:prstGeom prst="roundRect">
            <a:avLst>
              <a:gd name="adj" fmla="val 875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87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2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28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290" name="Rectangle 2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29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6F383A5-AF5E-49FF-BCCE-61991F07AA29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295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6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4090680" y="3134880"/>
            <a:ext cx="101829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TEŞEKKÜRLER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298" name="Group 14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299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300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301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302" name="TextBox 5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TextBox 18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19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Box 17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Rectangle 20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1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0BF8578-194F-4FF6-815B-0AF1DFAE44C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1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16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1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1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19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2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2CBA002D-C1ED-4B3D-87DE-FDA037EEF42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Freeform 58"/>
          <p:cNvSpPr/>
          <p:nvPr/>
        </p:nvSpPr>
        <p:spPr>
          <a:xfrm>
            <a:off x="-1972440" y="-1311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323" name="Freeform 11"/>
          <p:cNvSpPr/>
          <p:nvPr/>
        </p:nvSpPr>
        <p:spPr>
          <a:xfrm>
            <a:off x="2376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430" y="0"/>
                </a:moveTo>
                <a:cubicBezTo>
                  <a:pt x="430" y="208"/>
                  <a:pt x="430" y="208"/>
                  <a:pt x="430" y="208"/>
                </a:cubicBezTo>
                <a:cubicBezTo>
                  <a:pt x="337" y="208"/>
                  <a:pt x="262" y="283"/>
                  <a:pt x="262" y="376"/>
                </a:cubicBezTo>
                <a:cubicBezTo>
                  <a:pt x="0" y="376"/>
                  <a:pt x="0" y="376"/>
                  <a:pt x="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4" name="Freeform 12"/>
          <p:cNvSpPr/>
          <p:nvPr/>
        </p:nvSpPr>
        <p:spPr>
          <a:xfrm>
            <a:off x="2281320" y="342900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5" name="Freeform 13"/>
          <p:cNvSpPr/>
          <p:nvPr/>
        </p:nvSpPr>
        <p:spPr>
          <a:xfrm>
            <a:off x="454176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6" name="Freeform 14"/>
          <p:cNvSpPr/>
          <p:nvPr/>
        </p:nvSpPr>
        <p:spPr>
          <a:xfrm>
            <a:off x="6799320" y="342900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0"/>
                </a:moveTo>
                <a:cubicBezTo>
                  <a:pt x="262" y="0"/>
                  <a:pt x="262" y="0"/>
                  <a:pt x="262" y="0"/>
                </a:cubicBezTo>
                <a:cubicBezTo>
                  <a:pt x="262" y="93"/>
                  <a:pt x="337" y="168"/>
                  <a:pt x="430" y="168"/>
                </a:cubicBezTo>
                <a:cubicBezTo>
                  <a:pt x="430" y="376"/>
                  <a:pt x="430" y="376"/>
                  <a:pt x="430" y="376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7" name="Freeform 15"/>
          <p:cNvSpPr/>
          <p:nvPr/>
        </p:nvSpPr>
        <p:spPr>
          <a:xfrm>
            <a:off x="9056520" y="1996920"/>
            <a:ext cx="1630440" cy="1425960"/>
          </a:xfrm>
          <a:custGeom>
            <a:avLst/>
            <a:gdLst>
              <a:gd name="textAreaLeft" fmla="*/ 0 w 1630440"/>
              <a:gd name="textAreaRight" fmla="*/ 1636560 w 1630440"/>
              <a:gd name="textAreaTop" fmla="*/ 0 h 1425960"/>
              <a:gd name="textAreaBottom" fmla="*/ 1432080 h 1425960"/>
            </a:gdLst>
            <a:ahLst/>
            <a:rect l="textAreaLeft" t="textAreaTop" r="textAreaRight" b="textAreaBottom"/>
            <a:pathLst>
              <a:path w="430" h="376">
                <a:moveTo>
                  <a:pt x="0" y="376"/>
                </a:moveTo>
                <a:cubicBezTo>
                  <a:pt x="262" y="376"/>
                  <a:pt x="262" y="376"/>
                  <a:pt x="262" y="376"/>
                </a:cubicBezTo>
                <a:cubicBezTo>
                  <a:pt x="262" y="283"/>
                  <a:pt x="337" y="208"/>
                  <a:pt x="430" y="208"/>
                </a:cubicBezTo>
                <a:cubicBezTo>
                  <a:pt x="430" y="0"/>
                  <a:pt x="430" y="0"/>
                  <a:pt x="430" y="0"/>
                </a:cubicBezTo>
              </a:path>
            </a:pathLst>
          </a:custGeom>
          <a:noFill/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328" name="Line 16"/>
          <p:cNvSpPr/>
          <p:nvPr/>
        </p:nvSpPr>
        <p:spPr>
          <a:xfrm>
            <a:off x="11337840" y="3429000"/>
            <a:ext cx="866520" cy="360"/>
          </a:xfrm>
          <a:prstGeom prst="line">
            <a:avLst/>
          </a:prstGeom>
          <a:ln>
            <a:solidFill>
              <a:srgbClr val="6e84a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329" name="Group 11"/>
          <p:cNvGrpSpPr/>
          <p:nvPr/>
        </p:nvGrpSpPr>
        <p:grpSpPr>
          <a:xfrm>
            <a:off x="1544400" y="2684880"/>
            <a:ext cx="215280" cy="215280"/>
            <a:chOff x="1544400" y="2684880"/>
            <a:chExt cx="215280" cy="215280"/>
          </a:xfrm>
        </p:grpSpPr>
        <p:sp>
          <p:nvSpPr>
            <p:cNvPr id="330" name="Oval 12"/>
            <p:cNvSpPr/>
            <p:nvPr/>
          </p:nvSpPr>
          <p:spPr>
            <a:xfrm>
              <a:off x="1544400" y="26848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1" name="Oval 28"/>
            <p:cNvSpPr/>
            <p:nvPr/>
          </p:nvSpPr>
          <p:spPr>
            <a:xfrm>
              <a:off x="1600200" y="27410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2" name="Group 14"/>
          <p:cNvGrpSpPr/>
          <p:nvPr/>
        </p:nvGrpSpPr>
        <p:grpSpPr>
          <a:xfrm>
            <a:off x="3807720" y="3997800"/>
            <a:ext cx="215280" cy="215280"/>
            <a:chOff x="3807720" y="3997800"/>
            <a:chExt cx="215280" cy="215280"/>
          </a:xfrm>
        </p:grpSpPr>
        <p:sp>
          <p:nvSpPr>
            <p:cNvPr id="333" name="Oval 15"/>
            <p:cNvSpPr/>
            <p:nvPr/>
          </p:nvSpPr>
          <p:spPr>
            <a:xfrm>
              <a:off x="3807720" y="399780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4" name="Oval 28"/>
            <p:cNvSpPr/>
            <p:nvPr/>
          </p:nvSpPr>
          <p:spPr>
            <a:xfrm>
              <a:off x="3863880" y="405360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5" name="Group 17"/>
          <p:cNvGrpSpPr/>
          <p:nvPr/>
        </p:nvGrpSpPr>
        <p:grpSpPr>
          <a:xfrm>
            <a:off x="6057360" y="2685960"/>
            <a:ext cx="215280" cy="215280"/>
            <a:chOff x="6057360" y="2685960"/>
            <a:chExt cx="215280" cy="215280"/>
          </a:xfrm>
        </p:grpSpPr>
        <p:sp>
          <p:nvSpPr>
            <p:cNvPr id="336" name="Oval 18"/>
            <p:cNvSpPr/>
            <p:nvPr/>
          </p:nvSpPr>
          <p:spPr>
            <a:xfrm>
              <a:off x="6057360" y="268596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37" name="Oval 28"/>
            <p:cNvSpPr/>
            <p:nvPr/>
          </p:nvSpPr>
          <p:spPr>
            <a:xfrm>
              <a:off x="6113520" y="274176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38" name="Group 20"/>
          <p:cNvGrpSpPr/>
          <p:nvPr/>
        </p:nvGrpSpPr>
        <p:grpSpPr>
          <a:xfrm>
            <a:off x="8325360" y="3995280"/>
            <a:ext cx="215280" cy="215280"/>
            <a:chOff x="8325360" y="3995280"/>
            <a:chExt cx="215280" cy="215280"/>
          </a:xfrm>
        </p:grpSpPr>
        <p:sp>
          <p:nvSpPr>
            <p:cNvPr id="339" name="Oval 21"/>
            <p:cNvSpPr/>
            <p:nvPr/>
          </p:nvSpPr>
          <p:spPr>
            <a:xfrm>
              <a:off x="8325360" y="39952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0" name="Oval 28"/>
            <p:cNvSpPr/>
            <p:nvPr/>
          </p:nvSpPr>
          <p:spPr>
            <a:xfrm>
              <a:off x="8381160" y="40514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1" name="Group 23"/>
          <p:cNvGrpSpPr/>
          <p:nvPr/>
        </p:nvGrpSpPr>
        <p:grpSpPr>
          <a:xfrm>
            <a:off x="10582560" y="2683080"/>
            <a:ext cx="215280" cy="215280"/>
            <a:chOff x="10582560" y="2683080"/>
            <a:chExt cx="215280" cy="215280"/>
          </a:xfrm>
        </p:grpSpPr>
        <p:sp>
          <p:nvSpPr>
            <p:cNvPr id="342" name="Oval 24"/>
            <p:cNvSpPr/>
            <p:nvPr/>
          </p:nvSpPr>
          <p:spPr>
            <a:xfrm>
              <a:off x="10582560" y="2683080"/>
              <a:ext cx="215280" cy="2152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3" name="Oval 28"/>
            <p:cNvSpPr/>
            <p:nvPr/>
          </p:nvSpPr>
          <p:spPr>
            <a:xfrm>
              <a:off x="10638720" y="2739240"/>
              <a:ext cx="101160" cy="9972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35280" bIns="3528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344" name="Group 27"/>
          <p:cNvGrpSpPr/>
          <p:nvPr/>
        </p:nvGrpSpPr>
        <p:grpSpPr>
          <a:xfrm>
            <a:off x="10225080" y="2946600"/>
            <a:ext cx="930240" cy="930240"/>
            <a:chOff x="10225080" y="2946600"/>
            <a:chExt cx="930240" cy="930240"/>
          </a:xfrm>
        </p:grpSpPr>
        <p:sp>
          <p:nvSpPr>
            <p:cNvPr id="345" name="Oval 29"/>
            <p:cNvSpPr/>
            <p:nvPr/>
          </p:nvSpPr>
          <p:spPr>
            <a:xfrm>
              <a:off x="1022508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6" name="Oval 30"/>
            <p:cNvSpPr/>
            <p:nvPr/>
          </p:nvSpPr>
          <p:spPr>
            <a:xfrm>
              <a:off x="1022508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47" name="Group 32"/>
          <p:cNvGrpSpPr/>
          <p:nvPr/>
        </p:nvGrpSpPr>
        <p:grpSpPr>
          <a:xfrm>
            <a:off x="1195560" y="2946600"/>
            <a:ext cx="930240" cy="930240"/>
            <a:chOff x="1195560" y="2946600"/>
            <a:chExt cx="930240" cy="930240"/>
          </a:xfrm>
        </p:grpSpPr>
        <p:sp>
          <p:nvSpPr>
            <p:cNvPr id="348" name="Oval 34"/>
            <p:cNvSpPr/>
            <p:nvPr/>
          </p:nvSpPr>
          <p:spPr>
            <a:xfrm>
              <a:off x="119556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49" name="Oval 35"/>
            <p:cNvSpPr/>
            <p:nvPr/>
          </p:nvSpPr>
          <p:spPr>
            <a:xfrm>
              <a:off x="119556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0" name="Group 37"/>
          <p:cNvGrpSpPr/>
          <p:nvPr/>
        </p:nvGrpSpPr>
        <p:grpSpPr>
          <a:xfrm>
            <a:off x="3443400" y="2946600"/>
            <a:ext cx="930240" cy="930240"/>
            <a:chOff x="3443400" y="2946600"/>
            <a:chExt cx="930240" cy="930240"/>
          </a:xfrm>
        </p:grpSpPr>
        <p:sp>
          <p:nvSpPr>
            <p:cNvPr id="351" name="Oval 39"/>
            <p:cNvSpPr/>
            <p:nvPr/>
          </p:nvSpPr>
          <p:spPr>
            <a:xfrm>
              <a:off x="3443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2" name="Oval 40"/>
            <p:cNvSpPr/>
            <p:nvPr/>
          </p:nvSpPr>
          <p:spPr>
            <a:xfrm>
              <a:off x="3443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3" name="Group 42"/>
          <p:cNvGrpSpPr/>
          <p:nvPr/>
        </p:nvGrpSpPr>
        <p:grpSpPr>
          <a:xfrm>
            <a:off x="5710320" y="2946600"/>
            <a:ext cx="930240" cy="930240"/>
            <a:chOff x="5710320" y="2946600"/>
            <a:chExt cx="930240" cy="930240"/>
          </a:xfrm>
        </p:grpSpPr>
        <p:sp>
          <p:nvSpPr>
            <p:cNvPr id="354" name="Oval 44"/>
            <p:cNvSpPr/>
            <p:nvPr/>
          </p:nvSpPr>
          <p:spPr>
            <a:xfrm>
              <a:off x="571032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5" name="Oval 45"/>
            <p:cNvSpPr/>
            <p:nvPr/>
          </p:nvSpPr>
          <p:spPr>
            <a:xfrm>
              <a:off x="571032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56" name="Group 47"/>
          <p:cNvGrpSpPr/>
          <p:nvPr/>
        </p:nvGrpSpPr>
        <p:grpSpPr>
          <a:xfrm>
            <a:off x="7970400" y="2946600"/>
            <a:ext cx="930240" cy="930240"/>
            <a:chOff x="7970400" y="2946600"/>
            <a:chExt cx="930240" cy="930240"/>
          </a:xfrm>
        </p:grpSpPr>
        <p:sp>
          <p:nvSpPr>
            <p:cNvPr id="357" name="Oval 49"/>
            <p:cNvSpPr/>
            <p:nvPr/>
          </p:nvSpPr>
          <p:spPr>
            <a:xfrm>
              <a:off x="7970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58" name="Oval 50"/>
            <p:cNvSpPr/>
            <p:nvPr/>
          </p:nvSpPr>
          <p:spPr>
            <a:xfrm>
              <a:off x="7970400" y="2946600"/>
              <a:ext cx="930240" cy="930240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5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363" name="Group 46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36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6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366" name="Rectangle 59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368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94E2B7A-77C8-4C61-BC5C-2185DC1E1A6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9" name="Freeform 59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370" name="Group 6"/>
          <p:cNvGrpSpPr/>
          <p:nvPr/>
        </p:nvGrpSpPr>
        <p:grpSpPr>
          <a:xfrm>
            <a:off x="8416800" y="2606400"/>
            <a:ext cx="1322640" cy="1324080"/>
            <a:chOff x="8416800" y="2606400"/>
            <a:chExt cx="1322640" cy="1324080"/>
          </a:xfrm>
        </p:grpSpPr>
        <p:sp>
          <p:nvSpPr>
            <p:cNvPr id="371" name="Freeform 14"/>
            <p:cNvSpPr/>
            <p:nvPr/>
          </p:nvSpPr>
          <p:spPr>
            <a:xfrm>
              <a:off x="8416800" y="2606400"/>
              <a:ext cx="1322640" cy="1324080"/>
            </a:xfrm>
            <a:custGeom>
              <a:avLst/>
              <a:gdLst>
                <a:gd name="textAreaLeft" fmla="*/ 0 w 1322640"/>
                <a:gd name="textAreaRight" fmla="*/ 1328760 w 1322640"/>
                <a:gd name="textAreaTop" fmla="*/ 0 h 1324080"/>
                <a:gd name="textAreaBottom" fmla="*/ 1330200 h 13240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2" name="Freeform 14"/>
            <p:cNvSpPr/>
            <p:nvPr/>
          </p:nvSpPr>
          <p:spPr>
            <a:xfrm>
              <a:off x="8416800" y="2606400"/>
              <a:ext cx="1322640" cy="1324080"/>
            </a:xfrm>
            <a:custGeom>
              <a:avLst/>
              <a:gdLst>
                <a:gd name="textAreaLeft" fmla="*/ 0 w 1322640"/>
                <a:gd name="textAreaRight" fmla="*/ 1328760 w 1322640"/>
                <a:gd name="textAreaTop" fmla="*/ 0 h 1324080"/>
                <a:gd name="textAreaBottom" fmla="*/ 1330200 h 132408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3" name="Group 14"/>
          <p:cNvGrpSpPr/>
          <p:nvPr/>
        </p:nvGrpSpPr>
        <p:grpSpPr>
          <a:xfrm>
            <a:off x="6778800" y="986040"/>
            <a:ext cx="1335240" cy="1336680"/>
            <a:chOff x="6778800" y="986040"/>
            <a:chExt cx="1335240" cy="1336680"/>
          </a:xfrm>
        </p:grpSpPr>
        <p:sp>
          <p:nvSpPr>
            <p:cNvPr id="374" name="Freeform 6"/>
            <p:cNvSpPr/>
            <p:nvPr/>
          </p:nvSpPr>
          <p:spPr>
            <a:xfrm>
              <a:off x="67788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5" name="Freeform 6"/>
            <p:cNvSpPr/>
            <p:nvPr/>
          </p:nvSpPr>
          <p:spPr>
            <a:xfrm>
              <a:off x="67788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6" name="Group 19"/>
          <p:cNvGrpSpPr/>
          <p:nvPr/>
        </p:nvGrpSpPr>
        <p:grpSpPr>
          <a:xfrm>
            <a:off x="8404200" y="986040"/>
            <a:ext cx="1335240" cy="1336680"/>
            <a:chOff x="8404200" y="986040"/>
            <a:chExt cx="1335240" cy="1336680"/>
          </a:xfrm>
        </p:grpSpPr>
        <p:sp>
          <p:nvSpPr>
            <p:cNvPr id="377" name="Freeform 6"/>
            <p:cNvSpPr/>
            <p:nvPr/>
          </p:nvSpPr>
          <p:spPr>
            <a:xfrm>
              <a:off x="84042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78" name="Freeform 6"/>
            <p:cNvSpPr/>
            <p:nvPr/>
          </p:nvSpPr>
          <p:spPr>
            <a:xfrm>
              <a:off x="840420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79" name="Group 24"/>
          <p:cNvGrpSpPr/>
          <p:nvPr/>
        </p:nvGrpSpPr>
        <p:grpSpPr>
          <a:xfrm>
            <a:off x="10012320" y="986040"/>
            <a:ext cx="1335240" cy="1336680"/>
            <a:chOff x="10012320" y="986040"/>
            <a:chExt cx="1335240" cy="1336680"/>
          </a:xfrm>
        </p:grpSpPr>
        <p:sp>
          <p:nvSpPr>
            <p:cNvPr id="380" name="Freeform 6"/>
            <p:cNvSpPr/>
            <p:nvPr/>
          </p:nvSpPr>
          <p:spPr>
            <a:xfrm>
              <a:off x="1001232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1" name="Freeform 6"/>
            <p:cNvSpPr/>
            <p:nvPr/>
          </p:nvSpPr>
          <p:spPr>
            <a:xfrm>
              <a:off x="10012320" y="9860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2" name="Group 29"/>
          <p:cNvGrpSpPr/>
          <p:nvPr/>
        </p:nvGrpSpPr>
        <p:grpSpPr>
          <a:xfrm>
            <a:off x="6778800" y="4192920"/>
            <a:ext cx="1335240" cy="1336680"/>
            <a:chOff x="6778800" y="4192920"/>
            <a:chExt cx="1335240" cy="1336680"/>
          </a:xfrm>
        </p:grpSpPr>
        <p:sp>
          <p:nvSpPr>
            <p:cNvPr id="383" name="Freeform 6"/>
            <p:cNvSpPr/>
            <p:nvPr/>
          </p:nvSpPr>
          <p:spPr>
            <a:xfrm>
              <a:off x="67788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4" name="Freeform 6"/>
            <p:cNvSpPr/>
            <p:nvPr/>
          </p:nvSpPr>
          <p:spPr>
            <a:xfrm>
              <a:off x="67788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5" name="Group 34"/>
          <p:cNvGrpSpPr/>
          <p:nvPr/>
        </p:nvGrpSpPr>
        <p:grpSpPr>
          <a:xfrm>
            <a:off x="8404200" y="4192920"/>
            <a:ext cx="1335240" cy="1336680"/>
            <a:chOff x="8404200" y="4192920"/>
            <a:chExt cx="1335240" cy="1336680"/>
          </a:xfrm>
        </p:grpSpPr>
        <p:sp>
          <p:nvSpPr>
            <p:cNvPr id="386" name="Freeform 6"/>
            <p:cNvSpPr/>
            <p:nvPr/>
          </p:nvSpPr>
          <p:spPr>
            <a:xfrm>
              <a:off x="84042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87" name="Freeform 6"/>
            <p:cNvSpPr/>
            <p:nvPr/>
          </p:nvSpPr>
          <p:spPr>
            <a:xfrm>
              <a:off x="840420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88" name="Group 40"/>
          <p:cNvGrpSpPr/>
          <p:nvPr/>
        </p:nvGrpSpPr>
        <p:grpSpPr>
          <a:xfrm>
            <a:off x="10012320" y="4192920"/>
            <a:ext cx="1335240" cy="1336680"/>
            <a:chOff x="10012320" y="4192920"/>
            <a:chExt cx="1335240" cy="1336680"/>
          </a:xfrm>
        </p:grpSpPr>
        <p:sp>
          <p:nvSpPr>
            <p:cNvPr id="389" name="Freeform 6"/>
            <p:cNvSpPr/>
            <p:nvPr/>
          </p:nvSpPr>
          <p:spPr>
            <a:xfrm>
              <a:off x="1001232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0" name="Freeform 6"/>
            <p:cNvSpPr/>
            <p:nvPr/>
          </p:nvSpPr>
          <p:spPr>
            <a:xfrm>
              <a:off x="10012320" y="419292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1" name="Group 45"/>
          <p:cNvGrpSpPr/>
          <p:nvPr/>
        </p:nvGrpSpPr>
        <p:grpSpPr>
          <a:xfrm>
            <a:off x="6778800" y="2602440"/>
            <a:ext cx="1335240" cy="1336680"/>
            <a:chOff x="6778800" y="2602440"/>
            <a:chExt cx="1335240" cy="1336680"/>
          </a:xfrm>
        </p:grpSpPr>
        <p:sp>
          <p:nvSpPr>
            <p:cNvPr id="392" name="Freeform 6"/>
            <p:cNvSpPr/>
            <p:nvPr/>
          </p:nvSpPr>
          <p:spPr>
            <a:xfrm>
              <a:off x="677880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3" name="Freeform 6"/>
            <p:cNvSpPr/>
            <p:nvPr/>
          </p:nvSpPr>
          <p:spPr>
            <a:xfrm>
              <a:off x="677880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394" name="Group 50"/>
          <p:cNvGrpSpPr/>
          <p:nvPr/>
        </p:nvGrpSpPr>
        <p:grpSpPr>
          <a:xfrm>
            <a:off x="10012320" y="2602440"/>
            <a:ext cx="1335240" cy="1336680"/>
            <a:chOff x="10012320" y="2602440"/>
            <a:chExt cx="1335240" cy="1336680"/>
          </a:xfrm>
        </p:grpSpPr>
        <p:sp>
          <p:nvSpPr>
            <p:cNvPr id="395" name="Freeform 6"/>
            <p:cNvSpPr/>
            <p:nvPr/>
          </p:nvSpPr>
          <p:spPr>
            <a:xfrm>
              <a:off x="1001232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396" name="Freeform 6"/>
            <p:cNvSpPr/>
            <p:nvPr/>
          </p:nvSpPr>
          <p:spPr>
            <a:xfrm>
              <a:off x="10012320" y="2602440"/>
              <a:ext cx="1335240" cy="1336680"/>
            </a:xfrm>
            <a:custGeom>
              <a:avLst/>
              <a:gdLst>
                <a:gd name="textAreaLeft" fmla="*/ 0 w 1335240"/>
                <a:gd name="textAreaRight" fmla="*/ 1341360 w 1335240"/>
                <a:gd name="textAreaTop" fmla="*/ 0 h 1336680"/>
                <a:gd name="textAreaBottom" fmla="*/ 1342800 h 133668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pic>
        <p:nvPicPr>
          <p:cNvPr id="397" name="Picture 33" descr=""/>
          <p:cNvPicPr/>
          <p:nvPr/>
        </p:nvPicPr>
        <p:blipFill>
          <a:blip r:embed="rId2"/>
          <a:srcRect l="0" t="0" r="76273" b="0"/>
          <a:stretch/>
        </p:blipFill>
        <p:spPr>
          <a:xfrm>
            <a:off x="8470800" y="2760120"/>
            <a:ext cx="1132920" cy="995760"/>
          </a:xfrm>
          <a:prstGeom prst="rect">
            <a:avLst/>
          </a:prstGeom>
          <a:ln w="0">
            <a:noFill/>
          </a:ln>
        </p:spPr>
      </p:pic>
      <p:sp>
        <p:nvSpPr>
          <p:cNvPr id="39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02" name="Group 4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0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0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05" name="Rectangle 6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0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DA14D92-B378-4636-96D3-AFC0208D8FB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Freeform 8"/>
          <p:cNvSpPr/>
          <p:nvPr/>
        </p:nvSpPr>
        <p:spPr>
          <a:xfrm rot="18117000">
            <a:off x="2336400" y="4885560"/>
            <a:ext cx="7441920" cy="2423880"/>
          </a:xfrm>
          <a:custGeom>
            <a:avLst/>
            <a:gdLst>
              <a:gd name="textAreaLeft" fmla="*/ 0 w 7441920"/>
              <a:gd name="textAreaRight" fmla="*/ 7448040 w 7441920"/>
              <a:gd name="textAreaTop" fmla="*/ 0 h 2423880"/>
              <a:gd name="textAreaBottom" fmla="*/ 2430000 h 2423880"/>
            </a:gdLst>
            <a:ahLst/>
            <a:rect l="textAreaLeft" t="textAreaTop" r="textAreaRight" b="textAreaBottom"/>
            <a:pathLst>
              <a:path w="9418037" h="2429992">
                <a:moveTo>
                  <a:pt x="689691" y="804567"/>
                </a:moveTo>
                <a:cubicBezTo>
                  <a:pt x="916962" y="924084"/>
                  <a:pt x="2726928" y="823574"/>
                  <a:pt x="2627787" y="1057254"/>
                </a:cubicBezTo>
                <a:cubicBezTo>
                  <a:pt x="2528646" y="1290934"/>
                  <a:pt x="432010" y="1981122"/>
                  <a:pt x="94843" y="2206648"/>
                </a:cubicBezTo>
                <a:cubicBezTo>
                  <a:pt x="-242324" y="2432174"/>
                  <a:pt x="413087" y="2381633"/>
                  <a:pt x="604784" y="2410409"/>
                </a:cubicBezTo>
                <a:cubicBezTo>
                  <a:pt x="796482" y="2439185"/>
                  <a:pt x="1020626" y="2441981"/>
                  <a:pt x="1245028" y="2379303"/>
                </a:cubicBezTo>
                <a:cubicBezTo>
                  <a:pt x="1469430" y="2316625"/>
                  <a:pt x="1705942" y="2124838"/>
                  <a:pt x="1951198" y="2034342"/>
                </a:cubicBezTo>
                <a:cubicBezTo>
                  <a:pt x="2196454" y="1943846"/>
                  <a:pt x="2451266" y="1860856"/>
                  <a:pt x="2716563" y="1836327"/>
                </a:cubicBezTo>
                <a:cubicBezTo>
                  <a:pt x="2981860" y="1811798"/>
                  <a:pt x="3207578" y="1913398"/>
                  <a:pt x="3542982" y="1887166"/>
                </a:cubicBezTo>
                <a:cubicBezTo>
                  <a:pt x="3878386" y="1860934"/>
                  <a:pt x="4276313" y="1737784"/>
                  <a:pt x="4728986" y="1678936"/>
                </a:cubicBezTo>
                <a:cubicBezTo>
                  <a:pt x="5181659" y="1620088"/>
                  <a:pt x="5652440" y="1577838"/>
                  <a:pt x="6259022" y="1534080"/>
                </a:cubicBezTo>
                <a:cubicBezTo>
                  <a:pt x="6865604" y="1490322"/>
                  <a:pt x="7970127" y="1659320"/>
                  <a:pt x="8368479" y="1416385"/>
                </a:cubicBezTo>
                <a:cubicBezTo>
                  <a:pt x="8766831" y="1173450"/>
                  <a:pt x="10343644" y="280175"/>
                  <a:pt x="8649137" y="76472"/>
                </a:cubicBezTo>
                <a:cubicBezTo>
                  <a:pt x="6954630" y="-127231"/>
                  <a:pt x="2067340" y="135581"/>
                  <a:pt x="836511" y="179528"/>
                </a:cubicBezTo>
                <a:cubicBezTo>
                  <a:pt x="-394318" y="223475"/>
                  <a:pt x="1527886" y="218156"/>
                  <a:pt x="1264164" y="340154"/>
                </a:cubicBezTo>
                <a:cubicBezTo>
                  <a:pt x="1000442" y="462152"/>
                  <a:pt x="462420" y="685050"/>
                  <a:pt x="689691" y="804567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09" name="Freeform 9"/>
          <p:cNvSpPr/>
          <p:nvPr/>
        </p:nvSpPr>
        <p:spPr>
          <a:xfrm rot="3674400">
            <a:off x="2695680" y="927720"/>
            <a:ext cx="6388560" cy="2344680"/>
          </a:xfrm>
          <a:custGeom>
            <a:avLst/>
            <a:gdLst>
              <a:gd name="textAreaLeft" fmla="*/ 0 w 6388560"/>
              <a:gd name="textAreaRight" fmla="*/ 6394680 w 6388560"/>
              <a:gd name="textAreaTop" fmla="*/ 0 h 2344680"/>
              <a:gd name="textAreaBottom" fmla="*/ 2350800 h 2344680"/>
            </a:gdLst>
            <a:ahLst/>
            <a:rect l="textAreaLeft" t="textAreaTop" r="textAreaRight" b="textAreaBottom"/>
            <a:pathLst>
              <a:path w="8085950" h="2350830">
                <a:moveTo>
                  <a:pt x="813307" y="1490610"/>
                </a:moveTo>
                <a:cubicBezTo>
                  <a:pt x="756250" y="1634839"/>
                  <a:pt x="66965" y="1968342"/>
                  <a:pt x="6894" y="2069024"/>
                </a:cubicBezTo>
                <a:cubicBezTo>
                  <a:pt x="-53177" y="2169706"/>
                  <a:pt x="294781" y="2097742"/>
                  <a:pt x="452883" y="2094703"/>
                </a:cubicBezTo>
                <a:cubicBezTo>
                  <a:pt x="610985" y="2091664"/>
                  <a:pt x="892097" y="2008129"/>
                  <a:pt x="955505" y="2050791"/>
                </a:cubicBezTo>
                <a:cubicBezTo>
                  <a:pt x="1018913" y="2093453"/>
                  <a:pt x="735999" y="2358187"/>
                  <a:pt x="833332" y="2350674"/>
                </a:cubicBezTo>
                <a:cubicBezTo>
                  <a:pt x="930665" y="2343161"/>
                  <a:pt x="1294246" y="2096209"/>
                  <a:pt x="1539502" y="2005713"/>
                </a:cubicBezTo>
                <a:cubicBezTo>
                  <a:pt x="1784758" y="1915217"/>
                  <a:pt x="2039570" y="1832227"/>
                  <a:pt x="2304867" y="1807698"/>
                </a:cubicBezTo>
                <a:cubicBezTo>
                  <a:pt x="2570164" y="1783169"/>
                  <a:pt x="2795882" y="1884769"/>
                  <a:pt x="3131286" y="1858537"/>
                </a:cubicBezTo>
                <a:cubicBezTo>
                  <a:pt x="3466690" y="1832305"/>
                  <a:pt x="3864617" y="1709155"/>
                  <a:pt x="4317290" y="1650307"/>
                </a:cubicBezTo>
                <a:cubicBezTo>
                  <a:pt x="4769963" y="1591459"/>
                  <a:pt x="5240744" y="1549209"/>
                  <a:pt x="5847326" y="1505451"/>
                </a:cubicBezTo>
                <a:cubicBezTo>
                  <a:pt x="6453908" y="1461693"/>
                  <a:pt x="7631478" y="1564171"/>
                  <a:pt x="7956783" y="1387756"/>
                </a:cubicBezTo>
                <a:cubicBezTo>
                  <a:pt x="8282088" y="1211342"/>
                  <a:pt x="7365615" y="642797"/>
                  <a:pt x="7799155" y="446964"/>
                </a:cubicBezTo>
                <a:cubicBezTo>
                  <a:pt x="7405669" y="273233"/>
                  <a:pt x="8806227" y="125627"/>
                  <a:pt x="7550675" y="50595"/>
                </a:cubicBezTo>
                <a:cubicBezTo>
                  <a:pt x="6295123" y="-24437"/>
                  <a:pt x="2573389" y="-12246"/>
                  <a:pt x="1387153" y="62307"/>
                </a:cubicBezTo>
                <a:cubicBezTo>
                  <a:pt x="200917" y="136860"/>
                  <a:pt x="193051" y="312190"/>
                  <a:pt x="433260" y="497911"/>
                </a:cubicBezTo>
                <a:cubicBezTo>
                  <a:pt x="673469" y="683632"/>
                  <a:pt x="373786" y="935937"/>
                  <a:pt x="349235" y="1203649"/>
                </a:cubicBezTo>
                <a:cubicBezTo>
                  <a:pt x="296655" y="1477110"/>
                  <a:pt x="870364" y="1346381"/>
                  <a:pt x="813307" y="1490610"/>
                </a:cubicBezTo>
                <a:close/>
              </a:path>
            </a:pathLst>
          </a:custGeom>
          <a:gradFill rotWithShape="0">
            <a:gsLst>
              <a:gs pos="9000">
                <a:srgbClr val="566eaa"/>
              </a:gs>
              <a:gs pos="18000">
                <a:srgbClr val="18386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pic>
        <p:nvPicPr>
          <p:cNvPr id="410" name="Picture 11" descr=""/>
          <p:cNvPicPr/>
          <p:nvPr/>
        </p:nvPicPr>
        <p:blipFill>
          <a:blip r:embed="rId2"/>
          <a:stretch/>
        </p:blipFill>
        <p:spPr>
          <a:xfrm>
            <a:off x="-123120" y="-124920"/>
            <a:ext cx="7303680" cy="7340040"/>
          </a:xfrm>
          <a:prstGeom prst="rect">
            <a:avLst/>
          </a:prstGeom>
          <a:ln w="0">
            <a:noFill/>
          </a:ln>
        </p:spPr>
      </p:pic>
      <p:sp>
        <p:nvSpPr>
          <p:cNvPr id="41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4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15" name="Rectangle 1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8BF5F6B-0662-4AEF-A90A-954444466E7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Freeform 66"/>
          <p:cNvSpPr/>
          <p:nvPr/>
        </p:nvSpPr>
        <p:spPr>
          <a:xfrm rot="370200">
            <a:off x="-2564640" y="-12074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419" name="Freeform 5"/>
          <p:cNvSpPr/>
          <p:nvPr/>
        </p:nvSpPr>
        <p:spPr>
          <a:xfrm>
            <a:off x="2153880" y="3953880"/>
            <a:ext cx="8053560" cy="1209960"/>
          </a:xfrm>
          <a:custGeom>
            <a:avLst/>
            <a:gdLst>
              <a:gd name="textAreaLeft" fmla="*/ 0 w 8053560"/>
              <a:gd name="textAreaRight" fmla="*/ 8059680 w 8053560"/>
              <a:gd name="textAreaTop" fmla="*/ 0 h 1209960"/>
              <a:gd name="textAreaBottom" fmla="*/ 1216080 h 1209960"/>
            </a:gdLst>
            <a:ahLst/>
            <a:rect l="textAreaLeft" t="textAreaTop" r="textAreaRight" b="textAreaBottom"/>
            <a:pathLst>
              <a:path w="2116" h="319">
                <a:moveTo>
                  <a:pt x="2116" y="0"/>
                </a:moveTo>
                <a:cubicBezTo>
                  <a:pt x="2116" y="131"/>
                  <a:pt x="2010" y="237"/>
                  <a:pt x="1879" y="237"/>
                </a:cubicBezTo>
                <a:cubicBezTo>
                  <a:pt x="179" y="237"/>
                  <a:pt x="179" y="237"/>
                  <a:pt x="179" y="237"/>
                </a:cubicBezTo>
                <a:cubicBezTo>
                  <a:pt x="107" y="237"/>
                  <a:pt x="43" y="268"/>
                  <a:pt x="0" y="319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0" name="Freeform 6"/>
          <p:cNvSpPr/>
          <p:nvPr/>
        </p:nvSpPr>
        <p:spPr>
          <a:xfrm>
            <a:off x="1933200" y="2153520"/>
            <a:ext cx="8274240" cy="1794240"/>
          </a:xfrm>
          <a:custGeom>
            <a:avLst/>
            <a:gdLst>
              <a:gd name="textAreaLeft" fmla="*/ 0 w 8274240"/>
              <a:gd name="textAreaRight" fmla="*/ 8280360 w 8274240"/>
              <a:gd name="textAreaTop" fmla="*/ 0 h 1794240"/>
              <a:gd name="textAreaBottom" fmla="*/ 1800360 h 1794240"/>
            </a:gdLst>
            <a:ahLst/>
            <a:rect l="textAreaLeft" t="textAreaTop" r="textAreaRight" b="textAreaBottom"/>
            <a:pathLst>
              <a:path w="2174" h="472">
                <a:moveTo>
                  <a:pt x="0" y="0"/>
                </a:moveTo>
                <a:cubicBezTo>
                  <a:pt x="0" y="0"/>
                  <a:pt x="0" y="0"/>
                  <a:pt x="0" y="0"/>
                </a:cubicBezTo>
                <a:cubicBezTo>
                  <a:pt x="0" y="130"/>
                  <a:pt x="106" y="236"/>
                  <a:pt x="237" y="236"/>
                </a:cubicBezTo>
                <a:cubicBezTo>
                  <a:pt x="1937" y="236"/>
                  <a:pt x="1937" y="236"/>
                  <a:pt x="1937" y="236"/>
                </a:cubicBezTo>
                <a:cubicBezTo>
                  <a:pt x="2068" y="236"/>
                  <a:pt x="2174" y="342"/>
                  <a:pt x="2174" y="472"/>
                </a:cubicBezTo>
                <a:cubicBezTo>
                  <a:pt x="2174" y="472"/>
                  <a:pt x="2174" y="472"/>
                  <a:pt x="2174" y="472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421" name="Freeform 7"/>
          <p:cNvSpPr/>
          <p:nvPr/>
        </p:nvSpPr>
        <p:spPr>
          <a:xfrm>
            <a:off x="1933200" y="617040"/>
            <a:ext cx="8224920" cy="1530720"/>
          </a:xfrm>
          <a:custGeom>
            <a:avLst/>
            <a:gdLst>
              <a:gd name="textAreaLeft" fmla="*/ 0 w 8224920"/>
              <a:gd name="textAreaRight" fmla="*/ 8231040 w 8224920"/>
              <a:gd name="textAreaTop" fmla="*/ 0 h 1530720"/>
              <a:gd name="textAreaBottom" fmla="*/ 1536840 h 1530720"/>
            </a:gdLst>
            <a:ahLst/>
            <a:rect l="textAreaLeft" t="textAreaTop" r="textAreaRight" b="textAreaBottom"/>
            <a:pathLst>
              <a:path w="2161" h="403">
                <a:moveTo>
                  <a:pt x="2161" y="0"/>
                </a:moveTo>
                <a:cubicBezTo>
                  <a:pt x="2131" y="96"/>
                  <a:pt x="2041" y="166"/>
                  <a:pt x="1935" y="166"/>
                </a:cubicBezTo>
                <a:cubicBezTo>
                  <a:pt x="237" y="166"/>
                  <a:pt x="237" y="166"/>
                  <a:pt x="237" y="166"/>
                </a:cubicBezTo>
                <a:cubicBezTo>
                  <a:pt x="106" y="166"/>
                  <a:pt x="0" y="272"/>
                  <a:pt x="0" y="403"/>
                </a:cubicBezTo>
              </a:path>
            </a:pathLst>
          </a:custGeom>
          <a:noFill/>
          <a:ln cap="rnd" w="69850">
            <a:solidFill>
              <a:srgbClr val="33425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422" name="Group 10"/>
          <p:cNvGrpSpPr/>
          <p:nvPr/>
        </p:nvGrpSpPr>
        <p:grpSpPr>
          <a:xfrm>
            <a:off x="3841200" y="4700880"/>
            <a:ext cx="299520" cy="299520"/>
            <a:chOff x="3841200" y="4700880"/>
            <a:chExt cx="299520" cy="299520"/>
          </a:xfrm>
        </p:grpSpPr>
        <p:sp>
          <p:nvSpPr>
            <p:cNvPr id="423" name="Oval 11"/>
            <p:cNvSpPr/>
            <p:nvPr/>
          </p:nvSpPr>
          <p:spPr>
            <a:xfrm>
              <a:off x="384120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4" name="Oval 28"/>
            <p:cNvSpPr/>
            <p:nvPr/>
          </p:nvSpPr>
          <p:spPr>
            <a:xfrm>
              <a:off x="391860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5" name="Group 13"/>
          <p:cNvGrpSpPr/>
          <p:nvPr/>
        </p:nvGrpSpPr>
        <p:grpSpPr>
          <a:xfrm>
            <a:off x="5922360" y="4700880"/>
            <a:ext cx="299520" cy="299520"/>
            <a:chOff x="5922360" y="4700880"/>
            <a:chExt cx="299520" cy="299520"/>
          </a:xfrm>
        </p:grpSpPr>
        <p:sp>
          <p:nvSpPr>
            <p:cNvPr id="426" name="Oval 14"/>
            <p:cNvSpPr/>
            <p:nvPr/>
          </p:nvSpPr>
          <p:spPr>
            <a:xfrm>
              <a:off x="592236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27" name="Oval 28"/>
            <p:cNvSpPr/>
            <p:nvPr/>
          </p:nvSpPr>
          <p:spPr>
            <a:xfrm>
              <a:off x="599940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28" name="Group 16"/>
          <p:cNvGrpSpPr/>
          <p:nvPr/>
        </p:nvGrpSpPr>
        <p:grpSpPr>
          <a:xfrm>
            <a:off x="7984080" y="4700880"/>
            <a:ext cx="299520" cy="299520"/>
            <a:chOff x="7984080" y="4700880"/>
            <a:chExt cx="299520" cy="299520"/>
          </a:xfrm>
        </p:grpSpPr>
        <p:sp>
          <p:nvSpPr>
            <p:cNvPr id="429" name="Oval 17"/>
            <p:cNvSpPr/>
            <p:nvPr/>
          </p:nvSpPr>
          <p:spPr>
            <a:xfrm>
              <a:off x="7984080" y="47008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0" name="Oval 28"/>
            <p:cNvSpPr/>
            <p:nvPr/>
          </p:nvSpPr>
          <p:spPr>
            <a:xfrm>
              <a:off x="8061120" y="47779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1" name="Group 19"/>
          <p:cNvGrpSpPr/>
          <p:nvPr/>
        </p:nvGrpSpPr>
        <p:grpSpPr>
          <a:xfrm>
            <a:off x="10055520" y="3793320"/>
            <a:ext cx="299520" cy="299520"/>
            <a:chOff x="10055520" y="3793320"/>
            <a:chExt cx="299520" cy="299520"/>
          </a:xfrm>
        </p:grpSpPr>
        <p:sp>
          <p:nvSpPr>
            <p:cNvPr id="432" name="Oval 20"/>
            <p:cNvSpPr/>
            <p:nvPr/>
          </p:nvSpPr>
          <p:spPr>
            <a:xfrm>
              <a:off x="10055520" y="379332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3" name="Oval 28"/>
            <p:cNvSpPr/>
            <p:nvPr/>
          </p:nvSpPr>
          <p:spPr>
            <a:xfrm>
              <a:off x="10132920" y="387036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4" name="Group 22"/>
          <p:cNvGrpSpPr/>
          <p:nvPr/>
        </p:nvGrpSpPr>
        <p:grpSpPr>
          <a:xfrm>
            <a:off x="3847680" y="2889360"/>
            <a:ext cx="299520" cy="299520"/>
            <a:chOff x="3847680" y="2889360"/>
            <a:chExt cx="299520" cy="299520"/>
          </a:xfrm>
        </p:grpSpPr>
        <p:sp>
          <p:nvSpPr>
            <p:cNvPr id="435" name="Oval 23"/>
            <p:cNvSpPr/>
            <p:nvPr/>
          </p:nvSpPr>
          <p:spPr>
            <a:xfrm>
              <a:off x="3847680" y="288936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6" name="Oval 28"/>
            <p:cNvSpPr/>
            <p:nvPr/>
          </p:nvSpPr>
          <p:spPr>
            <a:xfrm>
              <a:off x="3925080" y="296640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37" name="Group 25"/>
          <p:cNvGrpSpPr/>
          <p:nvPr/>
        </p:nvGrpSpPr>
        <p:grpSpPr>
          <a:xfrm>
            <a:off x="5912640" y="2895480"/>
            <a:ext cx="299520" cy="299520"/>
            <a:chOff x="5912640" y="2895480"/>
            <a:chExt cx="299520" cy="299520"/>
          </a:xfrm>
        </p:grpSpPr>
        <p:sp>
          <p:nvSpPr>
            <p:cNvPr id="438" name="Oval 26"/>
            <p:cNvSpPr/>
            <p:nvPr/>
          </p:nvSpPr>
          <p:spPr>
            <a:xfrm>
              <a:off x="5912640" y="28954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39" name="Oval 28"/>
            <p:cNvSpPr/>
            <p:nvPr/>
          </p:nvSpPr>
          <p:spPr>
            <a:xfrm>
              <a:off x="5990040" y="29728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0" name="Group 28"/>
          <p:cNvGrpSpPr/>
          <p:nvPr/>
        </p:nvGrpSpPr>
        <p:grpSpPr>
          <a:xfrm>
            <a:off x="7974360" y="2895480"/>
            <a:ext cx="299520" cy="299520"/>
            <a:chOff x="7974360" y="2895480"/>
            <a:chExt cx="299520" cy="299520"/>
          </a:xfrm>
        </p:grpSpPr>
        <p:sp>
          <p:nvSpPr>
            <p:cNvPr id="441" name="Oval 29"/>
            <p:cNvSpPr/>
            <p:nvPr/>
          </p:nvSpPr>
          <p:spPr>
            <a:xfrm>
              <a:off x="7974360" y="28954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2" name="Oval 28"/>
            <p:cNvSpPr/>
            <p:nvPr/>
          </p:nvSpPr>
          <p:spPr>
            <a:xfrm>
              <a:off x="8051760" y="29728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3" name="Group 31"/>
          <p:cNvGrpSpPr/>
          <p:nvPr/>
        </p:nvGrpSpPr>
        <p:grpSpPr>
          <a:xfrm>
            <a:off x="3847680" y="1094760"/>
            <a:ext cx="299520" cy="299520"/>
            <a:chOff x="3847680" y="1094760"/>
            <a:chExt cx="299520" cy="299520"/>
          </a:xfrm>
        </p:grpSpPr>
        <p:sp>
          <p:nvSpPr>
            <p:cNvPr id="444" name="Oval 32"/>
            <p:cNvSpPr/>
            <p:nvPr/>
          </p:nvSpPr>
          <p:spPr>
            <a:xfrm>
              <a:off x="3847680" y="109476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5" name="Oval 28"/>
            <p:cNvSpPr/>
            <p:nvPr/>
          </p:nvSpPr>
          <p:spPr>
            <a:xfrm>
              <a:off x="3925080" y="117216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6" name="Group 34"/>
          <p:cNvGrpSpPr/>
          <p:nvPr/>
        </p:nvGrpSpPr>
        <p:grpSpPr>
          <a:xfrm>
            <a:off x="5912640" y="1101240"/>
            <a:ext cx="299520" cy="299520"/>
            <a:chOff x="5912640" y="1101240"/>
            <a:chExt cx="299520" cy="299520"/>
          </a:xfrm>
        </p:grpSpPr>
        <p:sp>
          <p:nvSpPr>
            <p:cNvPr id="447" name="Oval 35"/>
            <p:cNvSpPr/>
            <p:nvPr/>
          </p:nvSpPr>
          <p:spPr>
            <a:xfrm>
              <a:off x="5912640" y="110124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48" name="Oval 28"/>
            <p:cNvSpPr/>
            <p:nvPr/>
          </p:nvSpPr>
          <p:spPr>
            <a:xfrm>
              <a:off x="5990040" y="11782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49" name="Group 37"/>
          <p:cNvGrpSpPr/>
          <p:nvPr/>
        </p:nvGrpSpPr>
        <p:grpSpPr>
          <a:xfrm>
            <a:off x="7974360" y="1101240"/>
            <a:ext cx="299520" cy="299520"/>
            <a:chOff x="7974360" y="1101240"/>
            <a:chExt cx="299520" cy="299520"/>
          </a:xfrm>
        </p:grpSpPr>
        <p:sp>
          <p:nvSpPr>
            <p:cNvPr id="450" name="Oval 38"/>
            <p:cNvSpPr/>
            <p:nvPr/>
          </p:nvSpPr>
          <p:spPr>
            <a:xfrm>
              <a:off x="7974360" y="110124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1" name="Oval 28"/>
            <p:cNvSpPr/>
            <p:nvPr/>
          </p:nvSpPr>
          <p:spPr>
            <a:xfrm>
              <a:off x="8051760" y="117828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452" name="Group 40"/>
          <p:cNvGrpSpPr/>
          <p:nvPr/>
        </p:nvGrpSpPr>
        <p:grpSpPr>
          <a:xfrm>
            <a:off x="1781280" y="1999080"/>
            <a:ext cx="299520" cy="299520"/>
            <a:chOff x="1781280" y="1999080"/>
            <a:chExt cx="299520" cy="299520"/>
          </a:xfrm>
        </p:grpSpPr>
        <p:sp>
          <p:nvSpPr>
            <p:cNvPr id="453" name="Oval 41"/>
            <p:cNvSpPr/>
            <p:nvPr/>
          </p:nvSpPr>
          <p:spPr>
            <a:xfrm>
              <a:off x="1781280" y="1999080"/>
              <a:ext cx="299520" cy="299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14480" dir="2700000" dist="100296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54" name="Oval 28"/>
            <p:cNvSpPr/>
            <p:nvPr/>
          </p:nvSpPr>
          <p:spPr>
            <a:xfrm>
              <a:off x="1858320" y="2076120"/>
              <a:ext cx="141840" cy="14004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455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6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7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59" name="Group 62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6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62" name="Rectangle 67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6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A9B79B61-5F91-4A6E-A154-F9F98E1B229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5" name="Freeform 25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66" name="Group 9"/>
          <p:cNvGrpSpPr/>
          <p:nvPr/>
        </p:nvGrpSpPr>
        <p:grpSpPr>
          <a:xfrm>
            <a:off x="278280" y="1993320"/>
            <a:ext cx="2702520" cy="2705040"/>
            <a:chOff x="278280" y="1993320"/>
            <a:chExt cx="2702520" cy="2705040"/>
          </a:xfrm>
        </p:grpSpPr>
        <p:sp>
          <p:nvSpPr>
            <p:cNvPr id="467" name="Freeform 6"/>
            <p:cNvSpPr/>
            <p:nvPr/>
          </p:nvSpPr>
          <p:spPr>
            <a:xfrm>
              <a:off x="2782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68" name="Freeform 6"/>
            <p:cNvSpPr/>
            <p:nvPr/>
          </p:nvSpPr>
          <p:spPr>
            <a:xfrm>
              <a:off x="2782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69" name="Group 12"/>
          <p:cNvGrpSpPr/>
          <p:nvPr/>
        </p:nvGrpSpPr>
        <p:grpSpPr>
          <a:xfrm>
            <a:off x="3215520" y="1993320"/>
            <a:ext cx="2702520" cy="2705040"/>
            <a:chOff x="3215520" y="1993320"/>
            <a:chExt cx="2702520" cy="2705040"/>
          </a:xfrm>
        </p:grpSpPr>
        <p:sp>
          <p:nvSpPr>
            <p:cNvPr id="470" name="Freeform 6"/>
            <p:cNvSpPr/>
            <p:nvPr/>
          </p:nvSpPr>
          <p:spPr>
            <a:xfrm>
              <a:off x="321552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1" name="Freeform 6"/>
            <p:cNvSpPr/>
            <p:nvPr/>
          </p:nvSpPr>
          <p:spPr>
            <a:xfrm>
              <a:off x="321552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2" name="Group 15"/>
          <p:cNvGrpSpPr/>
          <p:nvPr/>
        </p:nvGrpSpPr>
        <p:grpSpPr>
          <a:xfrm>
            <a:off x="6266880" y="1993320"/>
            <a:ext cx="2702520" cy="2705040"/>
            <a:chOff x="6266880" y="1993320"/>
            <a:chExt cx="2702520" cy="2705040"/>
          </a:xfrm>
        </p:grpSpPr>
        <p:sp>
          <p:nvSpPr>
            <p:cNvPr id="473" name="Freeform 6"/>
            <p:cNvSpPr/>
            <p:nvPr/>
          </p:nvSpPr>
          <p:spPr>
            <a:xfrm>
              <a:off x="62668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4" name="Freeform 6"/>
            <p:cNvSpPr/>
            <p:nvPr/>
          </p:nvSpPr>
          <p:spPr>
            <a:xfrm>
              <a:off x="626688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475" name="Group 18"/>
          <p:cNvGrpSpPr/>
          <p:nvPr/>
        </p:nvGrpSpPr>
        <p:grpSpPr>
          <a:xfrm>
            <a:off x="9318240" y="1993320"/>
            <a:ext cx="2702520" cy="2705040"/>
            <a:chOff x="9318240" y="1993320"/>
            <a:chExt cx="2702520" cy="2705040"/>
          </a:xfrm>
        </p:grpSpPr>
        <p:sp>
          <p:nvSpPr>
            <p:cNvPr id="476" name="Freeform 6"/>
            <p:cNvSpPr/>
            <p:nvPr/>
          </p:nvSpPr>
          <p:spPr>
            <a:xfrm>
              <a:off x="931824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77" name="Freeform 6"/>
            <p:cNvSpPr/>
            <p:nvPr/>
          </p:nvSpPr>
          <p:spPr>
            <a:xfrm>
              <a:off x="9318240" y="1993320"/>
              <a:ext cx="2702520" cy="2705040"/>
            </a:xfrm>
            <a:custGeom>
              <a:avLst/>
              <a:gdLst>
                <a:gd name="textAreaLeft" fmla="*/ 0 w 2702520"/>
                <a:gd name="textAreaRight" fmla="*/ 2708640 w 2702520"/>
                <a:gd name="textAreaTop" fmla="*/ 0 h 2705040"/>
                <a:gd name="textAreaBottom" fmla="*/ 2711160 h 27050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7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7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8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482" name="Group 21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48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48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485" name="Rectangle 2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4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1E81D9BA-F22C-45AD-929C-B4C8D467DE0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Freeform 44"/>
          <p:cNvSpPr/>
          <p:nvPr/>
        </p:nvSpPr>
        <p:spPr>
          <a:xfrm rot="370200">
            <a:off x="-2180160" y="-152532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489" name="Group 41"/>
          <p:cNvGrpSpPr/>
          <p:nvPr/>
        </p:nvGrpSpPr>
        <p:grpSpPr>
          <a:xfrm>
            <a:off x="228600" y="1959840"/>
            <a:ext cx="11728800" cy="3595320"/>
            <a:chOff x="228600" y="1959840"/>
            <a:chExt cx="11728800" cy="3595320"/>
          </a:xfrm>
        </p:grpSpPr>
        <p:grpSp>
          <p:nvGrpSpPr>
            <p:cNvPr id="490" name="Group 5"/>
            <p:cNvGrpSpPr/>
            <p:nvPr/>
          </p:nvGrpSpPr>
          <p:grpSpPr>
            <a:xfrm>
              <a:off x="228600" y="1959840"/>
              <a:ext cx="2282760" cy="3595320"/>
              <a:chOff x="228600" y="1959840"/>
              <a:chExt cx="2282760" cy="3595320"/>
            </a:xfrm>
          </p:grpSpPr>
          <p:grpSp>
            <p:nvGrpSpPr>
              <p:cNvPr id="491" name="Group 6"/>
              <p:cNvGrpSpPr/>
              <p:nvPr/>
            </p:nvGrpSpPr>
            <p:grpSpPr>
              <a:xfrm>
                <a:off x="228600" y="1959840"/>
                <a:ext cx="2282760" cy="3595320"/>
                <a:chOff x="228600" y="1959840"/>
                <a:chExt cx="2282760" cy="3595320"/>
              </a:xfrm>
            </p:grpSpPr>
            <p:sp>
              <p:nvSpPr>
                <p:cNvPr id="492" name="Freeform 9"/>
                <p:cNvSpPr/>
                <p:nvPr/>
              </p:nvSpPr>
              <p:spPr>
                <a:xfrm>
                  <a:off x="228600" y="1959840"/>
                  <a:ext cx="2282760" cy="3595320"/>
                </a:xfrm>
                <a:custGeom>
                  <a:avLst/>
                  <a:gdLst>
                    <a:gd name="textAreaLeft" fmla="*/ 0 w 2282760"/>
                    <a:gd name="textAreaRight" fmla="*/ 2288880 w 228276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3" name="Freeform 9"/>
                <p:cNvSpPr/>
                <p:nvPr/>
              </p:nvSpPr>
              <p:spPr>
                <a:xfrm>
                  <a:off x="228600" y="1959840"/>
                  <a:ext cx="2282760" cy="3595320"/>
                </a:xfrm>
                <a:custGeom>
                  <a:avLst/>
                  <a:gdLst>
                    <a:gd name="textAreaLeft" fmla="*/ 0 w 2282760"/>
                    <a:gd name="textAreaRight" fmla="*/ 2288880 w 228276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59" h="722">
                      <a:moveTo>
                        <a:pt x="404" y="722"/>
                      </a:moveTo>
                      <a:cubicBezTo>
                        <a:pt x="55" y="722"/>
                        <a:pt x="55" y="722"/>
                        <a:pt x="55" y="722"/>
                      </a:cubicBezTo>
                      <a:cubicBezTo>
                        <a:pt x="24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4" y="0"/>
                        <a:pt x="55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4" y="0"/>
                        <a:pt x="459" y="25"/>
                        <a:pt x="459" y="56"/>
                      </a:cubicBezTo>
                      <a:cubicBezTo>
                        <a:pt x="459" y="666"/>
                        <a:pt x="459" y="666"/>
                        <a:pt x="459" y="666"/>
                      </a:cubicBezTo>
                      <a:cubicBezTo>
                        <a:pt x="459" y="697"/>
                        <a:pt x="434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4" name="Oval 7"/>
              <p:cNvSpPr/>
              <p:nvPr/>
            </p:nvSpPr>
            <p:spPr>
              <a:xfrm>
                <a:off x="65880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495" name="Group 10"/>
            <p:cNvGrpSpPr/>
            <p:nvPr/>
          </p:nvGrpSpPr>
          <p:grpSpPr>
            <a:xfrm>
              <a:off x="3373200" y="1959840"/>
              <a:ext cx="2286720" cy="3595320"/>
              <a:chOff x="3373200" y="1959840"/>
              <a:chExt cx="2286720" cy="3595320"/>
            </a:xfrm>
          </p:grpSpPr>
          <p:grpSp>
            <p:nvGrpSpPr>
              <p:cNvPr id="496" name="Group 11"/>
              <p:cNvGrpSpPr/>
              <p:nvPr/>
            </p:nvGrpSpPr>
            <p:grpSpPr>
              <a:xfrm>
                <a:off x="3373200" y="1959840"/>
                <a:ext cx="2286720" cy="3595320"/>
                <a:chOff x="3373200" y="1959840"/>
                <a:chExt cx="2286720" cy="3595320"/>
              </a:xfrm>
            </p:grpSpPr>
            <p:sp>
              <p:nvSpPr>
                <p:cNvPr id="497" name="Freeform 13"/>
                <p:cNvSpPr/>
                <p:nvPr/>
              </p:nvSpPr>
              <p:spPr>
                <a:xfrm>
                  <a:off x="3373200" y="1959840"/>
                  <a:ext cx="2286720" cy="3595320"/>
                </a:xfrm>
                <a:custGeom>
                  <a:avLst/>
                  <a:gdLst>
                    <a:gd name="textAreaLeft" fmla="*/ 0 w 2286720"/>
                    <a:gd name="textAreaRight" fmla="*/ 2292840 w 22867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498" name="Freeform 13"/>
                <p:cNvSpPr/>
                <p:nvPr/>
              </p:nvSpPr>
              <p:spPr>
                <a:xfrm>
                  <a:off x="3373200" y="1959840"/>
                  <a:ext cx="2286720" cy="3595320"/>
                </a:xfrm>
                <a:custGeom>
                  <a:avLst/>
                  <a:gdLst>
                    <a:gd name="textAreaLeft" fmla="*/ 0 w 2286720"/>
                    <a:gd name="textAreaRight" fmla="*/ 2292840 w 22867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499" name="Oval 12"/>
              <p:cNvSpPr/>
              <p:nvPr/>
            </p:nvSpPr>
            <p:spPr>
              <a:xfrm>
                <a:off x="380124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0" name="Group 15"/>
            <p:cNvGrpSpPr/>
            <p:nvPr/>
          </p:nvGrpSpPr>
          <p:grpSpPr>
            <a:xfrm>
              <a:off x="6523920" y="1959840"/>
              <a:ext cx="2284920" cy="3595320"/>
              <a:chOff x="6523920" y="1959840"/>
              <a:chExt cx="2284920" cy="3595320"/>
            </a:xfrm>
          </p:grpSpPr>
          <p:grpSp>
            <p:nvGrpSpPr>
              <p:cNvPr id="501" name="Group 16"/>
              <p:cNvGrpSpPr/>
              <p:nvPr/>
            </p:nvGrpSpPr>
            <p:grpSpPr>
              <a:xfrm>
                <a:off x="6523920" y="1959840"/>
                <a:ext cx="2284920" cy="3595320"/>
                <a:chOff x="6523920" y="1959840"/>
                <a:chExt cx="2284920" cy="3595320"/>
              </a:xfrm>
            </p:grpSpPr>
            <p:sp>
              <p:nvSpPr>
                <p:cNvPr id="502" name="Freeform 17"/>
                <p:cNvSpPr/>
                <p:nvPr/>
              </p:nvSpPr>
              <p:spPr>
                <a:xfrm>
                  <a:off x="652392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3" name="Freeform 17"/>
                <p:cNvSpPr/>
                <p:nvPr/>
              </p:nvSpPr>
              <p:spPr>
                <a:xfrm>
                  <a:off x="652392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4" name="Oval 17"/>
              <p:cNvSpPr/>
              <p:nvPr/>
            </p:nvSpPr>
            <p:spPr>
              <a:xfrm>
                <a:off x="695304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  <p:grpSp>
          <p:nvGrpSpPr>
            <p:cNvPr id="505" name="Group 20"/>
            <p:cNvGrpSpPr/>
            <p:nvPr/>
          </p:nvGrpSpPr>
          <p:grpSpPr>
            <a:xfrm>
              <a:off x="9672480" y="1959840"/>
              <a:ext cx="2284920" cy="3595320"/>
              <a:chOff x="9672480" y="1959840"/>
              <a:chExt cx="2284920" cy="3595320"/>
            </a:xfrm>
          </p:grpSpPr>
          <p:grpSp>
            <p:nvGrpSpPr>
              <p:cNvPr id="506" name="Group 21"/>
              <p:cNvGrpSpPr/>
              <p:nvPr/>
            </p:nvGrpSpPr>
            <p:grpSpPr>
              <a:xfrm>
                <a:off x="9672480" y="1959840"/>
                <a:ext cx="2284920" cy="3595320"/>
                <a:chOff x="9672480" y="1959840"/>
                <a:chExt cx="2284920" cy="3595320"/>
              </a:xfrm>
            </p:grpSpPr>
            <p:sp>
              <p:nvSpPr>
                <p:cNvPr id="507" name="Freeform 20"/>
                <p:cNvSpPr/>
                <p:nvPr/>
              </p:nvSpPr>
              <p:spPr>
                <a:xfrm>
                  <a:off x="967248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tl" blurRad="177840" dir="2700000" dist="114042" rotWithShape="0">
                    <a:schemeClr val="tx1">
                      <a:alpha val="42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  <p:sp>
              <p:nvSpPr>
                <p:cNvPr id="508" name="Freeform 20"/>
                <p:cNvSpPr/>
                <p:nvPr/>
              </p:nvSpPr>
              <p:spPr>
                <a:xfrm>
                  <a:off x="9672480" y="1959840"/>
                  <a:ext cx="2284920" cy="3595320"/>
                </a:xfrm>
                <a:custGeom>
                  <a:avLst/>
                  <a:gdLst>
                    <a:gd name="textAreaLeft" fmla="*/ 0 w 2284920"/>
                    <a:gd name="textAreaRight" fmla="*/ 2291040 w 2284920"/>
                    <a:gd name="textAreaTop" fmla="*/ 0 h 3595320"/>
                    <a:gd name="textAreaBottom" fmla="*/ 3601440 h 3595320"/>
                  </a:gdLst>
                  <a:ahLst/>
                  <a:rect l="textAreaLeft" t="textAreaTop" r="textAreaRight" b="textAreaBottom"/>
                  <a:pathLst>
                    <a:path w="460" h="722">
                      <a:moveTo>
                        <a:pt x="404" y="722"/>
                      </a:moveTo>
                      <a:cubicBezTo>
                        <a:pt x="56" y="722"/>
                        <a:pt x="56" y="722"/>
                        <a:pt x="56" y="722"/>
                      </a:cubicBezTo>
                      <a:cubicBezTo>
                        <a:pt x="25" y="722"/>
                        <a:pt x="0" y="697"/>
                        <a:pt x="0" y="666"/>
                      </a:cubicBezTo>
                      <a:cubicBezTo>
                        <a:pt x="0" y="56"/>
                        <a:pt x="0" y="56"/>
                        <a:pt x="0" y="56"/>
                      </a:cubicBezTo>
                      <a:cubicBezTo>
                        <a:pt x="0" y="25"/>
                        <a:pt x="25" y="0"/>
                        <a:pt x="56" y="0"/>
                      </a:cubicBezTo>
                      <a:cubicBezTo>
                        <a:pt x="404" y="0"/>
                        <a:pt x="404" y="0"/>
                        <a:pt x="404" y="0"/>
                      </a:cubicBezTo>
                      <a:cubicBezTo>
                        <a:pt x="435" y="0"/>
                        <a:pt x="460" y="25"/>
                        <a:pt x="460" y="56"/>
                      </a:cubicBezTo>
                      <a:cubicBezTo>
                        <a:pt x="460" y="666"/>
                        <a:pt x="460" y="666"/>
                        <a:pt x="460" y="666"/>
                      </a:cubicBezTo>
                      <a:cubicBezTo>
                        <a:pt x="460" y="697"/>
                        <a:pt x="435" y="722"/>
                        <a:pt x="404" y="722"/>
                      </a:cubicBezTo>
                      <a:close/>
                    </a:path>
                  </a:pathLst>
                </a:custGeom>
                <a:solidFill>
                  <a:schemeClr val="bg2"/>
                </a:solidFill>
                <a:ln>
                  <a:noFill/>
                </a:ln>
                <a:effectLst>
                  <a:outerShdw algn="br" blurRad="114480" dir="13500000" dist="114042" rotWithShape="0">
                    <a:schemeClr val="tx2">
                      <a:alpha val="56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rIns="90000" tIns="45000" bIns="45000" anchor="ctr">
                  <a:noAutofit/>
                </a:bodyPr>
                <a:p>
                  <a:pPr algn="ctr" defTabSz="914400">
                    <a:lnSpc>
                      <a:spcPct val="100000"/>
                    </a:lnSpc>
                  </a:pPr>
                  <a:endParaRPr b="0" lang="ru-UA" sz="1800" spc="-1" strike="noStrike">
                    <a:solidFill>
                      <a:schemeClr val="lt1"/>
                    </a:solidFill>
                    <a:latin typeface="Open Sans"/>
                  </a:endParaRPr>
                </a:p>
              </p:txBody>
            </p:sp>
          </p:grpSp>
          <p:sp>
            <p:nvSpPr>
              <p:cNvPr id="509" name="Oval 22"/>
              <p:cNvSpPr/>
              <p:nvPr/>
            </p:nvSpPr>
            <p:spPr>
              <a:xfrm>
                <a:off x="10102680" y="2261160"/>
                <a:ext cx="1437120" cy="1437120"/>
              </a:xfrm>
              <a:prstGeom prst="ellipse">
                <a:avLst/>
              </a:prstGeom>
              <a:gradFill rotWithShape="0">
                <a:gsLst>
                  <a:gs pos="0">
                    <a:srgbClr val="334257"/>
                  </a:gs>
                  <a:gs pos="61000">
                    <a:srgbClr val="242e3d"/>
                  </a:gs>
                </a:gsLst>
                <a:lin ang="13500000"/>
              </a:gradFill>
              <a:ln>
                <a:noFill/>
              </a:ln>
              <a:effectLst>
                <a:innerShdw blurRad="215900" dir="13500000" dist="88900">
                  <a:schemeClr val="bg2">
                    <a:lumMod val="75000"/>
                    <a:alpha val="50000"/>
                  </a:schemeClr>
                </a:inn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sp>
        <p:nvSpPr>
          <p:cNvPr id="510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1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2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13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14" name="Group 34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1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1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17" name="Rectangle 4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1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4532F6E1-2B4F-47AA-9684-C2B769BEBE4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Freeform 30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21" name="Group 5"/>
          <p:cNvGrpSpPr/>
          <p:nvPr/>
        </p:nvGrpSpPr>
        <p:grpSpPr>
          <a:xfrm>
            <a:off x="811800" y="1545120"/>
            <a:ext cx="2892240" cy="4028760"/>
            <a:chOff x="811800" y="1545120"/>
            <a:chExt cx="2892240" cy="4028760"/>
          </a:xfrm>
        </p:grpSpPr>
        <p:sp>
          <p:nvSpPr>
            <p:cNvPr id="522" name="Freeform 6"/>
            <p:cNvSpPr/>
            <p:nvPr/>
          </p:nvSpPr>
          <p:spPr>
            <a:xfrm>
              <a:off x="81180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81180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24" name="Text Placeholder 2"/>
          <p:cNvSpPr/>
          <p:nvPr/>
        </p:nvSpPr>
        <p:spPr>
          <a:xfrm>
            <a:off x="82512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29" name="Group 20"/>
          <p:cNvGrpSpPr/>
          <p:nvPr/>
        </p:nvGrpSpPr>
        <p:grpSpPr>
          <a:xfrm>
            <a:off x="4573440" y="1545120"/>
            <a:ext cx="2892240" cy="4028760"/>
            <a:chOff x="4573440" y="1545120"/>
            <a:chExt cx="2892240" cy="4028760"/>
          </a:xfrm>
        </p:grpSpPr>
        <p:sp>
          <p:nvSpPr>
            <p:cNvPr id="530" name="Freeform 21"/>
            <p:cNvSpPr/>
            <p:nvPr/>
          </p:nvSpPr>
          <p:spPr>
            <a:xfrm>
              <a:off x="457344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1" name="Freeform 30"/>
            <p:cNvSpPr/>
            <p:nvPr/>
          </p:nvSpPr>
          <p:spPr>
            <a:xfrm>
              <a:off x="457344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2" name="Text Placeholder 2"/>
          <p:cNvSpPr/>
          <p:nvPr/>
        </p:nvSpPr>
        <p:spPr>
          <a:xfrm>
            <a:off x="458712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3" name="Group 24"/>
          <p:cNvGrpSpPr/>
          <p:nvPr/>
        </p:nvGrpSpPr>
        <p:grpSpPr>
          <a:xfrm>
            <a:off x="8362080" y="1545120"/>
            <a:ext cx="2892240" cy="4028760"/>
            <a:chOff x="8362080" y="1545120"/>
            <a:chExt cx="2892240" cy="4028760"/>
          </a:xfrm>
        </p:grpSpPr>
        <p:sp>
          <p:nvSpPr>
            <p:cNvPr id="534" name="Freeform 25"/>
            <p:cNvSpPr/>
            <p:nvPr/>
          </p:nvSpPr>
          <p:spPr>
            <a:xfrm>
              <a:off x="836208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5" name="Freeform 30"/>
            <p:cNvSpPr/>
            <p:nvPr/>
          </p:nvSpPr>
          <p:spPr>
            <a:xfrm>
              <a:off x="8362080" y="1545120"/>
              <a:ext cx="2892240" cy="4028760"/>
            </a:xfrm>
            <a:custGeom>
              <a:avLst/>
              <a:gdLst>
                <a:gd name="textAreaLeft" fmla="*/ 0 w 2892240"/>
                <a:gd name="textAreaRight" fmla="*/ 2898360 w 2892240"/>
                <a:gd name="textAreaTop" fmla="*/ 0 h 4028760"/>
                <a:gd name="textAreaBottom" fmla="*/ 4034880 h 4028760"/>
              </a:gdLst>
              <a:ahLst/>
              <a:rect l="textAreaLeft" t="textAreaTop" r="textAreaRight" b="textAreaBottom"/>
              <a:pathLst>
                <a:path w="660" h="918">
                  <a:moveTo>
                    <a:pt x="592" y="918"/>
                  </a:moveTo>
                  <a:cubicBezTo>
                    <a:pt x="69" y="918"/>
                    <a:pt x="69" y="918"/>
                    <a:pt x="69" y="918"/>
                  </a:cubicBezTo>
                  <a:cubicBezTo>
                    <a:pt x="31" y="918"/>
                    <a:pt x="0" y="887"/>
                    <a:pt x="0" y="849"/>
                  </a:cubicBezTo>
                  <a:cubicBezTo>
                    <a:pt x="0" y="69"/>
                    <a:pt x="0" y="69"/>
                    <a:pt x="0" y="69"/>
                  </a:cubicBezTo>
                  <a:cubicBezTo>
                    <a:pt x="0" y="31"/>
                    <a:pt x="31" y="0"/>
                    <a:pt x="69" y="0"/>
                  </a:cubicBezTo>
                  <a:cubicBezTo>
                    <a:pt x="592" y="0"/>
                    <a:pt x="592" y="0"/>
                    <a:pt x="592" y="0"/>
                  </a:cubicBezTo>
                  <a:cubicBezTo>
                    <a:pt x="630" y="0"/>
                    <a:pt x="660" y="31"/>
                    <a:pt x="660" y="69"/>
                  </a:cubicBezTo>
                  <a:cubicBezTo>
                    <a:pt x="660" y="849"/>
                    <a:pt x="660" y="849"/>
                    <a:pt x="660" y="849"/>
                  </a:cubicBezTo>
                  <a:cubicBezTo>
                    <a:pt x="660" y="887"/>
                    <a:pt x="630" y="918"/>
                    <a:pt x="592" y="918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36" name="Text Placeholder 2"/>
          <p:cNvSpPr/>
          <p:nvPr/>
        </p:nvSpPr>
        <p:spPr>
          <a:xfrm>
            <a:off x="8375760" y="1545120"/>
            <a:ext cx="2892240" cy="4028760"/>
          </a:xfrm>
          <a:prstGeom prst="roundRect">
            <a:avLst>
              <a:gd name="adj" fmla="val 11472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537" name="Group 1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3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3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40" name="Rectangle 31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42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0F5453D-974D-4DDA-B5D0-F92DF7DEA8A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3" name="Freeform 51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544" name="Group 5"/>
          <p:cNvGrpSpPr/>
          <p:nvPr/>
        </p:nvGrpSpPr>
        <p:grpSpPr>
          <a:xfrm>
            <a:off x="10181520" y="3993840"/>
            <a:ext cx="346320" cy="351720"/>
            <a:chOff x="10181520" y="3993840"/>
            <a:chExt cx="346320" cy="351720"/>
          </a:xfrm>
        </p:grpSpPr>
        <p:sp>
          <p:nvSpPr>
            <p:cNvPr id="545" name="Oval 12"/>
            <p:cNvSpPr/>
            <p:nvPr/>
          </p:nvSpPr>
          <p:spPr>
            <a:xfrm>
              <a:off x="10272600" y="4090320"/>
              <a:ext cx="1591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6" name="Oval 16"/>
            <p:cNvSpPr/>
            <p:nvPr/>
          </p:nvSpPr>
          <p:spPr>
            <a:xfrm>
              <a:off x="10181520" y="3993840"/>
              <a:ext cx="3463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47" name="Group 8"/>
          <p:cNvGrpSpPr/>
          <p:nvPr/>
        </p:nvGrpSpPr>
        <p:grpSpPr>
          <a:xfrm>
            <a:off x="7273080" y="3992760"/>
            <a:ext cx="346320" cy="351720"/>
            <a:chOff x="7273080" y="3992760"/>
            <a:chExt cx="346320" cy="351720"/>
          </a:xfrm>
        </p:grpSpPr>
        <p:sp>
          <p:nvSpPr>
            <p:cNvPr id="548" name="Oval 13"/>
            <p:cNvSpPr/>
            <p:nvPr/>
          </p:nvSpPr>
          <p:spPr>
            <a:xfrm>
              <a:off x="7363800" y="4089240"/>
              <a:ext cx="1645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49" name="Oval 17"/>
            <p:cNvSpPr/>
            <p:nvPr/>
          </p:nvSpPr>
          <p:spPr>
            <a:xfrm>
              <a:off x="7273080" y="3992760"/>
              <a:ext cx="3463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0" name="Group 11"/>
          <p:cNvGrpSpPr/>
          <p:nvPr/>
        </p:nvGrpSpPr>
        <p:grpSpPr>
          <a:xfrm>
            <a:off x="4402440" y="3992760"/>
            <a:ext cx="351720" cy="351720"/>
            <a:chOff x="4402440" y="3992760"/>
            <a:chExt cx="351720" cy="351720"/>
          </a:xfrm>
        </p:grpSpPr>
        <p:sp>
          <p:nvSpPr>
            <p:cNvPr id="551" name="Oval 14"/>
            <p:cNvSpPr/>
            <p:nvPr/>
          </p:nvSpPr>
          <p:spPr>
            <a:xfrm>
              <a:off x="4498920" y="4089240"/>
              <a:ext cx="1591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2" name="Oval 18"/>
            <p:cNvSpPr/>
            <p:nvPr/>
          </p:nvSpPr>
          <p:spPr>
            <a:xfrm>
              <a:off x="4402440" y="3992760"/>
              <a:ext cx="3517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553" name="Group 14"/>
          <p:cNvGrpSpPr/>
          <p:nvPr/>
        </p:nvGrpSpPr>
        <p:grpSpPr>
          <a:xfrm>
            <a:off x="1364760" y="3992760"/>
            <a:ext cx="351720" cy="351720"/>
            <a:chOff x="1364760" y="3992760"/>
            <a:chExt cx="351720" cy="351720"/>
          </a:xfrm>
        </p:grpSpPr>
        <p:sp>
          <p:nvSpPr>
            <p:cNvPr id="554" name="Oval 15"/>
            <p:cNvSpPr/>
            <p:nvPr/>
          </p:nvSpPr>
          <p:spPr>
            <a:xfrm>
              <a:off x="1459440" y="4089240"/>
              <a:ext cx="160920" cy="159120"/>
            </a:xfrm>
            <a:prstGeom prst="ellipse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555" name="Oval 19"/>
            <p:cNvSpPr/>
            <p:nvPr/>
          </p:nvSpPr>
          <p:spPr>
            <a:xfrm>
              <a:off x="1364760" y="3992760"/>
              <a:ext cx="351720" cy="351720"/>
            </a:xfrm>
            <a:prstGeom prst="ellipse">
              <a:avLst/>
            </a:prstGeom>
            <a:noFill/>
            <a:ln cap="rnd" w="44450">
              <a:solidFill>
                <a:srgbClr val="6e84a6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556" name="Freeform 20"/>
          <p:cNvSpPr/>
          <p:nvPr/>
        </p:nvSpPr>
        <p:spPr>
          <a:xfrm>
            <a:off x="10322280" y="3063240"/>
            <a:ext cx="64800" cy="849600"/>
          </a:xfrm>
          <a:custGeom>
            <a:avLst/>
            <a:gdLst>
              <a:gd name="textAreaLeft" fmla="*/ 0 w 64800"/>
              <a:gd name="textAreaRight" fmla="*/ 70920 w 648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3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3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3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3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3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3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3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3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3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3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3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3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7" name="Freeform 21"/>
          <p:cNvSpPr/>
          <p:nvPr/>
        </p:nvSpPr>
        <p:spPr>
          <a:xfrm>
            <a:off x="7413840" y="3048840"/>
            <a:ext cx="64800" cy="849600"/>
          </a:xfrm>
          <a:custGeom>
            <a:avLst/>
            <a:gdLst>
              <a:gd name="textAreaLeft" fmla="*/ 0 w 64800"/>
              <a:gd name="textAreaRight" fmla="*/ 70920 w 648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8" name="Freeform 22"/>
          <p:cNvSpPr/>
          <p:nvPr/>
        </p:nvSpPr>
        <p:spPr>
          <a:xfrm>
            <a:off x="4550040" y="3059640"/>
            <a:ext cx="63000" cy="849600"/>
          </a:xfrm>
          <a:custGeom>
            <a:avLst/>
            <a:gdLst>
              <a:gd name="textAreaLeft" fmla="*/ 0 w 63000"/>
              <a:gd name="textAreaRight" fmla="*/ 69120 w 630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3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3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3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3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3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3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3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3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3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3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3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3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559" name="Freeform 23"/>
          <p:cNvSpPr/>
          <p:nvPr/>
        </p:nvSpPr>
        <p:spPr>
          <a:xfrm>
            <a:off x="1504800" y="3054240"/>
            <a:ext cx="63000" cy="849600"/>
          </a:xfrm>
          <a:custGeom>
            <a:avLst/>
            <a:gdLst>
              <a:gd name="textAreaLeft" fmla="*/ 0 w 63000"/>
              <a:gd name="textAreaRight" fmla="*/ 69120 w 63000"/>
              <a:gd name="textAreaTop" fmla="*/ 0 h 849600"/>
              <a:gd name="textAreaBottom" fmla="*/ 855720 h 849600"/>
            </a:gdLst>
            <a:ahLst/>
            <a:rect l="textAreaLeft" t="textAreaTop" r="textAreaRight" b="textAreaBottom"/>
            <a:pathLst>
              <a:path w="16" h="196">
                <a:moveTo>
                  <a:pt x="0" y="188"/>
                </a:moveTo>
                <a:cubicBezTo>
                  <a:pt x="0" y="183"/>
                  <a:pt x="4" y="180"/>
                  <a:pt x="8" y="180"/>
                </a:cubicBezTo>
                <a:cubicBezTo>
                  <a:pt x="8" y="180"/>
                  <a:pt x="8" y="180"/>
                  <a:pt x="8" y="180"/>
                </a:cubicBezTo>
                <a:cubicBezTo>
                  <a:pt x="12" y="180"/>
                  <a:pt x="16" y="183"/>
                  <a:pt x="16" y="188"/>
                </a:cubicBezTo>
                <a:cubicBezTo>
                  <a:pt x="16" y="188"/>
                  <a:pt x="16" y="188"/>
                  <a:pt x="16" y="188"/>
                </a:cubicBezTo>
                <a:cubicBezTo>
                  <a:pt x="16" y="192"/>
                  <a:pt x="12" y="196"/>
                  <a:pt x="8" y="196"/>
                </a:cubicBezTo>
                <a:cubicBezTo>
                  <a:pt x="8" y="196"/>
                  <a:pt x="8" y="196"/>
                  <a:pt x="8" y="196"/>
                </a:cubicBezTo>
                <a:cubicBezTo>
                  <a:pt x="4" y="196"/>
                  <a:pt x="0" y="192"/>
                  <a:pt x="0" y="188"/>
                </a:cubicBezTo>
                <a:close/>
                <a:moveTo>
                  <a:pt x="0" y="152"/>
                </a:moveTo>
                <a:cubicBezTo>
                  <a:pt x="0" y="147"/>
                  <a:pt x="4" y="144"/>
                  <a:pt x="8" y="144"/>
                </a:cubicBezTo>
                <a:cubicBezTo>
                  <a:pt x="8" y="144"/>
                  <a:pt x="8" y="144"/>
                  <a:pt x="8" y="144"/>
                </a:cubicBezTo>
                <a:cubicBezTo>
                  <a:pt x="12" y="144"/>
                  <a:pt x="16" y="147"/>
                  <a:pt x="16" y="152"/>
                </a:cubicBezTo>
                <a:cubicBezTo>
                  <a:pt x="16" y="152"/>
                  <a:pt x="16" y="152"/>
                  <a:pt x="16" y="152"/>
                </a:cubicBezTo>
                <a:cubicBezTo>
                  <a:pt x="16" y="156"/>
                  <a:pt x="12" y="160"/>
                  <a:pt x="8" y="160"/>
                </a:cubicBezTo>
                <a:cubicBezTo>
                  <a:pt x="8" y="160"/>
                  <a:pt x="8" y="160"/>
                  <a:pt x="8" y="160"/>
                </a:cubicBezTo>
                <a:cubicBezTo>
                  <a:pt x="4" y="160"/>
                  <a:pt x="0" y="156"/>
                  <a:pt x="0" y="152"/>
                </a:cubicBezTo>
                <a:close/>
                <a:moveTo>
                  <a:pt x="0" y="116"/>
                </a:moveTo>
                <a:cubicBezTo>
                  <a:pt x="0" y="111"/>
                  <a:pt x="4" y="108"/>
                  <a:pt x="8" y="108"/>
                </a:cubicBezTo>
                <a:cubicBezTo>
                  <a:pt x="8" y="108"/>
                  <a:pt x="8" y="108"/>
                  <a:pt x="8" y="108"/>
                </a:cubicBezTo>
                <a:cubicBezTo>
                  <a:pt x="12" y="108"/>
                  <a:pt x="16" y="111"/>
                  <a:pt x="16" y="116"/>
                </a:cubicBezTo>
                <a:cubicBezTo>
                  <a:pt x="16" y="116"/>
                  <a:pt x="16" y="116"/>
                  <a:pt x="16" y="116"/>
                </a:cubicBezTo>
                <a:cubicBezTo>
                  <a:pt x="16" y="120"/>
                  <a:pt x="12" y="124"/>
                  <a:pt x="8" y="124"/>
                </a:cubicBezTo>
                <a:cubicBezTo>
                  <a:pt x="8" y="124"/>
                  <a:pt x="8" y="124"/>
                  <a:pt x="8" y="124"/>
                </a:cubicBezTo>
                <a:cubicBezTo>
                  <a:pt x="4" y="124"/>
                  <a:pt x="0" y="120"/>
                  <a:pt x="0" y="116"/>
                </a:cubicBezTo>
                <a:close/>
                <a:moveTo>
                  <a:pt x="0" y="80"/>
                </a:moveTo>
                <a:cubicBezTo>
                  <a:pt x="0" y="75"/>
                  <a:pt x="4" y="72"/>
                  <a:pt x="8" y="72"/>
                </a:cubicBezTo>
                <a:cubicBezTo>
                  <a:pt x="8" y="72"/>
                  <a:pt x="8" y="72"/>
                  <a:pt x="8" y="72"/>
                </a:cubicBezTo>
                <a:cubicBezTo>
                  <a:pt x="12" y="72"/>
                  <a:pt x="16" y="75"/>
                  <a:pt x="16" y="80"/>
                </a:cubicBezTo>
                <a:cubicBezTo>
                  <a:pt x="16" y="80"/>
                  <a:pt x="16" y="80"/>
                  <a:pt x="16" y="80"/>
                </a:cubicBezTo>
                <a:cubicBezTo>
                  <a:pt x="16" y="84"/>
                  <a:pt x="12" y="88"/>
                  <a:pt x="8" y="88"/>
                </a:cubicBezTo>
                <a:cubicBezTo>
                  <a:pt x="8" y="88"/>
                  <a:pt x="8" y="88"/>
                  <a:pt x="8" y="88"/>
                </a:cubicBezTo>
                <a:cubicBezTo>
                  <a:pt x="4" y="88"/>
                  <a:pt x="0" y="84"/>
                  <a:pt x="0" y="80"/>
                </a:cubicBezTo>
                <a:close/>
                <a:moveTo>
                  <a:pt x="0" y="44"/>
                </a:moveTo>
                <a:cubicBezTo>
                  <a:pt x="0" y="39"/>
                  <a:pt x="4" y="36"/>
                  <a:pt x="8" y="36"/>
                </a:cubicBezTo>
                <a:cubicBezTo>
                  <a:pt x="8" y="36"/>
                  <a:pt x="8" y="36"/>
                  <a:pt x="8" y="36"/>
                </a:cubicBezTo>
                <a:cubicBezTo>
                  <a:pt x="12" y="36"/>
                  <a:pt x="16" y="39"/>
                  <a:pt x="16" y="44"/>
                </a:cubicBezTo>
                <a:cubicBezTo>
                  <a:pt x="16" y="44"/>
                  <a:pt x="16" y="44"/>
                  <a:pt x="16" y="44"/>
                </a:cubicBezTo>
                <a:cubicBezTo>
                  <a:pt x="16" y="48"/>
                  <a:pt x="12" y="52"/>
                  <a:pt x="8" y="52"/>
                </a:cubicBezTo>
                <a:cubicBezTo>
                  <a:pt x="8" y="52"/>
                  <a:pt x="8" y="52"/>
                  <a:pt x="8" y="52"/>
                </a:cubicBezTo>
                <a:cubicBezTo>
                  <a:pt x="4" y="52"/>
                  <a:pt x="0" y="48"/>
                  <a:pt x="0" y="44"/>
                </a:cubicBezTo>
                <a:close/>
                <a:moveTo>
                  <a:pt x="0" y="8"/>
                </a:moveTo>
                <a:cubicBezTo>
                  <a:pt x="0" y="3"/>
                  <a:pt x="4" y="0"/>
                  <a:pt x="8" y="0"/>
                </a:cubicBezTo>
                <a:cubicBezTo>
                  <a:pt x="8" y="0"/>
                  <a:pt x="8" y="0"/>
                  <a:pt x="8" y="0"/>
                </a:cubicBezTo>
                <a:cubicBezTo>
                  <a:pt x="12" y="0"/>
                  <a:pt x="16" y="3"/>
                  <a:pt x="16" y="8"/>
                </a:cubicBezTo>
                <a:cubicBezTo>
                  <a:pt x="16" y="8"/>
                  <a:pt x="16" y="8"/>
                  <a:pt x="16" y="8"/>
                </a:cubicBezTo>
                <a:cubicBezTo>
                  <a:pt x="16" y="12"/>
                  <a:pt x="12" y="16"/>
                  <a:pt x="8" y="16"/>
                </a:cubicBezTo>
                <a:cubicBezTo>
                  <a:pt x="8" y="16"/>
                  <a:pt x="8" y="16"/>
                  <a:pt x="8" y="16"/>
                </a:cubicBezTo>
                <a:cubicBezTo>
                  <a:pt x="4" y="16"/>
                  <a:pt x="0" y="12"/>
                  <a:pt x="0" y="8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60" name="Group 54"/>
          <p:cNvGrpSpPr/>
          <p:nvPr/>
        </p:nvGrpSpPr>
        <p:grpSpPr>
          <a:xfrm>
            <a:off x="524520" y="986040"/>
            <a:ext cx="2170440" cy="2172240"/>
            <a:chOff x="524520" y="986040"/>
            <a:chExt cx="2170440" cy="2172240"/>
          </a:xfrm>
        </p:grpSpPr>
        <p:sp>
          <p:nvSpPr>
            <p:cNvPr id="561" name="Freeform 6"/>
            <p:cNvSpPr/>
            <p:nvPr/>
          </p:nvSpPr>
          <p:spPr>
            <a:xfrm>
              <a:off x="524520" y="98604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2" name="Freeform 6"/>
            <p:cNvSpPr/>
            <p:nvPr/>
          </p:nvSpPr>
          <p:spPr>
            <a:xfrm>
              <a:off x="524520" y="98604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3" name="Group 58"/>
          <p:cNvGrpSpPr/>
          <p:nvPr/>
        </p:nvGrpSpPr>
        <p:grpSpPr>
          <a:xfrm>
            <a:off x="3493080" y="979920"/>
            <a:ext cx="2170440" cy="2172240"/>
            <a:chOff x="3493080" y="979920"/>
            <a:chExt cx="2170440" cy="2172240"/>
          </a:xfrm>
        </p:grpSpPr>
        <p:sp>
          <p:nvSpPr>
            <p:cNvPr id="564" name="Freeform 6"/>
            <p:cNvSpPr/>
            <p:nvPr/>
          </p:nvSpPr>
          <p:spPr>
            <a:xfrm>
              <a:off x="349308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5" name="Freeform 6"/>
            <p:cNvSpPr/>
            <p:nvPr/>
          </p:nvSpPr>
          <p:spPr>
            <a:xfrm>
              <a:off x="349308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6" name="Group 62"/>
          <p:cNvGrpSpPr/>
          <p:nvPr/>
        </p:nvGrpSpPr>
        <p:grpSpPr>
          <a:xfrm>
            <a:off x="6459120" y="979920"/>
            <a:ext cx="2170440" cy="2172240"/>
            <a:chOff x="6459120" y="979920"/>
            <a:chExt cx="2170440" cy="2172240"/>
          </a:xfrm>
        </p:grpSpPr>
        <p:sp>
          <p:nvSpPr>
            <p:cNvPr id="567" name="Freeform 6"/>
            <p:cNvSpPr/>
            <p:nvPr/>
          </p:nvSpPr>
          <p:spPr>
            <a:xfrm>
              <a:off x="645912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68" name="Freeform 6"/>
            <p:cNvSpPr/>
            <p:nvPr/>
          </p:nvSpPr>
          <p:spPr>
            <a:xfrm>
              <a:off x="645912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569" name="Group 66"/>
          <p:cNvGrpSpPr/>
          <p:nvPr/>
        </p:nvGrpSpPr>
        <p:grpSpPr>
          <a:xfrm>
            <a:off x="9425160" y="979920"/>
            <a:ext cx="2170440" cy="2172240"/>
            <a:chOff x="9425160" y="979920"/>
            <a:chExt cx="2170440" cy="2172240"/>
          </a:xfrm>
        </p:grpSpPr>
        <p:sp>
          <p:nvSpPr>
            <p:cNvPr id="570" name="Freeform 6"/>
            <p:cNvSpPr/>
            <p:nvPr/>
          </p:nvSpPr>
          <p:spPr>
            <a:xfrm>
              <a:off x="942516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27080" dir="2700000" dist="75858" rotWithShape="0">
                <a:schemeClr val="tx1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1" name="Freeform 6"/>
            <p:cNvSpPr/>
            <p:nvPr/>
          </p:nvSpPr>
          <p:spPr>
            <a:xfrm>
              <a:off x="9425160" y="979920"/>
              <a:ext cx="2170440" cy="2172240"/>
            </a:xfrm>
            <a:custGeom>
              <a:avLst/>
              <a:gdLst>
                <a:gd name="textAreaLeft" fmla="*/ 0 w 2170440"/>
                <a:gd name="textAreaRight" fmla="*/ 2176560 w 2170440"/>
                <a:gd name="textAreaTop" fmla="*/ 0 h 2172240"/>
                <a:gd name="textAreaBottom" fmla="*/ 2178360 h 2172240"/>
              </a:gdLst>
              <a:ahLst/>
              <a:rect l="textAreaLeft" t="textAreaTop" r="textAreaRight" b="textAreaBottom"/>
              <a:pathLst>
                <a:path w="473" h="473">
                  <a:moveTo>
                    <a:pt x="447" y="473"/>
                  </a:moveTo>
                  <a:cubicBezTo>
                    <a:pt x="25" y="473"/>
                    <a:pt x="25" y="473"/>
                    <a:pt x="25" y="473"/>
                  </a:cubicBezTo>
                  <a:cubicBezTo>
                    <a:pt x="11" y="473"/>
                    <a:pt x="0" y="462"/>
                    <a:pt x="0" y="448"/>
                  </a:cubicBezTo>
                  <a:cubicBezTo>
                    <a:pt x="0" y="26"/>
                    <a:pt x="0" y="26"/>
                    <a:pt x="0" y="26"/>
                  </a:cubicBezTo>
                  <a:cubicBezTo>
                    <a:pt x="0" y="12"/>
                    <a:pt x="11" y="0"/>
                    <a:pt x="25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62" y="0"/>
                    <a:pt x="473" y="12"/>
                    <a:pt x="473" y="26"/>
                  </a:cubicBezTo>
                  <a:cubicBezTo>
                    <a:pt x="473" y="448"/>
                    <a:pt x="473" y="448"/>
                    <a:pt x="473" y="448"/>
                  </a:cubicBezTo>
                  <a:cubicBezTo>
                    <a:pt x="473" y="462"/>
                    <a:pt x="462" y="473"/>
                    <a:pt x="447" y="473"/>
                  </a:cubicBezTo>
                  <a:close/>
                  <a:moveTo>
                    <a:pt x="52" y="447"/>
                  </a:moveTo>
                  <a:cubicBezTo>
                    <a:pt x="421" y="447"/>
                    <a:pt x="421" y="447"/>
                    <a:pt x="421" y="447"/>
                  </a:cubicBezTo>
                  <a:cubicBezTo>
                    <a:pt x="435" y="447"/>
                    <a:pt x="446" y="435"/>
                    <a:pt x="446" y="421"/>
                  </a:cubicBezTo>
                  <a:cubicBezTo>
                    <a:pt x="446" y="53"/>
                    <a:pt x="446" y="53"/>
                    <a:pt x="446" y="53"/>
                  </a:cubicBezTo>
                  <a:cubicBezTo>
                    <a:pt x="446" y="38"/>
                    <a:pt x="435" y="27"/>
                    <a:pt x="421" y="27"/>
                  </a:cubicBezTo>
                  <a:cubicBezTo>
                    <a:pt x="52" y="27"/>
                    <a:pt x="52" y="27"/>
                    <a:pt x="52" y="27"/>
                  </a:cubicBezTo>
                  <a:cubicBezTo>
                    <a:pt x="38" y="27"/>
                    <a:pt x="26" y="38"/>
                    <a:pt x="26" y="53"/>
                  </a:cubicBezTo>
                  <a:cubicBezTo>
                    <a:pt x="26" y="421"/>
                    <a:pt x="26" y="421"/>
                    <a:pt x="26" y="421"/>
                  </a:cubicBezTo>
                  <a:cubicBezTo>
                    <a:pt x="26" y="435"/>
                    <a:pt x="38" y="447"/>
                    <a:pt x="52" y="447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28600" dir="13191929" dist="88176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7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576" name="Group 47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57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57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579" name="Rectangle 52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58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D121B96-3EEE-4129-96F0-E3B5190DC33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Freeform 97"/>
          <p:cNvSpPr/>
          <p:nvPr/>
        </p:nvSpPr>
        <p:spPr>
          <a:xfrm rot="370200">
            <a:off x="-2117160" y="-15332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583" name="Freeform 13"/>
          <p:cNvSpPr/>
          <p:nvPr/>
        </p:nvSpPr>
        <p:spPr>
          <a:xfrm>
            <a:off x="10452240" y="3330720"/>
            <a:ext cx="978120" cy="92160"/>
          </a:xfrm>
          <a:custGeom>
            <a:avLst/>
            <a:gdLst>
              <a:gd name="textAreaLeft" fmla="*/ 0 w 978120"/>
              <a:gd name="textAreaRight" fmla="*/ 984240 w 978120"/>
              <a:gd name="textAreaTop" fmla="*/ 0 h 92160"/>
              <a:gd name="textAreaBottom" fmla="*/ 98280 h 92160"/>
            </a:gdLst>
            <a:ahLst/>
            <a:rect l="textAreaLeft" t="textAreaTop" r="textAreaRight" b="textAreaBottom"/>
            <a:pathLst>
              <a:path w="259" h="26">
                <a:moveTo>
                  <a:pt x="259" y="26"/>
                </a:moveTo>
                <a:cubicBezTo>
                  <a:pt x="26" y="26"/>
                  <a:pt x="26" y="26"/>
                  <a:pt x="26" y="26"/>
                </a:cubicBezTo>
                <a:cubicBezTo>
                  <a:pt x="26" y="12"/>
                  <a:pt x="14" y="0"/>
                  <a:pt x="0" y="0"/>
                </a:cubicBezTo>
              </a:path>
            </a:pathLst>
          </a:custGeom>
          <a:noFill/>
          <a:ln cap="rnd" w="3810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584" name="Group 6"/>
          <p:cNvGrpSpPr/>
          <p:nvPr/>
        </p:nvGrpSpPr>
        <p:grpSpPr>
          <a:xfrm>
            <a:off x="1744560" y="2349360"/>
            <a:ext cx="1163520" cy="1073520"/>
            <a:chOff x="1744560" y="2349360"/>
            <a:chExt cx="1163520" cy="1073520"/>
          </a:xfrm>
        </p:grpSpPr>
        <p:sp>
          <p:nvSpPr>
            <p:cNvPr id="585" name="Freeform 6"/>
            <p:cNvSpPr/>
            <p:nvPr/>
          </p:nvSpPr>
          <p:spPr>
            <a:xfrm>
              <a:off x="174456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2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86" name="Group 8"/>
            <p:cNvGrpSpPr/>
            <p:nvPr/>
          </p:nvGrpSpPr>
          <p:grpSpPr>
            <a:xfrm>
              <a:off x="2743560" y="2349360"/>
              <a:ext cx="164520" cy="164520"/>
              <a:chOff x="2743560" y="2349360"/>
              <a:chExt cx="164520" cy="164520"/>
            </a:xfrm>
          </p:grpSpPr>
          <p:sp>
            <p:nvSpPr>
              <p:cNvPr id="587" name="Oval 9"/>
              <p:cNvSpPr/>
              <p:nvPr/>
            </p:nvSpPr>
            <p:spPr>
              <a:xfrm>
                <a:off x="274356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88" name="Oval 28"/>
              <p:cNvSpPr/>
              <p:nvPr/>
            </p:nvSpPr>
            <p:spPr>
              <a:xfrm>
                <a:off x="278676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89" name="Group 11"/>
          <p:cNvGrpSpPr/>
          <p:nvPr/>
        </p:nvGrpSpPr>
        <p:grpSpPr>
          <a:xfrm>
            <a:off x="3921120" y="2349360"/>
            <a:ext cx="1168200" cy="1073520"/>
            <a:chOff x="3921120" y="2349360"/>
            <a:chExt cx="1168200" cy="1073520"/>
          </a:xfrm>
        </p:grpSpPr>
        <p:sp>
          <p:nvSpPr>
            <p:cNvPr id="590" name="Freeform 7"/>
            <p:cNvSpPr/>
            <p:nvPr/>
          </p:nvSpPr>
          <p:spPr>
            <a:xfrm>
              <a:off x="392112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60" y="245"/>
                    <a:pt x="260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1" name="Group 13"/>
            <p:cNvGrpSpPr/>
            <p:nvPr/>
          </p:nvGrpSpPr>
          <p:grpSpPr>
            <a:xfrm>
              <a:off x="4924800" y="2349360"/>
              <a:ext cx="164520" cy="164520"/>
              <a:chOff x="4924800" y="2349360"/>
              <a:chExt cx="164520" cy="164520"/>
            </a:xfrm>
          </p:grpSpPr>
          <p:sp>
            <p:nvSpPr>
              <p:cNvPr id="592" name="Oval 14"/>
              <p:cNvSpPr/>
              <p:nvPr/>
            </p:nvSpPr>
            <p:spPr>
              <a:xfrm>
                <a:off x="492480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3" name="Oval 28"/>
              <p:cNvSpPr/>
              <p:nvPr/>
            </p:nvSpPr>
            <p:spPr>
              <a:xfrm>
                <a:off x="496800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4" name="Group 16"/>
          <p:cNvGrpSpPr/>
          <p:nvPr/>
        </p:nvGrpSpPr>
        <p:grpSpPr>
          <a:xfrm>
            <a:off x="6097680" y="2349360"/>
            <a:ext cx="1159560" cy="1073520"/>
            <a:chOff x="6097680" y="2349360"/>
            <a:chExt cx="1159560" cy="1073520"/>
          </a:xfrm>
        </p:grpSpPr>
        <p:sp>
          <p:nvSpPr>
            <p:cNvPr id="595" name="Freeform 8"/>
            <p:cNvSpPr/>
            <p:nvPr/>
          </p:nvSpPr>
          <p:spPr>
            <a:xfrm>
              <a:off x="609768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596" name="Group 18"/>
            <p:cNvGrpSpPr/>
            <p:nvPr/>
          </p:nvGrpSpPr>
          <p:grpSpPr>
            <a:xfrm>
              <a:off x="7092720" y="2349360"/>
              <a:ext cx="164520" cy="164520"/>
              <a:chOff x="7092720" y="2349360"/>
              <a:chExt cx="164520" cy="164520"/>
            </a:xfrm>
          </p:grpSpPr>
          <p:sp>
            <p:nvSpPr>
              <p:cNvPr id="597" name="Oval 19"/>
              <p:cNvSpPr/>
              <p:nvPr/>
            </p:nvSpPr>
            <p:spPr>
              <a:xfrm>
                <a:off x="709272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598" name="Oval 28"/>
              <p:cNvSpPr/>
              <p:nvPr/>
            </p:nvSpPr>
            <p:spPr>
              <a:xfrm>
                <a:off x="713592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599" name="Group 21"/>
          <p:cNvGrpSpPr/>
          <p:nvPr/>
        </p:nvGrpSpPr>
        <p:grpSpPr>
          <a:xfrm>
            <a:off x="8273880" y="2349360"/>
            <a:ext cx="1157400" cy="1073520"/>
            <a:chOff x="8273880" y="2349360"/>
            <a:chExt cx="1157400" cy="1073520"/>
          </a:xfrm>
        </p:grpSpPr>
        <p:sp>
          <p:nvSpPr>
            <p:cNvPr id="600" name="Freeform 15"/>
            <p:cNvSpPr/>
            <p:nvPr/>
          </p:nvSpPr>
          <p:spPr>
            <a:xfrm>
              <a:off x="8273880" y="244152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0"/>
                  </a:moveTo>
                  <a:cubicBezTo>
                    <a:pt x="286" y="233"/>
                    <a:pt x="286" y="233"/>
                    <a:pt x="286" y="233"/>
                  </a:cubicBezTo>
                  <a:cubicBezTo>
                    <a:pt x="271" y="233"/>
                    <a:pt x="259" y="245"/>
                    <a:pt x="259" y="259"/>
                  </a:cubicBezTo>
                  <a:cubicBezTo>
                    <a:pt x="27" y="259"/>
                    <a:pt x="27" y="259"/>
                    <a:pt x="27" y="259"/>
                  </a:cubicBezTo>
                  <a:cubicBezTo>
                    <a:pt x="27" y="245"/>
                    <a:pt x="15" y="233"/>
                    <a:pt x="0" y="233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1" name="Group 23"/>
            <p:cNvGrpSpPr/>
            <p:nvPr/>
          </p:nvGrpSpPr>
          <p:grpSpPr>
            <a:xfrm>
              <a:off x="9266760" y="2349360"/>
              <a:ext cx="164520" cy="164520"/>
              <a:chOff x="9266760" y="2349360"/>
              <a:chExt cx="164520" cy="164520"/>
            </a:xfrm>
          </p:grpSpPr>
          <p:sp>
            <p:nvSpPr>
              <p:cNvPr id="602" name="Oval 24"/>
              <p:cNvSpPr/>
              <p:nvPr/>
            </p:nvSpPr>
            <p:spPr>
              <a:xfrm>
                <a:off x="9266760" y="234936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3" name="Oval 28"/>
              <p:cNvSpPr/>
              <p:nvPr/>
            </p:nvSpPr>
            <p:spPr>
              <a:xfrm>
                <a:off x="9309960" y="239256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4" name="Group 26"/>
          <p:cNvGrpSpPr/>
          <p:nvPr/>
        </p:nvGrpSpPr>
        <p:grpSpPr>
          <a:xfrm>
            <a:off x="758880" y="3429000"/>
            <a:ext cx="1062360" cy="1063800"/>
            <a:chOff x="758880" y="3429000"/>
            <a:chExt cx="1062360" cy="1063800"/>
          </a:xfrm>
        </p:grpSpPr>
        <p:sp>
          <p:nvSpPr>
            <p:cNvPr id="605" name="Freeform 9"/>
            <p:cNvSpPr/>
            <p:nvPr/>
          </p:nvSpPr>
          <p:spPr>
            <a:xfrm>
              <a:off x="758880" y="3429000"/>
              <a:ext cx="979560" cy="984600"/>
            </a:xfrm>
            <a:custGeom>
              <a:avLst/>
              <a:gdLst>
                <a:gd name="textAreaLeft" fmla="*/ 0 w 979560"/>
                <a:gd name="textAreaRight" fmla="*/ 985680 w 979560"/>
                <a:gd name="textAreaTop" fmla="*/ 0 h 984600"/>
                <a:gd name="textAreaBottom" fmla="*/ 990720 h 984600"/>
              </a:gdLst>
              <a:ahLst/>
              <a:rect l="textAreaLeft" t="textAreaTop" r="textAreaRight" b="textAreaBottom"/>
              <a:pathLst>
                <a:path w="259" h="260">
                  <a:moveTo>
                    <a:pt x="259" y="260"/>
                  </a:moveTo>
                  <a:cubicBezTo>
                    <a:pt x="259" y="27"/>
                    <a:pt x="259" y="27"/>
                    <a:pt x="259" y="27"/>
                  </a:cubicBezTo>
                  <a:cubicBezTo>
                    <a:pt x="245" y="27"/>
                    <a:pt x="233" y="15"/>
                    <a:pt x="233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06" name="Group 28"/>
            <p:cNvGrpSpPr/>
            <p:nvPr/>
          </p:nvGrpSpPr>
          <p:grpSpPr>
            <a:xfrm>
              <a:off x="1656720" y="4328280"/>
              <a:ext cx="164520" cy="164520"/>
              <a:chOff x="1656720" y="4328280"/>
              <a:chExt cx="164520" cy="164520"/>
            </a:xfrm>
          </p:grpSpPr>
          <p:sp>
            <p:nvSpPr>
              <p:cNvPr id="607" name="Oval 29"/>
              <p:cNvSpPr/>
              <p:nvPr/>
            </p:nvSpPr>
            <p:spPr>
              <a:xfrm>
                <a:off x="16567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08" name="Oval 28"/>
              <p:cNvSpPr/>
              <p:nvPr/>
            </p:nvSpPr>
            <p:spPr>
              <a:xfrm>
                <a:off x="169956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09" name="Group 31"/>
          <p:cNvGrpSpPr/>
          <p:nvPr/>
        </p:nvGrpSpPr>
        <p:grpSpPr>
          <a:xfrm>
            <a:off x="2833560" y="3432240"/>
            <a:ext cx="1168920" cy="1060560"/>
            <a:chOff x="2833560" y="3432240"/>
            <a:chExt cx="1168920" cy="1060560"/>
          </a:xfrm>
        </p:grpSpPr>
        <p:sp>
          <p:nvSpPr>
            <p:cNvPr id="610" name="Freeform 10"/>
            <p:cNvSpPr/>
            <p:nvPr/>
          </p:nvSpPr>
          <p:spPr>
            <a:xfrm>
              <a:off x="283356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60" y="14"/>
                    <a:pt x="260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1" name="Group 33"/>
            <p:cNvGrpSpPr/>
            <p:nvPr/>
          </p:nvGrpSpPr>
          <p:grpSpPr>
            <a:xfrm>
              <a:off x="3837960" y="4328280"/>
              <a:ext cx="164520" cy="164520"/>
              <a:chOff x="3837960" y="4328280"/>
              <a:chExt cx="164520" cy="164520"/>
            </a:xfrm>
          </p:grpSpPr>
          <p:sp>
            <p:nvSpPr>
              <p:cNvPr id="612" name="Oval 34"/>
              <p:cNvSpPr/>
              <p:nvPr/>
            </p:nvSpPr>
            <p:spPr>
              <a:xfrm>
                <a:off x="383796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3" name="Oval 28"/>
              <p:cNvSpPr/>
              <p:nvPr/>
            </p:nvSpPr>
            <p:spPr>
              <a:xfrm>
                <a:off x="388080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4" name="Group 36"/>
          <p:cNvGrpSpPr/>
          <p:nvPr/>
        </p:nvGrpSpPr>
        <p:grpSpPr>
          <a:xfrm>
            <a:off x="5010120" y="3432240"/>
            <a:ext cx="1159920" cy="1060560"/>
            <a:chOff x="5010120" y="3432240"/>
            <a:chExt cx="1159920" cy="1060560"/>
          </a:xfrm>
        </p:grpSpPr>
        <p:sp>
          <p:nvSpPr>
            <p:cNvPr id="615" name="Freeform 11"/>
            <p:cNvSpPr/>
            <p:nvPr/>
          </p:nvSpPr>
          <p:spPr>
            <a:xfrm>
              <a:off x="501012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16" name="Group 38"/>
            <p:cNvGrpSpPr/>
            <p:nvPr/>
          </p:nvGrpSpPr>
          <p:grpSpPr>
            <a:xfrm>
              <a:off x="6005520" y="4328280"/>
              <a:ext cx="164520" cy="164520"/>
              <a:chOff x="6005520" y="4328280"/>
              <a:chExt cx="164520" cy="164520"/>
            </a:xfrm>
          </p:grpSpPr>
          <p:sp>
            <p:nvSpPr>
              <p:cNvPr id="617" name="Oval 39"/>
              <p:cNvSpPr/>
              <p:nvPr/>
            </p:nvSpPr>
            <p:spPr>
              <a:xfrm>
                <a:off x="60055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18" name="Oval 28"/>
              <p:cNvSpPr/>
              <p:nvPr/>
            </p:nvSpPr>
            <p:spPr>
              <a:xfrm>
                <a:off x="604872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19" name="Group 41"/>
          <p:cNvGrpSpPr/>
          <p:nvPr/>
        </p:nvGrpSpPr>
        <p:grpSpPr>
          <a:xfrm>
            <a:off x="7186680" y="3432240"/>
            <a:ext cx="1157400" cy="1060560"/>
            <a:chOff x="7186680" y="3432240"/>
            <a:chExt cx="1157400" cy="1060560"/>
          </a:xfrm>
        </p:grpSpPr>
        <p:sp>
          <p:nvSpPr>
            <p:cNvPr id="620" name="Freeform 12"/>
            <p:cNvSpPr/>
            <p:nvPr/>
          </p:nvSpPr>
          <p:spPr>
            <a:xfrm>
              <a:off x="7186680" y="3432240"/>
              <a:ext cx="1081440" cy="981360"/>
            </a:xfrm>
            <a:custGeom>
              <a:avLst/>
              <a:gdLst>
                <a:gd name="textAreaLeft" fmla="*/ 0 w 1081440"/>
                <a:gd name="textAreaRight" fmla="*/ 1087560 w 108144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7" y="0"/>
                    <a:pt x="27" y="0"/>
                    <a:pt x="27" y="0"/>
                  </a:cubicBezTo>
                  <a:cubicBezTo>
                    <a:pt x="27" y="14"/>
                    <a:pt x="15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21" name="Group 43"/>
            <p:cNvGrpSpPr/>
            <p:nvPr/>
          </p:nvGrpSpPr>
          <p:grpSpPr>
            <a:xfrm>
              <a:off x="8179560" y="4328280"/>
              <a:ext cx="164520" cy="164520"/>
              <a:chOff x="8179560" y="4328280"/>
              <a:chExt cx="164520" cy="164520"/>
            </a:xfrm>
          </p:grpSpPr>
          <p:sp>
            <p:nvSpPr>
              <p:cNvPr id="622" name="Oval 44"/>
              <p:cNvSpPr/>
              <p:nvPr/>
            </p:nvSpPr>
            <p:spPr>
              <a:xfrm>
                <a:off x="817956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23" name="Oval 28"/>
              <p:cNvSpPr/>
              <p:nvPr/>
            </p:nvSpPr>
            <p:spPr>
              <a:xfrm>
                <a:off x="822276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24" name="Group 46"/>
          <p:cNvGrpSpPr/>
          <p:nvPr/>
        </p:nvGrpSpPr>
        <p:grpSpPr>
          <a:xfrm>
            <a:off x="1656720" y="3344760"/>
            <a:ext cx="164520" cy="164520"/>
            <a:chOff x="1656720" y="3344760"/>
            <a:chExt cx="164520" cy="164520"/>
          </a:xfrm>
        </p:grpSpPr>
        <p:sp>
          <p:nvSpPr>
            <p:cNvPr id="625" name="Oval 47"/>
            <p:cNvSpPr/>
            <p:nvPr/>
          </p:nvSpPr>
          <p:spPr>
            <a:xfrm>
              <a:off x="165672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6" name="Oval 28"/>
            <p:cNvSpPr/>
            <p:nvPr/>
          </p:nvSpPr>
          <p:spPr>
            <a:xfrm>
              <a:off x="169956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27" name="Group 49"/>
          <p:cNvGrpSpPr/>
          <p:nvPr/>
        </p:nvGrpSpPr>
        <p:grpSpPr>
          <a:xfrm>
            <a:off x="2746800" y="3344760"/>
            <a:ext cx="164520" cy="164520"/>
            <a:chOff x="2746800" y="3344760"/>
            <a:chExt cx="164520" cy="164520"/>
          </a:xfrm>
        </p:grpSpPr>
        <p:sp>
          <p:nvSpPr>
            <p:cNvPr id="628" name="Oval 50"/>
            <p:cNvSpPr/>
            <p:nvPr/>
          </p:nvSpPr>
          <p:spPr>
            <a:xfrm>
              <a:off x="27468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29" name="Oval 28"/>
            <p:cNvSpPr/>
            <p:nvPr/>
          </p:nvSpPr>
          <p:spPr>
            <a:xfrm>
              <a:off x="27900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0" name="Group 52"/>
          <p:cNvGrpSpPr/>
          <p:nvPr/>
        </p:nvGrpSpPr>
        <p:grpSpPr>
          <a:xfrm>
            <a:off x="3832200" y="3344760"/>
            <a:ext cx="164520" cy="164520"/>
            <a:chOff x="3832200" y="3344760"/>
            <a:chExt cx="164520" cy="164520"/>
          </a:xfrm>
        </p:grpSpPr>
        <p:sp>
          <p:nvSpPr>
            <p:cNvPr id="631" name="Oval 53"/>
            <p:cNvSpPr/>
            <p:nvPr/>
          </p:nvSpPr>
          <p:spPr>
            <a:xfrm>
              <a:off x="38322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2" name="Oval 28"/>
            <p:cNvSpPr/>
            <p:nvPr/>
          </p:nvSpPr>
          <p:spPr>
            <a:xfrm>
              <a:off x="38754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3" name="Group 55"/>
          <p:cNvGrpSpPr/>
          <p:nvPr/>
        </p:nvGrpSpPr>
        <p:grpSpPr>
          <a:xfrm>
            <a:off x="4921200" y="3344760"/>
            <a:ext cx="164520" cy="164520"/>
            <a:chOff x="4921200" y="3344760"/>
            <a:chExt cx="164520" cy="164520"/>
          </a:xfrm>
        </p:grpSpPr>
        <p:sp>
          <p:nvSpPr>
            <p:cNvPr id="634" name="Oval 56"/>
            <p:cNvSpPr/>
            <p:nvPr/>
          </p:nvSpPr>
          <p:spPr>
            <a:xfrm>
              <a:off x="49212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5" name="Oval 28"/>
            <p:cNvSpPr/>
            <p:nvPr/>
          </p:nvSpPr>
          <p:spPr>
            <a:xfrm>
              <a:off x="49644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6" name="Group 58"/>
          <p:cNvGrpSpPr/>
          <p:nvPr/>
        </p:nvGrpSpPr>
        <p:grpSpPr>
          <a:xfrm>
            <a:off x="6014880" y="3344760"/>
            <a:ext cx="164520" cy="164520"/>
            <a:chOff x="6014880" y="3344760"/>
            <a:chExt cx="164520" cy="164520"/>
          </a:xfrm>
        </p:grpSpPr>
        <p:sp>
          <p:nvSpPr>
            <p:cNvPr id="637" name="Oval 59"/>
            <p:cNvSpPr/>
            <p:nvPr/>
          </p:nvSpPr>
          <p:spPr>
            <a:xfrm>
              <a:off x="6014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38" name="Oval 28"/>
            <p:cNvSpPr/>
            <p:nvPr/>
          </p:nvSpPr>
          <p:spPr>
            <a:xfrm>
              <a:off x="6058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39" name="Group 61"/>
          <p:cNvGrpSpPr/>
          <p:nvPr/>
        </p:nvGrpSpPr>
        <p:grpSpPr>
          <a:xfrm>
            <a:off x="7098840" y="3344760"/>
            <a:ext cx="164520" cy="164520"/>
            <a:chOff x="7098840" y="3344760"/>
            <a:chExt cx="164520" cy="164520"/>
          </a:xfrm>
        </p:grpSpPr>
        <p:sp>
          <p:nvSpPr>
            <p:cNvPr id="640" name="Oval 62"/>
            <p:cNvSpPr/>
            <p:nvPr/>
          </p:nvSpPr>
          <p:spPr>
            <a:xfrm>
              <a:off x="709884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1" name="Oval 28"/>
            <p:cNvSpPr/>
            <p:nvPr/>
          </p:nvSpPr>
          <p:spPr>
            <a:xfrm>
              <a:off x="714204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2" name="Group 64"/>
          <p:cNvGrpSpPr/>
          <p:nvPr/>
        </p:nvGrpSpPr>
        <p:grpSpPr>
          <a:xfrm>
            <a:off x="8182800" y="3344760"/>
            <a:ext cx="164520" cy="164520"/>
            <a:chOff x="8182800" y="3344760"/>
            <a:chExt cx="164520" cy="164520"/>
          </a:xfrm>
        </p:grpSpPr>
        <p:sp>
          <p:nvSpPr>
            <p:cNvPr id="643" name="Oval 65"/>
            <p:cNvSpPr/>
            <p:nvPr/>
          </p:nvSpPr>
          <p:spPr>
            <a:xfrm>
              <a:off x="818280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44" name="Oval 28"/>
            <p:cNvSpPr/>
            <p:nvPr/>
          </p:nvSpPr>
          <p:spPr>
            <a:xfrm>
              <a:off x="822600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45" name="Group 67"/>
          <p:cNvGrpSpPr/>
          <p:nvPr/>
        </p:nvGrpSpPr>
        <p:grpSpPr>
          <a:xfrm>
            <a:off x="9363240" y="3432240"/>
            <a:ext cx="1161000" cy="1060560"/>
            <a:chOff x="9363240" y="3432240"/>
            <a:chExt cx="1161000" cy="1060560"/>
          </a:xfrm>
        </p:grpSpPr>
        <p:sp>
          <p:nvSpPr>
            <p:cNvPr id="646" name="Freeform 14"/>
            <p:cNvSpPr/>
            <p:nvPr/>
          </p:nvSpPr>
          <p:spPr>
            <a:xfrm>
              <a:off x="9363240" y="3432240"/>
              <a:ext cx="1082880" cy="981360"/>
            </a:xfrm>
            <a:custGeom>
              <a:avLst/>
              <a:gdLst>
                <a:gd name="textAreaLeft" fmla="*/ 0 w 1082880"/>
                <a:gd name="textAreaRight" fmla="*/ 1089000 w 1082880"/>
                <a:gd name="textAreaTop" fmla="*/ 0 h 981360"/>
                <a:gd name="textAreaBottom" fmla="*/ 987480 h 981360"/>
              </a:gdLst>
              <a:ahLst/>
              <a:rect l="textAreaLeft" t="textAreaTop" r="textAreaRight" b="textAreaBottom"/>
              <a:pathLst>
                <a:path w="286" h="259">
                  <a:moveTo>
                    <a:pt x="286" y="259"/>
                  </a:moveTo>
                  <a:cubicBezTo>
                    <a:pt x="286" y="26"/>
                    <a:pt x="286" y="26"/>
                    <a:pt x="286" y="26"/>
                  </a:cubicBezTo>
                  <a:cubicBezTo>
                    <a:pt x="271" y="26"/>
                    <a:pt x="259" y="14"/>
                    <a:pt x="259" y="0"/>
                  </a:cubicBezTo>
                  <a:cubicBezTo>
                    <a:pt x="26" y="0"/>
                    <a:pt x="26" y="0"/>
                    <a:pt x="26" y="0"/>
                  </a:cubicBezTo>
                  <a:cubicBezTo>
                    <a:pt x="26" y="14"/>
                    <a:pt x="14" y="26"/>
                    <a:pt x="0" y="26"/>
                  </a:cubicBezTo>
                </a:path>
              </a:pathLst>
            </a:custGeom>
            <a:noFill/>
            <a:ln cap="rnd" w="38100">
              <a:solidFill>
                <a:srgbClr val="334257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grpSp>
          <p:nvGrpSpPr>
            <p:cNvPr id="647" name="Group 69"/>
            <p:cNvGrpSpPr/>
            <p:nvPr/>
          </p:nvGrpSpPr>
          <p:grpSpPr>
            <a:xfrm>
              <a:off x="10359720" y="4328280"/>
              <a:ext cx="164520" cy="164520"/>
              <a:chOff x="10359720" y="4328280"/>
              <a:chExt cx="164520" cy="164520"/>
            </a:xfrm>
          </p:grpSpPr>
          <p:sp>
            <p:nvSpPr>
              <p:cNvPr id="648" name="Oval 70"/>
              <p:cNvSpPr/>
              <p:nvPr/>
            </p:nvSpPr>
            <p:spPr>
              <a:xfrm>
                <a:off x="10359720" y="4328280"/>
                <a:ext cx="164520" cy="164520"/>
              </a:xfrm>
              <a:prstGeom prst="ellipse">
                <a:avLst/>
              </a:prstGeom>
              <a:gradFill rotWithShape="0">
                <a:gsLst>
                  <a:gs pos="0">
                    <a:srgbClr val="10141a"/>
                  </a:gs>
                  <a:gs pos="100000">
                    <a:srgbClr val="334257"/>
                  </a:gs>
                </a:gsLst>
                <a:lin ang="13500000"/>
              </a:gradFill>
              <a:ln>
                <a:noFill/>
              </a:ln>
              <a:effectLst>
                <a:outerShdw algn="tl" blurRad="177840" dir="2700000" dist="126260" rotWithShape="0">
                  <a:schemeClr val="tx1">
                    <a:alpha val="7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649" name="Oval 28"/>
              <p:cNvSpPr/>
              <p:nvPr/>
            </p:nvSpPr>
            <p:spPr>
              <a:xfrm>
                <a:off x="10402920" y="4371480"/>
                <a:ext cx="76320" cy="75600"/>
              </a:xfrm>
              <a:prstGeom prst="ellipse">
                <a:avLst/>
              </a:prstGeom>
              <a:solidFill>
                <a:srgbClr val="c00000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numCol="1" spcCol="0" lIns="90000" rIns="90000" tIns="26640" bIns="26640" anchor="t">
                <a:noAutofit/>
              </a:bodyPr>
              <a:p>
                <a:pPr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dk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650" name="Group 72"/>
          <p:cNvGrpSpPr/>
          <p:nvPr/>
        </p:nvGrpSpPr>
        <p:grpSpPr>
          <a:xfrm>
            <a:off x="9272880" y="3344760"/>
            <a:ext cx="164520" cy="164520"/>
            <a:chOff x="9272880" y="3344760"/>
            <a:chExt cx="164520" cy="164520"/>
          </a:xfrm>
        </p:grpSpPr>
        <p:sp>
          <p:nvSpPr>
            <p:cNvPr id="651" name="Oval 73"/>
            <p:cNvSpPr/>
            <p:nvPr/>
          </p:nvSpPr>
          <p:spPr>
            <a:xfrm>
              <a:off x="9272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2" name="Oval 28"/>
            <p:cNvSpPr/>
            <p:nvPr/>
          </p:nvSpPr>
          <p:spPr>
            <a:xfrm>
              <a:off x="9316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3" name="Group 75"/>
          <p:cNvGrpSpPr/>
          <p:nvPr/>
        </p:nvGrpSpPr>
        <p:grpSpPr>
          <a:xfrm>
            <a:off x="10358640" y="3344760"/>
            <a:ext cx="164520" cy="164520"/>
            <a:chOff x="10358640" y="3344760"/>
            <a:chExt cx="164520" cy="164520"/>
          </a:xfrm>
        </p:grpSpPr>
        <p:sp>
          <p:nvSpPr>
            <p:cNvPr id="654" name="Oval 76"/>
            <p:cNvSpPr/>
            <p:nvPr/>
          </p:nvSpPr>
          <p:spPr>
            <a:xfrm>
              <a:off x="1035864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5" name="Oval 28"/>
            <p:cNvSpPr/>
            <p:nvPr/>
          </p:nvSpPr>
          <p:spPr>
            <a:xfrm>
              <a:off x="1040184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6" name="Group 78"/>
          <p:cNvGrpSpPr/>
          <p:nvPr/>
        </p:nvGrpSpPr>
        <p:grpSpPr>
          <a:xfrm>
            <a:off x="11351880" y="3344760"/>
            <a:ext cx="164520" cy="164520"/>
            <a:chOff x="11351880" y="3344760"/>
            <a:chExt cx="164520" cy="164520"/>
          </a:xfrm>
        </p:grpSpPr>
        <p:sp>
          <p:nvSpPr>
            <p:cNvPr id="657" name="Oval 79"/>
            <p:cNvSpPr/>
            <p:nvPr/>
          </p:nvSpPr>
          <p:spPr>
            <a:xfrm>
              <a:off x="1135188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58" name="Oval 28"/>
            <p:cNvSpPr/>
            <p:nvPr/>
          </p:nvSpPr>
          <p:spPr>
            <a:xfrm>
              <a:off x="1139508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659" name="Group 112"/>
          <p:cNvGrpSpPr/>
          <p:nvPr/>
        </p:nvGrpSpPr>
        <p:grpSpPr>
          <a:xfrm>
            <a:off x="673560" y="3344760"/>
            <a:ext cx="164520" cy="164520"/>
            <a:chOff x="673560" y="3344760"/>
            <a:chExt cx="164520" cy="164520"/>
          </a:xfrm>
        </p:grpSpPr>
        <p:sp>
          <p:nvSpPr>
            <p:cNvPr id="660" name="Oval 113"/>
            <p:cNvSpPr/>
            <p:nvPr/>
          </p:nvSpPr>
          <p:spPr>
            <a:xfrm>
              <a:off x="673560" y="3344760"/>
              <a:ext cx="164520" cy="16452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1" name="Oval 28"/>
            <p:cNvSpPr/>
            <p:nvPr/>
          </p:nvSpPr>
          <p:spPr>
            <a:xfrm>
              <a:off x="716760" y="3387960"/>
              <a:ext cx="76320" cy="7560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26640" bIns="266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66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6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666" name="Group 93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66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6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669" name="Rectangle 98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7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6E57F27-A923-4AB8-9BE3-E3C12435B108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674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5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676" name="TextBox 13"/>
          <p:cNvSpPr/>
          <p:nvPr/>
        </p:nvSpPr>
        <p:spPr>
          <a:xfrm>
            <a:off x="4591800" y="3215160"/>
            <a:ext cx="33987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ARZ EDERİM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677" name="Group 14"/>
          <p:cNvGrpSpPr/>
          <p:nvPr/>
        </p:nvGrpSpPr>
        <p:grpSpPr>
          <a:xfrm>
            <a:off x="1717560" y="6498720"/>
            <a:ext cx="901800" cy="195120"/>
            <a:chOff x="1717560" y="6498720"/>
            <a:chExt cx="901800" cy="195120"/>
          </a:xfrm>
        </p:grpSpPr>
        <p:pic>
          <p:nvPicPr>
            <p:cNvPr id="678" name="Picture 15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93464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679" name="Picture 16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71756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680" name="Picture 4" descr=""/>
          <p:cNvPicPr/>
          <p:nvPr/>
        </p:nvPicPr>
        <p:blipFill>
          <a:blip r:embed="rId4"/>
          <a:stretch/>
        </p:blipFill>
        <p:spPr>
          <a:xfrm>
            <a:off x="169560" y="6469200"/>
            <a:ext cx="1329840" cy="253800"/>
          </a:xfrm>
          <a:prstGeom prst="rect">
            <a:avLst/>
          </a:prstGeom>
          <a:ln w="0">
            <a:noFill/>
          </a:ln>
        </p:spPr>
      </p:pic>
      <p:sp>
        <p:nvSpPr>
          <p:cNvPr id="681" name="TextBox 5"/>
          <p:cNvSpPr/>
          <p:nvPr/>
        </p:nvSpPr>
        <p:spPr>
          <a:xfrm>
            <a:off x="158544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18"/>
          <p:cNvSpPr/>
          <p:nvPr/>
        </p:nvSpPr>
        <p:spPr>
          <a:xfrm>
            <a:off x="158544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TextBox 19"/>
          <p:cNvSpPr/>
          <p:nvPr/>
        </p:nvSpPr>
        <p:spPr>
          <a:xfrm>
            <a:off x="158544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TextBox 17"/>
          <p:cNvSpPr/>
          <p:nvPr/>
        </p:nvSpPr>
        <p:spPr>
          <a:xfrm>
            <a:off x="7392960" y="6313680"/>
            <a:ext cx="570492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Bu belgenin içeriği HAVELSAN’ın mülkiyetindedir. HAVELSAN’ın izni olmadan bu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 </a:t>
            </a: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belgenin tamamını veya bir kısmını bir başkasına kopyalamak ve vermek yasaktır.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ectangle 1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5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68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7B54AC1-46BB-478A-9AFA-6CEDCEF75DE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Freeform 32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689" name="Group 5"/>
          <p:cNvGrpSpPr/>
          <p:nvPr/>
        </p:nvGrpSpPr>
        <p:grpSpPr>
          <a:xfrm>
            <a:off x="837360" y="1394280"/>
            <a:ext cx="5004000" cy="1195200"/>
            <a:chOff x="837360" y="1394280"/>
            <a:chExt cx="5004000" cy="1195200"/>
          </a:xfrm>
        </p:grpSpPr>
        <p:sp>
          <p:nvSpPr>
            <p:cNvPr id="690" name="Freeform 6"/>
            <p:cNvSpPr/>
            <p:nvPr/>
          </p:nvSpPr>
          <p:spPr>
            <a:xfrm>
              <a:off x="837360" y="139716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1" name="Freeform 6"/>
            <p:cNvSpPr/>
            <p:nvPr/>
          </p:nvSpPr>
          <p:spPr>
            <a:xfrm>
              <a:off x="837360" y="139428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2" name="Group 8"/>
          <p:cNvGrpSpPr/>
          <p:nvPr/>
        </p:nvGrpSpPr>
        <p:grpSpPr>
          <a:xfrm>
            <a:off x="837360" y="2912040"/>
            <a:ext cx="5004000" cy="1195200"/>
            <a:chOff x="837360" y="2912040"/>
            <a:chExt cx="5004000" cy="1195200"/>
          </a:xfrm>
        </p:grpSpPr>
        <p:sp>
          <p:nvSpPr>
            <p:cNvPr id="693" name="Freeform 6"/>
            <p:cNvSpPr/>
            <p:nvPr/>
          </p:nvSpPr>
          <p:spPr>
            <a:xfrm>
              <a:off x="837360" y="291492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4" name="Freeform 6"/>
            <p:cNvSpPr/>
            <p:nvPr/>
          </p:nvSpPr>
          <p:spPr>
            <a:xfrm>
              <a:off x="837360" y="291204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5" name="Group 11"/>
          <p:cNvGrpSpPr/>
          <p:nvPr/>
        </p:nvGrpSpPr>
        <p:grpSpPr>
          <a:xfrm>
            <a:off x="837360" y="4462200"/>
            <a:ext cx="5004000" cy="1195560"/>
            <a:chOff x="837360" y="4462200"/>
            <a:chExt cx="5004000" cy="1195560"/>
          </a:xfrm>
        </p:grpSpPr>
        <p:sp>
          <p:nvSpPr>
            <p:cNvPr id="696" name="Freeform 6"/>
            <p:cNvSpPr/>
            <p:nvPr/>
          </p:nvSpPr>
          <p:spPr>
            <a:xfrm>
              <a:off x="837360" y="446544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177840" dir="2700000" dist="114042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697" name="Freeform 6"/>
            <p:cNvSpPr/>
            <p:nvPr/>
          </p:nvSpPr>
          <p:spPr>
            <a:xfrm>
              <a:off x="837360" y="4462200"/>
              <a:ext cx="5004000" cy="1192320"/>
            </a:xfrm>
            <a:custGeom>
              <a:avLst/>
              <a:gdLst>
                <a:gd name="textAreaLeft" fmla="*/ 0 w 5004000"/>
                <a:gd name="textAreaRight" fmla="*/ 5010120 w 5004000"/>
                <a:gd name="textAreaTop" fmla="*/ 0 h 1192320"/>
                <a:gd name="textAreaBottom" fmla="*/ 1198440 h 1192320"/>
              </a:gdLst>
              <a:ahLst/>
              <a:rect l="textAreaLeft" t="textAreaTop" r="textAreaRight" b="textAreaBottom"/>
              <a:pathLst>
                <a:path w="1314" h="314">
                  <a:moveTo>
                    <a:pt x="1157" y="314"/>
                  </a:moveTo>
                  <a:cubicBezTo>
                    <a:pt x="157" y="314"/>
                    <a:pt x="157" y="314"/>
                    <a:pt x="157" y="314"/>
                  </a:cubicBezTo>
                  <a:cubicBezTo>
                    <a:pt x="70" y="314"/>
                    <a:pt x="0" y="244"/>
                    <a:pt x="0" y="157"/>
                  </a:cubicBezTo>
                  <a:cubicBezTo>
                    <a:pt x="0" y="71"/>
                    <a:pt x="70" y="0"/>
                    <a:pt x="157" y="0"/>
                  </a:cubicBezTo>
                  <a:cubicBezTo>
                    <a:pt x="1157" y="0"/>
                    <a:pt x="1157" y="0"/>
                    <a:pt x="1157" y="0"/>
                  </a:cubicBezTo>
                  <a:cubicBezTo>
                    <a:pt x="1244" y="0"/>
                    <a:pt x="1314" y="71"/>
                    <a:pt x="1314" y="157"/>
                  </a:cubicBezTo>
                  <a:cubicBezTo>
                    <a:pt x="1314" y="244"/>
                    <a:pt x="1244" y="314"/>
                    <a:pt x="1157" y="31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14480" dir="13500000" dist="114042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698" name="Group 18"/>
          <p:cNvGrpSpPr/>
          <p:nvPr/>
        </p:nvGrpSpPr>
        <p:grpSpPr>
          <a:xfrm>
            <a:off x="6685200" y="1352160"/>
            <a:ext cx="4686480" cy="4302360"/>
            <a:chOff x="6685200" y="1352160"/>
            <a:chExt cx="4686480" cy="4302360"/>
          </a:xfrm>
        </p:grpSpPr>
        <p:sp>
          <p:nvSpPr>
            <p:cNvPr id="699" name="Freeform 19"/>
            <p:cNvSpPr/>
            <p:nvPr/>
          </p:nvSpPr>
          <p:spPr>
            <a:xfrm>
              <a:off x="6685200" y="1352160"/>
              <a:ext cx="4686480" cy="430236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4302360"/>
                <a:gd name="textAreaBottom" fmla="*/ 4308480 h 43023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241200" dir="2700000" dist="164444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0" name="Freeform 6"/>
            <p:cNvSpPr/>
            <p:nvPr/>
          </p:nvSpPr>
          <p:spPr>
            <a:xfrm>
              <a:off x="6685200" y="1352160"/>
              <a:ext cx="4686480" cy="4302360"/>
            </a:xfrm>
            <a:custGeom>
              <a:avLst/>
              <a:gdLst>
                <a:gd name="textAreaLeft" fmla="*/ 0 w 4686480"/>
                <a:gd name="textAreaRight" fmla="*/ 4692600 w 4686480"/>
                <a:gd name="textAreaTop" fmla="*/ 0 h 4302360"/>
                <a:gd name="textAreaBottom" fmla="*/ 4308480 h 4302360"/>
              </a:gdLst>
              <a:ahLst/>
              <a:rect l="textAreaLeft" t="textAreaTop" r="textAreaRight" b="textAreaBottom"/>
              <a:pathLst>
                <a:path w="1231" h="1399">
                  <a:moveTo>
                    <a:pt x="1091" y="1399"/>
                  </a:moveTo>
                  <a:cubicBezTo>
                    <a:pt x="139" y="1399"/>
                    <a:pt x="139" y="1399"/>
                    <a:pt x="139" y="1399"/>
                  </a:cubicBezTo>
                  <a:cubicBezTo>
                    <a:pt x="62" y="1399"/>
                    <a:pt x="0" y="1336"/>
                    <a:pt x="0" y="1259"/>
                  </a:cubicBezTo>
                  <a:cubicBezTo>
                    <a:pt x="0" y="139"/>
                    <a:pt x="0" y="139"/>
                    <a:pt x="0" y="139"/>
                  </a:cubicBezTo>
                  <a:cubicBezTo>
                    <a:pt x="0" y="62"/>
                    <a:pt x="62" y="0"/>
                    <a:pt x="139" y="0"/>
                  </a:cubicBezTo>
                  <a:cubicBezTo>
                    <a:pt x="1091" y="0"/>
                    <a:pt x="1091" y="0"/>
                    <a:pt x="1091" y="0"/>
                  </a:cubicBezTo>
                  <a:cubicBezTo>
                    <a:pt x="1168" y="0"/>
                    <a:pt x="1231" y="62"/>
                    <a:pt x="1231" y="139"/>
                  </a:cubicBezTo>
                  <a:cubicBezTo>
                    <a:pt x="1231" y="1259"/>
                    <a:pt x="1231" y="1259"/>
                    <a:pt x="1231" y="1259"/>
                  </a:cubicBezTo>
                  <a:cubicBezTo>
                    <a:pt x="1231" y="1336"/>
                    <a:pt x="1168" y="1399"/>
                    <a:pt x="1091" y="139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203040" dir="13500000" dist="138479" rotWithShape="0">
                <a:schemeClr val="tx2">
                  <a:alpha val="74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1" name="Text Placeholder 6"/>
          <p:cNvSpPr/>
          <p:nvPr/>
        </p:nvSpPr>
        <p:spPr>
          <a:xfrm>
            <a:off x="6685200" y="1352160"/>
            <a:ext cx="4686480" cy="4302360"/>
          </a:xfrm>
          <a:prstGeom prst="roundRect">
            <a:avLst>
              <a:gd name="adj" fmla="val 10328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0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06" name="Group 2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0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0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09" name="Rectangle 3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1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966F24F6-F1F6-47D8-9AD0-4BB946E861B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Freeform 55"/>
          <p:cNvSpPr/>
          <p:nvPr/>
        </p:nvSpPr>
        <p:spPr>
          <a:xfrm>
            <a:off x="-1935720" y="-101196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13" name="Line 6"/>
          <p:cNvSpPr/>
          <p:nvPr/>
        </p:nvSpPr>
        <p:spPr>
          <a:xfrm>
            <a:off x="2403720" y="387072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14" name="Group 6"/>
          <p:cNvGrpSpPr/>
          <p:nvPr/>
        </p:nvGrpSpPr>
        <p:grpSpPr>
          <a:xfrm>
            <a:off x="2272320" y="3737520"/>
            <a:ext cx="249480" cy="249480"/>
            <a:chOff x="2272320" y="3737520"/>
            <a:chExt cx="249480" cy="249480"/>
          </a:xfrm>
        </p:grpSpPr>
        <p:sp>
          <p:nvSpPr>
            <p:cNvPr id="715" name="Oval 7"/>
            <p:cNvSpPr/>
            <p:nvPr/>
          </p:nvSpPr>
          <p:spPr>
            <a:xfrm>
              <a:off x="227232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6" name="Oval 28"/>
            <p:cNvSpPr/>
            <p:nvPr/>
          </p:nvSpPr>
          <p:spPr>
            <a:xfrm>
              <a:off x="233676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17" name="Group 9"/>
          <p:cNvGrpSpPr/>
          <p:nvPr/>
        </p:nvGrpSpPr>
        <p:grpSpPr>
          <a:xfrm>
            <a:off x="4667040" y="3737520"/>
            <a:ext cx="249480" cy="249480"/>
            <a:chOff x="4667040" y="3737520"/>
            <a:chExt cx="249480" cy="249480"/>
          </a:xfrm>
        </p:grpSpPr>
        <p:sp>
          <p:nvSpPr>
            <p:cNvPr id="718" name="Oval 10"/>
            <p:cNvSpPr/>
            <p:nvPr/>
          </p:nvSpPr>
          <p:spPr>
            <a:xfrm>
              <a:off x="466704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19" name="Oval 28"/>
            <p:cNvSpPr/>
            <p:nvPr/>
          </p:nvSpPr>
          <p:spPr>
            <a:xfrm>
              <a:off x="473148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0" name="Group 12"/>
          <p:cNvGrpSpPr/>
          <p:nvPr/>
        </p:nvGrpSpPr>
        <p:grpSpPr>
          <a:xfrm>
            <a:off x="7063200" y="3737520"/>
            <a:ext cx="249480" cy="249480"/>
            <a:chOff x="7063200" y="3737520"/>
            <a:chExt cx="249480" cy="249480"/>
          </a:xfrm>
        </p:grpSpPr>
        <p:sp>
          <p:nvSpPr>
            <p:cNvPr id="721" name="Oval 13"/>
            <p:cNvSpPr/>
            <p:nvPr/>
          </p:nvSpPr>
          <p:spPr>
            <a:xfrm>
              <a:off x="706320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2" name="Oval 28"/>
            <p:cNvSpPr/>
            <p:nvPr/>
          </p:nvSpPr>
          <p:spPr>
            <a:xfrm>
              <a:off x="712800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3" name="Group 15"/>
          <p:cNvGrpSpPr/>
          <p:nvPr/>
        </p:nvGrpSpPr>
        <p:grpSpPr>
          <a:xfrm>
            <a:off x="9452520" y="3737520"/>
            <a:ext cx="249480" cy="249480"/>
            <a:chOff x="9452520" y="3737520"/>
            <a:chExt cx="249480" cy="249480"/>
          </a:xfrm>
        </p:grpSpPr>
        <p:sp>
          <p:nvSpPr>
            <p:cNvPr id="724" name="Oval 16"/>
            <p:cNvSpPr/>
            <p:nvPr/>
          </p:nvSpPr>
          <p:spPr>
            <a:xfrm>
              <a:off x="9452520" y="373752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5" name="Oval 28"/>
            <p:cNvSpPr/>
            <p:nvPr/>
          </p:nvSpPr>
          <p:spPr>
            <a:xfrm>
              <a:off x="9517320" y="38023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26" name="Group 19"/>
          <p:cNvGrpSpPr/>
          <p:nvPr/>
        </p:nvGrpSpPr>
        <p:grpSpPr>
          <a:xfrm>
            <a:off x="1460880" y="1296720"/>
            <a:ext cx="1891080" cy="1893240"/>
            <a:chOff x="1460880" y="1296720"/>
            <a:chExt cx="1891080" cy="1893240"/>
          </a:xfrm>
        </p:grpSpPr>
        <p:sp>
          <p:nvSpPr>
            <p:cNvPr id="727" name="Freeform 14"/>
            <p:cNvSpPr/>
            <p:nvPr/>
          </p:nvSpPr>
          <p:spPr>
            <a:xfrm>
              <a:off x="146088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28" name="Freeform 14"/>
            <p:cNvSpPr/>
            <p:nvPr/>
          </p:nvSpPr>
          <p:spPr>
            <a:xfrm>
              <a:off x="146088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29" name="Group 26"/>
          <p:cNvGrpSpPr/>
          <p:nvPr/>
        </p:nvGrpSpPr>
        <p:grpSpPr>
          <a:xfrm>
            <a:off x="3823920" y="1296720"/>
            <a:ext cx="1891080" cy="1893240"/>
            <a:chOff x="3823920" y="1296720"/>
            <a:chExt cx="1891080" cy="1893240"/>
          </a:xfrm>
        </p:grpSpPr>
        <p:sp>
          <p:nvSpPr>
            <p:cNvPr id="730" name="Freeform 14"/>
            <p:cNvSpPr/>
            <p:nvPr/>
          </p:nvSpPr>
          <p:spPr>
            <a:xfrm>
              <a:off x="382392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1" name="Freeform 14"/>
            <p:cNvSpPr/>
            <p:nvPr/>
          </p:nvSpPr>
          <p:spPr>
            <a:xfrm>
              <a:off x="382392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2" name="Group 33"/>
          <p:cNvGrpSpPr/>
          <p:nvPr/>
        </p:nvGrpSpPr>
        <p:grpSpPr>
          <a:xfrm>
            <a:off x="6215760" y="1296720"/>
            <a:ext cx="1891080" cy="1893240"/>
            <a:chOff x="6215760" y="1296720"/>
            <a:chExt cx="1891080" cy="1893240"/>
          </a:xfrm>
        </p:grpSpPr>
        <p:sp>
          <p:nvSpPr>
            <p:cNvPr id="733" name="Freeform 14"/>
            <p:cNvSpPr/>
            <p:nvPr/>
          </p:nvSpPr>
          <p:spPr>
            <a:xfrm>
              <a:off x="621576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4" name="Freeform 14"/>
            <p:cNvSpPr/>
            <p:nvPr/>
          </p:nvSpPr>
          <p:spPr>
            <a:xfrm>
              <a:off x="621576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35" name="Group 40"/>
          <p:cNvGrpSpPr/>
          <p:nvPr/>
        </p:nvGrpSpPr>
        <p:grpSpPr>
          <a:xfrm>
            <a:off x="8571240" y="1296720"/>
            <a:ext cx="1891080" cy="1893240"/>
            <a:chOff x="8571240" y="1296720"/>
            <a:chExt cx="1891080" cy="1893240"/>
          </a:xfrm>
        </p:grpSpPr>
        <p:sp>
          <p:nvSpPr>
            <p:cNvPr id="736" name="Freeform 14"/>
            <p:cNvSpPr/>
            <p:nvPr/>
          </p:nvSpPr>
          <p:spPr>
            <a:xfrm>
              <a:off x="857124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37" name="Freeform 14"/>
            <p:cNvSpPr/>
            <p:nvPr/>
          </p:nvSpPr>
          <p:spPr>
            <a:xfrm>
              <a:off x="8571240" y="129672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38" name="Text Placeholder 48"/>
          <p:cNvSpPr/>
          <p:nvPr/>
        </p:nvSpPr>
        <p:spPr>
          <a:xfrm>
            <a:off x="1460880" y="412668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3" name="Text Placeholder 48"/>
          <p:cNvSpPr/>
          <p:nvPr/>
        </p:nvSpPr>
        <p:spPr>
          <a:xfrm>
            <a:off x="3823920" y="413604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Placeholder 48"/>
          <p:cNvSpPr/>
          <p:nvPr/>
        </p:nvSpPr>
        <p:spPr>
          <a:xfrm>
            <a:off x="6208560" y="412668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 Placeholder 48"/>
          <p:cNvSpPr/>
          <p:nvPr/>
        </p:nvSpPr>
        <p:spPr>
          <a:xfrm>
            <a:off x="8571240" y="4136040"/>
            <a:ext cx="1890360" cy="1641600"/>
          </a:xfrm>
          <a:prstGeom prst="roundRect">
            <a:avLst>
              <a:gd name="adj" fmla="val 9153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746" name="Group 4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4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4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49" name="Rectangle 56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5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B42DA7C-4844-4828-96ED-1C1337792B6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Freeform 44"/>
          <p:cNvSpPr/>
          <p:nvPr/>
        </p:nvSpPr>
        <p:spPr>
          <a:xfrm rot="370200">
            <a:off x="-2064240" y="-133272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53" name="Line 6"/>
          <p:cNvSpPr/>
          <p:nvPr/>
        </p:nvSpPr>
        <p:spPr>
          <a:xfrm>
            <a:off x="2509560" y="5557680"/>
            <a:ext cx="7167600" cy="360"/>
          </a:xfrm>
          <a:prstGeom prst="line">
            <a:avLst/>
          </a:prstGeom>
          <a:ln w="69850">
            <a:solidFill>
              <a:srgbClr val="33425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754" name="Group 6"/>
          <p:cNvGrpSpPr/>
          <p:nvPr/>
        </p:nvGrpSpPr>
        <p:grpSpPr>
          <a:xfrm>
            <a:off x="2378160" y="5424480"/>
            <a:ext cx="249480" cy="249480"/>
            <a:chOff x="2378160" y="5424480"/>
            <a:chExt cx="249480" cy="249480"/>
          </a:xfrm>
        </p:grpSpPr>
        <p:sp>
          <p:nvSpPr>
            <p:cNvPr id="755" name="Oval 7"/>
            <p:cNvSpPr/>
            <p:nvPr/>
          </p:nvSpPr>
          <p:spPr>
            <a:xfrm>
              <a:off x="237816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6" name="Oval 28"/>
            <p:cNvSpPr/>
            <p:nvPr/>
          </p:nvSpPr>
          <p:spPr>
            <a:xfrm>
              <a:off x="244260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57" name="Group 9"/>
          <p:cNvGrpSpPr/>
          <p:nvPr/>
        </p:nvGrpSpPr>
        <p:grpSpPr>
          <a:xfrm>
            <a:off x="4772880" y="5424480"/>
            <a:ext cx="249480" cy="249480"/>
            <a:chOff x="4772880" y="5424480"/>
            <a:chExt cx="249480" cy="249480"/>
          </a:xfrm>
        </p:grpSpPr>
        <p:sp>
          <p:nvSpPr>
            <p:cNvPr id="758" name="Oval 10"/>
            <p:cNvSpPr/>
            <p:nvPr/>
          </p:nvSpPr>
          <p:spPr>
            <a:xfrm>
              <a:off x="477288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59" name="Oval 28"/>
            <p:cNvSpPr/>
            <p:nvPr/>
          </p:nvSpPr>
          <p:spPr>
            <a:xfrm>
              <a:off x="483732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0" name="Group 12"/>
          <p:cNvGrpSpPr/>
          <p:nvPr/>
        </p:nvGrpSpPr>
        <p:grpSpPr>
          <a:xfrm>
            <a:off x="7169040" y="5424480"/>
            <a:ext cx="249480" cy="249480"/>
            <a:chOff x="7169040" y="5424480"/>
            <a:chExt cx="249480" cy="249480"/>
          </a:xfrm>
        </p:grpSpPr>
        <p:sp>
          <p:nvSpPr>
            <p:cNvPr id="761" name="Oval 13"/>
            <p:cNvSpPr/>
            <p:nvPr/>
          </p:nvSpPr>
          <p:spPr>
            <a:xfrm>
              <a:off x="716904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2" name="Oval 28"/>
            <p:cNvSpPr/>
            <p:nvPr/>
          </p:nvSpPr>
          <p:spPr>
            <a:xfrm>
              <a:off x="723384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3" name="Group 15"/>
          <p:cNvGrpSpPr/>
          <p:nvPr/>
        </p:nvGrpSpPr>
        <p:grpSpPr>
          <a:xfrm>
            <a:off x="9558360" y="5424480"/>
            <a:ext cx="249480" cy="249480"/>
            <a:chOff x="9558360" y="5424480"/>
            <a:chExt cx="249480" cy="249480"/>
          </a:xfrm>
        </p:grpSpPr>
        <p:sp>
          <p:nvSpPr>
            <p:cNvPr id="764" name="Oval 16"/>
            <p:cNvSpPr/>
            <p:nvPr/>
          </p:nvSpPr>
          <p:spPr>
            <a:xfrm>
              <a:off x="9558360" y="5424480"/>
              <a:ext cx="249480" cy="249480"/>
            </a:xfrm>
            <a:prstGeom prst="ellipse">
              <a:avLst/>
            </a:prstGeom>
            <a:gradFill rotWithShape="0">
              <a:gsLst>
                <a:gs pos="0">
                  <a:srgbClr val="10141a"/>
                </a:gs>
                <a:gs pos="100000">
                  <a:srgbClr val="334257"/>
                </a:gs>
              </a:gsLst>
              <a:lin ang="13500000"/>
            </a:gradFill>
            <a:ln>
              <a:noFill/>
            </a:ln>
            <a:effectLst>
              <a:outerShdw algn="tl" blurRad="177840" dir="2700000" dist="126260" rotWithShape="0">
                <a:schemeClr val="tx1">
                  <a:alpha val="7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5" name="Oval 28"/>
            <p:cNvSpPr/>
            <p:nvPr/>
          </p:nvSpPr>
          <p:spPr>
            <a:xfrm>
              <a:off x="9622800" y="5488920"/>
              <a:ext cx="117360" cy="116280"/>
            </a:xfrm>
            <a:prstGeom prst="ellipse">
              <a:avLst/>
            </a:prstGeom>
            <a:solidFill>
              <a:srgbClr val="c00000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1040" bIns="4104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766" name="Group 19"/>
          <p:cNvGrpSpPr/>
          <p:nvPr/>
        </p:nvGrpSpPr>
        <p:grpSpPr>
          <a:xfrm>
            <a:off x="1566720" y="2983680"/>
            <a:ext cx="1891080" cy="1893240"/>
            <a:chOff x="1566720" y="2983680"/>
            <a:chExt cx="1891080" cy="1893240"/>
          </a:xfrm>
        </p:grpSpPr>
        <p:sp>
          <p:nvSpPr>
            <p:cNvPr id="767" name="Freeform 14"/>
            <p:cNvSpPr/>
            <p:nvPr/>
          </p:nvSpPr>
          <p:spPr>
            <a:xfrm>
              <a:off x="156672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68" name="Freeform 14"/>
            <p:cNvSpPr/>
            <p:nvPr/>
          </p:nvSpPr>
          <p:spPr>
            <a:xfrm>
              <a:off x="156672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69" name="Group 26"/>
          <p:cNvGrpSpPr/>
          <p:nvPr/>
        </p:nvGrpSpPr>
        <p:grpSpPr>
          <a:xfrm>
            <a:off x="3929760" y="2983680"/>
            <a:ext cx="1891080" cy="1893240"/>
            <a:chOff x="3929760" y="2983680"/>
            <a:chExt cx="1891080" cy="1893240"/>
          </a:xfrm>
        </p:grpSpPr>
        <p:sp>
          <p:nvSpPr>
            <p:cNvPr id="770" name="Freeform 14"/>
            <p:cNvSpPr/>
            <p:nvPr/>
          </p:nvSpPr>
          <p:spPr>
            <a:xfrm>
              <a:off x="392976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1" name="Freeform 14"/>
            <p:cNvSpPr/>
            <p:nvPr/>
          </p:nvSpPr>
          <p:spPr>
            <a:xfrm>
              <a:off x="392976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2" name="Group 33"/>
          <p:cNvGrpSpPr/>
          <p:nvPr/>
        </p:nvGrpSpPr>
        <p:grpSpPr>
          <a:xfrm>
            <a:off x="6321600" y="2983680"/>
            <a:ext cx="1891080" cy="1893240"/>
            <a:chOff x="6321600" y="2983680"/>
            <a:chExt cx="1891080" cy="1893240"/>
          </a:xfrm>
        </p:grpSpPr>
        <p:sp>
          <p:nvSpPr>
            <p:cNvPr id="773" name="Freeform 14"/>
            <p:cNvSpPr/>
            <p:nvPr/>
          </p:nvSpPr>
          <p:spPr>
            <a:xfrm>
              <a:off x="632160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4" name="Freeform 14"/>
            <p:cNvSpPr/>
            <p:nvPr/>
          </p:nvSpPr>
          <p:spPr>
            <a:xfrm>
              <a:off x="632160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grpSp>
        <p:nvGrpSpPr>
          <p:cNvPr id="775" name="Group 40"/>
          <p:cNvGrpSpPr/>
          <p:nvPr/>
        </p:nvGrpSpPr>
        <p:grpSpPr>
          <a:xfrm>
            <a:off x="8677080" y="2983680"/>
            <a:ext cx="1891080" cy="1893240"/>
            <a:chOff x="8677080" y="2983680"/>
            <a:chExt cx="1891080" cy="1893240"/>
          </a:xfrm>
        </p:grpSpPr>
        <p:sp>
          <p:nvSpPr>
            <p:cNvPr id="776" name="Freeform 14"/>
            <p:cNvSpPr/>
            <p:nvPr/>
          </p:nvSpPr>
          <p:spPr>
            <a:xfrm>
              <a:off x="867708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br" blurRad="152280" dir="13500000" dist="138479" rotWithShape="0">
                <a:schemeClr val="tx2">
                  <a:alpha val="56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77" name="Freeform 14"/>
            <p:cNvSpPr/>
            <p:nvPr/>
          </p:nvSpPr>
          <p:spPr>
            <a:xfrm>
              <a:off x="8677080" y="2983680"/>
              <a:ext cx="1891080" cy="1893240"/>
            </a:xfrm>
            <a:custGeom>
              <a:avLst/>
              <a:gdLst>
                <a:gd name="textAreaLeft" fmla="*/ 0 w 1891080"/>
                <a:gd name="textAreaRight" fmla="*/ 1897200 w 1891080"/>
                <a:gd name="textAreaTop" fmla="*/ 0 h 1893240"/>
                <a:gd name="textAreaBottom" fmla="*/ 1899360 h 1893240"/>
              </a:gdLst>
              <a:ahLst/>
              <a:rect l="textAreaLeft" t="textAreaTop" r="textAreaRight" b="textAreaBottom"/>
              <a:pathLst>
                <a:path w="349" h="349">
                  <a:moveTo>
                    <a:pt x="307" y="349"/>
                  </a:moveTo>
                  <a:cubicBezTo>
                    <a:pt x="42" y="349"/>
                    <a:pt x="42" y="349"/>
                    <a:pt x="42" y="349"/>
                  </a:cubicBezTo>
                  <a:cubicBezTo>
                    <a:pt x="19" y="349"/>
                    <a:pt x="0" y="330"/>
                    <a:pt x="0" y="307"/>
                  </a:cubicBezTo>
                  <a:cubicBezTo>
                    <a:pt x="0" y="42"/>
                    <a:pt x="0" y="42"/>
                    <a:pt x="0" y="42"/>
                  </a:cubicBezTo>
                  <a:cubicBezTo>
                    <a:pt x="0" y="19"/>
                    <a:pt x="19" y="0"/>
                    <a:pt x="42" y="0"/>
                  </a:cubicBezTo>
                  <a:cubicBezTo>
                    <a:pt x="307" y="0"/>
                    <a:pt x="307" y="0"/>
                    <a:pt x="307" y="0"/>
                  </a:cubicBezTo>
                  <a:cubicBezTo>
                    <a:pt x="330" y="0"/>
                    <a:pt x="349" y="19"/>
                    <a:pt x="349" y="42"/>
                  </a:cubicBezTo>
                  <a:cubicBezTo>
                    <a:pt x="349" y="307"/>
                    <a:pt x="349" y="307"/>
                    <a:pt x="349" y="307"/>
                  </a:cubicBezTo>
                  <a:cubicBezTo>
                    <a:pt x="349" y="330"/>
                    <a:pt x="330" y="349"/>
                    <a:pt x="307" y="349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355680" dir="2700000" dist="177681" rotWithShape="0">
                <a:schemeClr val="tx1">
                  <a:alpha val="42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78" name="Text Placeholder 51"/>
          <p:cNvSpPr/>
          <p:nvPr/>
        </p:nvSpPr>
        <p:spPr>
          <a:xfrm>
            <a:off x="156672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Text Placeholder 51"/>
          <p:cNvSpPr/>
          <p:nvPr/>
        </p:nvSpPr>
        <p:spPr>
          <a:xfrm>
            <a:off x="392976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 Placeholder 51"/>
          <p:cNvSpPr/>
          <p:nvPr/>
        </p:nvSpPr>
        <p:spPr>
          <a:xfrm>
            <a:off x="632160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Text Placeholder 51"/>
          <p:cNvSpPr/>
          <p:nvPr/>
        </p:nvSpPr>
        <p:spPr>
          <a:xfrm>
            <a:off x="8677440" y="2984400"/>
            <a:ext cx="1891080" cy="1892520"/>
          </a:xfrm>
          <a:prstGeom prst="roundRect">
            <a:avLst>
              <a:gd name="adj" fmla="val 14679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786" name="Group 3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78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7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789" name="Rectangle 47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335EC1AC-DAA1-4897-B298-3DAFB42491B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Freeform 27"/>
          <p:cNvSpPr/>
          <p:nvPr/>
        </p:nvSpPr>
        <p:spPr>
          <a:xfrm rot="370200">
            <a:off x="-2220840" y="-101988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793" name="Freeform 7"/>
          <p:cNvSpPr/>
          <p:nvPr/>
        </p:nvSpPr>
        <p:spPr>
          <a:xfrm>
            <a:off x="6723000" y="1060560"/>
            <a:ext cx="4418280" cy="4444560"/>
          </a:xfrm>
          <a:custGeom>
            <a:avLst/>
            <a:gdLst>
              <a:gd name="textAreaLeft" fmla="*/ 0 w 4418280"/>
              <a:gd name="textAreaRight" fmla="*/ 4424400 w 4418280"/>
              <a:gd name="textAreaTop" fmla="*/ 0 h 4444560"/>
              <a:gd name="textAreaBottom" fmla="*/ 4450680 h 444456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4" name="Freeform 7"/>
          <p:cNvSpPr/>
          <p:nvPr/>
        </p:nvSpPr>
        <p:spPr>
          <a:xfrm>
            <a:off x="1149120" y="1060560"/>
            <a:ext cx="4418640" cy="4422240"/>
          </a:xfrm>
          <a:custGeom>
            <a:avLst/>
            <a:gdLst>
              <a:gd name="textAreaLeft" fmla="*/ 0 w 4418640"/>
              <a:gd name="textAreaRight" fmla="*/ 4424760 w 4418640"/>
              <a:gd name="textAreaTop" fmla="*/ 0 h 4422240"/>
              <a:gd name="textAreaBottom" fmla="*/ 4428360 h 4422240"/>
            </a:gdLst>
            <a:ahLst/>
            <a:rect l="textAreaLeft" t="textAreaTop" r="textAreaRight" b="textAreaBottom"/>
            <a:pathLst>
              <a:path w="500" h="500">
                <a:moveTo>
                  <a:pt x="449" y="500"/>
                </a:moveTo>
                <a:cubicBezTo>
                  <a:pt x="51" y="500"/>
                  <a:pt x="51" y="500"/>
                  <a:pt x="51" y="500"/>
                </a:cubicBezTo>
                <a:cubicBezTo>
                  <a:pt x="23" y="500"/>
                  <a:pt x="0" y="477"/>
                  <a:pt x="0" y="449"/>
                </a:cubicBezTo>
                <a:cubicBezTo>
                  <a:pt x="0" y="51"/>
                  <a:pt x="0" y="51"/>
                  <a:pt x="0" y="51"/>
                </a:cubicBezTo>
                <a:cubicBezTo>
                  <a:pt x="0" y="23"/>
                  <a:pt x="23" y="0"/>
                  <a:pt x="51" y="0"/>
                </a:cubicBezTo>
                <a:cubicBezTo>
                  <a:pt x="449" y="0"/>
                  <a:pt x="449" y="0"/>
                  <a:pt x="449" y="0"/>
                </a:cubicBezTo>
                <a:cubicBezTo>
                  <a:pt x="477" y="0"/>
                  <a:pt x="500" y="23"/>
                  <a:pt x="500" y="51"/>
                </a:cubicBezTo>
                <a:cubicBezTo>
                  <a:pt x="500" y="449"/>
                  <a:pt x="500" y="449"/>
                  <a:pt x="500" y="449"/>
                </a:cubicBezTo>
                <a:cubicBezTo>
                  <a:pt x="500" y="477"/>
                  <a:pt x="477" y="500"/>
                  <a:pt x="449" y="500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1397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79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9" name="Freeform 28"/>
          <p:cNvSpPr/>
          <p:nvPr/>
        </p:nvSpPr>
        <p:spPr>
          <a:xfrm>
            <a:off x="-1855800" y="-13384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00" name="Group 1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80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0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03" name="Text Placeholder 14"/>
          <p:cNvSpPr/>
          <p:nvPr/>
        </p:nvSpPr>
        <p:spPr>
          <a:xfrm>
            <a:off x="6747120" y="1060560"/>
            <a:ext cx="4370760" cy="4422960"/>
          </a:xfrm>
          <a:prstGeom prst="roundRect">
            <a:avLst>
              <a:gd name="adj" fmla="val 10626"/>
            </a:avLst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>
                    <a:lumMod val="60000"/>
                    <a:lumOff val="40000"/>
                  </a:schemeClr>
                </a:solidFill>
                <a:latin typeface="Open Sans"/>
              </a:rPr>
              <a:t>Edit Master text styles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chemeClr val="dk1"/>
                </a:solidFill>
                <a:latin typeface="Open Sans"/>
              </a:rPr>
              <a:t>Second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/>
                </a:solidFill>
                <a:latin typeface="Open Sans"/>
              </a:rPr>
              <a:t>Third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Fourth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0141a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800" spc="-1" strike="noStrike">
                <a:solidFill>
                  <a:schemeClr val="dk1"/>
                </a:solidFill>
                <a:latin typeface="Open Sans"/>
              </a:rPr>
              <a:t>Fifth level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ectangle 1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0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65777567-6BF1-46B4-AE8D-CF77EB6B6D4F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08" name="Freeform 6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09" name="Oval 7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0" name="Group 8"/>
          <p:cNvGrpSpPr/>
          <p:nvPr/>
        </p:nvGrpSpPr>
        <p:grpSpPr>
          <a:xfrm>
            <a:off x="4008600" y="3031920"/>
            <a:ext cx="4118760" cy="907920"/>
            <a:chOff x="4008600" y="3031920"/>
            <a:chExt cx="4118760" cy="907920"/>
          </a:xfrm>
        </p:grpSpPr>
        <p:pic>
          <p:nvPicPr>
            <p:cNvPr id="811" name="Picture 9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4994640" y="3031920"/>
              <a:ext cx="3132720" cy="859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2" name="Picture 10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4008600" y="3080520"/>
              <a:ext cx="957600" cy="859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3" name="Rectangle 12"/>
          <p:cNvSpPr/>
          <p:nvPr/>
        </p:nvSpPr>
        <p:spPr>
          <a:xfrm>
            <a:off x="11271960" y="256320"/>
            <a:ext cx="677520" cy="48960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14" name="Group 11"/>
          <p:cNvGrpSpPr/>
          <p:nvPr/>
        </p:nvGrpSpPr>
        <p:grpSpPr>
          <a:xfrm>
            <a:off x="1527120" y="6498720"/>
            <a:ext cx="901800" cy="195120"/>
            <a:chOff x="1527120" y="6498720"/>
            <a:chExt cx="901800" cy="195120"/>
          </a:xfrm>
        </p:grpSpPr>
        <p:pic>
          <p:nvPicPr>
            <p:cNvPr id="815" name="Picture 13" descr=""/>
            <p:cNvPicPr/>
            <p:nvPr/>
          </p:nvPicPr>
          <p:blipFill>
            <a:blip r:embed="rId4"/>
            <a:srcRect l="24312" t="0" r="0" b="0"/>
            <a:stretch/>
          </p:blipFill>
          <p:spPr>
            <a:xfrm>
              <a:off x="174420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16" name="Picture 14" descr=""/>
            <p:cNvPicPr/>
            <p:nvPr/>
          </p:nvPicPr>
          <p:blipFill>
            <a:blip r:embed="rId5"/>
            <a:srcRect l="0" t="0" r="76760" b="0"/>
            <a:stretch/>
          </p:blipFill>
          <p:spPr>
            <a:xfrm>
              <a:off x="152712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17" name="TextBox 16"/>
          <p:cNvSpPr/>
          <p:nvPr/>
        </p:nvSpPr>
        <p:spPr>
          <a:xfrm>
            <a:off x="139500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Box 17"/>
          <p:cNvSpPr/>
          <p:nvPr/>
        </p:nvSpPr>
        <p:spPr>
          <a:xfrm>
            <a:off x="139500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18"/>
          <p:cNvSpPr/>
          <p:nvPr/>
        </p:nvSpPr>
        <p:spPr>
          <a:xfrm>
            <a:off x="139500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TextBox 19"/>
          <p:cNvSpPr/>
          <p:nvPr/>
        </p:nvSpPr>
        <p:spPr>
          <a:xfrm>
            <a:off x="6386040" y="6313680"/>
            <a:ext cx="5704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21" name="Picture 1" descr=""/>
          <p:cNvPicPr/>
          <p:nvPr/>
        </p:nvPicPr>
        <p:blipFill>
          <a:blip r:embed="rId6"/>
          <a:stretch/>
        </p:blipFill>
        <p:spPr>
          <a:xfrm>
            <a:off x="153000" y="6454800"/>
            <a:ext cx="1153440" cy="28548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7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2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60FC9F8-45E7-4628-974D-9822A9637D30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9"/>
          <p:cNvSpPr/>
          <p:nvPr/>
        </p:nvSpPr>
        <p:spPr>
          <a:xfrm>
            <a:off x="4515120" y="4888800"/>
            <a:ext cx="34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800" spc="-1" strike="noStrike">
                <a:solidFill>
                  <a:srgbClr val="ffffff"/>
                </a:solidFill>
                <a:latin typeface="Calibri"/>
              </a:rPr>
              <a:t>www.havelsan.com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Grey_unpressed"/>
          <p:cNvSpPr/>
          <p:nvPr/>
        </p:nvSpPr>
        <p:spPr>
          <a:xfrm>
            <a:off x="2833920" y="2727720"/>
            <a:ext cx="6468480" cy="1516320"/>
          </a:xfrm>
          <a:custGeom>
            <a:avLst/>
            <a:gdLst>
              <a:gd name="textAreaLeft" fmla="*/ 0 w 6468480"/>
              <a:gd name="textAreaRight" fmla="*/ 6474600 w 6468480"/>
              <a:gd name="textAreaTop" fmla="*/ 0 h 1516320"/>
              <a:gd name="textAreaBottom" fmla="*/ 1522440 h 1516320"/>
            </a:gdLst>
            <a:ahLst/>
            <a:rect l="textAreaLeft" t="textAreaTop" r="textAreaRight" b="textAreaBottom"/>
            <a:pathLst>
              <a:path w="2950" h="732">
                <a:moveTo>
                  <a:pt x="2584" y="732"/>
                </a:moveTo>
                <a:cubicBezTo>
                  <a:pt x="366" y="732"/>
                  <a:pt x="366" y="732"/>
                  <a:pt x="366" y="732"/>
                </a:cubicBezTo>
                <a:cubicBezTo>
                  <a:pt x="164" y="732"/>
                  <a:pt x="0" y="568"/>
                  <a:pt x="0" y="366"/>
                </a:cubicBezTo>
                <a:cubicBezTo>
                  <a:pt x="0" y="164"/>
                  <a:pt x="164" y="0"/>
                  <a:pt x="366" y="0"/>
                </a:cubicBezTo>
                <a:cubicBezTo>
                  <a:pt x="2584" y="0"/>
                  <a:pt x="2584" y="0"/>
                  <a:pt x="2584" y="0"/>
                </a:cubicBezTo>
                <a:cubicBezTo>
                  <a:pt x="2786" y="0"/>
                  <a:pt x="2950" y="164"/>
                  <a:pt x="2950" y="366"/>
                </a:cubicBezTo>
                <a:cubicBezTo>
                  <a:pt x="2950" y="568"/>
                  <a:pt x="2786" y="732"/>
                  <a:pt x="2584" y="732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317500" dir="13200000" dist="889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26" name="Freeform 11"/>
          <p:cNvSpPr/>
          <p:nvPr/>
        </p:nvSpPr>
        <p:spPr>
          <a:xfrm>
            <a:off x="2435040" y="2589840"/>
            <a:ext cx="2433960" cy="2608920"/>
          </a:xfrm>
          <a:custGeom>
            <a:avLst/>
            <a:gdLst>
              <a:gd name="textAreaLeft" fmla="*/ 0 w 2433960"/>
              <a:gd name="textAreaRight" fmla="*/ 2440080 w 2433960"/>
              <a:gd name="textAreaTop" fmla="*/ 0 h 2608920"/>
              <a:gd name="textAreaBottom" fmla="*/ 2615040 h 2608920"/>
            </a:gdLst>
            <a:ahLst/>
            <a:rect l="textAreaLeft" t="textAreaTop" r="textAreaRight" b="textAreaBottom"/>
            <a:pathLst>
              <a:path w="10948959" h="2261142">
                <a:moveTo>
                  <a:pt x="359806" y="1656537"/>
                </a:moveTo>
                <a:cubicBezTo>
                  <a:pt x="513243" y="1972549"/>
                  <a:pt x="1555853" y="2062959"/>
                  <a:pt x="1891793" y="2152087"/>
                </a:cubicBezTo>
                <a:cubicBezTo>
                  <a:pt x="2227733" y="2241215"/>
                  <a:pt x="2255360" y="2176096"/>
                  <a:pt x="2375447" y="2191307"/>
                </a:cubicBezTo>
                <a:cubicBezTo>
                  <a:pt x="2495534" y="2206518"/>
                  <a:pt x="2499610" y="2299388"/>
                  <a:pt x="2612313" y="2243350"/>
                </a:cubicBezTo>
                <a:cubicBezTo>
                  <a:pt x="2725016" y="2187312"/>
                  <a:pt x="2857757" y="1866431"/>
                  <a:pt x="3051664" y="1855079"/>
                </a:cubicBezTo>
                <a:cubicBezTo>
                  <a:pt x="3245571" y="1843727"/>
                  <a:pt x="3579130" y="2137965"/>
                  <a:pt x="3775754" y="2175235"/>
                </a:cubicBezTo>
                <a:cubicBezTo>
                  <a:pt x="3972378" y="2212505"/>
                  <a:pt x="4084752" y="2067814"/>
                  <a:pt x="4231407" y="2078699"/>
                </a:cubicBezTo>
                <a:cubicBezTo>
                  <a:pt x="4378062" y="2089584"/>
                  <a:pt x="4415971" y="2275434"/>
                  <a:pt x="4655682" y="2240543"/>
                </a:cubicBezTo>
                <a:cubicBezTo>
                  <a:pt x="4895393" y="2205652"/>
                  <a:pt x="5234107" y="1927566"/>
                  <a:pt x="5669670" y="1869351"/>
                </a:cubicBezTo>
                <a:cubicBezTo>
                  <a:pt x="6105233" y="1811137"/>
                  <a:pt x="6594381" y="1926500"/>
                  <a:pt x="7269058" y="1891256"/>
                </a:cubicBezTo>
                <a:cubicBezTo>
                  <a:pt x="7943735" y="1856012"/>
                  <a:pt x="9180050" y="1740001"/>
                  <a:pt x="9717735" y="1657887"/>
                </a:cubicBezTo>
                <a:cubicBezTo>
                  <a:pt x="10255420" y="1575773"/>
                  <a:pt x="10441304" y="1656257"/>
                  <a:pt x="10495167" y="1398570"/>
                </a:cubicBezTo>
                <a:cubicBezTo>
                  <a:pt x="10549030" y="1140883"/>
                  <a:pt x="11735422" y="315468"/>
                  <a:pt x="10040915" y="111765"/>
                </a:cubicBezTo>
                <a:cubicBezTo>
                  <a:pt x="8346408" y="-91938"/>
                  <a:pt x="2584689" y="-1447"/>
                  <a:pt x="971171" y="256015"/>
                </a:cubicBezTo>
                <a:cubicBezTo>
                  <a:pt x="-642347" y="513477"/>
                  <a:pt x="206369" y="1340525"/>
                  <a:pt x="359806" y="1656537"/>
                </a:cubicBezTo>
                <a:close/>
              </a:path>
            </a:pathLst>
          </a:custGeom>
          <a:gradFill rotWithShape="0">
            <a:gsLst>
              <a:gs pos="31000">
                <a:srgbClr val="566eaa"/>
              </a:gs>
              <a:gs pos="75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6732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7" name="Oval 12"/>
          <p:cNvSpPr/>
          <p:nvPr/>
        </p:nvSpPr>
        <p:spPr>
          <a:xfrm>
            <a:off x="3103920" y="3080520"/>
            <a:ext cx="980640" cy="9806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828" name="TextBox 13"/>
          <p:cNvSpPr/>
          <p:nvPr/>
        </p:nvSpPr>
        <p:spPr>
          <a:xfrm>
            <a:off x="4606200" y="3220200"/>
            <a:ext cx="101829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tr-TR" sz="4000" spc="-1" strike="noStrike">
                <a:solidFill>
                  <a:srgbClr val="ffffff"/>
                </a:solidFill>
                <a:latin typeface="Arial"/>
              </a:rPr>
              <a:t>THANK YOU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29" name="Group 21"/>
          <p:cNvGrpSpPr/>
          <p:nvPr/>
        </p:nvGrpSpPr>
        <p:grpSpPr>
          <a:xfrm>
            <a:off x="1527120" y="6498720"/>
            <a:ext cx="901800" cy="195120"/>
            <a:chOff x="1527120" y="6498720"/>
            <a:chExt cx="901800" cy="195120"/>
          </a:xfrm>
        </p:grpSpPr>
        <p:pic>
          <p:nvPicPr>
            <p:cNvPr id="830" name="Picture 22" descr=""/>
            <p:cNvPicPr/>
            <p:nvPr/>
          </p:nvPicPr>
          <p:blipFill>
            <a:blip r:embed="rId2"/>
            <a:srcRect l="24312" t="0" r="0" b="0"/>
            <a:stretch/>
          </p:blipFill>
          <p:spPr>
            <a:xfrm>
              <a:off x="1744200" y="6498720"/>
              <a:ext cx="684720" cy="184320"/>
            </a:xfrm>
            <a:prstGeom prst="rect">
              <a:avLst/>
            </a:prstGeom>
            <a:ln w="0">
              <a:noFill/>
            </a:ln>
          </p:spPr>
        </p:pic>
        <p:pic>
          <p:nvPicPr>
            <p:cNvPr id="831" name="Picture 23" descr=""/>
            <p:cNvPicPr/>
            <p:nvPr/>
          </p:nvPicPr>
          <p:blipFill>
            <a:blip r:embed="rId3"/>
            <a:srcRect l="0" t="0" r="76760" b="0"/>
            <a:stretch/>
          </p:blipFill>
          <p:spPr>
            <a:xfrm>
              <a:off x="1527120" y="6509520"/>
              <a:ext cx="205920" cy="184320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32" name="TextBox 24"/>
          <p:cNvSpPr/>
          <p:nvPr/>
        </p:nvSpPr>
        <p:spPr>
          <a:xfrm>
            <a:off x="1395000" y="64987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3" name="TextBox 25"/>
          <p:cNvSpPr/>
          <p:nvPr/>
        </p:nvSpPr>
        <p:spPr>
          <a:xfrm>
            <a:off x="1395000" y="645480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TextBox 26"/>
          <p:cNvSpPr/>
          <p:nvPr/>
        </p:nvSpPr>
        <p:spPr>
          <a:xfrm>
            <a:off x="1395000" y="6509520"/>
            <a:ext cx="410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tr-TR" sz="1100" spc="-1" strike="noStrike">
                <a:solidFill>
                  <a:srgbClr val="ffffff"/>
                </a:solidFill>
                <a:latin typeface="Open Sans"/>
              </a:rPr>
              <a:t>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5" name="TextBox 27"/>
          <p:cNvSpPr/>
          <p:nvPr/>
        </p:nvSpPr>
        <p:spPr>
          <a:xfrm>
            <a:off x="6386040" y="6313680"/>
            <a:ext cx="570492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The content of this document is the intellectual property of HAVELSAN. It is forbidden to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copy </a:t>
            </a:r>
            <a:r>
              <a:rPr b="0" lang="tr-TR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 </a:t>
            </a:r>
            <a:r>
              <a:rPr b="0" lang="en-US" sz="1000" spc="-1" strike="noStrike">
                <a:solidFill>
                  <a:schemeClr val="lt1"/>
                </a:solidFill>
                <a:latin typeface="Arial"/>
                <a:ea typeface="SF Pro Display"/>
              </a:rPr>
              <a:t>or give all or part of this document to someone else without HAVELSAN’s permission</a:t>
            </a:r>
            <a:r>
              <a:rPr b="0" lang="tr-TR" sz="1050" spc="-1" strike="noStrike">
                <a:solidFill>
                  <a:schemeClr val="dk1"/>
                </a:solidFill>
                <a:latin typeface="Open Sans"/>
                <a:ea typeface="SF Pro Display"/>
              </a:rPr>
              <a:t>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36" name="Picture 28" descr=""/>
          <p:cNvPicPr/>
          <p:nvPr/>
        </p:nvPicPr>
        <p:blipFill>
          <a:blip r:embed="rId4"/>
          <a:stretch/>
        </p:blipFill>
        <p:spPr>
          <a:xfrm>
            <a:off x="153000" y="6454800"/>
            <a:ext cx="1153440" cy="285480"/>
          </a:xfrm>
          <a:prstGeom prst="rect">
            <a:avLst/>
          </a:prstGeom>
          <a:ln w="0">
            <a:noFill/>
          </a:ln>
        </p:spPr>
      </p:pic>
      <p:sp>
        <p:nvSpPr>
          <p:cNvPr id="837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5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3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B7BB8C3C-3AFF-4B5E-95F1-5E4DB4019B35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40" name="Group 5"/>
          <p:cNvGrpSpPr/>
          <p:nvPr/>
        </p:nvGrpSpPr>
        <p:grpSpPr>
          <a:xfrm>
            <a:off x="5942880" y="1173240"/>
            <a:ext cx="4774320" cy="4779360"/>
            <a:chOff x="5942880" y="1173240"/>
            <a:chExt cx="4774320" cy="4779360"/>
          </a:xfrm>
        </p:grpSpPr>
        <p:sp>
          <p:nvSpPr>
            <p:cNvPr id="841" name="Oval 101"/>
            <p:cNvSpPr/>
            <p:nvPr/>
          </p:nvSpPr>
          <p:spPr>
            <a:xfrm>
              <a:off x="5942880" y="1173240"/>
              <a:ext cx="4774320" cy="4779360"/>
            </a:xfrm>
            <a:prstGeom prst="ellipse">
              <a:avLst/>
            </a:prstGeom>
            <a:gradFill rotWithShape="0">
              <a:gsLst>
                <a:gs pos="0">
                  <a:srgbClr val="2a3647"/>
                </a:gs>
                <a:gs pos="100000">
                  <a:srgbClr val="1e2633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42" name="Group 7"/>
            <p:cNvGrpSpPr/>
            <p:nvPr/>
          </p:nvGrpSpPr>
          <p:grpSpPr>
            <a:xfrm>
              <a:off x="6314040" y="1564200"/>
              <a:ext cx="4004280" cy="4004280"/>
              <a:chOff x="6314040" y="1564200"/>
              <a:chExt cx="4004280" cy="4004280"/>
            </a:xfrm>
          </p:grpSpPr>
          <p:sp>
            <p:nvSpPr>
              <p:cNvPr id="843" name="Oval 8"/>
              <p:cNvSpPr/>
              <p:nvPr/>
            </p:nvSpPr>
            <p:spPr>
              <a:xfrm>
                <a:off x="6314040" y="1564200"/>
                <a:ext cx="4004280" cy="4004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44" name="Oval 9"/>
              <p:cNvSpPr/>
              <p:nvPr/>
            </p:nvSpPr>
            <p:spPr>
              <a:xfrm>
                <a:off x="6314040" y="1564200"/>
                <a:ext cx="4004280" cy="400428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45" name="Chart 13"/>
          <p:cNvGraphicFramePr/>
          <p:nvPr/>
        </p:nvGraphicFramePr>
        <p:xfrm>
          <a:off x="4898880" y="1365840"/>
          <a:ext cx="6643800" cy="4202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pSp>
        <p:nvGrpSpPr>
          <p:cNvPr id="846" name="Group 10"/>
          <p:cNvGrpSpPr/>
          <p:nvPr/>
        </p:nvGrpSpPr>
        <p:grpSpPr>
          <a:xfrm>
            <a:off x="7685640" y="3174840"/>
            <a:ext cx="1400400" cy="897480"/>
            <a:chOff x="7685640" y="3174840"/>
            <a:chExt cx="1400400" cy="897480"/>
          </a:xfrm>
        </p:grpSpPr>
        <p:sp>
          <p:nvSpPr>
            <p:cNvPr id="847" name="Rectangle 114"/>
            <p:cNvSpPr/>
            <p:nvPr/>
          </p:nvSpPr>
          <p:spPr>
            <a:xfrm>
              <a:off x="7685640" y="3174840"/>
              <a:ext cx="1400400" cy="82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ru-UA" sz="5400" spc="-1" strike="noStrike">
                  <a:solidFill>
                    <a:schemeClr val="accent1"/>
                  </a:solidFill>
                  <a:latin typeface="Arial Black"/>
                </a:rPr>
                <a:t>75</a:t>
              </a:r>
              <a:r>
                <a:rPr b="1" lang="ru-RU" sz="5400" spc="-1" strike="noStrike">
                  <a:solidFill>
                    <a:schemeClr val="accent1"/>
                  </a:solidFill>
                  <a:latin typeface="Arial Black"/>
                </a:rPr>
                <a:t>%</a:t>
              </a:r>
              <a:endParaRPr b="0" lang="en-US" sz="54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848" name="Rectangle 115"/>
            <p:cNvSpPr/>
            <p:nvPr/>
          </p:nvSpPr>
          <p:spPr>
            <a:xfrm>
              <a:off x="7781040" y="3904920"/>
              <a:ext cx="1252440" cy="1674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100" spc="-1" strike="noStrike">
                  <a:solidFill>
                    <a:schemeClr val="accent1"/>
                  </a:solidFill>
                  <a:latin typeface="Arial Black"/>
                </a:rPr>
                <a:t>Lorem ipsum dolor</a:t>
              </a:r>
              <a:endParaRPr b="0" lang="en-US" sz="11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9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0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1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2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53" name="Freeform 24"/>
          <p:cNvSpPr/>
          <p:nvPr/>
        </p:nvSpPr>
        <p:spPr>
          <a:xfrm>
            <a:off x="-1688040" y="-113904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54" name="Group 2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85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5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57" name="Rectangle 2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85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6AE1143-9C80-440A-B798-A102EB9BDED3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60" name="Group 10"/>
          <p:cNvGrpSpPr/>
          <p:nvPr/>
        </p:nvGrpSpPr>
        <p:grpSpPr>
          <a:xfrm>
            <a:off x="4579920" y="1447920"/>
            <a:ext cx="2940120" cy="2943360"/>
            <a:chOff x="4579920" y="1447920"/>
            <a:chExt cx="2940120" cy="2943360"/>
          </a:xfrm>
        </p:grpSpPr>
        <p:sp>
          <p:nvSpPr>
            <p:cNvPr id="861" name="Oval 101"/>
            <p:cNvSpPr/>
            <p:nvPr/>
          </p:nvSpPr>
          <p:spPr>
            <a:xfrm>
              <a:off x="457992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2" name="Group 12"/>
            <p:cNvGrpSpPr/>
            <p:nvPr/>
          </p:nvGrpSpPr>
          <p:grpSpPr>
            <a:xfrm>
              <a:off x="4808880" y="1688760"/>
              <a:ext cx="2465640" cy="2465640"/>
              <a:chOff x="4808880" y="1688760"/>
              <a:chExt cx="2465640" cy="2465640"/>
            </a:xfrm>
          </p:grpSpPr>
          <p:sp>
            <p:nvSpPr>
              <p:cNvPr id="863" name="Oval 13"/>
              <p:cNvSpPr/>
              <p:nvPr/>
            </p:nvSpPr>
            <p:spPr>
              <a:xfrm>
                <a:off x="4808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4" name="Oval 14"/>
              <p:cNvSpPr/>
              <p:nvPr/>
            </p:nvSpPr>
            <p:spPr>
              <a:xfrm>
                <a:off x="4808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pSp>
        <p:nvGrpSpPr>
          <p:cNvPr id="865" name="Group 15"/>
          <p:cNvGrpSpPr/>
          <p:nvPr/>
        </p:nvGrpSpPr>
        <p:grpSpPr>
          <a:xfrm>
            <a:off x="1096920" y="1447920"/>
            <a:ext cx="2940120" cy="2943360"/>
            <a:chOff x="1096920" y="1447920"/>
            <a:chExt cx="2940120" cy="2943360"/>
          </a:xfrm>
        </p:grpSpPr>
        <p:sp>
          <p:nvSpPr>
            <p:cNvPr id="866" name="Oval 101"/>
            <p:cNvSpPr/>
            <p:nvPr/>
          </p:nvSpPr>
          <p:spPr>
            <a:xfrm>
              <a:off x="109692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67" name="Group 17"/>
            <p:cNvGrpSpPr/>
            <p:nvPr/>
          </p:nvGrpSpPr>
          <p:grpSpPr>
            <a:xfrm>
              <a:off x="1325880" y="1688760"/>
              <a:ext cx="2465640" cy="2465640"/>
              <a:chOff x="1325880" y="1688760"/>
              <a:chExt cx="2465640" cy="2465640"/>
            </a:xfrm>
          </p:grpSpPr>
          <p:sp>
            <p:nvSpPr>
              <p:cNvPr id="868" name="Oval 18"/>
              <p:cNvSpPr/>
              <p:nvPr/>
            </p:nvSpPr>
            <p:spPr>
              <a:xfrm>
                <a:off x="1325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69" name="Oval 19"/>
              <p:cNvSpPr/>
              <p:nvPr/>
            </p:nvSpPr>
            <p:spPr>
              <a:xfrm>
                <a:off x="132588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70" name="Chart 20"/>
          <p:cNvGraphicFramePr/>
          <p:nvPr/>
        </p:nvGraphicFramePr>
        <p:xfrm>
          <a:off x="52560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1" name="Rectangle 120"/>
          <p:cNvSpPr/>
          <p:nvPr/>
        </p:nvSpPr>
        <p:spPr>
          <a:xfrm>
            <a:off x="2180160" y="27525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2</a:t>
            </a:r>
            <a:r>
              <a:rPr b="1" lang="en-US" sz="2800" spc="-1" strike="noStrike">
                <a:solidFill>
                  <a:schemeClr val="accent1"/>
                </a:solidFill>
                <a:latin typeface="Open Sans"/>
              </a:rPr>
              <a:t>0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872" name="Chart 22"/>
          <p:cNvGraphicFramePr/>
          <p:nvPr/>
        </p:nvGraphicFramePr>
        <p:xfrm>
          <a:off x="399528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73" name="Rectangle 120"/>
          <p:cNvSpPr/>
          <p:nvPr/>
        </p:nvSpPr>
        <p:spPr>
          <a:xfrm>
            <a:off x="5719320" y="2759760"/>
            <a:ext cx="7207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</a:t>
            </a:r>
            <a:r>
              <a:rPr b="1" lang="tr-TR" sz="2800" spc="-1" strike="noStrike">
                <a:solidFill>
                  <a:schemeClr val="accent1"/>
                </a:solidFill>
                <a:latin typeface="Open Sans"/>
              </a:rPr>
              <a:t>9</a:t>
            </a: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4" name="Freeform 119"/>
          <p:cNvSpPr/>
          <p:nvPr/>
        </p:nvSpPr>
        <p:spPr>
          <a:xfrm>
            <a:off x="1720800" y="4778280"/>
            <a:ext cx="1681560" cy="443160"/>
          </a:xfrm>
          <a:custGeom>
            <a:avLst/>
            <a:gdLst>
              <a:gd name="textAreaLeft" fmla="*/ 0 w 1681560"/>
              <a:gd name="textAreaRight" fmla="*/ 1687680 w 16815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7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6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7" y="0"/>
                  <a:pt x="1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5" name="Rectangle 120"/>
          <p:cNvSpPr/>
          <p:nvPr/>
        </p:nvSpPr>
        <p:spPr>
          <a:xfrm>
            <a:off x="20779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" name="Freeform 121"/>
          <p:cNvSpPr/>
          <p:nvPr/>
        </p:nvSpPr>
        <p:spPr>
          <a:xfrm>
            <a:off x="5224320" y="4778280"/>
            <a:ext cx="1679760" cy="4431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1" y="58"/>
                </a:moveTo>
                <a:cubicBezTo>
                  <a:pt x="0" y="91"/>
                  <a:pt x="28" y="118"/>
                  <a:pt x="61" y="118"/>
                </a:cubicBezTo>
                <a:cubicBezTo>
                  <a:pt x="383" y="118"/>
                  <a:pt x="383" y="118"/>
                  <a:pt x="383" y="118"/>
                </a:cubicBezTo>
                <a:cubicBezTo>
                  <a:pt x="415" y="118"/>
                  <a:pt x="442" y="93"/>
                  <a:pt x="443" y="60"/>
                </a:cubicBezTo>
                <a:cubicBezTo>
                  <a:pt x="443" y="27"/>
                  <a:pt x="417" y="0"/>
                  <a:pt x="384" y="0"/>
                </a:cubicBezTo>
                <a:cubicBezTo>
                  <a:pt x="60" y="0"/>
                  <a:pt x="60" y="0"/>
                  <a:pt x="60" y="0"/>
                </a:cubicBezTo>
                <a:cubicBezTo>
                  <a:pt x="28" y="0"/>
                  <a:pt x="2" y="26"/>
                  <a:pt x="1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7" name="Rectangle 122"/>
          <p:cNvSpPr/>
          <p:nvPr/>
        </p:nvSpPr>
        <p:spPr>
          <a:xfrm>
            <a:off x="558144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8" name="Freeform 123"/>
          <p:cNvSpPr/>
          <p:nvPr/>
        </p:nvSpPr>
        <p:spPr>
          <a:xfrm>
            <a:off x="8731080" y="4778280"/>
            <a:ext cx="1679760" cy="443160"/>
          </a:xfrm>
          <a:custGeom>
            <a:avLst/>
            <a:gdLst>
              <a:gd name="textAreaLeft" fmla="*/ 0 w 1679760"/>
              <a:gd name="textAreaRight" fmla="*/ 1685880 w 1679760"/>
              <a:gd name="textAreaTop" fmla="*/ 0 h 443160"/>
              <a:gd name="textAreaBottom" fmla="*/ 449280 h 443160"/>
            </a:gdLst>
            <a:ahLst/>
            <a:rect l="textAreaLeft" t="textAreaTop" r="textAreaRight" b="textAreaBottom"/>
            <a:pathLst>
              <a:path w="443" h="118">
                <a:moveTo>
                  <a:pt x="0" y="58"/>
                </a:moveTo>
                <a:cubicBezTo>
                  <a:pt x="0" y="91"/>
                  <a:pt x="27" y="118"/>
                  <a:pt x="60" y="118"/>
                </a:cubicBezTo>
                <a:cubicBezTo>
                  <a:pt x="382" y="118"/>
                  <a:pt x="382" y="118"/>
                  <a:pt x="382" y="118"/>
                </a:cubicBezTo>
                <a:cubicBezTo>
                  <a:pt x="414" y="118"/>
                  <a:pt x="442" y="93"/>
                  <a:pt x="442" y="60"/>
                </a:cubicBezTo>
                <a:cubicBezTo>
                  <a:pt x="443" y="27"/>
                  <a:pt x="416" y="0"/>
                  <a:pt x="383" y="0"/>
                </a:cubicBezTo>
                <a:cubicBezTo>
                  <a:pt x="59" y="0"/>
                  <a:pt x="59" y="0"/>
                  <a:pt x="59" y="0"/>
                </a:cubicBezTo>
                <a:cubicBezTo>
                  <a:pt x="27" y="0"/>
                  <a:pt x="1" y="26"/>
                  <a:pt x="0" y="5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100000">
                <a:srgbClr val="242e3d"/>
              </a:gs>
            </a:gsLst>
            <a:lin ang="162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879" name="Rectangle 124"/>
          <p:cNvSpPr/>
          <p:nvPr/>
        </p:nvSpPr>
        <p:spPr>
          <a:xfrm>
            <a:off x="9083520" y="4852800"/>
            <a:ext cx="946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2000" spc="-1" strike="noStrike">
                <a:solidFill>
                  <a:schemeClr val="accent1"/>
                </a:solidFill>
                <a:latin typeface="Arial Black"/>
              </a:rPr>
              <a:t>STEP 03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31"/>
          <p:cNvSpPr/>
          <p:nvPr/>
        </p:nvSpPr>
        <p:spPr>
          <a:xfrm>
            <a:off x="1469880" y="5349960"/>
            <a:ext cx="2177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1" name="TextBox 32"/>
          <p:cNvSpPr/>
          <p:nvPr/>
        </p:nvSpPr>
        <p:spPr>
          <a:xfrm>
            <a:off x="5029560" y="5349960"/>
            <a:ext cx="2097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2" name="TextBox 33"/>
          <p:cNvSpPr/>
          <p:nvPr/>
        </p:nvSpPr>
        <p:spPr>
          <a:xfrm>
            <a:off x="8561160" y="5349960"/>
            <a:ext cx="2082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chemeClr val="accent1"/>
                </a:solidFill>
                <a:latin typeface="Arial Black"/>
                <a:ea typeface="Open Sans"/>
              </a:rPr>
              <a:t>Lorem ipsum dolor sit amet, consectetur adipiscing elit, sed do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883" name="Group 40"/>
          <p:cNvGrpSpPr/>
          <p:nvPr/>
        </p:nvGrpSpPr>
        <p:grpSpPr>
          <a:xfrm>
            <a:off x="8104680" y="1447920"/>
            <a:ext cx="2940120" cy="2943360"/>
            <a:chOff x="8104680" y="1447920"/>
            <a:chExt cx="2940120" cy="2943360"/>
          </a:xfrm>
        </p:grpSpPr>
        <p:sp>
          <p:nvSpPr>
            <p:cNvPr id="884" name="Oval 101"/>
            <p:cNvSpPr/>
            <p:nvPr/>
          </p:nvSpPr>
          <p:spPr>
            <a:xfrm>
              <a:off x="8104680" y="1447920"/>
              <a:ext cx="2940120" cy="2943360"/>
            </a:xfrm>
            <a:prstGeom prst="ellipse">
              <a:avLst/>
            </a:prstGeom>
            <a:gradFill rotWithShape="0">
              <a:gsLst>
                <a:gs pos="0">
                  <a:srgbClr val="334257"/>
                </a:gs>
                <a:gs pos="100000">
                  <a:srgbClr val="202937"/>
                </a:gs>
              </a:gsLst>
              <a:lin ang="135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grpSp>
          <p:nvGrpSpPr>
            <p:cNvPr id="885" name="Group 42"/>
            <p:cNvGrpSpPr/>
            <p:nvPr/>
          </p:nvGrpSpPr>
          <p:grpSpPr>
            <a:xfrm>
              <a:off x="8333640" y="1688760"/>
              <a:ext cx="2465640" cy="2465640"/>
              <a:chOff x="8333640" y="1688760"/>
              <a:chExt cx="2465640" cy="2465640"/>
            </a:xfrm>
          </p:grpSpPr>
          <p:sp>
            <p:nvSpPr>
              <p:cNvPr id="886" name="Oval 43"/>
              <p:cNvSpPr/>
              <p:nvPr/>
            </p:nvSpPr>
            <p:spPr>
              <a:xfrm>
                <a:off x="833364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tl" blurRad="177840" dir="2700000" dist="114042" rotWithShape="0">
                  <a:schemeClr val="tx1">
                    <a:alpha val="42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  <p:sp>
            <p:nvSpPr>
              <p:cNvPr id="887" name="Oval 44"/>
              <p:cNvSpPr/>
              <p:nvPr/>
            </p:nvSpPr>
            <p:spPr>
              <a:xfrm>
                <a:off x="8333640" y="1688760"/>
                <a:ext cx="2465640" cy="2465640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algn="br" blurRad="114480" dir="13500000" dist="114042" rotWithShape="0">
                  <a:schemeClr val="tx2">
                    <a:alpha val="56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rIns="90000" tIns="45000" bIns="45000" anchor="ctr">
                <a:noAutofit/>
              </a:bodyPr>
              <a:p>
                <a:pPr algn="ctr" defTabSz="914400">
                  <a:lnSpc>
                    <a:spcPct val="100000"/>
                  </a:lnSpc>
                </a:pPr>
                <a:endParaRPr b="0" lang="ru-UA" sz="1800" spc="-1" strike="noStrike">
                  <a:solidFill>
                    <a:schemeClr val="lt1"/>
                  </a:solidFill>
                  <a:latin typeface="Open Sans"/>
                </a:endParaRPr>
              </a:p>
            </p:txBody>
          </p:sp>
        </p:grpSp>
      </p:grpSp>
      <p:graphicFrame>
        <p:nvGraphicFramePr>
          <p:cNvPr id="888" name="Chart 45"/>
          <p:cNvGraphicFramePr/>
          <p:nvPr/>
        </p:nvGraphicFramePr>
        <p:xfrm>
          <a:off x="7520040" y="1632600"/>
          <a:ext cx="4089960" cy="2586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89" name="Rectangle 120"/>
          <p:cNvSpPr/>
          <p:nvPr/>
        </p:nvSpPr>
        <p:spPr>
          <a:xfrm>
            <a:off x="9242280" y="2759760"/>
            <a:ext cx="723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RU" sz="2800" spc="-1" strike="noStrike">
                <a:solidFill>
                  <a:schemeClr val="accent1"/>
                </a:solidFill>
                <a:latin typeface="Open Sans"/>
              </a:rPr>
              <a:t>65%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0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1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2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3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4" name="Freeform 49"/>
          <p:cNvSpPr/>
          <p:nvPr/>
        </p:nvSpPr>
        <p:spPr>
          <a:xfrm rot="237600">
            <a:off x="-1343160" y="-920880"/>
            <a:ext cx="7398000" cy="6141600"/>
          </a:xfrm>
          <a:custGeom>
            <a:avLst/>
            <a:gdLst>
              <a:gd name="textAreaLeft" fmla="*/ 0 w 7398000"/>
              <a:gd name="textAreaRight" fmla="*/ 7404120 w 7398000"/>
              <a:gd name="textAreaTop" fmla="*/ 0 h 6141600"/>
              <a:gd name="textAreaBottom" fmla="*/ 6147720 h 614160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895" name="Group 3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89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89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898" name="Rectangle 50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0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FA73EA2C-C30B-4A80-B6C3-C52CF66BE5D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1" name="Line 6"/>
          <p:cNvSpPr/>
          <p:nvPr/>
        </p:nvSpPr>
        <p:spPr>
          <a:xfrm>
            <a:off x="2738160" y="11268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2" name="Line 7"/>
          <p:cNvSpPr/>
          <p:nvPr/>
        </p:nvSpPr>
        <p:spPr>
          <a:xfrm>
            <a:off x="2738160" y="1584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3" name="Line 8"/>
          <p:cNvSpPr/>
          <p:nvPr/>
        </p:nvSpPr>
        <p:spPr>
          <a:xfrm>
            <a:off x="2738160" y="20462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4" name="Line 9"/>
          <p:cNvSpPr/>
          <p:nvPr/>
        </p:nvSpPr>
        <p:spPr>
          <a:xfrm>
            <a:off x="2738160" y="25063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5" name="Line 10"/>
          <p:cNvSpPr/>
          <p:nvPr/>
        </p:nvSpPr>
        <p:spPr>
          <a:xfrm>
            <a:off x="2738160" y="296856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6" name="Line 11"/>
          <p:cNvSpPr/>
          <p:nvPr/>
        </p:nvSpPr>
        <p:spPr>
          <a:xfrm>
            <a:off x="2738160" y="34290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7" name="Line 12"/>
          <p:cNvSpPr/>
          <p:nvPr/>
        </p:nvSpPr>
        <p:spPr>
          <a:xfrm>
            <a:off x="2738160" y="38862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8" name="Line 13"/>
          <p:cNvSpPr/>
          <p:nvPr/>
        </p:nvSpPr>
        <p:spPr>
          <a:xfrm>
            <a:off x="2738160" y="434628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09" name="Line 14"/>
          <p:cNvSpPr/>
          <p:nvPr/>
        </p:nvSpPr>
        <p:spPr>
          <a:xfrm>
            <a:off x="2738160" y="480852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0" name="Line 15"/>
          <p:cNvSpPr/>
          <p:nvPr/>
        </p:nvSpPr>
        <p:spPr>
          <a:xfrm>
            <a:off x="2738160" y="526860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1" name="Line 16"/>
          <p:cNvSpPr/>
          <p:nvPr/>
        </p:nvSpPr>
        <p:spPr>
          <a:xfrm>
            <a:off x="2738160" y="5730840"/>
            <a:ext cx="6589800" cy="360"/>
          </a:xfrm>
          <a:prstGeom prst="line">
            <a:avLst/>
          </a:prstGeom>
          <a:ln cap="rnd" w="15875">
            <a:solidFill>
              <a:srgbClr val="202937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0" bIns="0" anchor="t">
            <a:noAutofit/>
          </a:bodyPr>
          <a:p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2" name="Freeform 17"/>
          <p:cNvSpPr/>
          <p:nvPr/>
        </p:nvSpPr>
        <p:spPr>
          <a:xfrm>
            <a:off x="325116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3" name="Freeform 18"/>
          <p:cNvSpPr/>
          <p:nvPr/>
        </p:nvSpPr>
        <p:spPr>
          <a:xfrm>
            <a:off x="3251160" y="3429000"/>
            <a:ext cx="538560" cy="2295720"/>
          </a:xfrm>
          <a:custGeom>
            <a:avLst/>
            <a:gdLst>
              <a:gd name="textAreaLeft" fmla="*/ 0 w 538560"/>
              <a:gd name="textAreaRight" fmla="*/ 544680 w 538560"/>
              <a:gd name="textAreaTop" fmla="*/ 0 h 2295720"/>
              <a:gd name="textAreaBottom" fmla="*/ 2301840 h 2295720"/>
            </a:gdLst>
            <a:ahLst/>
            <a:rect l="textAreaLeft" t="textAreaTop" r="textAreaRight" b="textAreaBottom"/>
            <a:pathLst>
              <a:path w="143" h="685">
                <a:moveTo>
                  <a:pt x="71" y="685"/>
                </a:moveTo>
                <a:cubicBezTo>
                  <a:pt x="32" y="685"/>
                  <a:pt x="0" y="653"/>
                  <a:pt x="0" y="613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13"/>
                  <a:pt x="143" y="613"/>
                  <a:pt x="143" y="613"/>
                </a:cubicBezTo>
                <a:cubicBezTo>
                  <a:pt x="143" y="653"/>
                  <a:pt x="111" y="685"/>
                  <a:pt x="71" y="685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3123cd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4" name="Freeform 19"/>
          <p:cNvSpPr/>
          <p:nvPr/>
        </p:nvSpPr>
        <p:spPr>
          <a:xfrm>
            <a:off x="4508640" y="1127160"/>
            <a:ext cx="533520" cy="4597560"/>
          </a:xfrm>
          <a:custGeom>
            <a:avLst/>
            <a:gdLst>
              <a:gd name="textAreaLeft" fmla="*/ 0 w 533520"/>
              <a:gd name="textAreaRight" fmla="*/ 539640 w 53352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5" name="Freeform 20"/>
          <p:cNvSpPr/>
          <p:nvPr/>
        </p:nvSpPr>
        <p:spPr>
          <a:xfrm>
            <a:off x="4508640" y="2887560"/>
            <a:ext cx="533520" cy="2837160"/>
          </a:xfrm>
          <a:custGeom>
            <a:avLst/>
            <a:gdLst>
              <a:gd name="textAreaLeft" fmla="*/ 0 w 533520"/>
              <a:gd name="textAreaRight" fmla="*/ 539640 w 533520"/>
              <a:gd name="textAreaTop" fmla="*/ 0 h 2837160"/>
              <a:gd name="textAreaBottom" fmla="*/ 2843280 h 2837160"/>
            </a:gdLst>
            <a:ahLst/>
            <a:rect l="textAreaLeft" t="textAreaTop" r="textAreaRight" b="textAreaBottom"/>
            <a:pathLst>
              <a:path w="142" h="983">
                <a:moveTo>
                  <a:pt x="71" y="983"/>
                </a:moveTo>
                <a:cubicBezTo>
                  <a:pt x="32" y="983"/>
                  <a:pt x="0" y="951"/>
                  <a:pt x="0" y="91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2" y="32"/>
                  <a:pt x="142" y="72"/>
                </a:cubicBezTo>
                <a:cubicBezTo>
                  <a:pt x="142" y="911"/>
                  <a:pt x="142" y="911"/>
                  <a:pt x="142" y="911"/>
                </a:cubicBezTo>
                <a:cubicBezTo>
                  <a:pt x="142" y="951"/>
                  <a:pt x="111" y="983"/>
                  <a:pt x="71" y="983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6" name="Freeform 21"/>
          <p:cNvSpPr/>
          <p:nvPr/>
        </p:nvSpPr>
        <p:spPr>
          <a:xfrm>
            <a:off x="576108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2" y="1208"/>
                </a:moveTo>
                <a:cubicBezTo>
                  <a:pt x="72" y="1208"/>
                  <a:pt x="72" y="1208"/>
                  <a:pt x="72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2" y="0"/>
                </a:cubicBezTo>
                <a:cubicBezTo>
                  <a:pt x="72" y="0"/>
                  <a:pt x="72" y="0"/>
                  <a:pt x="72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2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7" name="Freeform 22"/>
          <p:cNvSpPr/>
          <p:nvPr/>
        </p:nvSpPr>
        <p:spPr>
          <a:xfrm>
            <a:off x="5761080" y="3813120"/>
            <a:ext cx="538560" cy="1911600"/>
          </a:xfrm>
          <a:custGeom>
            <a:avLst/>
            <a:gdLst>
              <a:gd name="textAreaLeft" fmla="*/ 0 w 538560"/>
              <a:gd name="textAreaRight" fmla="*/ 544680 w 538560"/>
              <a:gd name="textAreaTop" fmla="*/ 0 h 1911600"/>
              <a:gd name="textAreaBottom" fmla="*/ 1917720 h 1911600"/>
            </a:gdLst>
            <a:ahLst/>
            <a:rect l="textAreaLeft" t="textAreaTop" r="textAreaRight" b="textAreaBottom"/>
            <a:pathLst>
              <a:path w="143" h="503">
                <a:moveTo>
                  <a:pt x="72" y="503"/>
                </a:moveTo>
                <a:cubicBezTo>
                  <a:pt x="32" y="503"/>
                  <a:pt x="0" y="471"/>
                  <a:pt x="0" y="431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2" y="0"/>
                </a:cubicBezTo>
                <a:cubicBezTo>
                  <a:pt x="111" y="0"/>
                  <a:pt x="143" y="32"/>
                  <a:pt x="143" y="72"/>
                </a:cubicBezTo>
                <a:cubicBezTo>
                  <a:pt x="143" y="431"/>
                  <a:pt x="143" y="431"/>
                  <a:pt x="143" y="431"/>
                </a:cubicBezTo>
                <a:cubicBezTo>
                  <a:pt x="143" y="471"/>
                  <a:pt x="111" y="503"/>
                  <a:pt x="72" y="503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8" name="Freeform 23"/>
          <p:cNvSpPr/>
          <p:nvPr/>
        </p:nvSpPr>
        <p:spPr>
          <a:xfrm>
            <a:off x="7016760" y="1127160"/>
            <a:ext cx="538560" cy="4597560"/>
          </a:xfrm>
          <a:custGeom>
            <a:avLst/>
            <a:gdLst>
              <a:gd name="textAreaLeft" fmla="*/ 0 w 538560"/>
              <a:gd name="textAreaRight" fmla="*/ 544680 w 53856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3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1" y="0"/>
                  <a:pt x="143" y="31"/>
                  <a:pt x="143" y="71"/>
                </a:cubicBezTo>
                <a:cubicBezTo>
                  <a:pt x="143" y="1136"/>
                  <a:pt x="143" y="1136"/>
                  <a:pt x="143" y="1136"/>
                </a:cubicBezTo>
                <a:cubicBezTo>
                  <a:pt x="143" y="1176"/>
                  <a:pt x="111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19" name="Freeform 24"/>
          <p:cNvSpPr/>
          <p:nvPr/>
        </p:nvSpPr>
        <p:spPr>
          <a:xfrm>
            <a:off x="7016760" y="2887560"/>
            <a:ext cx="538560" cy="2837160"/>
          </a:xfrm>
          <a:custGeom>
            <a:avLst/>
            <a:gdLst>
              <a:gd name="textAreaLeft" fmla="*/ 0 w 538560"/>
              <a:gd name="textAreaRight" fmla="*/ 544680 w 538560"/>
              <a:gd name="textAreaTop" fmla="*/ 0 h 2837160"/>
              <a:gd name="textAreaBottom" fmla="*/ 2843280 h 2837160"/>
            </a:gdLst>
            <a:ahLst/>
            <a:rect l="textAreaLeft" t="textAreaTop" r="textAreaRight" b="textAreaBottom"/>
            <a:pathLst>
              <a:path w="143" h="746">
                <a:moveTo>
                  <a:pt x="71" y="746"/>
                </a:moveTo>
                <a:cubicBezTo>
                  <a:pt x="32" y="746"/>
                  <a:pt x="0" y="714"/>
                  <a:pt x="0" y="674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2"/>
                  <a:pt x="32" y="0"/>
                  <a:pt x="71" y="0"/>
                </a:cubicBezTo>
                <a:cubicBezTo>
                  <a:pt x="111" y="0"/>
                  <a:pt x="143" y="32"/>
                  <a:pt x="143" y="71"/>
                </a:cubicBezTo>
                <a:cubicBezTo>
                  <a:pt x="143" y="674"/>
                  <a:pt x="143" y="674"/>
                  <a:pt x="143" y="674"/>
                </a:cubicBezTo>
                <a:cubicBezTo>
                  <a:pt x="143" y="714"/>
                  <a:pt x="111" y="746"/>
                  <a:pt x="71" y="746"/>
                </a:cubicBezTo>
                <a:close/>
              </a:path>
            </a:pathLst>
          </a:custGeom>
          <a:gradFill rotWithShape="0">
            <a:gsLst>
              <a:gs pos="100000">
                <a:srgbClr val="ff0000"/>
              </a:gs>
              <a:gs pos="100000">
                <a:srgbClr val="1f67db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0" name="Freeform 25"/>
          <p:cNvSpPr/>
          <p:nvPr/>
        </p:nvSpPr>
        <p:spPr>
          <a:xfrm>
            <a:off x="8273880" y="1127160"/>
            <a:ext cx="535320" cy="4597560"/>
          </a:xfrm>
          <a:custGeom>
            <a:avLst/>
            <a:gdLst>
              <a:gd name="textAreaLeft" fmla="*/ 0 w 535320"/>
              <a:gd name="textAreaRight" fmla="*/ 541440 w 535320"/>
              <a:gd name="textAreaTop" fmla="*/ 0 h 4597560"/>
              <a:gd name="textAreaBottom" fmla="*/ 4603680 h 4597560"/>
            </a:gdLst>
            <a:ahLst/>
            <a:rect l="textAreaLeft" t="textAreaTop" r="textAreaRight" b="textAreaBottom"/>
            <a:pathLst>
              <a:path w="142" h="1208">
                <a:moveTo>
                  <a:pt x="71" y="1208"/>
                </a:moveTo>
                <a:cubicBezTo>
                  <a:pt x="71" y="1208"/>
                  <a:pt x="71" y="1208"/>
                  <a:pt x="71" y="1208"/>
                </a:cubicBezTo>
                <a:cubicBezTo>
                  <a:pt x="32" y="1208"/>
                  <a:pt x="0" y="1176"/>
                  <a:pt x="0" y="1136"/>
                </a:cubicBezTo>
                <a:cubicBezTo>
                  <a:pt x="0" y="71"/>
                  <a:pt x="0" y="71"/>
                  <a:pt x="0" y="71"/>
                </a:cubicBezTo>
                <a:cubicBezTo>
                  <a:pt x="0" y="31"/>
                  <a:pt x="32" y="0"/>
                  <a:pt x="71" y="0"/>
                </a:cubicBezTo>
                <a:cubicBezTo>
                  <a:pt x="71" y="0"/>
                  <a:pt x="71" y="0"/>
                  <a:pt x="71" y="0"/>
                </a:cubicBezTo>
                <a:cubicBezTo>
                  <a:pt x="110" y="0"/>
                  <a:pt x="142" y="31"/>
                  <a:pt x="142" y="71"/>
                </a:cubicBezTo>
                <a:cubicBezTo>
                  <a:pt x="142" y="1136"/>
                  <a:pt x="142" y="1136"/>
                  <a:pt x="142" y="1136"/>
                </a:cubicBezTo>
                <a:cubicBezTo>
                  <a:pt x="142" y="1176"/>
                  <a:pt x="110" y="1208"/>
                  <a:pt x="71" y="1208"/>
                </a:cubicBezTo>
                <a:close/>
              </a:path>
            </a:pathLst>
          </a:custGeom>
          <a:gradFill rotWithShape="0">
            <a:gsLst>
              <a:gs pos="0">
                <a:srgbClr val="334257"/>
              </a:gs>
              <a:gs pos="23000">
                <a:srgbClr val="242e3d"/>
              </a:gs>
              <a:gs pos="100000">
                <a:srgbClr val="242e3d"/>
              </a:gs>
            </a:gsLst>
            <a:lin ang="10800000"/>
          </a:gradFill>
          <a:ln w="0">
            <a:noFill/>
          </a:ln>
          <a:effectLst>
            <a:innerShdw blurRad="63500" dir="13200000" dist="50800">
              <a:schemeClr val="tx1">
                <a:alpha val="50000"/>
              </a:schemeClr>
            </a:innerShdw>
          </a:effectLst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sp>
        <p:nvSpPr>
          <p:cNvPr id="921" name="Freeform 26"/>
          <p:cNvSpPr/>
          <p:nvPr/>
        </p:nvSpPr>
        <p:spPr>
          <a:xfrm>
            <a:off x="8273880" y="1611360"/>
            <a:ext cx="535320" cy="4113360"/>
          </a:xfrm>
          <a:custGeom>
            <a:avLst/>
            <a:gdLst>
              <a:gd name="textAreaLeft" fmla="*/ 0 w 535320"/>
              <a:gd name="textAreaRight" fmla="*/ 541440 w 535320"/>
              <a:gd name="textAreaTop" fmla="*/ 0 h 4113360"/>
              <a:gd name="textAreaBottom" fmla="*/ 4119480 h 4113360"/>
            </a:gdLst>
            <a:ahLst/>
            <a:rect l="textAreaLeft" t="textAreaTop" r="textAreaRight" b="textAreaBottom"/>
            <a:pathLst>
              <a:path w="142" h="1081">
                <a:moveTo>
                  <a:pt x="71" y="1081"/>
                </a:moveTo>
                <a:cubicBezTo>
                  <a:pt x="32" y="1081"/>
                  <a:pt x="0" y="1049"/>
                  <a:pt x="0" y="1009"/>
                </a:cubicBezTo>
                <a:cubicBezTo>
                  <a:pt x="0" y="72"/>
                  <a:pt x="0" y="72"/>
                  <a:pt x="0" y="72"/>
                </a:cubicBezTo>
                <a:cubicBezTo>
                  <a:pt x="0" y="32"/>
                  <a:pt x="32" y="0"/>
                  <a:pt x="71" y="0"/>
                </a:cubicBezTo>
                <a:cubicBezTo>
                  <a:pt x="110" y="0"/>
                  <a:pt x="142" y="32"/>
                  <a:pt x="142" y="72"/>
                </a:cubicBezTo>
                <a:cubicBezTo>
                  <a:pt x="142" y="1009"/>
                  <a:pt x="142" y="1009"/>
                  <a:pt x="142" y="1009"/>
                </a:cubicBezTo>
                <a:cubicBezTo>
                  <a:pt x="142" y="1049"/>
                  <a:pt x="110" y="1081"/>
                  <a:pt x="71" y="1081"/>
                </a:cubicBezTo>
                <a:close/>
              </a:path>
            </a:pathLst>
          </a:custGeom>
          <a:gradFill rotWithShape="0">
            <a:gsLst>
              <a:gs pos="0">
                <a:srgbClr val="685de3"/>
              </a:gs>
              <a:gs pos="0">
                <a:srgbClr val="ff0000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endParaRPr b="0" lang="ru-UA" sz="1800" spc="-1" strike="noStrike">
              <a:solidFill>
                <a:schemeClr val="dk1"/>
              </a:solidFill>
              <a:latin typeface="Open Sans"/>
            </a:endParaRPr>
          </a:p>
        </p:txBody>
      </p:sp>
      <p:grpSp>
        <p:nvGrpSpPr>
          <p:cNvPr id="922" name="Group 26"/>
          <p:cNvGrpSpPr/>
          <p:nvPr/>
        </p:nvGrpSpPr>
        <p:grpSpPr>
          <a:xfrm>
            <a:off x="3348360" y="5908680"/>
            <a:ext cx="5395680" cy="228240"/>
            <a:chOff x="3348360" y="5908680"/>
            <a:chExt cx="5395680" cy="228240"/>
          </a:xfrm>
        </p:grpSpPr>
        <p:sp>
          <p:nvSpPr>
            <p:cNvPr id="923" name="Rectangle 28"/>
            <p:cNvSpPr/>
            <p:nvPr/>
          </p:nvSpPr>
          <p:spPr>
            <a:xfrm>
              <a:off x="33483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55%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4" name="Rectangle 29"/>
            <p:cNvSpPr/>
            <p:nvPr/>
          </p:nvSpPr>
          <p:spPr>
            <a:xfrm>
              <a:off x="46054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5" name="Rectangle 30"/>
            <p:cNvSpPr/>
            <p:nvPr/>
          </p:nvSpPr>
          <p:spPr>
            <a:xfrm>
              <a:off x="585792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6" name="Rectangle 31"/>
            <p:cNvSpPr/>
            <p:nvPr/>
          </p:nvSpPr>
          <p:spPr>
            <a:xfrm>
              <a:off x="711396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27" name="Rectangle 32"/>
            <p:cNvSpPr/>
            <p:nvPr/>
          </p:nvSpPr>
          <p:spPr>
            <a:xfrm>
              <a:off x="8371080" y="59086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88%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928" name="Group 32"/>
          <p:cNvGrpSpPr/>
          <p:nvPr/>
        </p:nvGrpSpPr>
        <p:grpSpPr>
          <a:xfrm>
            <a:off x="2066040" y="988920"/>
            <a:ext cx="482760" cy="4854240"/>
            <a:chOff x="2066040" y="988920"/>
            <a:chExt cx="482760" cy="4854240"/>
          </a:xfrm>
        </p:grpSpPr>
        <p:sp>
          <p:nvSpPr>
            <p:cNvPr id="929" name="Rectangle 27"/>
            <p:cNvSpPr/>
            <p:nvPr/>
          </p:nvSpPr>
          <p:spPr>
            <a:xfrm>
              <a:off x="2273760" y="5614920"/>
              <a:ext cx="264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0" name="Rectangle 33"/>
            <p:cNvSpPr/>
            <p:nvPr/>
          </p:nvSpPr>
          <p:spPr>
            <a:xfrm>
              <a:off x="2171880" y="5149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1" name="Rectangle 34"/>
            <p:cNvSpPr/>
            <p:nvPr/>
          </p:nvSpPr>
          <p:spPr>
            <a:xfrm>
              <a:off x="2171880" y="4689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20%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2" name="Rectangle 35"/>
            <p:cNvSpPr/>
            <p:nvPr/>
          </p:nvSpPr>
          <p:spPr>
            <a:xfrm>
              <a:off x="2171880" y="4227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30%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3" name="Rectangle 36"/>
            <p:cNvSpPr/>
            <p:nvPr/>
          </p:nvSpPr>
          <p:spPr>
            <a:xfrm>
              <a:off x="2171880" y="376380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40%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4" name="Rectangle 37"/>
            <p:cNvSpPr/>
            <p:nvPr/>
          </p:nvSpPr>
          <p:spPr>
            <a:xfrm>
              <a:off x="2171880" y="330192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50%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5" name="Rectangle 38"/>
            <p:cNvSpPr/>
            <p:nvPr/>
          </p:nvSpPr>
          <p:spPr>
            <a:xfrm>
              <a:off x="2171880" y="28414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60%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6" name="Rectangle 39"/>
            <p:cNvSpPr/>
            <p:nvPr/>
          </p:nvSpPr>
          <p:spPr>
            <a:xfrm>
              <a:off x="2171880" y="237636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70%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7" name="Rectangle 40"/>
            <p:cNvSpPr/>
            <p:nvPr/>
          </p:nvSpPr>
          <p:spPr>
            <a:xfrm>
              <a:off x="2171880" y="191628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80%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8" name="Rectangle 41"/>
            <p:cNvSpPr/>
            <p:nvPr/>
          </p:nvSpPr>
          <p:spPr>
            <a:xfrm>
              <a:off x="2171880" y="1454040"/>
              <a:ext cx="3729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90%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39" name="Rectangle 42"/>
            <p:cNvSpPr/>
            <p:nvPr/>
          </p:nvSpPr>
          <p:spPr>
            <a:xfrm>
              <a:off x="2066040" y="988920"/>
              <a:ext cx="482760" cy="228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wrap="none" lIns="0" rIns="0" tIns="0" bIns="0" anchor="t">
              <a:sp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0" lang="ru-UA" sz="1500" spc="-1" strike="noStrike">
                  <a:solidFill>
                    <a:schemeClr val="accent1"/>
                  </a:solidFill>
                  <a:latin typeface="Open Sans"/>
                </a:rPr>
                <a:t>100%</a:t>
              </a:r>
              <a:endParaRPr b="0" lang="en-US" sz="1500" spc="-1" strike="noStrike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940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1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2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3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4" name="Freeform 52"/>
          <p:cNvSpPr/>
          <p:nvPr/>
        </p:nvSpPr>
        <p:spPr>
          <a:xfrm rot="370200">
            <a:off x="-1859760" y="-110664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45" name="Group 48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4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4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48" name="Rectangle 53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5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063441C4-67CC-4CB6-A608-6668C6CA37F4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grpSp>
        <p:nvGrpSpPr>
          <p:cNvPr id="951" name="Group 5"/>
          <p:cNvGrpSpPr/>
          <p:nvPr/>
        </p:nvGrpSpPr>
        <p:grpSpPr>
          <a:xfrm>
            <a:off x="5370480" y="955800"/>
            <a:ext cx="97560" cy="4581720"/>
            <a:chOff x="5370480" y="955800"/>
            <a:chExt cx="97560" cy="4581720"/>
          </a:xfrm>
        </p:grpSpPr>
        <p:sp>
          <p:nvSpPr>
            <p:cNvPr id="952" name="Freeform 10"/>
            <p:cNvSpPr/>
            <p:nvPr/>
          </p:nvSpPr>
          <p:spPr>
            <a:xfrm>
              <a:off x="5370480" y="955800"/>
              <a:ext cx="92880" cy="4581720"/>
            </a:xfrm>
            <a:custGeom>
              <a:avLst/>
              <a:gdLst>
                <a:gd name="textAreaLeft" fmla="*/ 0 w 92880"/>
                <a:gd name="textAreaRight" fmla="*/ 99000 w 92880"/>
                <a:gd name="textAreaTop" fmla="*/ 0 h 4581720"/>
                <a:gd name="textAreaBottom" fmla="*/ 4587840 h 4581720"/>
              </a:gdLst>
              <a:ahLst/>
              <a:rect l="textAreaLeft" t="textAreaTop" r="textAreaRight" b="textAreaBottom"/>
              <a:pathLst>
                <a:path w="24" h="395">
                  <a:moveTo>
                    <a:pt x="12" y="395"/>
                  </a:moveTo>
                  <a:cubicBezTo>
                    <a:pt x="5" y="395"/>
                    <a:pt x="0" y="389"/>
                    <a:pt x="0" y="38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383"/>
                    <a:pt x="24" y="383"/>
                    <a:pt x="24" y="383"/>
                  </a:cubicBezTo>
                  <a:cubicBezTo>
                    <a:pt x="24" y="389"/>
                    <a:pt x="18" y="395"/>
                    <a:pt x="12" y="39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3" name="Freeform 16"/>
            <p:cNvSpPr/>
            <p:nvPr/>
          </p:nvSpPr>
          <p:spPr>
            <a:xfrm>
              <a:off x="5370480" y="4232520"/>
              <a:ext cx="97560" cy="1305000"/>
            </a:xfrm>
            <a:custGeom>
              <a:avLst/>
              <a:gdLst>
                <a:gd name="textAreaLeft" fmla="*/ 0 w 97560"/>
                <a:gd name="textAreaRight" fmla="*/ 103680 w 97560"/>
                <a:gd name="textAreaTop" fmla="*/ 0 h 1305000"/>
                <a:gd name="textAreaBottom" fmla="*/ 1311120 h 1305000"/>
              </a:gdLst>
              <a:ahLst/>
              <a:rect l="textAreaLeft" t="textAreaTop" r="textAreaRight" b="textAreaBottom"/>
              <a:pathLst>
                <a:path w="24" h="833">
                  <a:moveTo>
                    <a:pt x="12" y="833"/>
                  </a:moveTo>
                  <a:cubicBezTo>
                    <a:pt x="5" y="833"/>
                    <a:pt x="0" y="827"/>
                    <a:pt x="0" y="82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821"/>
                    <a:pt x="24" y="821"/>
                    <a:pt x="24" y="821"/>
                  </a:cubicBezTo>
                  <a:cubicBezTo>
                    <a:pt x="24" y="827"/>
                    <a:pt x="18" y="833"/>
                    <a:pt x="12" y="83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4" name="Group 8"/>
          <p:cNvGrpSpPr/>
          <p:nvPr/>
        </p:nvGrpSpPr>
        <p:grpSpPr>
          <a:xfrm>
            <a:off x="6394320" y="955800"/>
            <a:ext cx="104400" cy="4581360"/>
            <a:chOff x="6394320" y="955800"/>
            <a:chExt cx="104400" cy="4581360"/>
          </a:xfrm>
        </p:grpSpPr>
        <p:sp>
          <p:nvSpPr>
            <p:cNvPr id="955" name="Freeform 11"/>
            <p:cNvSpPr/>
            <p:nvPr/>
          </p:nvSpPr>
          <p:spPr>
            <a:xfrm>
              <a:off x="6394320" y="955800"/>
              <a:ext cx="104400" cy="4539240"/>
            </a:xfrm>
            <a:custGeom>
              <a:avLst/>
              <a:gdLst>
                <a:gd name="textAreaLeft" fmla="*/ 0 w 104400"/>
                <a:gd name="textAreaRight" fmla="*/ 110520 w 104400"/>
                <a:gd name="textAreaTop" fmla="*/ 0 h 4539240"/>
                <a:gd name="textAreaBottom" fmla="*/ 4545360 h 4539240"/>
              </a:gdLst>
              <a:ahLst/>
              <a:rect l="textAreaLeft" t="textAreaTop" r="textAreaRight" b="textAreaBottom"/>
              <a:pathLst>
                <a:path w="24" h="729">
                  <a:moveTo>
                    <a:pt x="12" y="729"/>
                  </a:moveTo>
                  <a:cubicBezTo>
                    <a:pt x="6" y="729"/>
                    <a:pt x="0" y="724"/>
                    <a:pt x="0" y="71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717"/>
                    <a:pt x="24" y="717"/>
                    <a:pt x="24" y="717"/>
                  </a:cubicBezTo>
                  <a:cubicBezTo>
                    <a:pt x="24" y="724"/>
                    <a:pt x="19" y="729"/>
                    <a:pt x="12" y="729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6" name="Freeform 17"/>
            <p:cNvSpPr/>
            <p:nvPr/>
          </p:nvSpPr>
          <p:spPr>
            <a:xfrm>
              <a:off x="6394320" y="3753360"/>
              <a:ext cx="104400" cy="1783800"/>
            </a:xfrm>
            <a:custGeom>
              <a:avLst/>
              <a:gdLst>
                <a:gd name="textAreaLeft" fmla="*/ 0 w 104400"/>
                <a:gd name="textAreaRight" fmla="*/ 110520 w 104400"/>
                <a:gd name="textAreaTop" fmla="*/ 0 h 1783800"/>
                <a:gd name="textAreaBottom" fmla="*/ 1789920 h 1783800"/>
              </a:gdLst>
              <a:ahLst/>
              <a:rect l="textAreaLeft" t="textAreaTop" r="textAreaRight" b="textAreaBottom"/>
              <a:pathLst>
                <a:path w="24" h="499">
                  <a:moveTo>
                    <a:pt x="12" y="499"/>
                  </a:moveTo>
                  <a:cubicBezTo>
                    <a:pt x="6" y="499"/>
                    <a:pt x="0" y="493"/>
                    <a:pt x="0" y="487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487"/>
                    <a:pt x="24" y="487"/>
                    <a:pt x="24" y="487"/>
                  </a:cubicBezTo>
                  <a:cubicBezTo>
                    <a:pt x="24" y="493"/>
                    <a:pt x="19" y="499"/>
                    <a:pt x="12" y="499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57" name="Group 11"/>
          <p:cNvGrpSpPr/>
          <p:nvPr/>
        </p:nvGrpSpPr>
        <p:grpSpPr>
          <a:xfrm>
            <a:off x="7423200" y="955800"/>
            <a:ext cx="79560" cy="4581720"/>
            <a:chOff x="7423200" y="955800"/>
            <a:chExt cx="79560" cy="4581720"/>
          </a:xfrm>
        </p:grpSpPr>
        <p:sp>
          <p:nvSpPr>
            <p:cNvPr id="958" name="Freeform 12"/>
            <p:cNvSpPr/>
            <p:nvPr/>
          </p:nvSpPr>
          <p:spPr>
            <a:xfrm>
              <a:off x="7423200" y="955800"/>
              <a:ext cx="79560" cy="4581720"/>
            </a:xfrm>
            <a:custGeom>
              <a:avLst/>
              <a:gdLst>
                <a:gd name="textAreaLeft" fmla="*/ 0 w 79560"/>
                <a:gd name="textAreaRight" fmla="*/ 85680 w 79560"/>
                <a:gd name="textAreaTop" fmla="*/ 0 h 4581720"/>
                <a:gd name="textAreaBottom" fmla="*/ 4587840 h 4581720"/>
              </a:gdLst>
              <a:ahLst/>
              <a:rect l="textAreaLeft" t="textAreaTop" r="textAreaRight" b="textAreaBottom"/>
              <a:pathLst>
                <a:path w="24" h="446">
                  <a:moveTo>
                    <a:pt x="12" y="446"/>
                  </a:moveTo>
                  <a:cubicBezTo>
                    <a:pt x="5" y="446"/>
                    <a:pt x="0" y="441"/>
                    <a:pt x="0" y="43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434"/>
                    <a:pt x="24" y="434"/>
                    <a:pt x="24" y="434"/>
                  </a:cubicBezTo>
                  <a:cubicBezTo>
                    <a:pt x="24" y="441"/>
                    <a:pt x="18" y="446"/>
                    <a:pt x="12" y="44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59" name="Freeform 18"/>
            <p:cNvSpPr/>
            <p:nvPr/>
          </p:nvSpPr>
          <p:spPr>
            <a:xfrm>
              <a:off x="7423200" y="2684160"/>
              <a:ext cx="79560" cy="2853360"/>
            </a:xfrm>
            <a:custGeom>
              <a:avLst/>
              <a:gdLst>
                <a:gd name="textAreaLeft" fmla="*/ 0 w 79560"/>
                <a:gd name="textAreaRight" fmla="*/ 85680 w 79560"/>
                <a:gd name="textAreaTop" fmla="*/ 0 h 2853360"/>
                <a:gd name="textAreaBottom" fmla="*/ 2859480 h 2853360"/>
              </a:gdLst>
              <a:ahLst/>
              <a:rect l="textAreaLeft" t="textAreaTop" r="textAreaRight" b="textAreaBottom"/>
              <a:pathLst>
                <a:path w="24" h="782">
                  <a:moveTo>
                    <a:pt x="12" y="782"/>
                  </a:moveTo>
                  <a:cubicBezTo>
                    <a:pt x="5" y="782"/>
                    <a:pt x="0" y="776"/>
                    <a:pt x="0" y="77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8" y="0"/>
                    <a:pt x="24" y="6"/>
                    <a:pt x="24" y="12"/>
                  </a:cubicBezTo>
                  <a:cubicBezTo>
                    <a:pt x="24" y="770"/>
                    <a:pt x="24" y="770"/>
                    <a:pt x="24" y="770"/>
                  </a:cubicBezTo>
                  <a:cubicBezTo>
                    <a:pt x="24" y="776"/>
                    <a:pt x="18" y="782"/>
                    <a:pt x="12" y="78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0" name="Group 14"/>
          <p:cNvGrpSpPr/>
          <p:nvPr/>
        </p:nvGrpSpPr>
        <p:grpSpPr>
          <a:xfrm>
            <a:off x="8447040" y="955800"/>
            <a:ext cx="80640" cy="4581720"/>
            <a:chOff x="8447040" y="955800"/>
            <a:chExt cx="80640" cy="4581720"/>
          </a:xfrm>
        </p:grpSpPr>
        <p:sp>
          <p:nvSpPr>
            <p:cNvPr id="961" name="Freeform 13"/>
            <p:cNvSpPr/>
            <p:nvPr/>
          </p:nvSpPr>
          <p:spPr>
            <a:xfrm>
              <a:off x="8447040" y="955800"/>
              <a:ext cx="80640" cy="4417560"/>
            </a:xfrm>
            <a:custGeom>
              <a:avLst/>
              <a:gdLst>
                <a:gd name="textAreaLeft" fmla="*/ 0 w 80640"/>
                <a:gd name="textAreaRight" fmla="*/ 86760 w 80640"/>
                <a:gd name="textAreaTop" fmla="*/ 0 h 4417560"/>
                <a:gd name="textAreaBottom" fmla="*/ 4423680 h 4417560"/>
              </a:gdLst>
              <a:ahLst/>
              <a:rect l="textAreaLeft" t="textAreaTop" r="textAreaRight" b="textAreaBottom"/>
              <a:pathLst>
                <a:path w="24" h="334">
                  <a:moveTo>
                    <a:pt x="12" y="334"/>
                  </a:moveTo>
                  <a:cubicBezTo>
                    <a:pt x="6" y="334"/>
                    <a:pt x="0" y="329"/>
                    <a:pt x="0" y="32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322"/>
                    <a:pt x="24" y="322"/>
                    <a:pt x="24" y="322"/>
                  </a:cubicBezTo>
                  <a:cubicBezTo>
                    <a:pt x="24" y="329"/>
                    <a:pt x="19" y="334"/>
                    <a:pt x="12" y="33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2" name="Freeform 19"/>
            <p:cNvSpPr/>
            <p:nvPr/>
          </p:nvSpPr>
          <p:spPr>
            <a:xfrm>
              <a:off x="8447040" y="2304720"/>
              <a:ext cx="80640" cy="3232800"/>
            </a:xfrm>
            <a:custGeom>
              <a:avLst/>
              <a:gdLst>
                <a:gd name="textAreaLeft" fmla="*/ 0 w 80640"/>
                <a:gd name="textAreaRight" fmla="*/ 86760 w 80640"/>
                <a:gd name="textAreaTop" fmla="*/ 0 h 3232800"/>
                <a:gd name="textAreaBottom" fmla="*/ 3238920 h 3232800"/>
              </a:gdLst>
              <a:ahLst/>
              <a:rect l="textAreaLeft" t="textAreaTop" r="textAreaRight" b="textAreaBottom"/>
              <a:pathLst>
                <a:path w="24" h="894">
                  <a:moveTo>
                    <a:pt x="12" y="894"/>
                  </a:moveTo>
                  <a:cubicBezTo>
                    <a:pt x="6" y="894"/>
                    <a:pt x="0" y="888"/>
                    <a:pt x="0" y="882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6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882"/>
                    <a:pt x="24" y="882"/>
                    <a:pt x="24" y="882"/>
                  </a:cubicBezTo>
                  <a:cubicBezTo>
                    <a:pt x="24" y="888"/>
                    <a:pt x="19" y="894"/>
                    <a:pt x="12" y="894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3" name="Group 17"/>
          <p:cNvGrpSpPr/>
          <p:nvPr/>
        </p:nvGrpSpPr>
        <p:grpSpPr>
          <a:xfrm>
            <a:off x="9474120" y="955800"/>
            <a:ext cx="86040" cy="4581360"/>
            <a:chOff x="9474120" y="955800"/>
            <a:chExt cx="86040" cy="4581360"/>
          </a:xfrm>
        </p:grpSpPr>
        <p:sp>
          <p:nvSpPr>
            <p:cNvPr id="964" name="Freeform 14"/>
            <p:cNvSpPr/>
            <p:nvPr/>
          </p:nvSpPr>
          <p:spPr>
            <a:xfrm>
              <a:off x="9474120" y="955800"/>
              <a:ext cx="86040" cy="4338720"/>
            </a:xfrm>
            <a:custGeom>
              <a:avLst/>
              <a:gdLst>
                <a:gd name="textAreaLeft" fmla="*/ 0 w 86040"/>
                <a:gd name="textAreaRight" fmla="*/ 92160 w 86040"/>
                <a:gd name="textAreaTop" fmla="*/ 0 h 4338720"/>
                <a:gd name="textAreaBottom" fmla="*/ 4344840 h 4338720"/>
              </a:gdLst>
              <a:ahLst/>
              <a:rect l="textAreaLeft" t="textAreaTop" r="textAreaRight" b="textAreaBottom"/>
              <a:pathLst>
                <a:path w="24" h="825">
                  <a:moveTo>
                    <a:pt x="12" y="825"/>
                  </a:moveTo>
                  <a:cubicBezTo>
                    <a:pt x="5" y="825"/>
                    <a:pt x="0" y="820"/>
                    <a:pt x="0" y="813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9" y="0"/>
                    <a:pt x="24" y="5"/>
                    <a:pt x="24" y="12"/>
                  </a:cubicBezTo>
                  <a:cubicBezTo>
                    <a:pt x="24" y="813"/>
                    <a:pt x="24" y="813"/>
                    <a:pt x="24" y="813"/>
                  </a:cubicBezTo>
                  <a:cubicBezTo>
                    <a:pt x="24" y="820"/>
                    <a:pt x="19" y="825"/>
                    <a:pt x="12" y="825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5" name="Freeform 20"/>
            <p:cNvSpPr/>
            <p:nvPr/>
          </p:nvSpPr>
          <p:spPr>
            <a:xfrm>
              <a:off x="9474120" y="4072320"/>
              <a:ext cx="86040" cy="1464840"/>
            </a:xfrm>
            <a:custGeom>
              <a:avLst/>
              <a:gdLst>
                <a:gd name="textAreaLeft" fmla="*/ 0 w 86040"/>
                <a:gd name="textAreaRight" fmla="*/ 92160 w 86040"/>
                <a:gd name="textAreaTop" fmla="*/ 0 h 1464840"/>
                <a:gd name="textAreaBottom" fmla="*/ 1470960 h 1464840"/>
              </a:gdLst>
              <a:ahLst/>
              <a:rect l="textAreaLeft" t="textAreaTop" r="textAreaRight" b="textAreaBottom"/>
              <a:pathLst>
                <a:path w="24" h="403">
                  <a:moveTo>
                    <a:pt x="12" y="403"/>
                  </a:moveTo>
                  <a:cubicBezTo>
                    <a:pt x="5" y="403"/>
                    <a:pt x="0" y="397"/>
                    <a:pt x="0" y="391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6"/>
                    <a:pt x="5" y="0"/>
                    <a:pt x="12" y="0"/>
                  </a:cubicBezTo>
                  <a:cubicBezTo>
                    <a:pt x="19" y="0"/>
                    <a:pt x="24" y="6"/>
                    <a:pt x="24" y="12"/>
                  </a:cubicBezTo>
                  <a:cubicBezTo>
                    <a:pt x="24" y="391"/>
                    <a:pt x="24" y="391"/>
                    <a:pt x="24" y="391"/>
                  </a:cubicBezTo>
                  <a:cubicBezTo>
                    <a:pt x="24" y="397"/>
                    <a:pt x="19" y="403"/>
                    <a:pt x="12" y="403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grpSp>
        <p:nvGrpSpPr>
          <p:cNvPr id="966" name="Group 20"/>
          <p:cNvGrpSpPr/>
          <p:nvPr/>
        </p:nvGrpSpPr>
        <p:grpSpPr>
          <a:xfrm>
            <a:off x="10503000" y="955800"/>
            <a:ext cx="84240" cy="4581720"/>
            <a:chOff x="10503000" y="955800"/>
            <a:chExt cx="84240" cy="4581720"/>
          </a:xfrm>
        </p:grpSpPr>
        <p:sp>
          <p:nvSpPr>
            <p:cNvPr id="967" name="Freeform 15"/>
            <p:cNvSpPr/>
            <p:nvPr/>
          </p:nvSpPr>
          <p:spPr>
            <a:xfrm>
              <a:off x="10503000" y="955800"/>
              <a:ext cx="84240" cy="4457520"/>
            </a:xfrm>
            <a:custGeom>
              <a:avLst/>
              <a:gdLst>
                <a:gd name="textAreaLeft" fmla="*/ 0 w 84240"/>
                <a:gd name="textAreaRight" fmla="*/ 90360 w 84240"/>
                <a:gd name="textAreaTop" fmla="*/ 0 h 4457520"/>
                <a:gd name="textAreaBottom" fmla="*/ 4463640 h 4457520"/>
              </a:gdLst>
              <a:ahLst/>
              <a:rect l="textAreaLeft" t="textAreaTop" r="textAreaRight" b="textAreaBottom"/>
              <a:pathLst>
                <a:path w="24" h="616">
                  <a:moveTo>
                    <a:pt x="12" y="616"/>
                  </a:moveTo>
                  <a:cubicBezTo>
                    <a:pt x="5" y="616"/>
                    <a:pt x="0" y="610"/>
                    <a:pt x="0" y="604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4"/>
                    <a:pt x="24" y="604"/>
                    <a:pt x="24" y="604"/>
                  </a:cubicBezTo>
                  <a:cubicBezTo>
                    <a:pt x="24" y="610"/>
                    <a:pt x="18" y="616"/>
                    <a:pt x="12" y="616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242e3d"/>
                </a:gs>
              </a:gsLst>
              <a:lin ang="10800000"/>
            </a:gradFill>
            <a:ln w="0">
              <a:noFill/>
            </a:ln>
            <a:effectLst>
              <a:innerShdw blurRad="63500" dir="13200000" dist="50800">
                <a:schemeClr val="tx1">
                  <a:alpha val="50000"/>
                </a:schemeClr>
              </a:innerShdw>
            </a:effectLst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  <p:sp>
          <p:nvSpPr>
            <p:cNvPr id="968" name="Freeform 21"/>
            <p:cNvSpPr/>
            <p:nvPr/>
          </p:nvSpPr>
          <p:spPr>
            <a:xfrm>
              <a:off x="10503000" y="3309840"/>
              <a:ext cx="84240" cy="2227680"/>
            </a:xfrm>
            <a:custGeom>
              <a:avLst/>
              <a:gdLst>
                <a:gd name="textAreaLeft" fmla="*/ 0 w 84240"/>
                <a:gd name="textAreaRight" fmla="*/ 90360 w 84240"/>
                <a:gd name="textAreaTop" fmla="*/ 0 h 2227680"/>
                <a:gd name="textAreaBottom" fmla="*/ 2233800 h 2227680"/>
              </a:gdLst>
              <a:ahLst/>
              <a:rect l="textAreaLeft" t="textAreaTop" r="textAreaRight" b="textAreaBottom"/>
              <a:pathLst>
                <a:path w="24" h="612">
                  <a:moveTo>
                    <a:pt x="12" y="612"/>
                  </a:moveTo>
                  <a:cubicBezTo>
                    <a:pt x="5" y="612"/>
                    <a:pt x="0" y="606"/>
                    <a:pt x="0" y="600"/>
                  </a:cubicBezTo>
                  <a:cubicBezTo>
                    <a:pt x="0" y="12"/>
                    <a:pt x="0" y="12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600"/>
                    <a:pt x="24" y="600"/>
                    <a:pt x="24" y="600"/>
                  </a:cubicBezTo>
                  <a:cubicBezTo>
                    <a:pt x="24" y="606"/>
                    <a:pt x="18" y="612"/>
                    <a:pt x="12" y="612"/>
                  </a:cubicBezTo>
                  <a:close/>
                </a:path>
              </a:pathLst>
            </a:custGeom>
            <a:gradFill rotWithShape="0">
              <a:gsLst>
                <a:gs pos="0">
                  <a:srgbClr val="1f67db"/>
                </a:gs>
                <a:gs pos="100000">
                  <a:srgbClr val="ff0000"/>
                </a:gs>
              </a:gsLst>
              <a:lin ang="54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numCol="1" spcCol="0" lIns="90000" rIns="90000" tIns="45000" bIns="45000" anchor="t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dk1"/>
                </a:solidFill>
                <a:latin typeface="Open Sans"/>
              </a:endParaRPr>
            </a:p>
          </p:txBody>
        </p:sp>
      </p:grpSp>
      <p:sp>
        <p:nvSpPr>
          <p:cNvPr id="969" name="Rectangle 22"/>
          <p:cNvSpPr/>
          <p:nvPr/>
        </p:nvSpPr>
        <p:spPr>
          <a:xfrm>
            <a:off x="52052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68%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ectangle 23"/>
          <p:cNvSpPr/>
          <p:nvPr/>
        </p:nvSpPr>
        <p:spPr>
          <a:xfrm>
            <a:off x="623232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ectangle 24"/>
          <p:cNvSpPr/>
          <p:nvPr/>
        </p:nvSpPr>
        <p:spPr>
          <a:xfrm>
            <a:off x="72561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65%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ectangle 25"/>
          <p:cNvSpPr/>
          <p:nvPr/>
        </p:nvSpPr>
        <p:spPr>
          <a:xfrm>
            <a:off x="828504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70%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ectangle 26"/>
          <p:cNvSpPr/>
          <p:nvPr/>
        </p:nvSpPr>
        <p:spPr>
          <a:xfrm>
            <a:off x="930888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25%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Rectangle 27"/>
          <p:cNvSpPr/>
          <p:nvPr/>
        </p:nvSpPr>
        <p:spPr>
          <a:xfrm>
            <a:off x="10335960" y="5878440"/>
            <a:ext cx="4323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ru-UA" sz="1700" spc="-1" strike="noStrike">
                <a:solidFill>
                  <a:schemeClr val="accent1"/>
                </a:solidFill>
                <a:latin typeface="Open Sans Semibold"/>
              </a:rPr>
              <a:t>35%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Oval 29"/>
          <p:cNvSpPr/>
          <p:nvPr/>
        </p:nvSpPr>
        <p:spPr>
          <a:xfrm>
            <a:off x="5168520" y="39931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6" name="Oval 30"/>
          <p:cNvSpPr/>
          <p:nvPr/>
        </p:nvSpPr>
        <p:spPr>
          <a:xfrm>
            <a:off x="6189480" y="34027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7" name="Oval 31"/>
          <p:cNvSpPr/>
          <p:nvPr/>
        </p:nvSpPr>
        <p:spPr>
          <a:xfrm>
            <a:off x="7231680" y="230472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8" name="Oval 32"/>
          <p:cNvSpPr/>
          <p:nvPr/>
        </p:nvSpPr>
        <p:spPr>
          <a:xfrm>
            <a:off x="8253720" y="188568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79" name="Oval 33"/>
          <p:cNvSpPr/>
          <p:nvPr/>
        </p:nvSpPr>
        <p:spPr>
          <a:xfrm>
            <a:off x="9279000" y="375336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0" name="Oval 34"/>
          <p:cNvSpPr/>
          <p:nvPr/>
        </p:nvSpPr>
        <p:spPr>
          <a:xfrm>
            <a:off x="10297800" y="2969640"/>
            <a:ext cx="473040" cy="473040"/>
          </a:xfrm>
          <a:prstGeom prst="ellipse">
            <a:avLst/>
          </a:prstGeom>
          <a:gradFill rotWithShape="0">
            <a:gsLst>
              <a:gs pos="0">
                <a:srgbClr val="10141a"/>
              </a:gs>
              <a:gs pos="100000">
                <a:srgbClr val="334257"/>
              </a:gs>
            </a:gsLst>
            <a:lin ang="13500000"/>
          </a:gradFill>
          <a:ln>
            <a:noFill/>
          </a:ln>
          <a:effectLst>
            <a:outerShdw algn="tl" blurRad="177840" dir="2700000" dist="126260" rotWithShape="0">
              <a:schemeClr val="tx1">
                <a:alpha val="72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UA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81" name="object 384"/>
          <p:cNvSpPr/>
          <p:nvPr/>
        </p:nvSpPr>
        <p:spPr>
          <a:xfrm flipV="1">
            <a:off x="356760" y="671256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2" name="object 4"/>
          <p:cNvSpPr/>
          <p:nvPr/>
        </p:nvSpPr>
        <p:spPr>
          <a:xfrm>
            <a:off x="10477800" y="663120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3" name="object 384"/>
          <p:cNvSpPr/>
          <p:nvPr/>
        </p:nvSpPr>
        <p:spPr>
          <a:xfrm flipV="1" rot="10800000">
            <a:off x="6102360" y="671868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4" name="object 386"/>
          <p:cNvSpPr/>
          <p:nvPr/>
        </p:nvSpPr>
        <p:spPr>
          <a:xfrm>
            <a:off x="5927400" y="651744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5" name="Freeform 44"/>
          <p:cNvSpPr/>
          <p:nvPr/>
        </p:nvSpPr>
        <p:spPr>
          <a:xfrm>
            <a:off x="-2063880" y="-1115280"/>
            <a:ext cx="7423560" cy="3801240"/>
          </a:xfrm>
          <a:custGeom>
            <a:avLst/>
            <a:gdLst>
              <a:gd name="textAreaLeft" fmla="*/ 0 w 7423560"/>
              <a:gd name="textAreaRight" fmla="*/ 7429680 w 7423560"/>
              <a:gd name="textAreaTop" fmla="*/ 0 h 3801240"/>
              <a:gd name="textAreaBottom" fmla="*/ 3807360 h 3801240"/>
            </a:gdLst>
            <a:ahLst/>
            <a:rect l="textAreaLeft" t="textAreaTop" r="textAreaRight" b="textAreaBottom"/>
            <a:pathLst>
              <a:path w="9640455" h="2104193">
                <a:moveTo>
                  <a:pt x="826935" y="1317321"/>
                </a:moveTo>
                <a:cubicBezTo>
                  <a:pt x="669230" y="1615834"/>
                  <a:pt x="61526" y="1874860"/>
                  <a:pt x="5175" y="1994212"/>
                </a:cubicBezTo>
                <a:cubicBezTo>
                  <a:pt x="-51176" y="2113564"/>
                  <a:pt x="368742" y="2018221"/>
                  <a:pt x="488829" y="2033432"/>
                </a:cubicBezTo>
                <a:cubicBezTo>
                  <a:pt x="608916" y="2048643"/>
                  <a:pt x="609509" y="2143780"/>
                  <a:pt x="725695" y="2085475"/>
                </a:cubicBezTo>
                <a:cubicBezTo>
                  <a:pt x="841881" y="2027170"/>
                  <a:pt x="1200801" y="1920987"/>
                  <a:pt x="1394708" y="1909635"/>
                </a:cubicBezTo>
                <a:cubicBezTo>
                  <a:pt x="1588615" y="1898283"/>
                  <a:pt x="1730789" y="2015495"/>
                  <a:pt x="1889136" y="2017360"/>
                </a:cubicBezTo>
                <a:cubicBezTo>
                  <a:pt x="2047483" y="2019225"/>
                  <a:pt x="2198134" y="1909939"/>
                  <a:pt x="2344789" y="1920824"/>
                </a:cubicBezTo>
                <a:cubicBezTo>
                  <a:pt x="2491444" y="1931709"/>
                  <a:pt x="2529353" y="2117559"/>
                  <a:pt x="2769064" y="2082668"/>
                </a:cubicBezTo>
                <a:cubicBezTo>
                  <a:pt x="3008775" y="2047777"/>
                  <a:pt x="3416387" y="1808046"/>
                  <a:pt x="3783052" y="1711476"/>
                </a:cubicBezTo>
                <a:cubicBezTo>
                  <a:pt x="4149717" y="1614906"/>
                  <a:pt x="4516383" y="1562094"/>
                  <a:pt x="4969056" y="1503246"/>
                </a:cubicBezTo>
                <a:cubicBezTo>
                  <a:pt x="5421729" y="1444398"/>
                  <a:pt x="5892510" y="1402148"/>
                  <a:pt x="6499092" y="1358390"/>
                </a:cubicBezTo>
                <a:cubicBezTo>
                  <a:pt x="7105674" y="1314632"/>
                  <a:pt x="8214000" y="1447995"/>
                  <a:pt x="8608549" y="1240695"/>
                </a:cubicBezTo>
                <a:cubicBezTo>
                  <a:pt x="9003098" y="1033395"/>
                  <a:pt x="10560897" y="318295"/>
                  <a:pt x="8866390" y="114592"/>
                </a:cubicBezTo>
                <a:cubicBezTo>
                  <a:pt x="7171883" y="-89111"/>
                  <a:pt x="2291312" y="2677"/>
                  <a:pt x="951403" y="203132"/>
                </a:cubicBezTo>
                <a:cubicBezTo>
                  <a:pt x="-388506" y="403587"/>
                  <a:pt x="984640" y="1018808"/>
                  <a:pt x="826935" y="1317321"/>
                </a:cubicBezTo>
                <a:close/>
              </a:path>
            </a:pathLst>
          </a:custGeom>
          <a:gradFill rotWithShape="0">
            <a:gsLst>
              <a:gs pos="34000">
                <a:srgbClr val="566eaa"/>
              </a:gs>
              <a:gs pos="76000">
                <a:srgbClr val="9e1231"/>
              </a:gs>
              <a:gs pos="100000">
                <a:srgbClr val="242e3d"/>
              </a:gs>
            </a:gsLst>
            <a:lin ang="13500000"/>
          </a:gradFill>
          <a:ln>
            <a:noFill/>
          </a:ln>
          <a:effectLst>
            <a:softEdge rad="12063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grpSp>
        <p:nvGrpSpPr>
          <p:cNvPr id="986" name="Group 40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8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8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989" name="Rectangle 45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0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 defTabSz="914400"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991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BB9401E-7D4C-4430-8E49-8E702774566D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993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4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5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96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997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99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999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defTabSz="914400"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00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04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D433F026-5B49-427D-95FF-F594D3492AB1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5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06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7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8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09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10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1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12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13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17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8CB36EE4-7B02-4D70-AA64-959A254F7FC2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19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0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1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2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23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2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25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26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30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5682A5D1-C8DB-4BB6-92E7-24526C97651C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1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32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3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4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35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36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3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38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39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2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43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EB241A0B-8196-4C13-BDC7-B379C4C78CA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45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6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7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8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49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50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51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52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56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7660B5F0-5CC0-4421-9BF0-6AAA27FCD4CA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7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58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59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0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61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62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63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64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65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4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Oval 6"/>
          <p:cNvSpPr/>
          <p:nvPr/>
        </p:nvSpPr>
        <p:spPr>
          <a:xfrm>
            <a:off x="11513880" y="273600"/>
            <a:ext cx="343080" cy="34128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7080" rIns="37080" tIns="18720" bIns="18720" anchor="ctr">
            <a:noAutofit/>
          </a:bodyPr>
          <a:p>
            <a:pPr>
              <a:lnSpc>
                <a:spcPct val="100000"/>
              </a:lnSpc>
            </a:pPr>
            <a:endParaRPr b="0" lang="en-US" sz="650" spc="-1" strike="noStrike">
              <a:solidFill>
                <a:schemeClr val="lt1"/>
              </a:solidFill>
              <a:latin typeface="Lato Light"/>
            </a:endParaRPr>
          </a:p>
        </p:txBody>
      </p:sp>
      <p:sp>
        <p:nvSpPr>
          <p:cNvPr id="1069" name="Rectangle 7"/>
          <p:cNvSpPr/>
          <p:nvPr/>
        </p:nvSpPr>
        <p:spPr>
          <a:xfrm>
            <a:off x="11216520" y="315720"/>
            <a:ext cx="95832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fld id="{C7C883F3-A19B-43D2-878B-847C04FAF09E}" type="slidenum">
              <a:rPr b="1" lang="ru-RU" sz="1200" spc="-1" strike="noStrike">
                <a:solidFill>
                  <a:schemeClr val="lt1"/>
                </a:solidFill>
                <a:latin typeface="Open Sans"/>
              </a:rPr>
              <a:t>&lt;number&gt;</a:t>
            </a:fld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Freeform 13"/>
          <p:cNvSpPr/>
          <p:nvPr/>
        </p:nvSpPr>
        <p:spPr>
          <a:xfrm rot="370200">
            <a:off x="-1923120" y="-907200"/>
            <a:ext cx="12067920" cy="5606280"/>
          </a:xfrm>
          <a:custGeom>
            <a:avLst/>
            <a:gdLst>
              <a:gd name="textAreaLeft" fmla="*/ 0 w 12067920"/>
              <a:gd name="textAreaRight" fmla="*/ 12074040 w 12067920"/>
              <a:gd name="textAreaTop" fmla="*/ 0 h 5606280"/>
              <a:gd name="textAreaBottom" fmla="*/ 5612400 h 5606280"/>
            </a:gdLst>
            <a:ahLst/>
            <a:rect l="textAreaLeft" t="textAreaTop" r="textAreaRight" b="textAreaBottom"/>
            <a:pathLst>
              <a:path w="11768757" h="6204745">
                <a:moveTo>
                  <a:pt x="1502772" y="5863317"/>
                </a:moveTo>
                <a:cubicBezTo>
                  <a:pt x="1727600" y="6712834"/>
                  <a:pt x="1751742" y="5726007"/>
                  <a:pt x="1901124" y="5591714"/>
                </a:cubicBezTo>
                <a:cubicBezTo>
                  <a:pt x="2050506" y="5457421"/>
                  <a:pt x="2199889" y="5311056"/>
                  <a:pt x="2399065" y="5057559"/>
                </a:cubicBezTo>
                <a:cubicBezTo>
                  <a:pt x="2598241" y="4804062"/>
                  <a:pt x="2904549" y="4330264"/>
                  <a:pt x="3096181" y="4070731"/>
                </a:cubicBezTo>
                <a:cubicBezTo>
                  <a:pt x="3287813" y="3811198"/>
                  <a:pt x="3355714" y="3691995"/>
                  <a:pt x="3548855" y="3500363"/>
                </a:cubicBezTo>
                <a:cubicBezTo>
                  <a:pt x="3741996" y="3308731"/>
                  <a:pt x="4033215" y="3077868"/>
                  <a:pt x="4255025" y="2920941"/>
                </a:cubicBezTo>
                <a:cubicBezTo>
                  <a:pt x="4476835" y="2764014"/>
                  <a:pt x="4606601" y="2681025"/>
                  <a:pt x="4879714" y="2558803"/>
                </a:cubicBezTo>
                <a:cubicBezTo>
                  <a:pt x="5152827" y="2436581"/>
                  <a:pt x="5527037" y="2284181"/>
                  <a:pt x="5893702" y="2187611"/>
                </a:cubicBezTo>
                <a:cubicBezTo>
                  <a:pt x="6260367" y="2091041"/>
                  <a:pt x="6627033" y="2038229"/>
                  <a:pt x="7079706" y="1979381"/>
                </a:cubicBezTo>
                <a:cubicBezTo>
                  <a:pt x="7532379" y="1920533"/>
                  <a:pt x="8003160" y="1878283"/>
                  <a:pt x="8609742" y="1834525"/>
                </a:cubicBezTo>
                <a:cubicBezTo>
                  <a:pt x="9216324" y="1790767"/>
                  <a:pt x="10320847" y="1959765"/>
                  <a:pt x="10719199" y="1716830"/>
                </a:cubicBezTo>
                <a:cubicBezTo>
                  <a:pt x="11117551" y="1473895"/>
                  <a:pt x="12694364" y="580620"/>
                  <a:pt x="10999857" y="376917"/>
                </a:cubicBezTo>
                <a:cubicBezTo>
                  <a:pt x="9305350" y="173214"/>
                  <a:pt x="2138023" y="-418278"/>
                  <a:pt x="552158" y="494613"/>
                </a:cubicBezTo>
                <a:cubicBezTo>
                  <a:pt x="-1033707" y="1407504"/>
                  <a:pt x="1277944" y="5013800"/>
                  <a:pt x="1502772" y="5863317"/>
                </a:cubicBezTo>
                <a:close/>
              </a:path>
            </a:pathLst>
          </a:custGeom>
          <a:gradFill rotWithShape="0">
            <a:gsLst>
              <a:gs pos="0">
                <a:srgbClr val="9e1231"/>
              </a:gs>
              <a:gs pos="38000">
                <a:srgbClr val="566eaa"/>
              </a:gs>
              <a:gs pos="82000">
                <a:srgbClr val="18386a"/>
              </a:gs>
              <a:gs pos="94000">
                <a:srgbClr val="242e3d"/>
              </a:gs>
            </a:gsLst>
            <a:lin ang="13500000"/>
          </a:gradFill>
          <a:ln>
            <a:noFill/>
          </a:ln>
          <a:effectLst>
            <a:softEdge rad="95256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1" name="object 384"/>
          <p:cNvSpPr/>
          <p:nvPr/>
        </p:nvSpPr>
        <p:spPr>
          <a:xfrm flipV="1">
            <a:off x="356760" y="6702480"/>
            <a:ext cx="5706000" cy="39600"/>
          </a:xfrm>
          <a:custGeom>
            <a:avLst/>
            <a:gdLst>
              <a:gd name="textAreaLeft" fmla="*/ 0 w 5706000"/>
              <a:gd name="textAreaRight" fmla="*/ 5712120 w 570600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2" name="object 4"/>
          <p:cNvSpPr/>
          <p:nvPr/>
        </p:nvSpPr>
        <p:spPr>
          <a:xfrm>
            <a:off x="10477800" y="6621120"/>
            <a:ext cx="1387800" cy="168120"/>
          </a:xfrm>
          <a:custGeom>
            <a:avLst/>
            <a:gdLst>
              <a:gd name="textAreaLeft" fmla="*/ 0 w 1387800"/>
              <a:gd name="textAreaRight" fmla="*/ 1393920 w 1387800"/>
              <a:gd name="textAreaTop" fmla="*/ 0 h 168120"/>
              <a:gd name="textAreaBottom" fmla="*/ 174240 h 168120"/>
            </a:gdLst>
            <a:ahLst/>
            <a:rect l="textAreaLeft" t="textAreaTop" r="textAreaRight" b="textAreaBottom"/>
            <a:pathLst>
              <a:path w="5323840" h="665479">
                <a:moveTo>
                  <a:pt x="5018851" y="206402"/>
                </a:moveTo>
                <a:lnTo>
                  <a:pt x="4848229" y="206402"/>
                </a:lnTo>
                <a:lnTo>
                  <a:pt x="5100043" y="605206"/>
                </a:lnTo>
                <a:lnTo>
                  <a:pt x="5127195" y="637191"/>
                </a:lnTo>
                <a:lnTo>
                  <a:pt x="5186222" y="663514"/>
                </a:lnTo>
                <a:lnTo>
                  <a:pt x="5214343" y="665414"/>
                </a:lnTo>
                <a:lnTo>
                  <a:pt x="5259766" y="658111"/>
                </a:lnTo>
                <a:lnTo>
                  <a:pt x="5294122" y="637191"/>
                </a:lnTo>
                <a:lnTo>
                  <a:pt x="5315869" y="604131"/>
                </a:lnTo>
                <a:lnTo>
                  <a:pt x="5323460" y="560412"/>
                </a:lnTo>
                <a:lnTo>
                  <a:pt x="5323460" y="453986"/>
                </a:lnTo>
                <a:lnTo>
                  <a:pt x="5175266" y="453986"/>
                </a:lnTo>
                <a:lnTo>
                  <a:pt x="5018851" y="206402"/>
                </a:lnTo>
                <a:close/>
              </a:path>
              <a:path w="5323840" h="665479">
                <a:moveTo>
                  <a:pt x="4811801" y="0"/>
                </a:moveTo>
                <a:lnTo>
                  <a:pt x="4765246" y="7058"/>
                </a:lnTo>
                <a:lnTo>
                  <a:pt x="4730062" y="27281"/>
                </a:lnTo>
                <a:lnTo>
                  <a:pt x="4707809" y="59246"/>
                </a:lnTo>
                <a:lnTo>
                  <a:pt x="4700045" y="101525"/>
                </a:lnTo>
                <a:lnTo>
                  <a:pt x="4700045" y="658419"/>
                </a:lnTo>
                <a:lnTo>
                  <a:pt x="4848229" y="658419"/>
                </a:lnTo>
                <a:lnTo>
                  <a:pt x="4848229" y="206402"/>
                </a:lnTo>
                <a:lnTo>
                  <a:pt x="5018851" y="206402"/>
                </a:lnTo>
                <a:lnTo>
                  <a:pt x="4924446" y="56972"/>
                </a:lnTo>
                <a:lnTo>
                  <a:pt x="4904300" y="31672"/>
                </a:lnTo>
                <a:lnTo>
                  <a:pt x="4879138" y="13910"/>
                </a:lnTo>
                <a:lnTo>
                  <a:pt x="4848469" y="3436"/>
                </a:lnTo>
                <a:lnTo>
                  <a:pt x="4811801" y="0"/>
                </a:lnTo>
                <a:close/>
              </a:path>
              <a:path w="5323840" h="665479">
                <a:moveTo>
                  <a:pt x="5323460" y="7058"/>
                </a:moveTo>
                <a:lnTo>
                  <a:pt x="5175266" y="7058"/>
                </a:lnTo>
                <a:lnTo>
                  <a:pt x="5175266" y="453986"/>
                </a:lnTo>
                <a:lnTo>
                  <a:pt x="5323460" y="453986"/>
                </a:lnTo>
                <a:lnTo>
                  <a:pt x="5323460" y="7058"/>
                </a:lnTo>
                <a:close/>
              </a:path>
              <a:path w="5323840" h="665479">
                <a:moveTo>
                  <a:pt x="4259064" y="0"/>
                </a:moveTo>
                <a:lnTo>
                  <a:pt x="4218258" y="4219"/>
                </a:lnTo>
                <a:lnTo>
                  <a:pt x="4161906" y="42853"/>
                </a:lnTo>
                <a:lnTo>
                  <a:pt x="4141591" y="80521"/>
                </a:lnTo>
                <a:lnTo>
                  <a:pt x="3899682" y="658419"/>
                </a:lnTo>
                <a:lnTo>
                  <a:pt x="4060766" y="658419"/>
                </a:lnTo>
                <a:lnTo>
                  <a:pt x="4259064" y="156005"/>
                </a:lnTo>
                <a:lnTo>
                  <a:pt x="4408056" y="156005"/>
                </a:lnTo>
                <a:lnTo>
                  <a:pt x="4376456" y="80521"/>
                </a:lnTo>
                <a:lnTo>
                  <a:pt x="4356195" y="43440"/>
                </a:lnTo>
                <a:lnTo>
                  <a:pt x="4331050" y="18504"/>
                </a:lnTo>
                <a:lnTo>
                  <a:pt x="4299251" y="4425"/>
                </a:lnTo>
                <a:lnTo>
                  <a:pt x="4259064" y="0"/>
                </a:lnTo>
                <a:close/>
              </a:path>
              <a:path w="5323840" h="665479">
                <a:moveTo>
                  <a:pt x="4408056" y="156005"/>
                </a:moveTo>
                <a:lnTo>
                  <a:pt x="4259064" y="156005"/>
                </a:lnTo>
                <a:lnTo>
                  <a:pt x="4457246" y="658419"/>
                </a:lnTo>
                <a:lnTo>
                  <a:pt x="4618382" y="658419"/>
                </a:lnTo>
                <a:lnTo>
                  <a:pt x="4408056" y="156005"/>
                </a:lnTo>
                <a:close/>
              </a:path>
              <a:path w="5323840" h="665479">
                <a:moveTo>
                  <a:pt x="3828490" y="7015"/>
                </a:moveTo>
                <a:lnTo>
                  <a:pt x="3534080" y="7015"/>
                </a:lnTo>
                <a:lnTo>
                  <a:pt x="3483078" y="7800"/>
                </a:lnTo>
                <a:lnTo>
                  <a:pt x="3444427" y="10418"/>
                </a:lnTo>
                <a:lnTo>
                  <a:pt x="3389477" y="22742"/>
                </a:lnTo>
                <a:lnTo>
                  <a:pt x="3353109" y="42972"/>
                </a:lnTo>
                <a:lnTo>
                  <a:pt x="3322943" y="72759"/>
                </a:lnTo>
                <a:lnTo>
                  <a:pt x="3300058" y="110340"/>
                </a:lnTo>
                <a:lnTo>
                  <a:pt x="3285536" y="153953"/>
                </a:lnTo>
                <a:lnTo>
                  <a:pt x="3280455" y="201836"/>
                </a:lnTo>
                <a:lnTo>
                  <a:pt x="3284885" y="245004"/>
                </a:lnTo>
                <a:lnTo>
                  <a:pt x="3297787" y="284991"/>
                </a:lnTo>
                <a:lnTo>
                  <a:pt x="3318577" y="320494"/>
                </a:lnTo>
                <a:lnTo>
                  <a:pt x="3346672" y="350209"/>
                </a:lnTo>
                <a:lnTo>
                  <a:pt x="3410852" y="380937"/>
                </a:lnTo>
                <a:lnTo>
                  <a:pt x="3454329" y="388421"/>
                </a:lnTo>
                <a:lnTo>
                  <a:pt x="3506312" y="390878"/>
                </a:lnTo>
                <a:lnTo>
                  <a:pt x="3596832" y="390878"/>
                </a:lnTo>
                <a:lnTo>
                  <a:pt x="3619026" y="391624"/>
                </a:lnTo>
                <a:lnTo>
                  <a:pt x="3665019" y="402720"/>
                </a:lnTo>
                <a:lnTo>
                  <a:pt x="3698482" y="445043"/>
                </a:lnTo>
                <a:lnTo>
                  <a:pt x="3700976" y="464551"/>
                </a:lnTo>
                <a:lnTo>
                  <a:pt x="3699022" y="481706"/>
                </a:lnTo>
                <a:lnTo>
                  <a:pt x="3670191" y="519083"/>
                </a:lnTo>
                <a:lnTo>
                  <a:pt x="3613198" y="531777"/>
                </a:lnTo>
                <a:lnTo>
                  <a:pt x="3580613" y="532538"/>
                </a:lnTo>
                <a:lnTo>
                  <a:pt x="3311030" y="532538"/>
                </a:lnTo>
                <a:lnTo>
                  <a:pt x="3311030" y="658419"/>
                </a:lnTo>
                <a:lnTo>
                  <a:pt x="3610298" y="658419"/>
                </a:lnTo>
                <a:lnTo>
                  <a:pt x="3675020" y="656972"/>
                </a:lnTo>
                <a:lnTo>
                  <a:pt x="3722427" y="652073"/>
                </a:lnTo>
                <a:lnTo>
                  <a:pt x="3784806" y="628567"/>
                </a:lnTo>
                <a:lnTo>
                  <a:pt x="3817732" y="598093"/>
                </a:lnTo>
                <a:lnTo>
                  <a:pt x="3842625" y="559065"/>
                </a:lnTo>
                <a:lnTo>
                  <a:pt x="3858375" y="513783"/>
                </a:lnTo>
                <a:lnTo>
                  <a:pt x="3863871" y="464551"/>
                </a:lnTo>
                <a:lnTo>
                  <a:pt x="3860078" y="420273"/>
                </a:lnTo>
                <a:lnTo>
                  <a:pt x="3849300" y="379019"/>
                </a:lnTo>
                <a:lnTo>
                  <a:pt x="3832442" y="343278"/>
                </a:lnTo>
                <a:lnTo>
                  <a:pt x="3778852" y="292090"/>
                </a:lnTo>
                <a:lnTo>
                  <a:pt x="3740129" y="276436"/>
                </a:lnTo>
                <a:lnTo>
                  <a:pt x="3691052" y="267693"/>
                </a:lnTo>
                <a:lnTo>
                  <a:pt x="3628434" y="264976"/>
                </a:lnTo>
                <a:lnTo>
                  <a:pt x="3553211" y="264976"/>
                </a:lnTo>
                <a:lnTo>
                  <a:pt x="3522440" y="264289"/>
                </a:lnTo>
                <a:lnTo>
                  <a:pt x="3482027" y="257908"/>
                </a:lnTo>
                <a:lnTo>
                  <a:pt x="3449175" y="229040"/>
                </a:lnTo>
                <a:lnTo>
                  <a:pt x="3442324" y="197973"/>
                </a:lnTo>
                <a:lnTo>
                  <a:pt x="3444167" y="179688"/>
                </a:lnTo>
                <a:lnTo>
                  <a:pt x="3470721" y="141870"/>
                </a:lnTo>
                <a:lnTo>
                  <a:pt x="3527056" y="133317"/>
                </a:lnTo>
                <a:lnTo>
                  <a:pt x="3564708" y="132896"/>
                </a:lnTo>
                <a:lnTo>
                  <a:pt x="3828490" y="132896"/>
                </a:lnTo>
                <a:lnTo>
                  <a:pt x="3828490" y="7015"/>
                </a:lnTo>
                <a:close/>
              </a:path>
              <a:path w="5323840" h="665479">
                <a:moveTo>
                  <a:pt x="2861284" y="7015"/>
                </a:moveTo>
                <a:lnTo>
                  <a:pt x="2709582" y="7015"/>
                </a:lnTo>
                <a:lnTo>
                  <a:pt x="2709582" y="548077"/>
                </a:lnTo>
                <a:lnTo>
                  <a:pt x="2716491" y="595767"/>
                </a:lnTo>
                <a:lnTo>
                  <a:pt x="2736962" y="630314"/>
                </a:lnTo>
                <a:lnTo>
                  <a:pt x="2770608" y="651328"/>
                </a:lnTo>
                <a:lnTo>
                  <a:pt x="2817045" y="658419"/>
                </a:lnTo>
                <a:lnTo>
                  <a:pt x="3234812" y="658419"/>
                </a:lnTo>
                <a:lnTo>
                  <a:pt x="3234812" y="530057"/>
                </a:lnTo>
                <a:lnTo>
                  <a:pt x="2887200" y="530057"/>
                </a:lnTo>
                <a:lnTo>
                  <a:pt x="2877112" y="528019"/>
                </a:lnTo>
                <a:lnTo>
                  <a:pt x="2868874" y="522463"/>
                </a:lnTo>
                <a:lnTo>
                  <a:pt x="2863321" y="514225"/>
                </a:lnTo>
                <a:lnTo>
                  <a:pt x="2861284" y="504141"/>
                </a:lnTo>
                <a:lnTo>
                  <a:pt x="2861284" y="7015"/>
                </a:lnTo>
                <a:close/>
              </a:path>
              <a:path w="5323840" h="665479">
                <a:moveTo>
                  <a:pt x="2598852" y="7015"/>
                </a:moveTo>
                <a:lnTo>
                  <a:pt x="2181912" y="7015"/>
                </a:lnTo>
                <a:lnTo>
                  <a:pt x="2135488" y="14102"/>
                </a:lnTo>
                <a:lnTo>
                  <a:pt x="2101860" y="35108"/>
                </a:lnTo>
                <a:lnTo>
                  <a:pt x="2081404" y="69654"/>
                </a:lnTo>
                <a:lnTo>
                  <a:pt x="2074502" y="117357"/>
                </a:lnTo>
                <a:lnTo>
                  <a:pt x="2074502" y="548077"/>
                </a:lnTo>
                <a:lnTo>
                  <a:pt x="2081404" y="595767"/>
                </a:lnTo>
                <a:lnTo>
                  <a:pt x="2101860" y="630314"/>
                </a:lnTo>
                <a:lnTo>
                  <a:pt x="2135488" y="651328"/>
                </a:lnTo>
                <a:lnTo>
                  <a:pt x="2181912" y="658419"/>
                </a:lnTo>
                <a:lnTo>
                  <a:pt x="2602329" y="658419"/>
                </a:lnTo>
                <a:lnTo>
                  <a:pt x="2602329" y="530057"/>
                </a:lnTo>
                <a:lnTo>
                  <a:pt x="2252067" y="530057"/>
                </a:lnTo>
                <a:lnTo>
                  <a:pt x="2241979" y="528019"/>
                </a:lnTo>
                <a:lnTo>
                  <a:pt x="2233742" y="522463"/>
                </a:lnTo>
                <a:lnTo>
                  <a:pt x="2228188" y="514225"/>
                </a:lnTo>
                <a:lnTo>
                  <a:pt x="2226152" y="504141"/>
                </a:lnTo>
                <a:lnTo>
                  <a:pt x="2226152" y="390281"/>
                </a:lnTo>
                <a:lnTo>
                  <a:pt x="2590099" y="390281"/>
                </a:lnTo>
                <a:lnTo>
                  <a:pt x="2590099" y="261939"/>
                </a:lnTo>
                <a:lnTo>
                  <a:pt x="2226152" y="261939"/>
                </a:lnTo>
                <a:lnTo>
                  <a:pt x="2226152" y="161345"/>
                </a:lnTo>
                <a:lnTo>
                  <a:pt x="2228192" y="151242"/>
                </a:lnTo>
                <a:lnTo>
                  <a:pt x="2233756" y="142991"/>
                </a:lnTo>
                <a:lnTo>
                  <a:pt x="2242010" y="137428"/>
                </a:lnTo>
                <a:lnTo>
                  <a:pt x="2252119" y="135388"/>
                </a:lnTo>
                <a:lnTo>
                  <a:pt x="2598852" y="135388"/>
                </a:lnTo>
                <a:lnTo>
                  <a:pt x="2598852" y="7015"/>
                </a:lnTo>
                <a:close/>
              </a:path>
              <a:path w="5323840" h="665479">
                <a:moveTo>
                  <a:pt x="1462845" y="7015"/>
                </a:moveTo>
                <a:lnTo>
                  <a:pt x="1298285" y="7015"/>
                </a:lnTo>
                <a:lnTo>
                  <a:pt x="1530972" y="587332"/>
                </a:lnTo>
                <a:lnTo>
                  <a:pt x="1549754" y="621695"/>
                </a:lnTo>
                <a:lnTo>
                  <a:pt x="1575163" y="646073"/>
                </a:lnTo>
                <a:lnTo>
                  <a:pt x="1607406" y="660601"/>
                </a:lnTo>
                <a:lnTo>
                  <a:pt x="1646682" y="665414"/>
                </a:lnTo>
                <a:lnTo>
                  <a:pt x="1685994" y="660601"/>
                </a:lnTo>
                <a:lnTo>
                  <a:pt x="1718261" y="646073"/>
                </a:lnTo>
                <a:lnTo>
                  <a:pt x="1743689" y="621695"/>
                </a:lnTo>
                <a:lnTo>
                  <a:pt x="1762480" y="587332"/>
                </a:lnTo>
                <a:lnTo>
                  <a:pt x="1795322" y="505408"/>
                </a:lnTo>
                <a:lnTo>
                  <a:pt x="1646682" y="505408"/>
                </a:lnTo>
                <a:lnTo>
                  <a:pt x="1462845" y="7015"/>
                </a:lnTo>
                <a:close/>
              </a:path>
              <a:path w="5323840" h="665479">
                <a:moveTo>
                  <a:pt x="1024921" y="0"/>
                </a:moveTo>
                <a:lnTo>
                  <a:pt x="984146" y="4219"/>
                </a:lnTo>
                <a:lnTo>
                  <a:pt x="927815" y="42853"/>
                </a:lnTo>
                <a:lnTo>
                  <a:pt x="907501" y="80521"/>
                </a:lnTo>
                <a:lnTo>
                  <a:pt x="665539" y="658419"/>
                </a:lnTo>
                <a:lnTo>
                  <a:pt x="826676" y="658419"/>
                </a:lnTo>
                <a:lnTo>
                  <a:pt x="1024921" y="156005"/>
                </a:lnTo>
                <a:lnTo>
                  <a:pt x="1173960" y="156005"/>
                </a:lnTo>
                <a:lnTo>
                  <a:pt x="1142366" y="80521"/>
                </a:lnTo>
                <a:lnTo>
                  <a:pt x="1122104" y="43440"/>
                </a:lnTo>
                <a:lnTo>
                  <a:pt x="1096953" y="18504"/>
                </a:lnTo>
                <a:lnTo>
                  <a:pt x="1065139" y="4425"/>
                </a:lnTo>
                <a:lnTo>
                  <a:pt x="1024921" y="0"/>
                </a:lnTo>
                <a:close/>
              </a:path>
              <a:path w="5323840" h="665479">
                <a:moveTo>
                  <a:pt x="1173960" y="156005"/>
                </a:moveTo>
                <a:lnTo>
                  <a:pt x="1024921" y="156005"/>
                </a:lnTo>
                <a:lnTo>
                  <a:pt x="1223156" y="658419"/>
                </a:lnTo>
                <a:lnTo>
                  <a:pt x="1384240" y="658419"/>
                </a:lnTo>
                <a:lnTo>
                  <a:pt x="1173960" y="156005"/>
                </a:lnTo>
                <a:close/>
              </a:path>
              <a:path w="5323840" h="665479">
                <a:moveTo>
                  <a:pt x="1995122" y="7015"/>
                </a:moveTo>
                <a:lnTo>
                  <a:pt x="1830614" y="7015"/>
                </a:lnTo>
                <a:lnTo>
                  <a:pt x="1646682" y="505408"/>
                </a:lnTo>
                <a:lnTo>
                  <a:pt x="1795322" y="505408"/>
                </a:lnTo>
                <a:lnTo>
                  <a:pt x="1995122" y="7015"/>
                </a:lnTo>
                <a:close/>
              </a:path>
              <a:path w="5323840" h="665479">
                <a:moveTo>
                  <a:pt x="151649" y="7015"/>
                </a:moveTo>
                <a:lnTo>
                  <a:pt x="0" y="7015"/>
                </a:lnTo>
                <a:lnTo>
                  <a:pt x="0" y="658419"/>
                </a:lnTo>
                <a:lnTo>
                  <a:pt x="151649" y="658419"/>
                </a:lnTo>
                <a:lnTo>
                  <a:pt x="151649" y="387663"/>
                </a:lnTo>
                <a:lnTo>
                  <a:pt x="586578" y="387663"/>
                </a:lnTo>
                <a:lnTo>
                  <a:pt x="586578" y="259321"/>
                </a:lnTo>
                <a:lnTo>
                  <a:pt x="151649" y="259321"/>
                </a:lnTo>
                <a:lnTo>
                  <a:pt x="151649" y="7015"/>
                </a:lnTo>
                <a:close/>
              </a:path>
              <a:path w="5323840" h="665479">
                <a:moveTo>
                  <a:pt x="586578" y="387663"/>
                </a:moveTo>
                <a:lnTo>
                  <a:pt x="434918" y="387663"/>
                </a:lnTo>
                <a:lnTo>
                  <a:pt x="434918" y="658419"/>
                </a:lnTo>
                <a:lnTo>
                  <a:pt x="586578" y="658419"/>
                </a:lnTo>
                <a:lnTo>
                  <a:pt x="586578" y="387663"/>
                </a:lnTo>
                <a:close/>
              </a:path>
              <a:path w="5323840" h="665479">
                <a:moveTo>
                  <a:pt x="586578" y="7015"/>
                </a:moveTo>
                <a:lnTo>
                  <a:pt x="434918" y="7015"/>
                </a:lnTo>
                <a:lnTo>
                  <a:pt x="434918" y="259321"/>
                </a:lnTo>
                <a:lnTo>
                  <a:pt x="586578" y="259321"/>
                </a:lnTo>
                <a:lnTo>
                  <a:pt x="586578" y="70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3" name="object 384"/>
          <p:cNvSpPr/>
          <p:nvPr/>
        </p:nvSpPr>
        <p:spPr>
          <a:xfrm flipV="1" rot="10800000">
            <a:off x="6102360" y="6708600"/>
            <a:ext cx="4312080" cy="39600"/>
          </a:xfrm>
          <a:custGeom>
            <a:avLst/>
            <a:gdLst>
              <a:gd name="textAreaLeft" fmla="*/ 0 w 4312080"/>
              <a:gd name="textAreaRight" fmla="*/ 4318200 w 4312080"/>
              <a:gd name="textAreaTop" fmla="*/ 3240 h 39600"/>
              <a:gd name="textAreaBottom" fmla="*/ 48960 h 39600"/>
            </a:gdLst>
            <a:ahLst/>
            <a:rect l="textAreaLeft" t="textAreaTop" r="textAreaRight" b="textAreaBottom"/>
            <a:pathLst>
              <a:path w="9206865" h="52704">
                <a:moveTo>
                  <a:pt x="0" y="0"/>
                </a:moveTo>
                <a:lnTo>
                  <a:pt x="0" y="52354"/>
                </a:lnTo>
                <a:lnTo>
                  <a:pt x="9206693" y="26177"/>
                </a:lnTo>
                <a:lnTo>
                  <a:pt x="0" y="0"/>
                </a:lnTo>
                <a:close/>
              </a:path>
            </a:pathLst>
          </a:custGeom>
          <a:solidFill>
            <a:srgbClr val="ff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4" name="object 386"/>
          <p:cNvSpPr/>
          <p:nvPr/>
        </p:nvSpPr>
        <p:spPr>
          <a:xfrm>
            <a:off x="5927400" y="6507720"/>
            <a:ext cx="330840" cy="315720"/>
          </a:xfrm>
          <a:custGeom>
            <a:avLst/>
            <a:gdLst>
              <a:gd name="textAreaLeft" fmla="*/ 0 w 330840"/>
              <a:gd name="textAreaRight" fmla="*/ 336960 w 330840"/>
              <a:gd name="textAreaTop" fmla="*/ 0 h 315720"/>
              <a:gd name="textAreaBottom" fmla="*/ 321840 h 315720"/>
            </a:gdLst>
            <a:ahLst/>
            <a:rect l="textAreaLeft" t="textAreaTop" r="textAreaRight" b="textAreaBottom"/>
            <a:pathLst>
              <a:path w="491490" h="469265">
                <a:moveTo>
                  <a:pt x="260972" y="348259"/>
                </a:moveTo>
                <a:lnTo>
                  <a:pt x="256552" y="342226"/>
                </a:lnTo>
                <a:lnTo>
                  <a:pt x="252171" y="336194"/>
                </a:lnTo>
                <a:lnTo>
                  <a:pt x="243700" y="334848"/>
                </a:lnTo>
                <a:lnTo>
                  <a:pt x="128854" y="418630"/>
                </a:lnTo>
                <a:lnTo>
                  <a:pt x="165950" y="305181"/>
                </a:lnTo>
                <a:lnTo>
                  <a:pt x="167474" y="297014"/>
                </a:lnTo>
                <a:lnTo>
                  <a:pt x="166789" y="286867"/>
                </a:lnTo>
                <a:lnTo>
                  <a:pt x="162547" y="276186"/>
                </a:lnTo>
                <a:lnTo>
                  <a:pt x="153390" y="266471"/>
                </a:lnTo>
                <a:lnTo>
                  <a:pt x="56667" y="196507"/>
                </a:lnTo>
                <a:lnTo>
                  <a:pt x="198831" y="196786"/>
                </a:lnTo>
                <a:lnTo>
                  <a:pt x="204901" y="190728"/>
                </a:lnTo>
                <a:lnTo>
                  <a:pt x="204939" y="175755"/>
                </a:lnTo>
                <a:lnTo>
                  <a:pt x="198856" y="169672"/>
                </a:lnTo>
                <a:lnTo>
                  <a:pt x="11163" y="169583"/>
                </a:lnTo>
                <a:lnTo>
                  <a:pt x="7048" y="171475"/>
                </a:lnTo>
                <a:lnTo>
                  <a:pt x="0" y="181190"/>
                </a:lnTo>
                <a:lnTo>
                  <a:pt x="1346" y="189649"/>
                </a:lnTo>
                <a:lnTo>
                  <a:pt x="141236" y="291160"/>
                </a:lnTo>
                <a:lnTo>
                  <a:pt x="140550" y="295325"/>
                </a:lnTo>
                <a:lnTo>
                  <a:pt x="88138" y="456780"/>
                </a:lnTo>
                <a:lnTo>
                  <a:pt x="92011" y="464426"/>
                </a:lnTo>
                <a:lnTo>
                  <a:pt x="103428" y="468134"/>
                </a:lnTo>
                <a:lnTo>
                  <a:pt x="107873" y="467233"/>
                </a:lnTo>
                <a:lnTo>
                  <a:pt x="259664" y="356755"/>
                </a:lnTo>
                <a:lnTo>
                  <a:pt x="260972" y="348259"/>
                </a:lnTo>
                <a:close/>
              </a:path>
              <a:path w="491490" h="469265">
                <a:moveTo>
                  <a:pt x="261010" y="185915"/>
                </a:moveTo>
                <a:lnTo>
                  <a:pt x="229146" y="87807"/>
                </a:lnTo>
                <a:lnTo>
                  <a:pt x="221488" y="83921"/>
                </a:lnTo>
                <a:lnTo>
                  <a:pt x="212991" y="86677"/>
                </a:lnTo>
                <a:lnTo>
                  <a:pt x="211721" y="87337"/>
                </a:lnTo>
                <a:lnTo>
                  <a:pt x="205968" y="91516"/>
                </a:lnTo>
                <a:lnTo>
                  <a:pt x="203822" y="97574"/>
                </a:lnTo>
                <a:lnTo>
                  <a:pt x="235229" y="194297"/>
                </a:lnTo>
                <a:lnTo>
                  <a:pt x="242887" y="198183"/>
                </a:lnTo>
                <a:lnTo>
                  <a:pt x="257124" y="193573"/>
                </a:lnTo>
                <a:lnTo>
                  <a:pt x="261010" y="185915"/>
                </a:lnTo>
                <a:close/>
              </a:path>
              <a:path w="491490" h="469265">
                <a:moveTo>
                  <a:pt x="332206" y="405066"/>
                </a:moveTo>
                <a:lnTo>
                  <a:pt x="329907" y="397941"/>
                </a:lnTo>
                <a:lnTo>
                  <a:pt x="302602" y="313918"/>
                </a:lnTo>
                <a:lnTo>
                  <a:pt x="300418" y="307136"/>
                </a:lnTo>
                <a:lnTo>
                  <a:pt x="300304" y="306806"/>
                </a:lnTo>
                <a:lnTo>
                  <a:pt x="292646" y="302920"/>
                </a:lnTo>
                <a:lnTo>
                  <a:pt x="284124" y="305676"/>
                </a:lnTo>
                <a:lnTo>
                  <a:pt x="282879" y="306336"/>
                </a:lnTo>
                <a:lnTo>
                  <a:pt x="281736" y="307136"/>
                </a:lnTo>
                <a:lnTo>
                  <a:pt x="277114" y="310502"/>
                </a:lnTo>
                <a:lnTo>
                  <a:pt x="274967" y="316572"/>
                </a:lnTo>
                <a:lnTo>
                  <a:pt x="306438" y="413435"/>
                </a:lnTo>
                <a:lnTo>
                  <a:pt x="314071" y="417334"/>
                </a:lnTo>
                <a:lnTo>
                  <a:pt x="328333" y="412711"/>
                </a:lnTo>
                <a:lnTo>
                  <a:pt x="332206" y="405066"/>
                </a:lnTo>
                <a:close/>
              </a:path>
              <a:path w="491490" h="469265">
                <a:moveTo>
                  <a:pt x="491363" y="181190"/>
                </a:moveTo>
                <a:lnTo>
                  <a:pt x="486956" y="175133"/>
                </a:lnTo>
                <a:lnTo>
                  <a:pt x="484314" y="171475"/>
                </a:lnTo>
                <a:lnTo>
                  <a:pt x="480161" y="169583"/>
                </a:lnTo>
                <a:lnTo>
                  <a:pt x="310972" y="169494"/>
                </a:lnTo>
                <a:lnTo>
                  <a:pt x="309041" y="165696"/>
                </a:lnTo>
                <a:lnTo>
                  <a:pt x="256400" y="3886"/>
                </a:lnTo>
                <a:lnTo>
                  <a:pt x="248754" y="0"/>
                </a:lnTo>
                <a:lnTo>
                  <a:pt x="240245" y="2755"/>
                </a:lnTo>
                <a:lnTo>
                  <a:pt x="237845" y="4229"/>
                </a:lnTo>
                <a:lnTo>
                  <a:pt x="233222" y="7594"/>
                </a:lnTo>
                <a:lnTo>
                  <a:pt x="231063" y="13665"/>
                </a:lnTo>
                <a:lnTo>
                  <a:pt x="282752" y="172694"/>
                </a:lnTo>
                <a:lnTo>
                  <a:pt x="286321" y="180174"/>
                </a:lnTo>
                <a:lnTo>
                  <a:pt x="292849" y="187972"/>
                </a:lnTo>
                <a:lnTo>
                  <a:pt x="302552" y="194106"/>
                </a:lnTo>
                <a:lnTo>
                  <a:pt x="315658" y="196583"/>
                </a:lnTo>
                <a:lnTo>
                  <a:pt x="434695" y="196469"/>
                </a:lnTo>
                <a:lnTo>
                  <a:pt x="338315" y="266319"/>
                </a:lnTo>
                <a:lnTo>
                  <a:pt x="332295" y="272046"/>
                </a:lnTo>
                <a:lnTo>
                  <a:pt x="326898" y="280657"/>
                </a:lnTo>
                <a:lnTo>
                  <a:pt x="324065" y="291769"/>
                </a:lnTo>
                <a:lnTo>
                  <a:pt x="325742" y="305003"/>
                </a:lnTo>
                <a:lnTo>
                  <a:pt x="377786" y="465150"/>
                </a:lnTo>
                <a:lnTo>
                  <a:pt x="385432" y="469036"/>
                </a:lnTo>
                <a:lnTo>
                  <a:pt x="399669" y="464426"/>
                </a:lnTo>
                <a:lnTo>
                  <a:pt x="403529" y="456768"/>
                </a:lnTo>
                <a:lnTo>
                  <a:pt x="350075" y="292176"/>
                </a:lnTo>
                <a:lnTo>
                  <a:pt x="353098" y="289179"/>
                </a:lnTo>
                <a:lnTo>
                  <a:pt x="490016" y="189661"/>
                </a:lnTo>
                <a:lnTo>
                  <a:pt x="491363" y="18119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grpSp>
        <p:nvGrpSpPr>
          <p:cNvPr id="1075" name="Group 9"/>
          <p:cNvGrpSpPr/>
          <p:nvPr/>
        </p:nvGrpSpPr>
        <p:grpSpPr>
          <a:xfrm>
            <a:off x="553320" y="565200"/>
            <a:ext cx="1473480" cy="49680"/>
            <a:chOff x="553320" y="565200"/>
            <a:chExt cx="1473480" cy="49680"/>
          </a:xfrm>
        </p:grpSpPr>
        <p:sp>
          <p:nvSpPr>
            <p:cNvPr id="1076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ffectLst>
              <a:outerShdw algn="tl" blurRad="63360" dir="4309672" dist="49635" rotWithShape="0" sx="103000" sy="103000">
                <a:schemeClr val="tx1">
                  <a:alpha val="69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  <p:sp>
          <p:nvSpPr>
            <p:cNvPr id="1077" name="Freeform 7"/>
            <p:cNvSpPr/>
            <p:nvPr/>
          </p:nvSpPr>
          <p:spPr>
            <a:xfrm flipV="1" rot="16200000">
              <a:off x="1265040" y="-146520"/>
              <a:ext cx="49680" cy="1473480"/>
            </a:xfrm>
            <a:custGeom>
              <a:avLst/>
              <a:gdLst>
                <a:gd name="textAreaLeft" fmla="*/ 0 w 49680"/>
                <a:gd name="textAreaRight" fmla="*/ 55800 w 49680"/>
                <a:gd name="textAreaTop" fmla="*/ -3240 h 1473480"/>
                <a:gd name="textAreaBottom" fmla="*/ 1476360 h 1473480"/>
              </a:gdLst>
              <a:ahLst/>
              <a:rect l="textAreaLeft" t="textAreaTop" r="textAreaRight" b="textAreaBottom"/>
              <a:pathLst>
                <a:path w="15" h="364">
                  <a:moveTo>
                    <a:pt x="7" y="364"/>
                  </a:moveTo>
                  <a:cubicBezTo>
                    <a:pt x="3" y="364"/>
                    <a:pt x="0" y="360"/>
                    <a:pt x="0" y="356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3"/>
                    <a:pt x="3" y="0"/>
                    <a:pt x="7" y="0"/>
                  </a:cubicBezTo>
                  <a:cubicBezTo>
                    <a:pt x="12" y="0"/>
                    <a:pt x="15" y="3"/>
                    <a:pt x="15" y="7"/>
                  </a:cubicBezTo>
                  <a:cubicBezTo>
                    <a:pt x="15" y="356"/>
                    <a:pt x="15" y="356"/>
                    <a:pt x="15" y="356"/>
                  </a:cubicBezTo>
                  <a:cubicBezTo>
                    <a:pt x="15" y="360"/>
                    <a:pt x="12" y="364"/>
                    <a:pt x="7" y="364"/>
                  </a:cubicBezTo>
                  <a:close/>
                </a:path>
              </a:pathLst>
            </a:custGeom>
            <a:gradFill rotWithShape="0">
              <a:gsLst>
                <a:gs pos="0">
                  <a:srgbClr val="334257"/>
                </a:gs>
                <a:gs pos="100000">
                  <a:srgbClr val="19212b"/>
                </a:gs>
              </a:gsLst>
              <a:lin ang="5400000"/>
            </a:gradFill>
            <a:ln>
              <a:noFill/>
            </a:ln>
            <a:effectLst>
              <a:outerShdw algn="br" blurRad="127080" dir="13206055" dist="62595" rotWithShape="0">
                <a:schemeClr val="tx2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ru-UA" sz="1800" spc="-1" strike="noStrike">
                <a:solidFill>
                  <a:schemeClr val="lt1"/>
                </a:solidFill>
                <a:latin typeface="Open Sans"/>
              </a:endParaRPr>
            </a:p>
          </p:txBody>
        </p:sp>
      </p:grpSp>
      <p:sp>
        <p:nvSpPr>
          <p:cNvPr id="1078" name="Rectangle 14"/>
          <p:cNvSpPr/>
          <p:nvPr/>
        </p:nvSpPr>
        <p:spPr>
          <a:xfrm>
            <a:off x="11441880" y="168480"/>
            <a:ext cx="511200" cy="535320"/>
          </a:xfrm>
          <a:prstGeom prst="rect">
            <a:avLst/>
          </a:prstGeom>
          <a:solidFill>
            <a:srgbClr val="242e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tr-TR" sz="1800" spc="-1" strike="noStrike">
              <a:solidFill>
                <a:schemeClr val="lt1"/>
              </a:solidFill>
              <a:latin typeface="Open Sans"/>
            </a:endParaRPr>
          </a:p>
        </p:txBody>
      </p:sp>
      <p:sp>
        <p:nvSpPr>
          <p:cNvPr id="107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ffffff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ffffff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ffffff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ffffff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40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3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TextBox 1"/>
          <p:cNvSpPr/>
          <p:nvPr/>
        </p:nvSpPr>
        <p:spPr>
          <a:xfrm>
            <a:off x="5482080" y="6479640"/>
            <a:ext cx="9122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tr-TR" sz="1000" spc="-1" strike="noStrike">
                <a:solidFill>
                  <a:srgbClr val="ffffff"/>
                </a:solidFill>
                <a:latin typeface="Arial"/>
                <a:ea typeface="SF Pro Display"/>
              </a:rPr>
              <a:t>versiyon 3.2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2" name="Text Placeholder 10"/>
          <p:cNvSpPr/>
          <p:nvPr/>
        </p:nvSpPr>
        <p:spPr>
          <a:xfrm>
            <a:off x="2046600" y="4454640"/>
            <a:ext cx="8296560" cy="12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40000"/>
          </a:bodyPr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4400" spc="-1" strike="noStrike">
                <a:solidFill>
                  <a:srgbClr val="ebecf0"/>
                </a:solidFill>
                <a:latin typeface="Arial Black"/>
              </a:rPr>
              <a:t>AI for Software Engineers Course 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 </a:t>
            </a: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Building AI Systems + Production + Real Use Cases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ffffff"/>
                </a:solidFill>
                <a:latin typeface="Arial"/>
              </a:rPr>
              <a:t>https://github.com/havelsan/YZ_EGITIM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tr-TR" sz="3200" spc="-1" strike="noStrike">
                <a:solidFill>
                  <a:srgbClr val="ebecf0"/>
                </a:solidFill>
                <a:latin typeface="Arial Black"/>
              </a:rPr>
              <a:t>Mehmet PEKMEZCİ</a:t>
            </a: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endParaRPr b="0" lang="en-US" sz="3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3333"/>
          </a:bodyPr>
          <a:p>
            <a:pPr indent="0" defTabSz="914400">
              <a:lnSpc>
                <a:spcPct val="10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Breakthrough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4" name="Text 1"/>
          <p:cNvSpPr/>
          <p:nvPr/>
        </p:nvSpPr>
        <p:spPr>
          <a:xfrm>
            <a:off x="456480" y="831600"/>
            <a:ext cx="11417040" cy="54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216000" indent="-216000" defTabSz="914400">
              <a:lnSpc>
                <a:spcPct val="100000"/>
              </a:lnSpc>
              <a:spcBef>
                <a:spcPts val="3600"/>
              </a:spcBef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ReAct: Synergizing Reasoning and Acting in Language Models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- 2022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 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Google :</a:t>
            </a:r>
            <a:r>
              <a:rPr b="0" i="1" lang="tr-TR" sz="2000" spc="-1" strike="noStrike">
                <a:solidFill>
                  <a:srgbClr val="ffffff"/>
                </a:solidFill>
                <a:latin typeface="arial"/>
                <a:ea typeface="Calibri"/>
              </a:rPr>
              <a:t> Shunyu Yao et al.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Reasoning + Acting 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 lvl="1" marL="432000" indent="-216000" defTabSz="914400">
              <a:lnSpc>
                <a:spcPct val="100000"/>
              </a:lnSpc>
              <a:spcBef>
                <a:spcPts val="3600"/>
              </a:spcBef>
              <a:buClr>
                <a:srgbClr val="ffffff"/>
              </a:buClr>
              <a:buSzPct val="45000"/>
              <a:buFont typeface="Wingdings" charset="2"/>
              <a:buChar char=""/>
              <a:tabLst>
                <a:tab algn="l" pos="0"/>
              </a:tabLst>
            </a:pP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 </a:t>
            </a:r>
            <a:r>
              <a:rPr b="0" i="1" lang="en-US" sz="2000" spc="-1" strike="noStrike">
                <a:solidFill>
                  <a:srgbClr val="ffffff"/>
                </a:solidFill>
                <a:latin typeface="arial"/>
                <a:ea typeface="Calibri"/>
              </a:rPr>
              <a:t>LLM agent loop (think-act-observe) Parallelism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4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6" name="Text 18"/>
          <p:cNvSpPr/>
          <p:nvPr/>
        </p:nvSpPr>
        <p:spPr>
          <a:xfrm>
            <a:off x="459720" y="1414440"/>
            <a:ext cx="11427120" cy="31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AI in real software architecture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LLM application patterns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AI agents (modern topic)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MLOps &amp; LLMOps (important for engineers)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Example code generator environment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Cost, latency, and scaling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Security and risks (engineering angle)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Homeworks (2)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7" name="" descr=""/>
          <p:cNvPicPr/>
          <p:nvPr/>
        </p:nvPicPr>
        <p:blipFill>
          <a:blip r:embed="rId1"/>
          <a:stretch/>
        </p:blipFill>
        <p:spPr>
          <a:xfrm>
            <a:off x="1066680" y="0"/>
            <a:ext cx="10287000" cy="68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 AI in real software architecture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9" name="Text 18"/>
          <p:cNvSpPr/>
          <p:nvPr/>
        </p:nvSpPr>
        <p:spPr>
          <a:xfrm>
            <a:off x="457920" y="1232280"/>
            <a:ext cx="11427120" cy="190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Technology Stack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Where AI sits in system design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API-based AI integration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Microservices with LLMs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 1. Technology Stack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1" name="" descr=""/>
          <p:cNvPicPr/>
          <p:nvPr/>
        </p:nvPicPr>
        <p:blipFill>
          <a:blip r:embed="rId1"/>
          <a:stretch/>
        </p:blipFill>
        <p:spPr>
          <a:xfrm>
            <a:off x="567000" y="725040"/>
            <a:ext cx="11057400" cy="6030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1.2. Where AI Sits In System Design : AI -Enabled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1500480" y="732960"/>
            <a:ext cx="9190440" cy="6126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1.2. Where AI Sits In System Design : AI -Native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5" name="" descr=""/>
          <p:cNvPicPr/>
          <p:nvPr/>
        </p:nvPicPr>
        <p:blipFill>
          <a:blip r:embed="rId1"/>
          <a:stretch/>
        </p:blipFill>
        <p:spPr>
          <a:xfrm>
            <a:off x="1386360" y="580680"/>
            <a:ext cx="9419040" cy="6278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1.2. Where AI Sits In System Design :  Example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7" name="" descr=""/>
          <p:cNvPicPr/>
          <p:nvPr/>
        </p:nvPicPr>
        <p:blipFill>
          <a:blip r:embed="rId1"/>
          <a:stretch/>
        </p:blipFill>
        <p:spPr>
          <a:xfrm>
            <a:off x="452880" y="600120"/>
            <a:ext cx="11286000" cy="615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1.2. Where AI Sits In System Design :  Design Considerations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99" name="" descr=""/>
          <p:cNvPicPr/>
          <p:nvPr/>
        </p:nvPicPr>
        <p:blipFill>
          <a:blip r:embed="rId1"/>
          <a:stretch/>
        </p:blipFill>
        <p:spPr>
          <a:xfrm>
            <a:off x="1614960" y="654840"/>
            <a:ext cx="8961840" cy="5974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1.3. API Based AI Integration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1" name="" descr=""/>
          <p:cNvPicPr/>
          <p:nvPr/>
        </p:nvPicPr>
        <p:blipFill>
          <a:blip r:embed="rId1"/>
          <a:stretch/>
        </p:blipFill>
        <p:spPr>
          <a:xfrm>
            <a:off x="567000" y="725040"/>
            <a:ext cx="11057400" cy="6030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89999"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800" spc="-1" strike="noStrike">
                <a:solidFill>
                  <a:schemeClr val="lt1"/>
                </a:solidFill>
                <a:latin typeface="Arial Black"/>
              </a:rPr>
              <a:t>1.4. Microservices with LLMs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3" name="" descr=""/>
          <p:cNvPicPr/>
          <p:nvPr/>
        </p:nvPicPr>
        <p:blipFill>
          <a:blip r:embed="rId1"/>
          <a:stretch/>
        </p:blipFill>
        <p:spPr>
          <a:xfrm>
            <a:off x="741240" y="914400"/>
            <a:ext cx="10709280" cy="5841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400" spc="-1" strike="noStrike">
                <a:solidFill>
                  <a:schemeClr val="lt1"/>
                </a:solidFill>
                <a:latin typeface="Arial Black"/>
              </a:rPr>
              <a:t>2. LLM application patterns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5" name="Text 18"/>
          <p:cNvSpPr/>
          <p:nvPr/>
        </p:nvSpPr>
        <p:spPr>
          <a:xfrm>
            <a:off x="255240" y="983520"/>
            <a:ext cx="11427120" cy="221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Chatbots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Copilots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Agents (basic intro) (Langgraph)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800" spc="-1" strike="noStrike">
                <a:solidFill>
                  <a:srgbClr val="ffffff"/>
                </a:solidFill>
                <a:latin typeface="Arial"/>
              </a:rPr>
              <a:t>Function calling / tool use ( API / MCP 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6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400" spc="-1" strike="noStrike">
                <a:solidFill>
                  <a:schemeClr val="lt1"/>
                </a:solidFill>
                <a:latin typeface="Arial Black"/>
              </a:rPr>
              <a:t>2. LLM application patterns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7" name="" descr=""/>
          <p:cNvPicPr/>
          <p:nvPr/>
        </p:nvPicPr>
        <p:blipFill>
          <a:blip r:embed="rId1"/>
          <a:stretch/>
        </p:blipFill>
        <p:spPr>
          <a:xfrm>
            <a:off x="567000" y="724680"/>
            <a:ext cx="11057760" cy="603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PlaceHolder 1"/>
          <p:cNvSpPr>
            <a:spLocks noGrp="1"/>
          </p:cNvSpPr>
          <p:nvPr>
            <p:ph/>
          </p:nvPr>
        </p:nvSpPr>
        <p:spPr>
          <a:xfrm>
            <a:off x="255240" y="228600"/>
            <a:ext cx="11629800" cy="418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2400" spc="-1" strike="noStrike">
                <a:solidFill>
                  <a:schemeClr val="lt1"/>
                </a:solidFill>
                <a:latin typeface="Arial Black"/>
              </a:rPr>
              <a:t>2. LLM application patterns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09" name="" descr=""/>
          <p:cNvPicPr/>
          <p:nvPr/>
        </p:nvPicPr>
        <p:blipFill>
          <a:blip r:embed="rId1"/>
          <a:stretch/>
        </p:blipFill>
        <p:spPr>
          <a:xfrm>
            <a:off x="567000" y="724680"/>
            <a:ext cx="11057760" cy="6031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3. AI agents (modern topic)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1" name="Text 18"/>
          <p:cNvSpPr/>
          <p:nvPr/>
        </p:nvSpPr>
        <p:spPr>
          <a:xfrm>
            <a:off x="255240" y="649080"/>
            <a:ext cx="11427120" cy="23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What is an agent loop:</a:t>
            </a:r>
            <a:r>
              <a:rPr b="0" lang="tr-TR" sz="1400" spc="-1" strike="noStrike">
                <a:solidFill>
                  <a:srgbClr val="ffffff"/>
                </a:solidFill>
                <a:latin typeface="Arial"/>
              </a:rPr>
              <a:t> p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lan → act → observe → repeat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When agents work / fail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Agentic RAG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Ontology , why it is important and how to build.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Agent frameworks (LangCahin/Graph, LlamaIndex)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4.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MLOps &amp; LLMOps (important for engineers)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3" name="Text 18"/>
          <p:cNvSpPr/>
          <p:nvPr/>
        </p:nvSpPr>
        <p:spPr>
          <a:xfrm>
            <a:off x="356760" y="791280"/>
            <a:ext cx="11427120" cy="20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Versioning models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Monitoring drift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versioning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Evaluation metrics (quality, latency, cost)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5. Cost, latency, and scaling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5" name="Text 18"/>
          <p:cNvSpPr/>
          <p:nvPr/>
        </p:nvSpPr>
        <p:spPr>
          <a:xfrm>
            <a:off x="255240" y="729720"/>
            <a:ext cx="11427120" cy="182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Token cost thinking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Caching strategies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Batch vs real-time inference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6.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Security and risks (engineering angle)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" name="Text 18"/>
          <p:cNvSpPr/>
          <p:nvPr/>
        </p:nvSpPr>
        <p:spPr>
          <a:xfrm>
            <a:off x="255240" y="649080"/>
            <a:ext cx="1142712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Prompt injection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Data leakage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Model hallucination handling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Guardrails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7. </a:t>
            </a:r>
            <a:r>
              <a:rPr b="1" lang="en-US" sz="1600" spc="-1" strike="noStrike">
                <a:solidFill>
                  <a:schemeClr val="lt1"/>
                </a:solidFill>
                <a:latin typeface="Arial Black"/>
              </a:rPr>
              <a:t>Final hands-on project (choose one)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9" name="Text 18"/>
          <p:cNvSpPr/>
          <p:nvPr/>
        </p:nvSpPr>
        <p:spPr>
          <a:xfrm>
            <a:off x="255240" y="649080"/>
            <a:ext cx="11427120" cy="19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AI code assistant clone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PDF Q&amp;A system (RAG)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Support chatbot for a product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buClr>
                <a:srgbClr val="38bdf8"/>
              </a:buClr>
              <a:buFont typeface="Open Sans"/>
              <a:buAutoNum type="arabicPeriod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Log analyzer using LLM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PlaceHolder 1"/>
          <p:cNvSpPr>
            <a:spLocks noGrp="1"/>
          </p:cNvSpPr>
          <p:nvPr>
            <p:ph/>
          </p:nvPr>
        </p:nvSpPr>
        <p:spPr>
          <a:xfrm>
            <a:off x="255240" y="343800"/>
            <a:ext cx="11629800" cy="303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28600"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tr-TR" sz="1600" spc="-1" strike="noStrike">
                <a:solidFill>
                  <a:schemeClr val="lt1"/>
                </a:solidFill>
                <a:latin typeface="Arial Black"/>
              </a:rPr>
              <a:t>Building AI Systems + Production + Real Use Cases 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1" name="Text 18"/>
          <p:cNvSpPr/>
          <p:nvPr/>
        </p:nvSpPr>
        <p:spPr>
          <a:xfrm>
            <a:off x="457200" y="831600"/>
            <a:ext cx="11427120" cy="548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Outcome: They can design and prototype real AI-powered systems.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Optional Advanced Topics (if time allows or for Q&amp;A)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Open-source models (Llama, Mistral)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Multimodal models (text + image)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Teaching Strategy Tip (important)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Since your audience is experienced engineers: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Avoid long lectures &gt; 20–25 min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Use “architecture-first explanation”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Always show: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diagram → API flow → code snippet → real use case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Emphasize: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buClr>
                <a:srgbClr val="38bdf8"/>
              </a:buClr>
              <a:buFont typeface="Wingdings" charset="2"/>
              <a:buChar char=""/>
              <a:tabLst>
                <a:tab algn="l" pos="0"/>
              </a:tabLst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      “</a:t>
            </a:r>
            <a:r>
              <a:rPr b="0" lang="en-US" sz="1400" spc="-1" strike="noStrike">
                <a:solidFill>
                  <a:srgbClr val="ffffff"/>
                </a:solidFill>
                <a:latin typeface="Arial"/>
              </a:rPr>
              <a:t>How would you build this in production?”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Office Theme">
  <a:themeElements>
    <a:clrScheme name="00 Neomorph Dark">
      <a:dk1>
        <a:srgbClr val="10141a"/>
      </a:dk1>
      <a:lt1>
        <a:srgbClr val="ffffff"/>
      </a:lt1>
      <a:dk2>
        <a:srgbClr val="334257"/>
      </a:dk2>
      <a:lt2>
        <a:srgbClr val="242e3d"/>
      </a:lt2>
      <a:accent1>
        <a:srgbClr val="6e84a6"/>
      </a:accent1>
      <a:accent2>
        <a:srgbClr val="46b9d6"/>
      </a:accent2>
      <a:accent3>
        <a:srgbClr val="1f67db"/>
      </a:accent3>
      <a:accent4>
        <a:srgbClr val="685de3"/>
      </a:accent4>
      <a:accent5>
        <a:srgbClr val="84daec"/>
      </a:accent5>
      <a:accent6>
        <a:srgbClr val="685de3"/>
      </a:accent6>
      <a:hlink>
        <a:srgbClr val="f33b48"/>
      </a:hlink>
      <a:folHlink>
        <a:srgbClr val="ffc000"/>
      </a:folHlink>
    </a:clrScheme>
    <a:fontScheme name="Custom 1">
      <a:majorFont>
        <a:latin typeface="Open Sans" pitchFamily="0" charset="1"/>
        <a:ea typeface=""/>
        <a:cs typeface=""/>
      </a:majorFont>
      <a:minorFont>
        <a:latin typeface="Open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HVL- TEMPLATE FOR PRODUCTS AND SOLUTIONS_VERSION  3.2</Template>
  <TotalTime>4835</TotalTime>
  <Application>LibreOffice/24.2.7.2$Linux_X86_64 LibreOffice_project/420$Build-2</Application>
  <AppVersion>15.0000</AppVersion>
  <Words>401</Words>
  <Paragraphs>108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2025-11-24T12:26:39Z</dcterms:created>
  <dc:creator>Mehmet PEKMEZCİ</dc:creator>
  <dc:description/>
  <dc:language>en-US</dc:language>
  <cp:lastModifiedBy/>
  <dcterms:modified xsi:type="dcterms:W3CDTF">2026-07-13T15:29:27Z</dcterms:modified>
  <cp:revision>101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0x010100800CEB18A79B964CA054DFDEE64EDA10</vt:lpwstr>
  </property>
  <property fmtid="{D5CDD505-2E9C-101B-9397-08002B2CF9AE}" pid="3" name="Notes">
    <vt:i4>4</vt:i4>
  </property>
  <property fmtid="{D5CDD505-2E9C-101B-9397-08002B2CF9AE}" pid="4" name="PresentationFormat">
    <vt:lpwstr>Geniş ekran</vt:lpwstr>
  </property>
  <property fmtid="{D5CDD505-2E9C-101B-9397-08002B2CF9AE}" pid="5" name="Slides">
    <vt:i4>13</vt:i4>
  </property>
  <property fmtid="{D5CDD505-2E9C-101B-9397-08002B2CF9AE}" pid="6" name="VeriketAuthor">
    <vt:lpwstr>3ZXl6zLEMop/T4ZOd8aL6mXiYVv8uu7BpPRD/QTH98Q=</vt:lpwstr>
  </property>
  <property fmtid="{D5CDD505-2E9C-101B-9397-08002B2CF9AE}" pid="7" name="VeriketClassification">
    <vt:lpwstr>A5BC3CFD-4D51-461E-B5F0-D84C6FA67A36</vt:lpwstr>
  </property>
</Properties>
</file>