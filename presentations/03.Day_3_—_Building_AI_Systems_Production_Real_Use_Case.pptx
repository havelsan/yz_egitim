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8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9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0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slideLayout22.xml" ContentType="application/vnd.openxmlformats-officedocument.presentationml.slideLayout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</p:sldMasterIdLst>
  <p:sldIdLst>
    <p:sldId id="256" r:id="rId36"/>
    <p:sldId id="257" r:id="rId37"/>
    <p:sldId id="258" r:id="rId38"/>
    <p:sldId id="259" r:id="rId39"/>
    <p:sldId id="260" r:id="rId40"/>
    <p:sldId id="261" r:id="rId41"/>
    <p:sldId id="262" r:id="rId42"/>
    <p:sldId id="263" r:id="rId43"/>
    <p:sldId id="264" r:id="rId44"/>
    <p:sldId id="265" r:id="rId45"/>
    <p:sldId id="266" r:id="rId46"/>
    <p:sldId id="267" r:id="rId47"/>
    <p:sldId id="268" r:id="rId4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" Target="slides/slide1.xml"/><Relationship Id="rId37" Type="http://schemas.openxmlformats.org/officeDocument/2006/relationships/slide" Target="slides/slide2.xml"/><Relationship Id="rId38" Type="http://schemas.openxmlformats.org/officeDocument/2006/relationships/slide" Target="slides/slide3.xml"/><Relationship Id="rId39" Type="http://schemas.openxmlformats.org/officeDocument/2006/relationships/slide" Target="slides/slide4.xml"/><Relationship Id="rId40" Type="http://schemas.openxmlformats.org/officeDocument/2006/relationships/slide" Target="slides/slide5.xml"/><Relationship Id="rId41" Type="http://schemas.openxmlformats.org/officeDocument/2006/relationships/slide" Target="slides/slide6.xml"/><Relationship Id="rId42" Type="http://schemas.openxmlformats.org/officeDocument/2006/relationships/slide" Target="slides/slide7.xml"/><Relationship Id="rId43" Type="http://schemas.openxmlformats.org/officeDocument/2006/relationships/slide" Target="slides/slide8.xml"/><Relationship Id="rId44" Type="http://schemas.openxmlformats.org/officeDocument/2006/relationships/slide" Target="slides/slide9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154721274175"/>
          <c:y val="0.0482959410858024"/>
          <c:w val="0.590552034238041"/>
          <c:h val="0.93235143003939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F0B5A8C-5229-4034-954B-1121D08301F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9560" cy="1517400"/>
          </a:xfrm>
          <a:custGeom>
            <a:avLst/>
            <a:gdLst>
              <a:gd name="textAreaLeft" fmla="*/ 0 w 6469560"/>
              <a:gd name="textAreaRight" fmla="*/ 6474600 w 6469560"/>
              <a:gd name="textAreaTop" fmla="*/ 0 h 1517400"/>
              <a:gd name="textAreaBottom" fmla="*/ 1522440 h 15174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60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5040" cy="2610000"/>
          </a:xfrm>
          <a:custGeom>
            <a:avLst/>
            <a:gdLst>
              <a:gd name="textAreaLeft" fmla="*/ 0 w 2435040"/>
              <a:gd name="textAreaRight" fmla="*/ 2440080 w 2435040"/>
              <a:gd name="textAreaTop" fmla="*/ 0 h 2610000"/>
              <a:gd name="textAreaBottom" fmla="*/ 2615040 h 26100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1720" cy="981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9840" cy="909000"/>
            <a:chOff x="4008600" y="3031920"/>
            <a:chExt cx="4119840" cy="90900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3800" cy="860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8680" cy="860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8600" cy="4906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2880" cy="196200"/>
            <a:chOff x="1717560" y="6498720"/>
            <a:chExt cx="902880" cy="19620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5800" cy="185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7000" cy="1854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30920" cy="25488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ck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ed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it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th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titl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xt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for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05920DD-1EDB-4D42-929C-0F04E9B77C3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8920" cy="3706560"/>
          </a:xfrm>
          <a:custGeom>
            <a:avLst/>
            <a:gdLst>
              <a:gd name="textAreaLeft" fmla="*/ 0 w 1348920"/>
              <a:gd name="textAreaRight" fmla="*/ 1353960 w 1348920"/>
              <a:gd name="textAreaTop" fmla="*/ 0 h 3706560"/>
              <a:gd name="textAreaBottom" fmla="*/ 3711600 h 370656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6120" cy="3706560"/>
          </a:xfrm>
          <a:custGeom>
            <a:avLst/>
            <a:gdLst>
              <a:gd name="textAreaLeft" fmla="*/ 0 w 1356120"/>
              <a:gd name="textAreaRight" fmla="*/ 1361160 w 1356120"/>
              <a:gd name="textAreaTop" fmla="*/ 0 h 3706560"/>
              <a:gd name="textAreaBottom" fmla="*/ 3711600 h 370656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7480" cy="3706560"/>
          </a:xfrm>
          <a:custGeom>
            <a:avLst/>
            <a:gdLst>
              <a:gd name="textAreaLeft" fmla="*/ 0 w 1347480"/>
              <a:gd name="textAreaRight" fmla="*/ 1352520 w 1347480"/>
              <a:gd name="textAreaTop" fmla="*/ 0 h 3706560"/>
              <a:gd name="textAreaBottom" fmla="*/ 3711600 h 370656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7560" cy="3706560"/>
          </a:xfrm>
          <a:custGeom>
            <a:avLst/>
            <a:gdLst>
              <a:gd name="textAreaLeft" fmla="*/ 0 w 1357560"/>
              <a:gd name="textAreaRight" fmla="*/ 1362600 w 1357560"/>
              <a:gd name="textAreaTop" fmla="*/ 0 h 3706560"/>
              <a:gd name="textAreaBottom" fmla="*/ 3711600 h 370656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9800" cy="10998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9800" cy="10998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9800" cy="10998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9800" cy="10998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328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1280" y="671832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1680" y="-106992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65163B9-10FE-4C91-9F19-5035874BA7F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5440" cy="3384360"/>
            <a:chOff x="877320" y="2252880"/>
            <a:chExt cx="55440" cy="338436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5440" cy="3384720"/>
            <a:chOff x="3442320" y="2233800"/>
            <a:chExt cx="55440" cy="338472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5440" cy="3384360"/>
            <a:chOff x="6006960" y="2252880"/>
            <a:chExt cx="55440" cy="338436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5440" cy="3384720"/>
            <a:chOff x="8574480" y="2233800"/>
            <a:chExt cx="55440" cy="338472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5440" cy="3384360"/>
            <a:chOff x="11136960" y="2252880"/>
            <a:chExt cx="55440" cy="338436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5440" cy="3379680"/>
            </a:xfrm>
            <a:custGeom>
              <a:avLst/>
              <a:gdLst>
                <a:gd name="textAreaLeft" fmla="*/ 0 w 55440"/>
                <a:gd name="textAreaRight" fmla="*/ 60480 w 55440"/>
                <a:gd name="textAreaTop" fmla="*/ 0 h 3379680"/>
                <a:gd name="textAreaBottom" fmla="*/ 3384720 h 33796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D30B20E-47C8-4D9E-ADD2-F723D460A61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7560" cy="5331960"/>
            <a:chOff x="6215040" y="801720"/>
            <a:chExt cx="4687560" cy="533196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7560" cy="5331960"/>
            </a:xfrm>
            <a:custGeom>
              <a:avLst/>
              <a:gdLst>
                <a:gd name="textAreaLeft" fmla="*/ 0 w 4687560"/>
                <a:gd name="textAreaRight" fmla="*/ 4692600 w 4687560"/>
                <a:gd name="textAreaTop" fmla="*/ 0 h 5331960"/>
                <a:gd name="textAreaBottom" fmla="*/ 5337000 h 53319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7560" cy="5331960"/>
            </a:xfrm>
            <a:custGeom>
              <a:avLst/>
              <a:gdLst>
                <a:gd name="textAreaLeft" fmla="*/ 0 w 4687560"/>
                <a:gd name="textAreaRight" fmla="*/ 4692600 w 4687560"/>
                <a:gd name="textAreaTop" fmla="*/ 0 h 5331960"/>
                <a:gd name="textAreaBottom" fmla="*/ 5337000 h 53319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9600" y="-954720"/>
            <a:ext cx="7399080" cy="6142680"/>
          </a:xfrm>
          <a:custGeom>
            <a:avLst/>
            <a:gdLst>
              <a:gd name="textAreaLeft" fmla="*/ 0 w 7399080"/>
              <a:gd name="textAreaRight" fmla="*/ 7404120 w 7399080"/>
              <a:gd name="textAreaTop" fmla="*/ 0 h 6142680"/>
              <a:gd name="textAreaBottom" fmla="*/ 6147720 h 61426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70000" cy="533196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3BC7699-4F07-436A-A5F2-DBEAAE8D822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8040" cy="2320200"/>
            <a:chOff x="9316080" y="1022400"/>
            <a:chExt cx="2318040" cy="232020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8040" cy="2320200"/>
            <a:chOff x="6627960" y="1022400"/>
            <a:chExt cx="2318040" cy="232020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8040" cy="2320200"/>
            <a:chOff x="9316080" y="3486960"/>
            <a:chExt cx="2318040" cy="232020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8040" cy="2320200"/>
            <a:chOff x="6627960" y="3486960"/>
            <a:chExt cx="2318040" cy="232020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8040" cy="2320200"/>
            </a:xfrm>
            <a:custGeom>
              <a:avLst/>
              <a:gdLst>
                <a:gd name="textAreaLeft" fmla="*/ 0 w 2318040"/>
                <a:gd name="textAreaRight" fmla="*/ 2323080 w 2318040"/>
                <a:gd name="textAreaTop" fmla="*/ 0 h 2320200"/>
                <a:gd name="textAreaBottom" fmla="*/ 2325240 h 2320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800" y="-68292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2960" cy="4787280"/>
            <a:chOff x="581400" y="1022400"/>
            <a:chExt cx="4782960" cy="478728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2960" cy="4787280"/>
            </a:xfrm>
            <a:custGeom>
              <a:avLst/>
              <a:gdLst>
                <a:gd name="textAreaLeft" fmla="*/ 0 w 4782960"/>
                <a:gd name="textAreaRight" fmla="*/ 4788000 w 4782960"/>
                <a:gd name="textAreaTop" fmla="*/ 0 h 4787280"/>
                <a:gd name="textAreaBottom" fmla="*/ 4792320 h 47872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2960" cy="4787280"/>
            </a:xfrm>
            <a:custGeom>
              <a:avLst/>
              <a:gdLst>
                <a:gd name="textAreaLeft" fmla="*/ 0 w 4782960"/>
                <a:gd name="textAreaRight" fmla="*/ 4788000 w 4782960"/>
                <a:gd name="textAreaTop" fmla="*/ 0 h 4787280"/>
                <a:gd name="textAreaBottom" fmla="*/ 4792320 h 47872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2800" cy="427500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2FA79F8-725D-4BBE-9D76-F0D965214A2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6920" cy="286920"/>
            <a:chOff x="1853640" y="3183480"/>
            <a:chExt cx="286920" cy="28692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6920" cy="286920"/>
            <a:chOff x="3190320" y="3183480"/>
            <a:chExt cx="286920" cy="28692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6920" cy="286920"/>
            <a:chOff x="4525560" y="3183480"/>
            <a:chExt cx="286920" cy="28692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6920" cy="286920"/>
            <a:chOff x="5863680" y="3183480"/>
            <a:chExt cx="286920" cy="28692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6920" cy="286920"/>
            <a:chOff x="7198920" y="3183480"/>
            <a:chExt cx="286920" cy="28692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6920" cy="286920"/>
            <a:chOff x="8547480" y="3183480"/>
            <a:chExt cx="286920" cy="28692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6920" cy="286920"/>
            <a:chOff x="9884880" y="3183480"/>
            <a:chExt cx="286920" cy="28692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6920" cy="286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6080" cy="1346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3480" cy="1266480"/>
            <a:chOff x="8135280" y="1762920"/>
            <a:chExt cx="1113480" cy="126648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7720" cy="126648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66480"/>
                <a:gd name="textAreaBottom" fmla="*/ 1271520 h 12664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7720" cy="126648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66480"/>
                <a:gd name="textAreaBottom" fmla="*/ 1271520 h 12664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3480" cy="1266480"/>
            <a:chOff x="5445720" y="1762920"/>
            <a:chExt cx="1113480" cy="126648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7720" cy="126648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66480"/>
                <a:gd name="textAreaBottom" fmla="*/ 1271520 h 12664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7720" cy="126648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66480"/>
                <a:gd name="textAreaBottom" fmla="*/ 1271520 h 12664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7720" cy="1271160"/>
            <a:chOff x="6789240" y="3629520"/>
            <a:chExt cx="1107720" cy="127116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7720" cy="1271160"/>
            <a:chOff x="1449000" y="3629520"/>
            <a:chExt cx="1107720" cy="127116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7720" cy="1271160"/>
            <a:chOff x="4109400" y="3629520"/>
            <a:chExt cx="1107720" cy="127116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3480" cy="1266480"/>
            <a:chOff x="2772000" y="1762920"/>
            <a:chExt cx="1113480" cy="126648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7720" cy="126648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66480"/>
                <a:gd name="textAreaBottom" fmla="*/ 1271520 h 12664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7720" cy="126648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66480"/>
                <a:gd name="textAreaBottom" fmla="*/ 1271520 h 12664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7720" cy="1271160"/>
            <a:chOff x="9475200" y="3629520"/>
            <a:chExt cx="1107720" cy="127116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7720" cy="1271160"/>
            </a:xfrm>
            <a:custGeom>
              <a:avLst/>
              <a:gdLst>
                <a:gd name="textAreaLeft" fmla="*/ 0 w 1107720"/>
                <a:gd name="textAreaRight" fmla="*/ 1112760 w 1107720"/>
                <a:gd name="textAreaTop" fmla="*/ 0 h 1271160"/>
                <a:gd name="textAreaBottom" fmla="*/ 1276200 h 12711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A223ED6-0500-4D0B-BC6E-EFC3122D388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8120" cy="1558800"/>
          </a:xfrm>
          <a:custGeom>
            <a:avLst/>
            <a:gdLst>
              <a:gd name="textAreaLeft" fmla="*/ 0 w 1968120"/>
              <a:gd name="textAreaRight" fmla="*/ 1973160 w 1968120"/>
              <a:gd name="textAreaTop" fmla="*/ 0 h 1558800"/>
              <a:gd name="textAreaBottom" fmla="*/ 1563840 h 155880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81000" cy="1330200"/>
          </a:xfrm>
          <a:custGeom>
            <a:avLst/>
            <a:gdLst>
              <a:gd name="textAreaLeft" fmla="*/ 0 w 1881000"/>
              <a:gd name="textAreaRight" fmla="*/ 1886040 w 1881000"/>
              <a:gd name="textAreaTop" fmla="*/ 0 h 1330200"/>
              <a:gd name="textAreaBottom" fmla="*/ 1335240 h 133020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80840" cy="2258640"/>
          </a:xfrm>
          <a:custGeom>
            <a:avLst/>
            <a:gdLst>
              <a:gd name="textAreaLeft" fmla="*/ 0 w 1680840"/>
              <a:gd name="textAreaRight" fmla="*/ 1685880 w 1680840"/>
              <a:gd name="textAreaTop" fmla="*/ 0 h 2258640"/>
              <a:gd name="textAreaBottom" fmla="*/ 2263680 h 225864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20120" cy="2224800"/>
            <a:chOff x="5927400" y="580320"/>
            <a:chExt cx="2220120" cy="222480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20120" cy="2224800"/>
            <a:chOff x="8552520" y="3053520"/>
            <a:chExt cx="2220120" cy="222480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20120" cy="2224800"/>
            <a:chOff x="4307040" y="4130640"/>
            <a:chExt cx="2220120" cy="222480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20120" cy="2224800"/>
            <a:chOff x="970200" y="1405440"/>
            <a:chExt cx="2220120" cy="222480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119DFE5-1BE8-4613-AE10-B67832410AE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8120" cy="1558800"/>
          </a:xfrm>
          <a:custGeom>
            <a:avLst/>
            <a:gdLst>
              <a:gd name="textAreaLeft" fmla="*/ 0 w 1968120"/>
              <a:gd name="textAreaRight" fmla="*/ 1973160 w 1968120"/>
              <a:gd name="textAreaTop" fmla="*/ 0 h 1558800"/>
              <a:gd name="textAreaBottom" fmla="*/ 1563840 h 155880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81000" cy="1330200"/>
          </a:xfrm>
          <a:custGeom>
            <a:avLst/>
            <a:gdLst>
              <a:gd name="textAreaLeft" fmla="*/ 0 w 1881000"/>
              <a:gd name="textAreaRight" fmla="*/ 1886040 w 1881000"/>
              <a:gd name="textAreaTop" fmla="*/ 0 h 1330200"/>
              <a:gd name="textAreaBottom" fmla="*/ 1335240 h 133020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80840" cy="2258640"/>
          </a:xfrm>
          <a:custGeom>
            <a:avLst/>
            <a:gdLst>
              <a:gd name="textAreaLeft" fmla="*/ 0 w 1680840"/>
              <a:gd name="textAreaRight" fmla="*/ 1685880 w 1680840"/>
              <a:gd name="textAreaTop" fmla="*/ 0 h 2258640"/>
              <a:gd name="textAreaBottom" fmla="*/ 2263680 h 225864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20120" cy="2224800"/>
            <a:chOff x="5955120" y="495360"/>
            <a:chExt cx="2220120" cy="222480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20120" cy="2224800"/>
            <a:chOff x="8549280" y="3029760"/>
            <a:chExt cx="2220120" cy="222480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20120" cy="2224800"/>
            <a:chOff x="4201200" y="4067280"/>
            <a:chExt cx="2220120" cy="222480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4600" cy="19983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4600" cy="19983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4600" cy="19983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2400" y="-122328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20120" cy="2224800"/>
            <a:chOff x="970200" y="1238040"/>
            <a:chExt cx="2220120" cy="222480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20120" cy="2224800"/>
            </a:xfrm>
            <a:custGeom>
              <a:avLst/>
              <a:gdLst>
                <a:gd name="textAreaLeft" fmla="*/ 0 w 2220120"/>
                <a:gd name="textAreaRight" fmla="*/ 2225160 w 2220120"/>
                <a:gd name="textAreaTop" fmla="*/ 0 h 2224800"/>
                <a:gd name="textAreaBottom" fmla="*/ 2229840 h 222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4600" cy="19983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6931E43-9293-4C70-9270-5583BFBAD9E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5200" cy="1645920"/>
            <a:chOff x="5057280" y="834120"/>
            <a:chExt cx="1735200" cy="164592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8360" cy="1645920"/>
            </a:xfrm>
            <a:custGeom>
              <a:avLst/>
              <a:gdLst>
                <a:gd name="textAreaLeft" fmla="*/ 0 w 1728360"/>
                <a:gd name="textAreaRight" fmla="*/ 1733400 w 1728360"/>
                <a:gd name="textAreaTop" fmla="*/ 0 h 1645920"/>
                <a:gd name="textAreaBottom" fmla="*/ 1650960 h 16459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8360" cy="1645920"/>
            </a:xfrm>
            <a:custGeom>
              <a:avLst/>
              <a:gdLst>
                <a:gd name="textAreaLeft" fmla="*/ 0 w 1728360"/>
                <a:gd name="textAreaRight" fmla="*/ 1733400 w 1728360"/>
                <a:gd name="textAreaTop" fmla="*/ 0 h 1645920"/>
                <a:gd name="textAreaBottom" fmla="*/ 1650960 h 16459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30880" cy="1641240"/>
            <a:chOff x="6671520" y="2019960"/>
            <a:chExt cx="1730880" cy="164124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3680" cy="1641240"/>
            </a:xfrm>
            <a:custGeom>
              <a:avLst/>
              <a:gdLst>
                <a:gd name="textAreaLeft" fmla="*/ 0 w 1723680"/>
                <a:gd name="textAreaRight" fmla="*/ 1728720 w 1723680"/>
                <a:gd name="textAreaTop" fmla="*/ 0 h 1641240"/>
                <a:gd name="textAreaBottom" fmla="*/ 1646280 h 164124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3680" cy="1641240"/>
            </a:xfrm>
            <a:custGeom>
              <a:avLst/>
              <a:gdLst>
                <a:gd name="textAreaLeft" fmla="*/ 0 w 1723680"/>
                <a:gd name="textAreaRight" fmla="*/ 1728720 w 1723680"/>
                <a:gd name="textAreaTop" fmla="*/ 0 h 1641240"/>
                <a:gd name="textAreaBottom" fmla="*/ 1646280 h 164124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3760" cy="1641240"/>
            <a:chOff x="3398400" y="2019960"/>
            <a:chExt cx="1733760" cy="164124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6920" cy="1641240"/>
            </a:xfrm>
            <a:custGeom>
              <a:avLst/>
              <a:gdLst>
                <a:gd name="textAreaLeft" fmla="*/ 0 w 1726920"/>
                <a:gd name="textAreaRight" fmla="*/ 1731960 w 1726920"/>
                <a:gd name="textAreaTop" fmla="*/ 0 h 1641240"/>
                <a:gd name="textAreaBottom" fmla="*/ 1646280 h 164124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6920" cy="1641240"/>
            </a:xfrm>
            <a:custGeom>
              <a:avLst/>
              <a:gdLst>
                <a:gd name="textAreaLeft" fmla="*/ 0 w 1726920"/>
                <a:gd name="textAreaRight" fmla="*/ 1731960 w 1726920"/>
                <a:gd name="textAreaTop" fmla="*/ 0 h 1641240"/>
                <a:gd name="textAreaBottom" fmla="*/ 1646280 h 164124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3760" cy="1644480"/>
            <a:chOff x="4038120" y="3927960"/>
            <a:chExt cx="1733760" cy="164448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6920" cy="1644480"/>
            </a:xfrm>
            <a:custGeom>
              <a:avLst/>
              <a:gdLst>
                <a:gd name="textAreaLeft" fmla="*/ 0 w 1726920"/>
                <a:gd name="textAreaRight" fmla="*/ 1731960 w 1726920"/>
                <a:gd name="textAreaTop" fmla="*/ 0 h 1644480"/>
                <a:gd name="textAreaBottom" fmla="*/ 1649520 h 16444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6920" cy="1644480"/>
            </a:xfrm>
            <a:custGeom>
              <a:avLst/>
              <a:gdLst>
                <a:gd name="textAreaLeft" fmla="*/ 0 w 1726920"/>
                <a:gd name="textAreaRight" fmla="*/ 1731960 w 1726920"/>
                <a:gd name="textAreaTop" fmla="*/ 0 h 1644480"/>
                <a:gd name="textAreaBottom" fmla="*/ 1649520 h 16444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4120" cy="1644480"/>
            <a:chOff x="6055560" y="3927960"/>
            <a:chExt cx="1734120" cy="164448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6920" cy="1644480"/>
            </a:xfrm>
            <a:custGeom>
              <a:avLst/>
              <a:gdLst>
                <a:gd name="textAreaLeft" fmla="*/ 0 w 1726920"/>
                <a:gd name="textAreaRight" fmla="*/ 1731960 w 1726920"/>
                <a:gd name="textAreaTop" fmla="*/ 0 h 1644480"/>
                <a:gd name="textAreaBottom" fmla="*/ 1649520 h 16444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6920" cy="1644480"/>
            </a:xfrm>
            <a:custGeom>
              <a:avLst/>
              <a:gdLst>
                <a:gd name="textAreaLeft" fmla="*/ 0 w 1726920"/>
                <a:gd name="textAreaRight" fmla="*/ 1731960 w 1726920"/>
                <a:gd name="textAreaTop" fmla="*/ 0 h 1644480"/>
                <a:gd name="textAreaBottom" fmla="*/ 1649520 h 16444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4000" cy="99684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A5E0B3A-8986-4A54-8B82-6CEA95811B3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9000" y="-131760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8280" cy="1900080"/>
          </a:xfrm>
          <a:custGeom>
            <a:avLst/>
            <a:gdLst>
              <a:gd name="textAreaLeft" fmla="*/ 0 w 1898280"/>
              <a:gd name="textAreaRight" fmla="*/ 1903320 w 1898280"/>
              <a:gd name="textAreaTop" fmla="*/ 0 h 1900080"/>
              <a:gd name="textAreaBottom" fmla="*/ 1905120 h 19000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5120" cy="1900080"/>
            <a:chOff x="6915960" y="1239120"/>
            <a:chExt cx="1905120" cy="190008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5840" cy="1900800"/>
            <a:chOff x="9161280" y="3479760"/>
            <a:chExt cx="1905840" cy="190080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8280" cy="1900080"/>
          </a:xfrm>
          <a:custGeom>
            <a:avLst/>
            <a:gdLst>
              <a:gd name="textAreaLeft" fmla="*/ 0 w 1898280"/>
              <a:gd name="textAreaRight" fmla="*/ 1903320 w 1898280"/>
              <a:gd name="textAreaTop" fmla="*/ 0 h 1900080"/>
              <a:gd name="textAreaBottom" fmla="*/ 1905120 h 19000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9720" cy="4423320"/>
          </a:xfrm>
          <a:custGeom>
            <a:avLst/>
            <a:gdLst>
              <a:gd name="textAreaLeft" fmla="*/ 0 w 4419720"/>
              <a:gd name="textAreaRight" fmla="*/ 4424760 w 4419720"/>
              <a:gd name="textAreaTop" fmla="*/ 0 h 4423320"/>
              <a:gd name="textAreaBottom" fmla="*/ 4428360 h 44233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9360" cy="442404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B2A6848-0A01-4105-AA40-F819F43AB7B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8160" y="-156600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8280" cy="1900080"/>
          </a:xfrm>
          <a:custGeom>
            <a:avLst/>
            <a:gdLst>
              <a:gd name="textAreaLeft" fmla="*/ 0 w 1898280"/>
              <a:gd name="textAreaRight" fmla="*/ 1903320 w 1898280"/>
              <a:gd name="textAreaTop" fmla="*/ 0 h 1900080"/>
              <a:gd name="textAreaBottom" fmla="*/ 1905120 h 19000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5120" cy="1900080"/>
            <a:chOff x="6915960" y="1239120"/>
            <a:chExt cx="1905120" cy="190008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5840" cy="1900800"/>
            <a:chOff x="9161280" y="3479760"/>
            <a:chExt cx="1905840" cy="190080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8280" cy="1900080"/>
            </a:xfrm>
            <a:custGeom>
              <a:avLst/>
              <a:gdLst>
                <a:gd name="textAreaLeft" fmla="*/ 0 w 1898280"/>
                <a:gd name="textAreaRight" fmla="*/ 1903320 w 1898280"/>
                <a:gd name="textAreaTop" fmla="*/ 0 h 1900080"/>
                <a:gd name="textAreaBottom" fmla="*/ 1905120 h 19000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8280" cy="1900080"/>
          </a:xfrm>
          <a:custGeom>
            <a:avLst/>
            <a:gdLst>
              <a:gd name="textAreaLeft" fmla="*/ 0 w 1898280"/>
              <a:gd name="textAreaRight" fmla="*/ 1903320 w 1898280"/>
              <a:gd name="textAreaTop" fmla="*/ 0 h 1900080"/>
              <a:gd name="textAreaBottom" fmla="*/ 1905120 h 19000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9720" cy="4423320"/>
          </a:xfrm>
          <a:custGeom>
            <a:avLst/>
            <a:gdLst>
              <a:gd name="textAreaLeft" fmla="*/ 0 w 4419720"/>
              <a:gd name="textAreaRight" fmla="*/ 4424760 w 4419720"/>
              <a:gd name="textAreaTop" fmla="*/ 0 h 4423320"/>
              <a:gd name="textAreaBottom" fmla="*/ 4428360 h 44233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9360" cy="442404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95AF06E-2DDF-43FC-BA22-ABDDD3D5622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6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9560" cy="1517400"/>
          </a:xfrm>
          <a:custGeom>
            <a:avLst/>
            <a:gdLst>
              <a:gd name="textAreaLeft" fmla="*/ 0 w 6469560"/>
              <a:gd name="textAreaRight" fmla="*/ 6474600 w 6469560"/>
              <a:gd name="textAreaTop" fmla="*/ 0 h 1517400"/>
              <a:gd name="textAreaBottom" fmla="*/ 1522440 h 15174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5040" cy="2610000"/>
          </a:xfrm>
          <a:custGeom>
            <a:avLst/>
            <a:gdLst>
              <a:gd name="textAreaLeft" fmla="*/ 0 w 2435040"/>
              <a:gd name="textAreaRight" fmla="*/ 2440080 w 2435040"/>
              <a:gd name="textAreaTop" fmla="*/ 0 h 2610000"/>
              <a:gd name="textAreaBottom" fmla="*/ 2615040 h 26100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1720" cy="981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4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2880" cy="196200"/>
            <a:chOff x="1717560" y="6498720"/>
            <a:chExt cx="902880" cy="19620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5800" cy="185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7000" cy="1854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0920" cy="25488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60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8600" cy="4906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E5DF0D7-F999-460F-A3BF-878B4958C6D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23480" y="-90792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C1088D5-E7D4-4B3F-B365-D59ACDA1EC9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31520" cy="1427040"/>
          </a:xfrm>
          <a:custGeom>
            <a:avLst/>
            <a:gdLst>
              <a:gd name="textAreaLeft" fmla="*/ 0 w 1631520"/>
              <a:gd name="textAreaRight" fmla="*/ 1636560 w 1631520"/>
              <a:gd name="textAreaTop" fmla="*/ 0 h 1427040"/>
              <a:gd name="textAreaBottom" fmla="*/ 1432080 h 142704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31520" cy="1427040"/>
          </a:xfrm>
          <a:custGeom>
            <a:avLst/>
            <a:gdLst>
              <a:gd name="textAreaLeft" fmla="*/ 0 w 1631520"/>
              <a:gd name="textAreaRight" fmla="*/ 1636560 w 1631520"/>
              <a:gd name="textAreaTop" fmla="*/ 0 h 1427040"/>
              <a:gd name="textAreaBottom" fmla="*/ 1432080 h 142704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31520" cy="1427040"/>
          </a:xfrm>
          <a:custGeom>
            <a:avLst/>
            <a:gdLst>
              <a:gd name="textAreaLeft" fmla="*/ 0 w 1631520"/>
              <a:gd name="textAreaRight" fmla="*/ 1636560 w 1631520"/>
              <a:gd name="textAreaTop" fmla="*/ 0 h 1427040"/>
              <a:gd name="textAreaBottom" fmla="*/ 1432080 h 142704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31520" cy="1427040"/>
          </a:xfrm>
          <a:custGeom>
            <a:avLst/>
            <a:gdLst>
              <a:gd name="textAreaLeft" fmla="*/ 0 w 1631520"/>
              <a:gd name="textAreaRight" fmla="*/ 1636560 w 1631520"/>
              <a:gd name="textAreaTop" fmla="*/ 0 h 1427040"/>
              <a:gd name="textAreaBottom" fmla="*/ 1432080 h 142704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31520" cy="1427040"/>
          </a:xfrm>
          <a:custGeom>
            <a:avLst/>
            <a:gdLst>
              <a:gd name="textAreaLeft" fmla="*/ 0 w 1631520"/>
              <a:gd name="textAreaRight" fmla="*/ 1636560 w 1631520"/>
              <a:gd name="textAreaTop" fmla="*/ 0 h 1427040"/>
              <a:gd name="textAreaBottom" fmla="*/ 1432080 h 142704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16360" cy="216360"/>
            <a:chOff x="1544400" y="2684880"/>
            <a:chExt cx="216360" cy="21636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16360" cy="2163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102240" cy="1008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16360" cy="216360"/>
            <a:chOff x="3807720" y="3997800"/>
            <a:chExt cx="216360" cy="21636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16360" cy="2163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102240" cy="1008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16360" cy="216360"/>
            <a:chOff x="6057360" y="2685960"/>
            <a:chExt cx="216360" cy="21636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16360" cy="2163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102240" cy="1008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16360" cy="216360"/>
            <a:chOff x="8325360" y="3995280"/>
            <a:chExt cx="216360" cy="21636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16360" cy="2163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102240" cy="1008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16360" cy="216360"/>
            <a:chOff x="10582560" y="2683080"/>
            <a:chExt cx="216360" cy="21636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16360" cy="2163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102240" cy="1008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31320" cy="931320"/>
            <a:chOff x="10225080" y="2946600"/>
            <a:chExt cx="931320" cy="93132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31320" cy="931320"/>
            <a:chOff x="1195560" y="2946600"/>
            <a:chExt cx="931320" cy="93132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31320" cy="931320"/>
            <a:chOff x="3443400" y="2946600"/>
            <a:chExt cx="931320" cy="93132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31320" cy="931320"/>
            <a:chOff x="5710320" y="2946600"/>
            <a:chExt cx="931320" cy="93132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31320" cy="931320"/>
            <a:chOff x="7970400" y="2946600"/>
            <a:chExt cx="931320" cy="93132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31320" cy="9313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E6469BA-2DEC-4B36-918A-652DBB93FF4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23720" cy="1325160"/>
            <a:chOff x="8416800" y="2606400"/>
            <a:chExt cx="1323720" cy="132516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23720" cy="1325160"/>
            </a:xfrm>
            <a:custGeom>
              <a:avLst/>
              <a:gdLst>
                <a:gd name="textAreaLeft" fmla="*/ 0 w 1323720"/>
                <a:gd name="textAreaRight" fmla="*/ 1328760 w 1323720"/>
                <a:gd name="textAreaTop" fmla="*/ 0 h 1325160"/>
                <a:gd name="textAreaBottom" fmla="*/ 1330200 h 13251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23720" cy="1325160"/>
            </a:xfrm>
            <a:custGeom>
              <a:avLst/>
              <a:gdLst>
                <a:gd name="textAreaLeft" fmla="*/ 0 w 1323720"/>
                <a:gd name="textAreaRight" fmla="*/ 1328760 w 1323720"/>
                <a:gd name="textAreaTop" fmla="*/ 0 h 1325160"/>
                <a:gd name="textAreaBottom" fmla="*/ 1330200 h 13251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36320" cy="1337760"/>
            <a:chOff x="6778800" y="986040"/>
            <a:chExt cx="1336320" cy="133776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36320" cy="1337760"/>
            <a:chOff x="8404200" y="986040"/>
            <a:chExt cx="1336320" cy="133776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36320" cy="1337760"/>
            <a:chOff x="10012320" y="986040"/>
            <a:chExt cx="1336320" cy="133776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36320" cy="1337760"/>
            <a:chOff x="6778800" y="4192920"/>
            <a:chExt cx="1336320" cy="133776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36320" cy="1337760"/>
            <a:chOff x="8404200" y="4192920"/>
            <a:chExt cx="1336320" cy="133776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36320" cy="1337760"/>
            <a:chOff x="10012320" y="4192920"/>
            <a:chExt cx="1336320" cy="133776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36320" cy="1337760"/>
            <a:chOff x="6778800" y="2602440"/>
            <a:chExt cx="1336320" cy="133776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36320" cy="1337760"/>
            <a:chOff x="10012320" y="2602440"/>
            <a:chExt cx="1336320" cy="133776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36320" cy="1337760"/>
            </a:xfrm>
            <a:custGeom>
              <a:avLst/>
              <a:gdLst>
                <a:gd name="textAreaLeft" fmla="*/ 0 w 1336320"/>
                <a:gd name="textAreaRight" fmla="*/ 1341360 w 1336320"/>
                <a:gd name="textAreaTop" fmla="*/ 0 h 1337760"/>
                <a:gd name="textAreaBottom" fmla="*/ 1342800 h 1337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4000" cy="99684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CBB0A30-F3B9-4AD3-BBE1-5E927C4CA67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6760" y="4885200"/>
            <a:ext cx="7443000" cy="2424960"/>
          </a:xfrm>
          <a:custGeom>
            <a:avLst/>
            <a:gdLst>
              <a:gd name="textAreaLeft" fmla="*/ 0 w 7443000"/>
              <a:gd name="textAreaRight" fmla="*/ 7448040 w 7443000"/>
              <a:gd name="textAreaTop" fmla="*/ 0 h 2424960"/>
              <a:gd name="textAreaBottom" fmla="*/ 2430000 h 242496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5680" y="928440"/>
            <a:ext cx="6389640" cy="2345760"/>
          </a:xfrm>
          <a:custGeom>
            <a:avLst/>
            <a:gdLst>
              <a:gd name="textAreaLeft" fmla="*/ 0 w 6389640"/>
              <a:gd name="textAreaRight" fmla="*/ 6394680 w 6389640"/>
              <a:gd name="textAreaTop" fmla="*/ 0 h 2345760"/>
              <a:gd name="textAreaBottom" fmla="*/ 2350800 h 234576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4760" cy="734112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01DB3AA-B804-4DFE-8246-D56E8CA1B24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65000" y="-120816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54640" cy="1211040"/>
          </a:xfrm>
          <a:custGeom>
            <a:avLst/>
            <a:gdLst>
              <a:gd name="textAreaLeft" fmla="*/ 0 w 8054640"/>
              <a:gd name="textAreaRight" fmla="*/ 8059680 w 8054640"/>
              <a:gd name="textAreaTop" fmla="*/ 0 h 1211040"/>
              <a:gd name="textAreaBottom" fmla="*/ 1216080 h 121104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75320" cy="1795320"/>
          </a:xfrm>
          <a:custGeom>
            <a:avLst/>
            <a:gdLst>
              <a:gd name="textAreaLeft" fmla="*/ 0 w 8275320"/>
              <a:gd name="textAreaRight" fmla="*/ 8280360 w 8275320"/>
              <a:gd name="textAreaTop" fmla="*/ 0 h 1795320"/>
              <a:gd name="textAreaBottom" fmla="*/ 1800360 h 179532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26000" cy="1531800"/>
          </a:xfrm>
          <a:custGeom>
            <a:avLst/>
            <a:gdLst>
              <a:gd name="textAreaLeft" fmla="*/ 0 w 8226000"/>
              <a:gd name="textAreaRight" fmla="*/ 8231040 w 8226000"/>
              <a:gd name="textAreaTop" fmla="*/ 0 h 1531800"/>
              <a:gd name="textAreaBottom" fmla="*/ 1536840 h 153180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300600" cy="300600"/>
            <a:chOff x="3841200" y="4700880"/>
            <a:chExt cx="300600" cy="30060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300600" cy="300600"/>
            <a:chOff x="5922360" y="4700880"/>
            <a:chExt cx="300600" cy="30060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300600" cy="300600"/>
            <a:chOff x="7984080" y="4700880"/>
            <a:chExt cx="300600" cy="30060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300600" cy="300600"/>
            <a:chOff x="10055520" y="3793320"/>
            <a:chExt cx="300600" cy="30060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300600" cy="300600"/>
            <a:chOff x="3847680" y="2889360"/>
            <a:chExt cx="300600" cy="30060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300600" cy="300600"/>
            <a:chOff x="5912640" y="2895480"/>
            <a:chExt cx="300600" cy="30060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300600" cy="300600"/>
            <a:chOff x="7974360" y="2895480"/>
            <a:chExt cx="300600" cy="30060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300600" cy="300600"/>
            <a:chOff x="3847680" y="1094760"/>
            <a:chExt cx="300600" cy="30060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300600" cy="300600"/>
            <a:chOff x="5912640" y="1101240"/>
            <a:chExt cx="300600" cy="30060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300600" cy="300600"/>
            <a:chOff x="7974360" y="1101240"/>
            <a:chExt cx="300600" cy="30060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300600" cy="300600"/>
            <a:chOff x="1781280" y="1999080"/>
            <a:chExt cx="300600" cy="30060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300600" cy="300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42920" cy="1411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D460F93-94A1-4D57-BA88-C3B026CE2B6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703600" cy="2706120"/>
            <a:chOff x="278280" y="1993320"/>
            <a:chExt cx="2703600" cy="270612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703600" cy="2706120"/>
            <a:chOff x="3215520" y="1993320"/>
            <a:chExt cx="2703600" cy="270612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703600" cy="2706120"/>
            <a:chOff x="6266880" y="1993320"/>
            <a:chExt cx="2703600" cy="270612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703600" cy="2706120"/>
            <a:chOff x="9318240" y="1993320"/>
            <a:chExt cx="2703600" cy="270612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703600" cy="2706120"/>
            </a:xfrm>
            <a:custGeom>
              <a:avLst/>
              <a:gdLst>
                <a:gd name="textAreaLeft" fmla="*/ 0 w 2703600"/>
                <a:gd name="textAreaRight" fmla="*/ 2708640 w 2703600"/>
                <a:gd name="textAreaTop" fmla="*/ 0 h 2706120"/>
                <a:gd name="textAreaBottom" fmla="*/ 2711160 h 2706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9AB87A4-E167-4FD5-BDE4-E0F5D654F0A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80520" y="-152604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29880" cy="3596400"/>
            <a:chOff x="228600" y="1959840"/>
            <a:chExt cx="11729880" cy="359640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83840" cy="3596400"/>
              <a:chOff x="228600" y="1959840"/>
              <a:chExt cx="2283840" cy="359640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83840" cy="3596400"/>
                <a:chOff x="228600" y="1959840"/>
                <a:chExt cx="2283840" cy="359640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83840" cy="3596400"/>
                </a:xfrm>
                <a:custGeom>
                  <a:avLst/>
                  <a:gdLst>
                    <a:gd name="textAreaLeft" fmla="*/ 0 w 2283840"/>
                    <a:gd name="textAreaRight" fmla="*/ 2288880 w 228384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83840" cy="3596400"/>
                </a:xfrm>
                <a:custGeom>
                  <a:avLst/>
                  <a:gdLst>
                    <a:gd name="textAreaLeft" fmla="*/ 0 w 2283840"/>
                    <a:gd name="textAreaRight" fmla="*/ 2288880 w 228384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38200" cy="14382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87800" cy="3596400"/>
              <a:chOff x="3373200" y="1959840"/>
              <a:chExt cx="2287800" cy="359640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87800" cy="3596400"/>
                <a:chOff x="3373200" y="1959840"/>
                <a:chExt cx="2287800" cy="359640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87800" cy="3596400"/>
                </a:xfrm>
                <a:custGeom>
                  <a:avLst/>
                  <a:gdLst>
                    <a:gd name="textAreaLeft" fmla="*/ 0 w 2287800"/>
                    <a:gd name="textAreaRight" fmla="*/ 2292840 w 228780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87800" cy="3596400"/>
                </a:xfrm>
                <a:custGeom>
                  <a:avLst/>
                  <a:gdLst>
                    <a:gd name="textAreaLeft" fmla="*/ 0 w 2287800"/>
                    <a:gd name="textAreaRight" fmla="*/ 2292840 w 228780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38200" cy="14382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86000" cy="3596400"/>
              <a:chOff x="6523920" y="1959840"/>
              <a:chExt cx="2286000" cy="359640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86000" cy="3596400"/>
                <a:chOff x="6523920" y="1959840"/>
                <a:chExt cx="2286000" cy="359640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86000" cy="3596400"/>
                </a:xfrm>
                <a:custGeom>
                  <a:avLst/>
                  <a:gdLst>
                    <a:gd name="textAreaLeft" fmla="*/ 0 w 2286000"/>
                    <a:gd name="textAreaRight" fmla="*/ 2291040 w 228600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86000" cy="3596400"/>
                </a:xfrm>
                <a:custGeom>
                  <a:avLst/>
                  <a:gdLst>
                    <a:gd name="textAreaLeft" fmla="*/ 0 w 2286000"/>
                    <a:gd name="textAreaRight" fmla="*/ 2291040 w 228600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38200" cy="14382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86000" cy="3596400"/>
              <a:chOff x="9672480" y="1959840"/>
              <a:chExt cx="2286000" cy="359640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86000" cy="3596400"/>
                <a:chOff x="9672480" y="1959840"/>
                <a:chExt cx="2286000" cy="359640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86000" cy="3596400"/>
                </a:xfrm>
                <a:custGeom>
                  <a:avLst/>
                  <a:gdLst>
                    <a:gd name="textAreaLeft" fmla="*/ 0 w 2286000"/>
                    <a:gd name="textAreaRight" fmla="*/ 2291040 w 228600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86000" cy="3596400"/>
                </a:xfrm>
                <a:custGeom>
                  <a:avLst/>
                  <a:gdLst>
                    <a:gd name="textAreaLeft" fmla="*/ 0 w 2286000"/>
                    <a:gd name="textAreaRight" fmla="*/ 2291040 w 2286000"/>
                    <a:gd name="textAreaTop" fmla="*/ 0 h 3596400"/>
                    <a:gd name="textAreaBottom" fmla="*/ 3601440 h 35964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38200" cy="14382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26D73D0-486E-48DF-801E-991F096F96F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93320" cy="4029840"/>
            <a:chOff x="811800" y="1545120"/>
            <a:chExt cx="2893320" cy="402984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93320" cy="4029840"/>
            </a:xfrm>
            <a:custGeom>
              <a:avLst/>
              <a:gdLst>
                <a:gd name="textAreaLeft" fmla="*/ 0 w 2893320"/>
                <a:gd name="textAreaRight" fmla="*/ 2898360 w 2893320"/>
                <a:gd name="textAreaTop" fmla="*/ 0 h 4029840"/>
                <a:gd name="textAreaBottom" fmla="*/ 4034880 h 40298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93320" cy="4029840"/>
            </a:xfrm>
            <a:custGeom>
              <a:avLst/>
              <a:gdLst>
                <a:gd name="textAreaLeft" fmla="*/ 0 w 2893320"/>
                <a:gd name="textAreaRight" fmla="*/ 2898360 w 2893320"/>
                <a:gd name="textAreaTop" fmla="*/ 0 h 4029840"/>
                <a:gd name="textAreaBottom" fmla="*/ 4034880 h 40298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93320" cy="402984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93320" cy="4029840"/>
            <a:chOff x="4573440" y="1545120"/>
            <a:chExt cx="2893320" cy="402984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93320" cy="4029840"/>
            </a:xfrm>
            <a:custGeom>
              <a:avLst/>
              <a:gdLst>
                <a:gd name="textAreaLeft" fmla="*/ 0 w 2893320"/>
                <a:gd name="textAreaRight" fmla="*/ 2898360 w 2893320"/>
                <a:gd name="textAreaTop" fmla="*/ 0 h 4029840"/>
                <a:gd name="textAreaBottom" fmla="*/ 4034880 h 40298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93320" cy="4029840"/>
            </a:xfrm>
            <a:custGeom>
              <a:avLst/>
              <a:gdLst>
                <a:gd name="textAreaLeft" fmla="*/ 0 w 2893320"/>
                <a:gd name="textAreaRight" fmla="*/ 2898360 w 2893320"/>
                <a:gd name="textAreaTop" fmla="*/ 0 h 4029840"/>
                <a:gd name="textAreaBottom" fmla="*/ 4034880 h 40298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93320" cy="402984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93320" cy="4029840"/>
            <a:chOff x="8362080" y="1545120"/>
            <a:chExt cx="2893320" cy="402984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93320" cy="4029840"/>
            </a:xfrm>
            <a:custGeom>
              <a:avLst/>
              <a:gdLst>
                <a:gd name="textAreaLeft" fmla="*/ 0 w 2893320"/>
                <a:gd name="textAreaRight" fmla="*/ 2898360 w 2893320"/>
                <a:gd name="textAreaTop" fmla="*/ 0 h 4029840"/>
                <a:gd name="textAreaBottom" fmla="*/ 4034880 h 40298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93320" cy="4029840"/>
            </a:xfrm>
            <a:custGeom>
              <a:avLst/>
              <a:gdLst>
                <a:gd name="textAreaLeft" fmla="*/ 0 w 2893320"/>
                <a:gd name="textAreaRight" fmla="*/ 2898360 w 2893320"/>
                <a:gd name="textAreaTop" fmla="*/ 0 h 4029840"/>
                <a:gd name="textAreaBottom" fmla="*/ 4034880 h 40298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93320" cy="402984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4D90428-664D-4C83-B3F3-4AE86B0F6CA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47400" cy="352800"/>
            <a:chOff x="10181520" y="3993840"/>
            <a:chExt cx="347400" cy="35280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60200" cy="1602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47400" cy="3528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47400" cy="352800"/>
            <a:chOff x="7273080" y="3992760"/>
            <a:chExt cx="347400" cy="35280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65600" cy="1602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47400" cy="3528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52800" cy="352800"/>
            <a:chOff x="4402440" y="3992760"/>
            <a:chExt cx="352800" cy="35280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60200" cy="1602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52800" cy="3528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52800" cy="352800"/>
            <a:chOff x="1364760" y="3992760"/>
            <a:chExt cx="352800" cy="35280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62000" cy="1602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52800" cy="3528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65880" cy="850680"/>
          </a:xfrm>
          <a:custGeom>
            <a:avLst/>
            <a:gdLst>
              <a:gd name="textAreaLeft" fmla="*/ 0 w 65880"/>
              <a:gd name="textAreaRight" fmla="*/ 70920 w 65880"/>
              <a:gd name="textAreaTop" fmla="*/ 0 h 850680"/>
              <a:gd name="textAreaBottom" fmla="*/ 855720 h 8506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65880" cy="850680"/>
          </a:xfrm>
          <a:custGeom>
            <a:avLst/>
            <a:gdLst>
              <a:gd name="textAreaLeft" fmla="*/ 0 w 65880"/>
              <a:gd name="textAreaRight" fmla="*/ 70920 w 65880"/>
              <a:gd name="textAreaTop" fmla="*/ 0 h 850680"/>
              <a:gd name="textAreaBottom" fmla="*/ 855720 h 8506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64080" cy="850680"/>
          </a:xfrm>
          <a:custGeom>
            <a:avLst/>
            <a:gdLst>
              <a:gd name="textAreaLeft" fmla="*/ 0 w 64080"/>
              <a:gd name="textAreaRight" fmla="*/ 69120 w 64080"/>
              <a:gd name="textAreaTop" fmla="*/ 0 h 850680"/>
              <a:gd name="textAreaBottom" fmla="*/ 855720 h 8506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64080" cy="850680"/>
          </a:xfrm>
          <a:custGeom>
            <a:avLst/>
            <a:gdLst>
              <a:gd name="textAreaLeft" fmla="*/ 0 w 64080"/>
              <a:gd name="textAreaRight" fmla="*/ 69120 w 64080"/>
              <a:gd name="textAreaTop" fmla="*/ 0 h 850680"/>
              <a:gd name="textAreaBottom" fmla="*/ 855720 h 8506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71520" cy="2173320"/>
            <a:chOff x="524520" y="986040"/>
            <a:chExt cx="2171520" cy="217332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71520" cy="2173320"/>
            <a:chOff x="3493080" y="979920"/>
            <a:chExt cx="2171520" cy="217332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71520" cy="2173320"/>
            <a:chOff x="6459120" y="979920"/>
            <a:chExt cx="2171520" cy="217332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71520" cy="2173320"/>
            <a:chOff x="9425160" y="979920"/>
            <a:chExt cx="2171520" cy="217332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71520" cy="2173320"/>
            </a:xfrm>
            <a:custGeom>
              <a:avLst/>
              <a:gdLst>
                <a:gd name="textAreaLeft" fmla="*/ 0 w 2171520"/>
                <a:gd name="textAreaRight" fmla="*/ 2176560 w 2171520"/>
                <a:gd name="textAreaTop" fmla="*/ 0 h 2173320"/>
                <a:gd name="textAreaBottom" fmla="*/ 2178360 h 2173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1450092-3615-4F0E-99FD-5E784247B2B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7520" y="-153396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79200" cy="93240"/>
          </a:xfrm>
          <a:custGeom>
            <a:avLst/>
            <a:gdLst>
              <a:gd name="textAreaLeft" fmla="*/ 0 w 979200"/>
              <a:gd name="textAreaRight" fmla="*/ 984240 w 979200"/>
              <a:gd name="textAreaTop" fmla="*/ 0 h 93240"/>
              <a:gd name="textAreaBottom" fmla="*/ 98280 h 9324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64600" cy="1074600"/>
            <a:chOff x="1744560" y="2349360"/>
            <a:chExt cx="1164600" cy="107460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83960" cy="982440"/>
            </a:xfrm>
            <a:custGeom>
              <a:avLst/>
              <a:gdLst>
                <a:gd name="textAreaLeft" fmla="*/ 0 w 1083960"/>
                <a:gd name="textAreaRight" fmla="*/ 1089000 w 108396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65600" cy="165600"/>
              <a:chOff x="2743560" y="2349360"/>
              <a:chExt cx="165600" cy="16560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69280" cy="1074600"/>
            <a:chOff x="3921120" y="2349360"/>
            <a:chExt cx="1169280" cy="107460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83960" cy="982440"/>
            </a:xfrm>
            <a:custGeom>
              <a:avLst/>
              <a:gdLst>
                <a:gd name="textAreaLeft" fmla="*/ 0 w 1083960"/>
                <a:gd name="textAreaRight" fmla="*/ 1089000 w 108396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65600" cy="165600"/>
              <a:chOff x="4924800" y="2349360"/>
              <a:chExt cx="165600" cy="16560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60640" cy="1074600"/>
            <a:chOff x="6097680" y="2349360"/>
            <a:chExt cx="1160640" cy="107460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83960" cy="982440"/>
            </a:xfrm>
            <a:custGeom>
              <a:avLst/>
              <a:gdLst>
                <a:gd name="textAreaLeft" fmla="*/ 0 w 1083960"/>
                <a:gd name="textAreaRight" fmla="*/ 1089000 w 108396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65600" cy="165600"/>
              <a:chOff x="7092720" y="2349360"/>
              <a:chExt cx="165600" cy="16560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58480" cy="1074600"/>
            <a:chOff x="8273880" y="2349360"/>
            <a:chExt cx="1158480" cy="107460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83960" cy="982440"/>
            </a:xfrm>
            <a:custGeom>
              <a:avLst/>
              <a:gdLst>
                <a:gd name="textAreaLeft" fmla="*/ 0 w 1083960"/>
                <a:gd name="textAreaRight" fmla="*/ 1089000 w 108396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65600" cy="165600"/>
              <a:chOff x="9266760" y="2349360"/>
              <a:chExt cx="165600" cy="16560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63440" cy="1064880"/>
            <a:chOff x="758880" y="3429000"/>
            <a:chExt cx="1063440" cy="106488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80640" cy="985680"/>
            </a:xfrm>
            <a:custGeom>
              <a:avLst/>
              <a:gdLst>
                <a:gd name="textAreaLeft" fmla="*/ 0 w 980640"/>
                <a:gd name="textAreaRight" fmla="*/ 985680 w 980640"/>
                <a:gd name="textAreaTop" fmla="*/ 0 h 985680"/>
                <a:gd name="textAreaBottom" fmla="*/ 990720 h 98568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65600" cy="165600"/>
              <a:chOff x="1656720" y="4328280"/>
              <a:chExt cx="165600" cy="16560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70000" cy="1061640"/>
            <a:chOff x="2833560" y="3432240"/>
            <a:chExt cx="1170000" cy="106164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82520" cy="982440"/>
            </a:xfrm>
            <a:custGeom>
              <a:avLst/>
              <a:gdLst>
                <a:gd name="textAreaLeft" fmla="*/ 0 w 1082520"/>
                <a:gd name="textAreaRight" fmla="*/ 1087560 w 108252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65600" cy="165600"/>
              <a:chOff x="3837960" y="4328280"/>
              <a:chExt cx="165600" cy="16560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61000" cy="1061640"/>
            <a:chOff x="5010120" y="3432240"/>
            <a:chExt cx="1161000" cy="106164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82520" cy="982440"/>
            </a:xfrm>
            <a:custGeom>
              <a:avLst/>
              <a:gdLst>
                <a:gd name="textAreaLeft" fmla="*/ 0 w 1082520"/>
                <a:gd name="textAreaRight" fmla="*/ 1087560 w 108252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65600" cy="165600"/>
              <a:chOff x="6005520" y="4328280"/>
              <a:chExt cx="165600" cy="16560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58480" cy="1061640"/>
            <a:chOff x="7186680" y="3432240"/>
            <a:chExt cx="1158480" cy="106164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82520" cy="982440"/>
            </a:xfrm>
            <a:custGeom>
              <a:avLst/>
              <a:gdLst>
                <a:gd name="textAreaLeft" fmla="*/ 0 w 1082520"/>
                <a:gd name="textAreaRight" fmla="*/ 1087560 w 108252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65600" cy="165600"/>
              <a:chOff x="8179560" y="4328280"/>
              <a:chExt cx="165600" cy="16560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65600" cy="165600"/>
            <a:chOff x="1656720" y="3344760"/>
            <a:chExt cx="165600" cy="16560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65600" cy="165600"/>
            <a:chOff x="2746800" y="3344760"/>
            <a:chExt cx="165600" cy="16560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65600" cy="165600"/>
            <a:chOff x="3832200" y="3344760"/>
            <a:chExt cx="165600" cy="16560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65600" cy="165600"/>
            <a:chOff x="4921200" y="3344760"/>
            <a:chExt cx="165600" cy="16560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65600" cy="165600"/>
            <a:chOff x="6014880" y="3344760"/>
            <a:chExt cx="165600" cy="16560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65600" cy="165600"/>
            <a:chOff x="7098840" y="3344760"/>
            <a:chExt cx="165600" cy="16560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65600" cy="165600"/>
            <a:chOff x="8182800" y="3344760"/>
            <a:chExt cx="165600" cy="16560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62080" cy="1061640"/>
            <a:chOff x="9363240" y="3432240"/>
            <a:chExt cx="1162080" cy="106164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83960" cy="982440"/>
            </a:xfrm>
            <a:custGeom>
              <a:avLst/>
              <a:gdLst>
                <a:gd name="textAreaLeft" fmla="*/ 0 w 1083960"/>
                <a:gd name="textAreaRight" fmla="*/ 1089000 w 1083960"/>
                <a:gd name="textAreaTop" fmla="*/ 0 h 982440"/>
                <a:gd name="textAreaBottom" fmla="*/ 987480 h 9824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65600" cy="165600"/>
              <a:chOff x="10359720" y="4328280"/>
              <a:chExt cx="165600" cy="16560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65600" cy="1656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77400" cy="766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000" bIns="27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65600" cy="165600"/>
            <a:chOff x="9272880" y="3344760"/>
            <a:chExt cx="165600" cy="16560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65600" cy="165600"/>
            <a:chOff x="10358640" y="3344760"/>
            <a:chExt cx="165600" cy="16560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65600" cy="165600"/>
            <a:chOff x="11351880" y="3344760"/>
            <a:chExt cx="165600" cy="16560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65600" cy="165600"/>
            <a:chOff x="673560" y="3344760"/>
            <a:chExt cx="165600" cy="16560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65600" cy="1656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77400" cy="76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000" bIns="27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A458505-2293-4855-80DB-AB32F578F99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76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69560" cy="1517400"/>
          </a:xfrm>
          <a:custGeom>
            <a:avLst/>
            <a:gdLst>
              <a:gd name="textAreaLeft" fmla="*/ 0 w 6469560"/>
              <a:gd name="textAreaRight" fmla="*/ 6474600 w 6469560"/>
              <a:gd name="textAreaTop" fmla="*/ 0 h 1517400"/>
              <a:gd name="textAreaBottom" fmla="*/ 1522440 h 15174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35040" cy="2610000"/>
          </a:xfrm>
          <a:custGeom>
            <a:avLst/>
            <a:gdLst>
              <a:gd name="textAreaLeft" fmla="*/ 0 w 2435040"/>
              <a:gd name="textAreaRight" fmla="*/ 2440080 w 2435040"/>
              <a:gd name="textAreaTop" fmla="*/ 0 h 2610000"/>
              <a:gd name="textAreaBottom" fmla="*/ 2615040 h 26100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81720" cy="981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399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902880" cy="196200"/>
            <a:chOff x="1717560" y="6498720"/>
            <a:chExt cx="902880" cy="19620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5800" cy="185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7000" cy="1854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0920" cy="25488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7060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40B6B73-6068-4D64-8F5C-C09C2F92BA9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5005080" cy="1196280"/>
            <a:chOff x="837360" y="1394280"/>
            <a:chExt cx="5005080" cy="119628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5005080" cy="1193400"/>
            </a:xfrm>
            <a:custGeom>
              <a:avLst/>
              <a:gdLst>
                <a:gd name="textAreaLeft" fmla="*/ 0 w 5005080"/>
                <a:gd name="textAreaRight" fmla="*/ 5010120 w 5005080"/>
                <a:gd name="textAreaTop" fmla="*/ 0 h 1193400"/>
                <a:gd name="textAreaBottom" fmla="*/ 1198440 h 11934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5005080" cy="1193400"/>
            </a:xfrm>
            <a:custGeom>
              <a:avLst/>
              <a:gdLst>
                <a:gd name="textAreaLeft" fmla="*/ 0 w 5005080"/>
                <a:gd name="textAreaRight" fmla="*/ 5010120 w 5005080"/>
                <a:gd name="textAreaTop" fmla="*/ 0 h 1193400"/>
                <a:gd name="textAreaBottom" fmla="*/ 1198440 h 11934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5005080" cy="1196280"/>
            <a:chOff x="837360" y="2912040"/>
            <a:chExt cx="5005080" cy="119628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5005080" cy="1193400"/>
            </a:xfrm>
            <a:custGeom>
              <a:avLst/>
              <a:gdLst>
                <a:gd name="textAreaLeft" fmla="*/ 0 w 5005080"/>
                <a:gd name="textAreaRight" fmla="*/ 5010120 w 5005080"/>
                <a:gd name="textAreaTop" fmla="*/ 0 h 1193400"/>
                <a:gd name="textAreaBottom" fmla="*/ 1198440 h 11934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5005080" cy="1193400"/>
            </a:xfrm>
            <a:custGeom>
              <a:avLst/>
              <a:gdLst>
                <a:gd name="textAreaLeft" fmla="*/ 0 w 5005080"/>
                <a:gd name="textAreaRight" fmla="*/ 5010120 w 5005080"/>
                <a:gd name="textAreaTop" fmla="*/ 0 h 1193400"/>
                <a:gd name="textAreaBottom" fmla="*/ 1198440 h 11934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5005080" cy="1196640"/>
            <a:chOff x="837360" y="4462200"/>
            <a:chExt cx="5005080" cy="119664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5005080" cy="1193400"/>
            </a:xfrm>
            <a:custGeom>
              <a:avLst/>
              <a:gdLst>
                <a:gd name="textAreaLeft" fmla="*/ 0 w 5005080"/>
                <a:gd name="textAreaRight" fmla="*/ 5010120 w 5005080"/>
                <a:gd name="textAreaTop" fmla="*/ 0 h 1193400"/>
                <a:gd name="textAreaBottom" fmla="*/ 1198440 h 11934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5005080" cy="1193400"/>
            </a:xfrm>
            <a:custGeom>
              <a:avLst/>
              <a:gdLst>
                <a:gd name="textAreaLeft" fmla="*/ 0 w 5005080"/>
                <a:gd name="textAreaRight" fmla="*/ 5010120 w 5005080"/>
                <a:gd name="textAreaTop" fmla="*/ 0 h 1193400"/>
                <a:gd name="textAreaBottom" fmla="*/ 1198440 h 11934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87560" cy="4303440"/>
            <a:chOff x="6685200" y="1352160"/>
            <a:chExt cx="4687560" cy="430344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87560" cy="4303440"/>
            </a:xfrm>
            <a:custGeom>
              <a:avLst/>
              <a:gdLst>
                <a:gd name="textAreaLeft" fmla="*/ 0 w 4687560"/>
                <a:gd name="textAreaRight" fmla="*/ 4692600 w 4687560"/>
                <a:gd name="textAreaTop" fmla="*/ 0 h 4303440"/>
                <a:gd name="textAreaBottom" fmla="*/ 4308480 h 430344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87560" cy="4303440"/>
            </a:xfrm>
            <a:custGeom>
              <a:avLst/>
              <a:gdLst>
                <a:gd name="textAreaLeft" fmla="*/ 0 w 4687560"/>
                <a:gd name="textAreaRight" fmla="*/ 4692600 w 4687560"/>
                <a:gd name="textAreaTop" fmla="*/ 0 h 4303440"/>
                <a:gd name="textAreaBottom" fmla="*/ 4308480 h 430344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87560" cy="430344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86509FC-F1A4-4F0B-98F0-B64538FCA18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50560" cy="250560"/>
            <a:chOff x="2272320" y="3737520"/>
            <a:chExt cx="250560" cy="25056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50560" cy="250560"/>
            <a:chOff x="4667040" y="3737520"/>
            <a:chExt cx="250560" cy="25056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50560" cy="250560"/>
            <a:chOff x="7063200" y="3737520"/>
            <a:chExt cx="250560" cy="25056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50560" cy="250560"/>
            <a:chOff x="9452520" y="3737520"/>
            <a:chExt cx="250560" cy="25056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92160" cy="1894320"/>
            <a:chOff x="1460880" y="1296720"/>
            <a:chExt cx="1892160" cy="189432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92160" cy="1894320"/>
            <a:chOff x="3823920" y="1296720"/>
            <a:chExt cx="1892160" cy="189432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92160" cy="1894320"/>
            <a:chOff x="6215760" y="1296720"/>
            <a:chExt cx="1892160" cy="189432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92160" cy="1894320"/>
            <a:chOff x="8571240" y="1296720"/>
            <a:chExt cx="1892160" cy="189432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91440" cy="16426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91440" cy="16426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91440" cy="16426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91440" cy="16426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5D40707-3D4A-4D52-BE16-9C908DDAD6F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64600" y="-133344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50560" cy="250560"/>
            <a:chOff x="2378160" y="5424480"/>
            <a:chExt cx="250560" cy="25056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50560" cy="250560"/>
            <a:chOff x="4772880" y="5424480"/>
            <a:chExt cx="250560" cy="25056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50560" cy="250560"/>
            <a:chOff x="7169040" y="5424480"/>
            <a:chExt cx="250560" cy="25056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50560" cy="250560"/>
            <a:chOff x="9558360" y="5424480"/>
            <a:chExt cx="250560" cy="25056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50560" cy="250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18440" cy="117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92160" cy="1894320"/>
            <a:chOff x="1566720" y="2983680"/>
            <a:chExt cx="1892160" cy="189432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92160" cy="1894320"/>
            <a:chOff x="3929760" y="2983680"/>
            <a:chExt cx="1892160" cy="189432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92160" cy="1894320"/>
            <a:chOff x="6321600" y="2983680"/>
            <a:chExt cx="1892160" cy="189432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92160" cy="1894320"/>
            <a:chOff x="8677080" y="2983680"/>
            <a:chExt cx="1892160" cy="189432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92160" cy="1894320"/>
            </a:xfrm>
            <a:custGeom>
              <a:avLst/>
              <a:gdLst>
                <a:gd name="textAreaLeft" fmla="*/ 0 w 1892160"/>
                <a:gd name="textAreaRight" fmla="*/ 1897200 w 1892160"/>
                <a:gd name="textAreaTop" fmla="*/ 0 h 1894320"/>
                <a:gd name="textAreaBottom" fmla="*/ 1899360 h 18943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92160" cy="18936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92160" cy="18936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92160" cy="18936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92160" cy="18936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E15FAC5-01C4-4A7E-AD9E-519661E2D09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21200" y="-102060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19360" cy="4445640"/>
          </a:xfrm>
          <a:custGeom>
            <a:avLst/>
            <a:gdLst>
              <a:gd name="textAreaLeft" fmla="*/ 0 w 4419360"/>
              <a:gd name="textAreaRight" fmla="*/ 4424400 w 4419360"/>
              <a:gd name="textAreaTop" fmla="*/ 0 h 4445640"/>
              <a:gd name="textAreaBottom" fmla="*/ 4450680 h 44456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19720" cy="4423320"/>
          </a:xfrm>
          <a:custGeom>
            <a:avLst/>
            <a:gdLst>
              <a:gd name="textAreaLeft" fmla="*/ 0 w 4419720"/>
              <a:gd name="textAreaRight" fmla="*/ 4424760 w 4419720"/>
              <a:gd name="textAreaTop" fmla="*/ 0 h 4423320"/>
              <a:gd name="textAreaBottom" fmla="*/ 4428360 h 44233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71840" cy="442404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C477F54-96B0-4CF4-9A71-6F2EE6B7561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69560" cy="1517400"/>
          </a:xfrm>
          <a:custGeom>
            <a:avLst/>
            <a:gdLst>
              <a:gd name="textAreaLeft" fmla="*/ 0 w 6469560"/>
              <a:gd name="textAreaRight" fmla="*/ 6474600 w 6469560"/>
              <a:gd name="textAreaTop" fmla="*/ 0 h 1517400"/>
              <a:gd name="textAreaBottom" fmla="*/ 1522440 h 15174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35040" cy="2610000"/>
          </a:xfrm>
          <a:custGeom>
            <a:avLst/>
            <a:gdLst>
              <a:gd name="textAreaLeft" fmla="*/ 0 w 2435040"/>
              <a:gd name="textAreaRight" fmla="*/ 2440080 w 2435040"/>
              <a:gd name="textAreaTop" fmla="*/ 0 h 2610000"/>
              <a:gd name="textAreaBottom" fmla="*/ 2615040 h 26100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81720" cy="981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19840" cy="909000"/>
            <a:chOff x="4008600" y="3031920"/>
            <a:chExt cx="4119840" cy="90900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3800" cy="860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8680" cy="860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78600" cy="4906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902880" cy="196200"/>
            <a:chOff x="1527120" y="6498720"/>
            <a:chExt cx="902880" cy="19620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5800" cy="185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7000" cy="185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7060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4520" cy="2865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A0909FE-B428-4834-BD34-3C0D5FDE007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76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69560" cy="1517400"/>
          </a:xfrm>
          <a:custGeom>
            <a:avLst/>
            <a:gdLst>
              <a:gd name="textAreaLeft" fmla="*/ 0 w 6469560"/>
              <a:gd name="textAreaRight" fmla="*/ 6474600 w 6469560"/>
              <a:gd name="textAreaTop" fmla="*/ 0 h 1517400"/>
              <a:gd name="textAreaBottom" fmla="*/ 1522440 h 15174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35040" cy="2610000"/>
          </a:xfrm>
          <a:custGeom>
            <a:avLst/>
            <a:gdLst>
              <a:gd name="textAreaLeft" fmla="*/ 0 w 2435040"/>
              <a:gd name="textAreaRight" fmla="*/ 2440080 w 2435040"/>
              <a:gd name="textAreaTop" fmla="*/ 0 h 2610000"/>
              <a:gd name="textAreaBottom" fmla="*/ 2615040 h 26100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81720" cy="981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84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902880" cy="196200"/>
            <a:chOff x="1527120" y="6498720"/>
            <a:chExt cx="902880" cy="19620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5800" cy="1854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7000" cy="185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42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7060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4520" cy="28656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6122F25-E0CE-4CFC-AEBB-C5E42A5BC4D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75400" cy="4780440"/>
            <a:chOff x="5942880" y="1173240"/>
            <a:chExt cx="4775400" cy="478044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75400" cy="478044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4005360" cy="4005360"/>
              <a:chOff x="6314040" y="1564200"/>
              <a:chExt cx="4005360" cy="400536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4005360" cy="4005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4005360" cy="4005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44880" cy="4203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1328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01280" y="671832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30CAE01-D7B5-4A97-894F-39D4031C7D8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41200" cy="2944440"/>
            <a:chOff x="4579920" y="1447920"/>
            <a:chExt cx="2941200" cy="294444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41200" cy="294444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66720" cy="2466720"/>
              <a:chOff x="4808880" y="1688760"/>
              <a:chExt cx="2466720" cy="246672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66720" cy="2466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66720" cy="2466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41200" cy="2944440"/>
            <a:chOff x="1096920" y="1447920"/>
            <a:chExt cx="2941200" cy="294444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41200" cy="294444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66720" cy="2466720"/>
              <a:chOff x="1325880" y="1688760"/>
              <a:chExt cx="2466720" cy="246672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66720" cy="2466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66720" cy="2466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91040" cy="258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91040" cy="258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82640" cy="444240"/>
          </a:xfrm>
          <a:custGeom>
            <a:avLst/>
            <a:gdLst>
              <a:gd name="textAreaLeft" fmla="*/ 0 w 1682640"/>
              <a:gd name="textAreaRight" fmla="*/ 1687680 w 1682640"/>
              <a:gd name="textAreaTop" fmla="*/ 0 h 444240"/>
              <a:gd name="textAreaBottom" fmla="*/ 449280 h 44424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80840" cy="444240"/>
          </a:xfrm>
          <a:custGeom>
            <a:avLst/>
            <a:gdLst>
              <a:gd name="textAreaLeft" fmla="*/ 0 w 1680840"/>
              <a:gd name="textAreaRight" fmla="*/ 1685880 w 1680840"/>
              <a:gd name="textAreaTop" fmla="*/ 0 h 444240"/>
              <a:gd name="textAreaBottom" fmla="*/ 449280 h 44424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80840" cy="444240"/>
          </a:xfrm>
          <a:custGeom>
            <a:avLst/>
            <a:gdLst>
              <a:gd name="textAreaLeft" fmla="*/ 0 w 1680840"/>
              <a:gd name="textAreaRight" fmla="*/ 1685880 w 1680840"/>
              <a:gd name="textAreaTop" fmla="*/ 0 h 444240"/>
              <a:gd name="textAreaBottom" fmla="*/ 449280 h 44424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78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98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8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41200" cy="2944440"/>
            <a:chOff x="8104680" y="1447920"/>
            <a:chExt cx="2941200" cy="294444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41200" cy="294444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66720" cy="2466720"/>
              <a:chOff x="8333640" y="1688760"/>
              <a:chExt cx="2466720" cy="246672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66720" cy="2466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66720" cy="2466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91040" cy="258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1328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01280" y="671832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44240" y="-921960"/>
            <a:ext cx="7399080" cy="6142680"/>
          </a:xfrm>
          <a:custGeom>
            <a:avLst/>
            <a:gdLst>
              <a:gd name="textAreaLeft" fmla="*/ 0 w 7399080"/>
              <a:gd name="textAreaRight" fmla="*/ 7404120 w 7399080"/>
              <a:gd name="textAreaTop" fmla="*/ 0 h 6142680"/>
              <a:gd name="textAreaBottom" fmla="*/ 6147720 h 61426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E88806D-BEDD-4932-980A-96F59B562C4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39640" cy="4598640"/>
          </a:xfrm>
          <a:custGeom>
            <a:avLst/>
            <a:gdLst>
              <a:gd name="textAreaLeft" fmla="*/ 0 w 539640"/>
              <a:gd name="textAreaRight" fmla="*/ 544680 w 539640"/>
              <a:gd name="textAreaTop" fmla="*/ 0 h 4598640"/>
              <a:gd name="textAreaBottom" fmla="*/ 4603680 h 459864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39640" cy="2296800"/>
          </a:xfrm>
          <a:custGeom>
            <a:avLst/>
            <a:gdLst>
              <a:gd name="textAreaLeft" fmla="*/ 0 w 539640"/>
              <a:gd name="textAreaRight" fmla="*/ 544680 w 539640"/>
              <a:gd name="textAreaTop" fmla="*/ 0 h 2296800"/>
              <a:gd name="textAreaBottom" fmla="*/ 2301840 h 229680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34600" cy="4598640"/>
          </a:xfrm>
          <a:custGeom>
            <a:avLst/>
            <a:gdLst>
              <a:gd name="textAreaLeft" fmla="*/ 0 w 534600"/>
              <a:gd name="textAreaRight" fmla="*/ 539640 w 534600"/>
              <a:gd name="textAreaTop" fmla="*/ 0 h 4598640"/>
              <a:gd name="textAreaBottom" fmla="*/ 4603680 h 459864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34600" cy="2838240"/>
          </a:xfrm>
          <a:custGeom>
            <a:avLst/>
            <a:gdLst>
              <a:gd name="textAreaLeft" fmla="*/ 0 w 534600"/>
              <a:gd name="textAreaRight" fmla="*/ 539640 w 534600"/>
              <a:gd name="textAreaTop" fmla="*/ 0 h 2838240"/>
              <a:gd name="textAreaBottom" fmla="*/ 2843280 h 283824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39640" cy="4598640"/>
          </a:xfrm>
          <a:custGeom>
            <a:avLst/>
            <a:gdLst>
              <a:gd name="textAreaLeft" fmla="*/ 0 w 539640"/>
              <a:gd name="textAreaRight" fmla="*/ 544680 w 539640"/>
              <a:gd name="textAreaTop" fmla="*/ 0 h 4598640"/>
              <a:gd name="textAreaBottom" fmla="*/ 4603680 h 459864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39640" cy="1912680"/>
          </a:xfrm>
          <a:custGeom>
            <a:avLst/>
            <a:gdLst>
              <a:gd name="textAreaLeft" fmla="*/ 0 w 539640"/>
              <a:gd name="textAreaRight" fmla="*/ 544680 w 539640"/>
              <a:gd name="textAreaTop" fmla="*/ 0 h 1912680"/>
              <a:gd name="textAreaBottom" fmla="*/ 1917720 h 191268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39640" cy="4598640"/>
          </a:xfrm>
          <a:custGeom>
            <a:avLst/>
            <a:gdLst>
              <a:gd name="textAreaLeft" fmla="*/ 0 w 539640"/>
              <a:gd name="textAreaRight" fmla="*/ 544680 w 539640"/>
              <a:gd name="textAreaTop" fmla="*/ 0 h 4598640"/>
              <a:gd name="textAreaBottom" fmla="*/ 4603680 h 459864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39640" cy="2838240"/>
          </a:xfrm>
          <a:custGeom>
            <a:avLst/>
            <a:gdLst>
              <a:gd name="textAreaLeft" fmla="*/ 0 w 539640"/>
              <a:gd name="textAreaRight" fmla="*/ 544680 w 539640"/>
              <a:gd name="textAreaTop" fmla="*/ 0 h 2838240"/>
              <a:gd name="textAreaBottom" fmla="*/ 2843280 h 283824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36400" cy="4598640"/>
          </a:xfrm>
          <a:custGeom>
            <a:avLst/>
            <a:gdLst>
              <a:gd name="textAreaLeft" fmla="*/ 0 w 536400"/>
              <a:gd name="textAreaRight" fmla="*/ 541440 w 536400"/>
              <a:gd name="textAreaTop" fmla="*/ 0 h 4598640"/>
              <a:gd name="textAreaBottom" fmla="*/ 4603680 h 459864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36400" cy="4114440"/>
          </a:xfrm>
          <a:custGeom>
            <a:avLst/>
            <a:gdLst>
              <a:gd name="textAreaLeft" fmla="*/ 0 w 536400"/>
              <a:gd name="textAreaRight" fmla="*/ 541440 w 536400"/>
              <a:gd name="textAreaTop" fmla="*/ 0 h 4114440"/>
              <a:gd name="textAreaBottom" fmla="*/ 4119480 h 411444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1328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01280" y="671832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60120" y="-110736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99C167C-9711-4DF0-97B2-4C11FFDEFE8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98640" cy="4582800"/>
            <a:chOff x="5370480" y="955800"/>
            <a:chExt cx="98640" cy="458280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93960" cy="4582800"/>
            </a:xfrm>
            <a:custGeom>
              <a:avLst/>
              <a:gdLst>
                <a:gd name="textAreaLeft" fmla="*/ 0 w 93960"/>
                <a:gd name="textAreaRight" fmla="*/ 99000 w 93960"/>
                <a:gd name="textAreaTop" fmla="*/ 0 h 4582800"/>
                <a:gd name="textAreaBottom" fmla="*/ 4587840 h 458280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98640" cy="1306080"/>
            </a:xfrm>
            <a:custGeom>
              <a:avLst/>
              <a:gdLst>
                <a:gd name="textAreaLeft" fmla="*/ 0 w 98640"/>
                <a:gd name="textAreaRight" fmla="*/ 103680 w 98640"/>
                <a:gd name="textAreaTop" fmla="*/ 0 h 1306080"/>
                <a:gd name="textAreaBottom" fmla="*/ 1311120 h 130608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105480" cy="4582440"/>
            <a:chOff x="6394320" y="955800"/>
            <a:chExt cx="105480" cy="458244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105480" cy="4540320"/>
            </a:xfrm>
            <a:custGeom>
              <a:avLst/>
              <a:gdLst>
                <a:gd name="textAreaLeft" fmla="*/ 0 w 105480"/>
                <a:gd name="textAreaRight" fmla="*/ 110520 w 105480"/>
                <a:gd name="textAreaTop" fmla="*/ 0 h 4540320"/>
                <a:gd name="textAreaBottom" fmla="*/ 4545360 h 454032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105480" cy="1784880"/>
            </a:xfrm>
            <a:custGeom>
              <a:avLst/>
              <a:gdLst>
                <a:gd name="textAreaLeft" fmla="*/ 0 w 105480"/>
                <a:gd name="textAreaRight" fmla="*/ 110520 w 105480"/>
                <a:gd name="textAreaTop" fmla="*/ 0 h 1784880"/>
                <a:gd name="textAreaBottom" fmla="*/ 1789920 h 178488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80640" cy="4582800"/>
            <a:chOff x="7423200" y="955800"/>
            <a:chExt cx="80640" cy="458280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80640" cy="4582800"/>
            </a:xfrm>
            <a:custGeom>
              <a:avLst/>
              <a:gdLst>
                <a:gd name="textAreaLeft" fmla="*/ 0 w 80640"/>
                <a:gd name="textAreaRight" fmla="*/ 85680 w 80640"/>
                <a:gd name="textAreaTop" fmla="*/ 0 h 4582800"/>
                <a:gd name="textAreaBottom" fmla="*/ 4587840 h 458280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80640" cy="2854440"/>
            </a:xfrm>
            <a:custGeom>
              <a:avLst/>
              <a:gdLst>
                <a:gd name="textAreaLeft" fmla="*/ 0 w 80640"/>
                <a:gd name="textAreaRight" fmla="*/ 85680 w 80640"/>
                <a:gd name="textAreaTop" fmla="*/ 0 h 2854440"/>
                <a:gd name="textAreaBottom" fmla="*/ 2859480 h 285444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81720" cy="4582800"/>
            <a:chOff x="8447040" y="955800"/>
            <a:chExt cx="81720" cy="458280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81720" cy="4418640"/>
            </a:xfrm>
            <a:custGeom>
              <a:avLst/>
              <a:gdLst>
                <a:gd name="textAreaLeft" fmla="*/ 0 w 81720"/>
                <a:gd name="textAreaRight" fmla="*/ 86760 w 81720"/>
                <a:gd name="textAreaTop" fmla="*/ 0 h 4418640"/>
                <a:gd name="textAreaBottom" fmla="*/ 4423680 h 441864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81720" cy="3233880"/>
            </a:xfrm>
            <a:custGeom>
              <a:avLst/>
              <a:gdLst>
                <a:gd name="textAreaLeft" fmla="*/ 0 w 81720"/>
                <a:gd name="textAreaRight" fmla="*/ 86760 w 81720"/>
                <a:gd name="textAreaTop" fmla="*/ 0 h 3233880"/>
                <a:gd name="textAreaBottom" fmla="*/ 3238920 h 323388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87120" cy="4582440"/>
            <a:chOff x="9474120" y="955800"/>
            <a:chExt cx="87120" cy="458244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87120" cy="4339800"/>
            </a:xfrm>
            <a:custGeom>
              <a:avLst/>
              <a:gdLst>
                <a:gd name="textAreaLeft" fmla="*/ 0 w 87120"/>
                <a:gd name="textAreaRight" fmla="*/ 92160 w 87120"/>
                <a:gd name="textAreaTop" fmla="*/ 0 h 4339800"/>
                <a:gd name="textAreaBottom" fmla="*/ 4344840 h 433980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87120" cy="1465920"/>
            </a:xfrm>
            <a:custGeom>
              <a:avLst/>
              <a:gdLst>
                <a:gd name="textAreaLeft" fmla="*/ 0 w 87120"/>
                <a:gd name="textAreaRight" fmla="*/ 92160 w 87120"/>
                <a:gd name="textAreaTop" fmla="*/ 0 h 1465920"/>
                <a:gd name="textAreaBottom" fmla="*/ 1470960 h 146592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85320" cy="4582800"/>
            <a:chOff x="10503000" y="955800"/>
            <a:chExt cx="85320" cy="458280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85320" cy="4458600"/>
            </a:xfrm>
            <a:custGeom>
              <a:avLst/>
              <a:gdLst>
                <a:gd name="textAreaLeft" fmla="*/ 0 w 85320"/>
                <a:gd name="textAreaRight" fmla="*/ 90360 w 85320"/>
                <a:gd name="textAreaTop" fmla="*/ 0 h 4458600"/>
                <a:gd name="textAreaBottom" fmla="*/ 4463640 h 445860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85320" cy="2228760"/>
            </a:xfrm>
            <a:custGeom>
              <a:avLst/>
              <a:gdLst>
                <a:gd name="textAreaLeft" fmla="*/ 0 w 85320"/>
                <a:gd name="textAreaRight" fmla="*/ 90360 w 85320"/>
                <a:gd name="textAreaTop" fmla="*/ 0 h 2228760"/>
                <a:gd name="textAreaBottom" fmla="*/ 2233800 h 222876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74120" cy="4741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74120" cy="4741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74120" cy="4741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74120" cy="4741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74120" cy="4741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74120" cy="4741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1328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01280" y="671832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24640" cy="3802320"/>
          </a:xfrm>
          <a:custGeom>
            <a:avLst/>
            <a:gdLst>
              <a:gd name="textAreaLeft" fmla="*/ 0 w 7424640"/>
              <a:gd name="textAreaRight" fmla="*/ 7429680 w 7424640"/>
              <a:gd name="textAreaTop" fmla="*/ 0 h 3802320"/>
              <a:gd name="textAreaBottom" fmla="*/ 3807360 h 38023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44160" cy="3423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5A598E3-3A27-43D6-90AA-757D75464D9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23480" y="-907920"/>
            <a:ext cx="12069000" cy="5607360"/>
          </a:xfrm>
          <a:custGeom>
            <a:avLst/>
            <a:gdLst>
              <a:gd name="textAreaLeft" fmla="*/ 0 w 12069000"/>
              <a:gd name="textAreaRight" fmla="*/ 12074040 w 12069000"/>
              <a:gd name="textAreaTop" fmla="*/ 0 h 5607360"/>
              <a:gd name="textAreaBottom" fmla="*/ 5612400 h 56073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703200"/>
            <a:ext cx="5707080" cy="40680"/>
          </a:xfrm>
          <a:custGeom>
            <a:avLst/>
            <a:gdLst>
              <a:gd name="textAreaLeft" fmla="*/ 0 w 5707080"/>
              <a:gd name="textAreaRight" fmla="*/ 5712120 w 570708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88880" cy="169200"/>
          </a:xfrm>
          <a:custGeom>
            <a:avLst/>
            <a:gdLst>
              <a:gd name="textAreaLeft" fmla="*/ 0 w 1388880"/>
              <a:gd name="textAreaRight" fmla="*/ 1393920 w 1388880"/>
              <a:gd name="textAreaTop" fmla="*/ 0 h 169200"/>
              <a:gd name="textAreaBottom" fmla="*/ 174240 h 1692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01280" y="6708240"/>
            <a:ext cx="4313160" cy="40680"/>
          </a:xfrm>
          <a:custGeom>
            <a:avLst/>
            <a:gdLst>
              <a:gd name="textAreaLeft" fmla="*/ 0 w 4313160"/>
              <a:gd name="textAreaRight" fmla="*/ 4318200 w 4313160"/>
              <a:gd name="textAreaTop" fmla="*/ 2520 h 40680"/>
              <a:gd name="textAreaBottom" fmla="*/ 48240 h 406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31920" cy="316800"/>
          </a:xfrm>
          <a:custGeom>
            <a:avLst/>
            <a:gdLst>
              <a:gd name="textAreaLeft" fmla="*/ 0 w 331920"/>
              <a:gd name="textAreaRight" fmla="*/ 336960 w 331920"/>
              <a:gd name="textAreaTop" fmla="*/ 0 h 316800"/>
              <a:gd name="textAreaBottom" fmla="*/ 321840 h 3168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52240" y="565200"/>
            <a:ext cx="1474560" cy="50760"/>
            <a:chOff x="552240" y="565200"/>
            <a:chExt cx="1474560" cy="5076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63960" y="-146880"/>
              <a:ext cx="50760" cy="1474560"/>
            </a:xfrm>
            <a:custGeom>
              <a:avLst/>
              <a:gdLst>
                <a:gd name="textAreaLeft" fmla="*/ 0 w 50760"/>
                <a:gd name="textAreaRight" fmla="*/ 55800 w 50760"/>
                <a:gd name="textAreaTop" fmla="*/ -2520 h 1474560"/>
                <a:gd name="textAreaBottom" fmla="*/ 1477080 h 14745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12280" cy="536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TextBox 1"/>
          <p:cNvSpPr/>
          <p:nvPr/>
        </p:nvSpPr>
        <p:spPr>
          <a:xfrm>
            <a:off x="5482080" y="647964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 Placeholder 10"/>
          <p:cNvSpPr/>
          <p:nvPr/>
        </p:nvSpPr>
        <p:spPr>
          <a:xfrm>
            <a:off x="2046600" y="4454640"/>
            <a:ext cx="8297640" cy="12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40000"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44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Building AI Systems + Production + Real Use Cases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https://github.com/havelsan/YZ_EGITIM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333"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Breakthrough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Text 1"/>
          <p:cNvSpPr/>
          <p:nvPr/>
        </p:nvSpPr>
        <p:spPr>
          <a:xfrm>
            <a:off x="456480" y="831600"/>
            <a:ext cx="11418120" cy="547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ReAct: Synergizing Reasoning and Acting in Language Models</a:t>
            </a:r>
            <a:r>
              <a:rPr b="0" i="1" lang="tr-TR" sz="2000" spc="-1" strike="noStrike">
                <a:solidFill>
                  <a:srgbClr val="ffffff"/>
                </a:solidFill>
                <a:latin typeface="arial"/>
                <a:ea typeface="Calibri"/>
              </a:rPr>
              <a:t> - 2022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Google :</a:t>
            </a:r>
            <a:r>
              <a:rPr b="0" i="1" lang="tr-TR" sz="2000" spc="-1" strike="noStrike">
                <a:solidFill>
                  <a:srgbClr val="ffffff"/>
                </a:solidFill>
                <a:latin typeface="arial"/>
                <a:ea typeface="Calibri"/>
              </a:rPr>
              <a:t> Shunyu Yao et al.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Reasoning + Acting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LLM agent loop (think-act-observe) Parallelism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Building AI Systems + Production + Real Use Cases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Text 18"/>
          <p:cNvSpPr/>
          <p:nvPr/>
        </p:nvSpPr>
        <p:spPr>
          <a:xfrm>
            <a:off x="356760" y="738720"/>
            <a:ext cx="11428200" cy="31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in real software architecture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LLM application patterns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agents (modern topic)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MLOps &amp; LLMOps (important for engineers)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Cost, latency, and scaling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Security and risks (engineering angle)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Homeworks (2)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1. AI in real software architecture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Text 18"/>
          <p:cNvSpPr/>
          <p:nvPr/>
        </p:nvSpPr>
        <p:spPr>
          <a:xfrm>
            <a:off x="457920" y="807480"/>
            <a:ext cx="11428200" cy="19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Technology Stack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Where AI sits in system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API-based AI integration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Microservices with LLMs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1. AI in real software architecture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 18"/>
          <p:cNvSpPr/>
          <p:nvPr/>
        </p:nvSpPr>
        <p:spPr>
          <a:xfrm>
            <a:off x="457920" y="807480"/>
            <a:ext cx="11428200" cy="19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Technology Stack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Where AI sits in system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API-based AI integration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Microservices with LLMs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2. LLM application patterns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Text 18"/>
          <p:cNvSpPr/>
          <p:nvPr/>
        </p:nvSpPr>
        <p:spPr>
          <a:xfrm>
            <a:off x="255240" y="747360"/>
            <a:ext cx="11428200" cy="22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Chatbots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Copilots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Agents (basic intro)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Function calling / tool use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3. AI agents (modern topic)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 18"/>
          <p:cNvSpPr/>
          <p:nvPr/>
        </p:nvSpPr>
        <p:spPr>
          <a:xfrm>
            <a:off x="255240" y="649080"/>
            <a:ext cx="11428200" cy="23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What is an agent loop:</a:t>
            </a:r>
            <a:r>
              <a:rPr b="0" lang="tr-TR" sz="1400" spc="-1" strike="noStrike">
                <a:solidFill>
                  <a:srgbClr val="ffffff"/>
                </a:solidFill>
                <a:latin typeface="Arial"/>
              </a:rPr>
              <a:t> p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lan → act → observe → repeat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When agents work / fail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Agentic RAG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Ontology , why it is important and how to build.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 frameworks (LangCahin/Graph, LlamaIndex)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4.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MLOps &amp; LLMOps (important for engineers)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Text 18"/>
          <p:cNvSpPr/>
          <p:nvPr/>
        </p:nvSpPr>
        <p:spPr>
          <a:xfrm>
            <a:off x="356760" y="791280"/>
            <a:ext cx="11428200" cy="20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Versioning models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Monitoring drift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Prompt versioning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Evaluation metrics (quality, latency, cost)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5. Cost, latency, and scaling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18"/>
          <p:cNvSpPr/>
          <p:nvPr/>
        </p:nvSpPr>
        <p:spPr>
          <a:xfrm>
            <a:off x="255240" y="729720"/>
            <a:ext cx="1142820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Token cost thinking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Caching strategies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Batch vs real-time inference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6.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Security and risks (engineering angle)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 18"/>
          <p:cNvSpPr/>
          <p:nvPr/>
        </p:nvSpPr>
        <p:spPr>
          <a:xfrm>
            <a:off x="255240" y="649080"/>
            <a:ext cx="11428200" cy="18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Prompt injection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Data leakage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Model hallucination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Guardrails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7.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Final hands-on project (choose one)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 18"/>
          <p:cNvSpPr/>
          <p:nvPr/>
        </p:nvSpPr>
        <p:spPr>
          <a:xfrm>
            <a:off x="255240" y="649080"/>
            <a:ext cx="11428200" cy="19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code assistant clone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PDF Q&amp;A system (RAG)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Support chatbot for a product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Log analyzer using LLM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0880" cy="30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Building AI Systems + Production + Real Use Cases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Text 18"/>
          <p:cNvSpPr/>
          <p:nvPr/>
        </p:nvSpPr>
        <p:spPr>
          <a:xfrm>
            <a:off x="457200" y="831600"/>
            <a:ext cx="11428200" cy="54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Outcome: They can design and prototype real AI-powered systems.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Optional Advanced Topics (if time allows or for Q&amp;A)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Open-source models (Llama, Mistral)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Multimodal models (text + image)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Teaching Strategy Tip (important)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Since your audience is experienced engineers: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Avoid long lectures &gt; 20–25 min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Use “architecture-first explanation”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Always show: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diagram → API flow → code snippet → real use case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Emphasize: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  “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How would you build this in production?”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4767</TotalTime>
  <Application>LibreOffice/24.2.7.2$Linux_X86_64 LibreOffice_project/420$Build-2</Application>
  <AppVersion>15.0000</AppVersion>
  <Words>401</Words>
  <Paragraphs>108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2026-07-11T17:35:04Z</dcterms:modified>
  <cp:revision>86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Geniş ekran</vt:lpwstr>
  </property>
  <property fmtid="{D5CDD505-2E9C-101B-9397-08002B2CF9AE}" pid="5" name="Slides">
    <vt:i4>13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