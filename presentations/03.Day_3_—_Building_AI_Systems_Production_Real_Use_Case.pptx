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7.xml.rels" ContentType="application/vnd.openxmlformats-package.relationships+xml"/>
  <Override PartName="/ppt/slideMasters/_rels/slideMaster42.xml.rels" ContentType="application/vnd.openxmlformats-package.relationships+xml"/>
  <Override PartName="/ppt/slideMasters/_rels/slideMaster27.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45.xml.rels" ContentType="application/vnd.openxmlformats-package.relationships+xml"/>
  <Override PartName="/ppt/slideMasters/_rels/slideMaster10.xml.rels" ContentType="application/vnd.openxmlformats-package.relationships+xml"/>
  <Override PartName="/ppt/slideMasters/_rels/slideMaster47.xml.rels" ContentType="application/vnd.openxmlformats-package.relationships+xml"/>
  <Override PartName="/ppt/slideMasters/_rels/slideMaster5.xml.rels" ContentType="application/vnd.openxmlformats-package.relationships+xml"/>
  <Override PartName="/ppt/slideMasters/_rels/slideMaster40.xml.rels" ContentType="application/vnd.openxmlformats-package.relationships+xml"/>
  <Override PartName="/ppt/slideMasters/_rels/slideMaster46.xml.rels" ContentType="application/vnd.openxmlformats-package.relationships+xml"/>
  <Override PartName="/ppt/slideMasters/_rels/slideMaster11.xml.rels" ContentType="application/vnd.openxmlformats-package.relationships+xml"/>
  <Override PartName="/ppt/slideMasters/_rels/slideMaster6.xml.rels" ContentType="application/vnd.openxmlformats-package.relationships+xml"/>
  <Override PartName="/ppt/slideMasters/_rels/slideMaster41.xml.rels" ContentType="application/vnd.openxmlformats-package.relationships+xml"/>
  <Override PartName="/ppt/slideMasters/_rels/slideMaster12.xml.rels" ContentType="application/vnd.openxmlformats-package.relationships+xml"/>
  <Override PartName="/ppt/slideMasters/_rels/slideMaster28.xml.rels" ContentType="application/vnd.openxmlformats-package.relationships+xml"/>
  <Override PartName="/ppt/slideMasters/_rels/slideMaster30.xml.rels" ContentType="application/vnd.openxmlformats-package.relationships+xml"/>
  <Override PartName="/ppt/slideMasters/_rels/slideMaster26.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20.xml.rels" ContentType="application/vnd.openxmlformats-package.relationships+xml"/>
  <Override PartName="/ppt/slideMasters/_rels/slideMaster19.xml.rels" ContentType="application/vnd.openxmlformats-package.relationships+xml"/>
  <Override PartName="/ppt/slideMasters/_rels/slideMaster21.xml.rels" ContentType="application/vnd.openxmlformats-package.relationships+xml"/>
  <Override PartName="/ppt/slideMasters/_rels/slideMaster22.xml.rels" ContentType="application/vnd.openxmlformats-package.relationships+xml"/>
  <Override PartName="/ppt/slideMasters/_rels/slideMaster23.xml.rels" ContentType="application/vnd.openxmlformats-package.relationships+xml"/>
  <Override PartName="/ppt/slideMasters/_rels/slideMaster24.xml.rels" ContentType="application/vnd.openxmlformats-package.relationships+xml"/>
  <Override PartName="/ppt/slideMasters/_rels/slideMaster25.xml.rels" ContentType="application/vnd.openxmlformats-package.relationships+xml"/>
  <Override PartName="/ppt/slideMasters/_rels/slideMaster1.xml.rels" ContentType="application/vnd.openxmlformats-package.relationships+xml"/>
  <Override PartName="/ppt/slideMasters/_rels/slideMaster9.xml.rels" ContentType="application/vnd.openxmlformats-package.relationships+xml"/>
  <Override PartName="/ppt/slideMasters/_rels/slideMaster44.xml.rels" ContentType="application/vnd.openxmlformats-package.relationships+xml"/>
  <Override PartName="/ppt/slideMasters/_rels/slideMaster13.xml.rels" ContentType="application/vnd.openxmlformats-package.relationships+xml"/>
  <Override PartName="/ppt/slideMasters/_rels/slideMaster32.xml.rels" ContentType="application/vnd.openxmlformats-package.relationships+xml"/>
  <Override PartName="/ppt/slideMasters/_rels/slideMaster33.xml.rels" ContentType="application/vnd.openxmlformats-package.relationships+xml"/>
  <Override PartName="/ppt/slideMasters/_rels/slideMaster34.xml.rels" ContentType="application/vnd.openxmlformats-package.relationships+xml"/>
  <Override PartName="/ppt/slideMasters/_rels/slideMaster35.xml.rels" ContentType="application/vnd.openxmlformats-package.relationships+xml"/>
  <Override PartName="/ppt/slideMasters/_rels/slideMaster36.xml.rels" ContentType="application/vnd.openxmlformats-package.relationships+xml"/>
  <Override PartName="/ppt/slideMasters/_rels/slideMaster37.xml.rels" ContentType="application/vnd.openxmlformats-package.relationships+xml"/>
  <Override PartName="/ppt/slideMasters/_rels/slideMaster38.xml.rels" ContentType="application/vnd.openxmlformats-package.relationships+xml"/>
  <Override PartName="/ppt/slideMasters/_rels/slideMaster39.xml.rels" ContentType="application/vnd.openxmlformats-package.relationships+xml"/>
  <Override PartName="/ppt/slideMasters/_rels/slideMaster31.xml.rels" ContentType="application/vnd.openxmlformats-package.relationships+xml"/>
  <Override PartName="/ppt/slideMasters/_rels/slideMaster29.xml.rels" ContentType="application/vnd.openxmlformats-package.relationships+xml"/>
  <Override PartName="/ppt/slideMasters/_rels/slideMaster8.xml.rels" ContentType="application/vnd.openxmlformats-package.relationships+xml"/>
  <Override PartName="/ppt/slideMasters/_rels/slideMaster43.xml.rels" ContentType="application/vnd.openxmlformats-package.relationships+xml"/>
  <Override PartName="/ppt/slideMasters/slideMaster25.xml" ContentType="application/vnd.openxmlformats-officedocument.presentationml.slideMaster+xml"/>
  <Override PartName="/ppt/slideMasters/slideMaster24.xml" ContentType="application/vnd.openxmlformats-officedocument.presentationml.slideMaster+xml"/>
  <Override PartName="/ppt/slideMasters/slideMaster23.xml" ContentType="application/vnd.openxmlformats-officedocument.presentationml.slideMaster+xml"/>
  <Override PartName="/ppt/slideMasters/slideMaster22.xml" ContentType="application/vnd.openxmlformats-officedocument.presentationml.slideMaster+xml"/>
  <Override PartName="/ppt/slideMasters/slideMaster21.xml" ContentType="application/vnd.openxmlformats-officedocument.presentationml.slideMaster+xml"/>
  <Override PartName="/ppt/slideMasters/slideMaster19.xml" ContentType="application/vnd.openxmlformats-officedocument.presentationml.slideMaster+xml"/>
  <Override PartName="/ppt/slideMasters/slideMaster20.xml" ContentType="application/vnd.openxmlformats-officedocument.presentationml.slideMaster+xml"/>
  <Override PartName="/ppt/slideMasters/slideMaster18.xml" ContentType="application/vnd.openxmlformats-officedocument.presentationml.slideMaster+xml"/>
  <Override PartName="/ppt/slideMasters/slideMaster17.xml" ContentType="application/vnd.openxmlformats-officedocument.presentationml.slideMaster+xml"/>
  <Override PartName="/ppt/slideMasters/slideMaster16.xml" ContentType="application/vnd.openxmlformats-officedocument.presentationml.slideMaster+xml"/>
  <Override PartName="/ppt/slideMasters/slideMaster15.xml" ContentType="application/vnd.openxmlformats-officedocument.presentationml.slideMaster+xml"/>
  <Override PartName="/ppt/slideMasters/slideMaster9.xml" ContentType="application/vnd.openxmlformats-officedocument.presentationml.slideMaster+xml"/>
  <Override PartName="/ppt/slideMasters/slideMaster14.xml" ContentType="application/vnd.openxmlformats-officedocument.presentationml.slideMaster+xml"/>
  <Override PartName="/ppt/slideMasters/slideMaster8.xml" ContentType="application/vnd.openxmlformats-officedocument.presentationml.slideMaster+xml"/>
  <Override PartName="/ppt/slideMasters/slideMaster26.xml" ContentType="application/vnd.openxmlformats-officedocument.presentationml.slideMaster+xml"/>
  <Override PartName="/ppt/slideMasters/slideMaster1.xml" ContentType="application/vnd.openxmlformats-officedocument.presentationml.slideMaster+xml"/>
  <Override PartName="/ppt/slideMasters/slideMaster44.xml" ContentType="application/vnd.openxmlformats-officedocument.presentationml.slideMaster+xml"/>
  <Override PartName="/ppt/slideMasters/slideMaster32.xml" ContentType="application/vnd.openxmlformats-officedocument.presentationml.slideMaster+xml"/>
  <Override PartName="/ppt/slideMasters/slideMaster33.xml" ContentType="application/vnd.openxmlformats-officedocument.presentationml.slideMaster+xml"/>
  <Override PartName="/ppt/slideMasters/slideMaster34.xml" ContentType="application/vnd.openxmlformats-officedocument.presentationml.slideMaster+xml"/>
  <Override PartName="/ppt/slideMasters/slideMaster13.xml" ContentType="application/vnd.openxmlformats-officedocument.presentationml.slideMaster+xml"/>
  <Override PartName="/ppt/slideMasters/slideMaster7.xml" ContentType="application/vnd.openxmlformats-officedocument.presentationml.slideMaster+xml"/>
  <Override PartName="/ppt/slideMasters/slideMaster35.xml" ContentType="application/vnd.openxmlformats-officedocument.presentationml.slideMaster+xml"/>
  <Override PartName="/ppt/slideMasters/slideMaster36.xml" ContentType="application/vnd.openxmlformats-officedocument.presentationml.slideMaster+xml"/>
  <Override PartName="/ppt/slideMasters/slideMaster37.xml" ContentType="application/vnd.openxmlformats-officedocument.presentationml.slideMaster+xml"/>
  <Override PartName="/ppt/slideMasters/slideMaster38.xml" ContentType="application/vnd.openxmlformats-officedocument.presentationml.slideMaster+xml"/>
  <Override PartName="/ppt/slideMasters/slideMaster40.xml" ContentType="application/vnd.openxmlformats-officedocument.presentationml.slideMaster+xml"/>
  <Override PartName="/ppt/slideMasters/slideMaster39.xml" ContentType="application/vnd.openxmlformats-officedocument.presentationml.slideMaster+xml"/>
  <Override PartName="/ppt/slideMasters/slideMaster41.xml" ContentType="application/vnd.openxmlformats-officedocument.presentationml.slideMaster+xml"/>
  <Override PartName="/ppt/slideMasters/slideMaster42.xml" ContentType="application/vnd.openxmlformats-officedocument.presentationml.slideMaster+xml"/>
  <Override PartName="/ppt/slideMasters/slideMaster31.xml" ContentType="application/vnd.openxmlformats-officedocument.presentationml.slideMaster+xml"/>
  <Override PartName="/ppt/slideMasters/slideMaster29.xml" ContentType="application/vnd.openxmlformats-officedocument.presentationml.slideMaster+xml"/>
  <Override PartName="/ppt/slideMasters/slideMaster43.xml" ContentType="application/vnd.openxmlformats-officedocument.presentationml.slideMaster+xml"/>
  <Override PartName="/ppt/slideMasters/slideMaster30.xml" ContentType="application/vnd.openxmlformats-officedocument.presentationml.slideMaster+xml"/>
  <Override PartName="/ppt/slideMasters/slideMaster28.xml" ContentType="application/vnd.openxmlformats-officedocument.presentationml.slideMaster+xml"/>
  <Override PartName="/ppt/slideMasters/slideMaster6.xml" ContentType="application/vnd.openxmlformats-officedocument.presentationml.slideMaster+xml"/>
  <Override PartName="/ppt/slideMasters/slideMaster12.xml" ContentType="application/vnd.openxmlformats-officedocument.presentationml.slideMaster+xml"/>
  <Override PartName="/ppt/slideMasters/slideMaster5.xml" ContentType="application/vnd.openxmlformats-officedocument.presentationml.slideMaster+xml"/>
  <Override PartName="/ppt/slideMasters/slideMaster11.xml" ContentType="application/vnd.openxmlformats-officedocument.presentationml.slideMaster+xml"/>
  <Override PartName="/ppt/slideMasters/slideMaster3.xml" ContentType="application/vnd.openxmlformats-officedocument.presentationml.slideMaster+xml"/>
  <Override PartName="/ppt/slideMasters/slideMaster46.xml" ContentType="application/vnd.openxmlformats-officedocument.presentationml.slideMaster+xml"/>
  <Override PartName="/ppt/slideMasters/slideMaster4.xml" ContentType="application/vnd.openxmlformats-officedocument.presentationml.slideMaster+xml"/>
  <Override PartName="/ppt/slideMasters/slideMaster47.xml" ContentType="application/vnd.openxmlformats-officedocument.presentationml.slideMaster+xml"/>
  <Override PartName="/ppt/slideMasters/slideMaster10.xml" ContentType="application/vnd.openxmlformats-officedocument.presentationml.slideMaster+xml"/>
  <Override PartName="/ppt/slideMasters/slideMaster45.xml" ContentType="application/vnd.openxmlformats-officedocument.presentationml.slideMaster+xml"/>
  <Override PartName="/ppt/slideMasters/slideMaster2.xml" ContentType="application/vnd.openxmlformats-officedocument.presentationml.slideMaster+xml"/>
  <Override PartName="/ppt/slideMasters/slideMaster27.xml" ContentType="application/vnd.openxmlformats-officedocument.presentationml.slideMaster+xml"/>
  <Override PartName="/ppt/presProps.xml" ContentType="application/vnd.openxmlformats-officedocument.presentationml.presProps+xml"/>
  <Override PartName="/ppt/theme/theme29.xml" ContentType="application/vnd.openxmlformats-officedocument.theme+xml"/>
  <Override PartName="/ppt/theme/theme28.xml" ContentType="application/vnd.openxmlformats-officedocument.theme+xml"/>
  <Override PartName="/ppt/theme/theme27.xml" ContentType="application/vnd.openxmlformats-officedocument.theme+xml"/>
  <Override PartName="/ppt/theme/theme26.xml" ContentType="application/vnd.openxmlformats-officedocument.theme+xml"/>
  <Override PartName="/ppt/theme/theme25.xml" ContentType="application/vnd.openxmlformats-officedocument.theme+xml"/>
  <Override PartName="/ppt/theme/theme24.xml" ContentType="application/vnd.openxmlformats-officedocument.theme+xml"/>
  <Override PartName="/ppt/theme/theme23.xml" ContentType="application/vnd.openxmlformats-officedocument.theme+xml"/>
  <Override PartName="/ppt/theme/theme22.xml" ContentType="application/vnd.openxmlformats-officedocument.theme+xml"/>
  <Override PartName="/ppt/theme/theme21.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18.xml" ContentType="application/vnd.openxmlformats-officedocument.theme+xml"/>
  <Override PartName="/ppt/theme/theme17.xml" ContentType="application/vnd.openxmlformats-officedocument.theme+xml"/>
  <Override PartName="/ppt/theme/theme16.xml" ContentType="application/vnd.openxmlformats-officedocument.theme+xml"/>
  <Override PartName="/ppt/theme/theme15.xml" ContentType="application/vnd.openxmlformats-officedocument.theme+xml"/>
  <Override PartName="/ppt/theme/theme14.xml" ContentType="application/vnd.openxmlformats-officedocument.theme+xml"/>
  <Override PartName="/ppt/theme/theme1.xml" ContentType="application/vnd.openxmlformats-officedocument.theme+xml"/>
  <Override PartName="/ppt/theme/theme11.xml" ContentType="application/vnd.openxmlformats-officedocument.theme+xml"/>
  <Override PartName="/ppt/theme/theme48.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7.xml" ContentType="application/vnd.openxmlformats-officedocument.theme+xml"/>
  <Override PartName="/ppt/theme/theme38.xml" ContentType="application/vnd.openxmlformats-officedocument.theme+xml"/>
  <Override PartName="/ppt/theme/theme40.xml" ContentType="application/vnd.openxmlformats-officedocument.theme+xml"/>
  <Override PartName="/ppt/theme/theme39.xml" ContentType="application/vnd.openxmlformats-officedocument.theme+xml"/>
  <Override PartName="/ppt/theme/theme41.xml" ContentType="application/vnd.openxmlformats-officedocument.theme+xml"/>
  <Override PartName="/ppt/theme/theme42.xml" ContentType="application/vnd.openxmlformats-officedocument.theme+xml"/>
  <Override PartName="/ppt/theme/theme43.xml" ContentType="application/vnd.openxmlformats-officedocument.theme+xml"/>
  <Override PartName="/ppt/theme/theme44.xml" ContentType="application/vnd.openxmlformats-officedocument.theme+xml"/>
  <Override PartName="/ppt/theme/theme45.xml" ContentType="application/vnd.openxmlformats-officedocument.theme+xml"/>
  <Override PartName="/ppt/theme/theme47.xml" ContentType="application/vnd.openxmlformats-officedocument.theme+xml"/>
  <Override PartName="/ppt/theme/theme10.xml" ContentType="application/vnd.openxmlformats-officedocument.theme+xml"/>
  <Override PartName="/ppt/theme/theme36.xml" ContentType="application/vnd.openxmlformats-officedocument.theme+xml"/>
  <Override PartName="/ppt/theme/theme9.xml" ContentType="application/vnd.openxmlformats-officedocument.theme+xml"/>
  <Override PartName="/ppt/theme/theme46.xml" ContentType="application/vnd.openxmlformats-officedocument.theme+xml"/>
  <Override PartName="/ppt/theme/theme8.xml" ContentType="application/vnd.openxmlformats-officedocument.theme+xml"/>
  <Override PartName="/ppt/theme/theme35.xml" ContentType="application/vnd.openxmlformats-officedocument.theme+xml"/>
  <Override PartName="/ppt/theme/theme7.xml" ContentType="application/vnd.openxmlformats-officedocument.theme+xml"/>
  <Override PartName="/ppt/theme/theme34.xml" ContentType="application/vnd.openxmlformats-officedocument.theme+xml"/>
  <Override PartName="/ppt/theme/theme6.xml" ContentType="application/vnd.openxmlformats-officedocument.theme+xml"/>
  <Override PartName="/ppt/theme/theme33.xml" ContentType="application/vnd.openxmlformats-officedocument.theme+xml"/>
  <Override PartName="/ppt/theme/theme5.xml" ContentType="application/vnd.openxmlformats-officedocument.theme+xml"/>
  <Override PartName="/ppt/theme/theme32.xml" ContentType="application/vnd.openxmlformats-officedocument.theme+xml"/>
  <Override PartName="/ppt/theme/theme4.xml" ContentType="application/vnd.openxmlformats-officedocument.theme+xml"/>
  <Override PartName="/ppt/theme/theme31.xml" ContentType="application/vnd.openxmlformats-officedocument.theme+xml"/>
  <Override PartName="/ppt/theme/theme13.xml" ContentType="application/vnd.openxmlformats-officedocument.theme+xml"/>
  <Override PartName="/ppt/theme/theme3.xml" ContentType="application/vnd.openxmlformats-officedocument.theme+xml"/>
  <Override PartName="/ppt/theme/theme30.xml" ContentType="application/vnd.openxmlformats-officedocument.theme+xml"/>
  <Override PartName="/ppt/_rels/presentation.xml.rels" ContentType="application/vnd.openxmlformats-package.relationships+xml"/>
  <Override PartName="/ppt/media/image13.png" ContentType="image/png"/>
  <Override PartName="/ppt/media/image4.png" ContentType="image/png"/>
  <Override PartName="/ppt/media/image9.png" ContentType="image/png"/>
  <Override PartName="/ppt/media/image18.png" ContentType="image/png"/>
  <Override PartName="/ppt/media/image20.png" ContentType="image/png"/>
  <Override PartName="/ppt/media/image12.png" ContentType="image/png"/>
  <Override PartName="/ppt/media/image3.png" ContentType="image/png"/>
  <Override PartName="/ppt/media/image21.png" ContentType="image/png"/>
  <Override PartName="/ppt/media/image19.png" ContentType="image/png"/>
  <Override PartName="/ppt/media/image15.jpeg" ContentType="image/jpeg"/>
  <Override PartName="/ppt/media/image5.png" ContentType="image/png"/>
  <Override PartName="/ppt/media/image14.png" ContentType="image/png"/>
  <Override PartName="/ppt/media/image6.png" ContentType="image/png"/>
  <Override PartName="/ppt/media/image1.png" ContentType="image/png"/>
  <Override PartName="/ppt/media/image10.png" ContentType="image/png"/>
  <Override PartName="/ppt/media/image16.png" ContentType="image/png"/>
  <Override PartName="/ppt/media/image7.png" ContentType="image/png"/>
  <Override PartName="/ppt/media/image2.png" ContentType="image/png"/>
  <Override PartName="/ppt/media/image11.png" ContentType="image/png"/>
  <Override PartName="/ppt/media/image8.png" ContentType="image/png"/>
  <Override PartName="/ppt/media/image17.png" ContentType="image/png"/>
  <Override PartName="/ppt/notesMasters/_rels/notesMaster1.xml.rels" ContentType="application/vnd.openxmlformats-package.relationships+xml"/>
  <Override PartName="/ppt/notesMasters/notesMaster1.xml" ContentType="application/vnd.openxmlformats-officedocument.presentationml.notesMaster+xml"/>
  <Override PartName="/ppt/slideLayouts/slideLayout22.xml" ContentType="application/vnd.openxmlformats-officedocument.presentationml.slideLayout+xml"/>
  <Override PartName="/ppt/slideLayouts/_rels/slideLayout5.xml.rels" ContentType="application/vnd.openxmlformats-package.relationships+xml"/>
  <Override PartName="/ppt/slideLayouts/_rels/slideLayout13.xml.rels" ContentType="application/vnd.openxmlformats-package.relationships+xml"/>
  <Override PartName="/ppt/slideLayouts/_rels/slideLayout6.xml.rels" ContentType="application/vnd.openxmlformats-package.relationships+xml"/>
  <Override PartName="/ppt/slideLayouts/_rels/slideLayout14.xml.rels" ContentType="application/vnd.openxmlformats-package.relationships+xml"/>
  <Override PartName="/ppt/slideLayouts/_rels/slideLayout27.xml.rels" ContentType="application/vnd.openxmlformats-package.relationships+xml"/>
  <Override PartName="/ppt/slideLayouts/_rels/slideLayout7.xml.rels" ContentType="application/vnd.openxmlformats-package.relationships+xml"/>
  <Override PartName="/ppt/slideLayouts/_rels/slideLayout15.xml.rels" ContentType="application/vnd.openxmlformats-package.relationships+xml"/>
  <Override PartName="/ppt/slideLayouts/_rels/slideLayout47.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12.xml.rels" ContentType="application/vnd.openxmlformats-package.relationships+xml"/>
  <Override PartName="/ppt/slideLayouts/_rels/slideLayout4.xml.rels" ContentType="application/vnd.openxmlformats-package.relationships+xml"/>
  <Override PartName="/ppt/slideLayouts/_rels/slideLayout28.xml.rels" ContentType="application/vnd.openxmlformats-package.relationships+xml"/>
  <Override PartName="/ppt/slideLayouts/_rels/slideLayout8.xml.rels" ContentType="application/vnd.openxmlformats-package.relationships+xml"/>
  <Override PartName="/ppt/slideLayouts/_rels/slideLayout16.xml.rels" ContentType="application/vnd.openxmlformats-package.relationships+xml"/>
  <Override PartName="/ppt/slideLayouts/_rels/slideLayout30.xml.rels" ContentType="application/vnd.openxmlformats-package.relationships+xml"/>
  <Override PartName="/ppt/slideLayouts/_rels/slideLayout29.xml.rels" ContentType="application/vnd.openxmlformats-package.relationships+xml"/>
  <Override PartName="/ppt/slideLayouts/_rels/slideLayout26.xml.rels" ContentType="application/vnd.openxmlformats-package.relationships+xml"/>
  <Override PartName="/ppt/slideLayouts/_rels/slideLayout37.xml.rels" ContentType="application/vnd.openxmlformats-package.relationships+xml"/>
  <Override PartName="/ppt/slideLayouts/_rels/slideLayout25.xml.rels" ContentType="application/vnd.openxmlformats-package.relationships+xml"/>
  <Override PartName="/ppt/slideLayouts/_rels/slideLayout36.xml.rels" ContentType="application/vnd.openxmlformats-package.relationships+xml"/>
  <Override PartName="/ppt/slideLayouts/_rels/slideLayout24.xml.rels" ContentType="application/vnd.openxmlformats-package.relationships+xml"/>
  <Override PartName="/ppt/slideLayouts/_rels/slideLayout39.xml.rels" ContentType="application/vnd.openxmlformats-package.relationships+xml"/>
  <Override PartName="/ppt/slideLayouts/_rels/slideLayout41.xml.rels" ContentType="application/vnd.openxmlformats-package.relationships+xml"/>
  <Override PartName="/ppt/slideLayouts/_rels/slideLayout35.xml.rels" ContentType="application/vnd.openxmlformats-package.relationships+xml"/>
  <Override PartName="/ppt/slideLayouts/_rels/slideLayout23.xml.rels" ContentType="application/vnd.openxmlformats-package.relationships+xml"/>
  <Override PartName="/ppt/slideLayouts/_rels/slideLayout18.xml.rels" ContentType="application/vnd.openxmlformats-package.relationships+xml"/>
  <Override PartName="/ppt/slideLayouts/_rels/slideLayout20.xml.rels" ContentType="application/vnd.openxmlformats-package.relationships+xml"/>
  <Override PartName="/ppt/slideLayouts/_rels/slideLayout19.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38.xml.rels" ContentType="application/vnd.openxmlformats-package.relationships+xml"/>
  <Override PartName="/ppt/slideLayouts/_rels/slideLayout40.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4.xml.rels" ContentType="application/vnd.openxmlformats-package.relationships+xml"/>
  <Override PartName="/ppt/slideLayouts/_rels/slideLayout33.xml.rels" ContentType="application/vnd.openxmlformats-package.relationships+xml"/>
  <Override PartName="/ppt/slideLayouts/_rels/slideLayout45.xml.rels" ContentType="application/vnd.openxmlformats-package.relationships+xml"/>
  <Override PartName="/ppt/slideLayouts/_rels/slideLayout34.xml.rels" ContentType="application/vnd.openxmlformats-package.relationships+xml"/>
  <Override PartName="/ppt/slideLayouts/_rels/slideLayout1.xml.rels" ContentType="application/vnd.openxmlformats-package.relationships+xml"/>
  <Override PartName="/ppt/slideLayouts/_rels/slideLayout46.xml.rels" ContentType="application/vnd.openxmlformats-package.relationships+xml"/>
  <Override PartName="/ppt/slideLayouts/_rels/slideLayout3.xml.rels" ContentType="application/vnd.openxmlformats-package.relationships+xml"/>
  <Override PartName="/ppt/slideLayouts/_rels/slideLayout11.xml.rels" ContentType="application/vnd.openxmlformats-package.relationships+xml"/>
  <Override PartName="/ppt/slideLayouts/_rels/slideLayout32.xml.rels" ContentType="application/vnd.openxmlformats-package.relationships+xml"/>
  <Override PartName="/ppt/slideLayouts/_rels/slideLayout31.xml.rels" ContentType="application/vnd.openxmlformats-package.relationships+xml"/>
  <Override PartName="/ppt/slideLayouts/_rels/slideLayout9.xml.rels" ContentType="application/vnd.openxmlformats-package.relationships+xml"/>
  <Override PartName="/ppt/slideLayouts/_rels/slideLayout17.xml.rels" ContentType="application/vnd.openxmlformats-package.relationships+xml"/>
  <Override PartName="/ppt/slideLayouts/slideLayout21.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18.xml" ContentType="application/vnd.openxmlformats-officedocument.presentationml.slideLayout+xml"/>
  <Override PartName="/ppt/slideLayouts/slideLayout17.xml" ContentType="application/vnd.openxmlformats-officedocument.presentationml.slideLayout+xml"/>
  <Override PartName="/ppt/slideLayouts/slideLayout16.xml" ContentType="application/vnd.openxmlformats-officedocument.presentationml.slideLayout+xml"/>
  <Override PartName="/ppt/slideLayouts/slideLayout15.xml" ContentType="application/vnd.openxmlformats-officedocument.presentationml.slideLayout+xml"/>
  <Override PartName="/ppt/slideLayouts/slideLayout14.xml" ContentType="application/vnd.openxmlformats-officedocument.presentationml.slideLayout+xml"/>
  <Override PartName="/ppt/slideLayouts/slideLayout23.xml" ContentType="application/vnd.openxmlformats-officedocument.presentationml.slideLayout+xml"/>
  <Override PartName="/ppt/slideLayouts/slideLayout1.xml" ContentType="application/vnd.openxmlformats-officedocument.presentationml.slideLayout+xml"/>
  <Override PartName="/ppt/slideLayouts/slideLayout39.xml" ContentType="application/vnd.openxmlformats-officedocument.presentationml.slideLayout+xml"/>
  <Override PartName="/ppt/slideLayouts/slideLayout24.xml" ContentType="application/vnd.openxmlformats-officedocument.presentationml.slideLayout+xml"/>
  <Override PartName="/ppt/slideLayouts/slideLayout2.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26.xml" ContentType="application/vnd.openxmlformats-officedocument.presentationml.slideLayout+xml"/>
  <Override PartName="/ppt/slideLayouts/slideLayout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33.xml" ContentType="application/vnd.openxmlformats-officedocument.presentationml.slideLayout+xml"/>
  <Override PartName="/ppt/slideLayouts/slideLayout9.xml" ContentType="application/vnd.openxmlformats-officedocument.presentationml.slideLayout+xml"/>
  <Override PartName="/ppt/slideLayouts/slideLayout45.xml" ContentType="application/vnd.openxmlformats-officedocument.presentationml.slideLayout+xml"/>
  <Override PartName="/ppt/slideLayouts/slideLayout34.xml" ContentType="application/vnd.openxmlformats-officedocument.presentationml.slideLayout+xml"/>
  <Override PartName="/ppt/slideLayouts/slideLayout46.xml" ContentType="application/vnd.openxmlformats-officedocument.presentationml.slideLayout+xml"/>
  <Override PartName="/ppt/slideLayouts/slideLayout11.xml" ContentType="application/vnd.openxmlformats-officedocument.presentationml.slideLayout+xml"/>
  <Override PartName="/ppt/slideLayouts/slideLayout32.xml" ContentType="application/vnd.openxmlformats-officedocument.presentationml.slideLayout+xml"/>
  <Override PartName="/ppt/slideLayouts/slideLayout8.xml" ContentType="application/vnd.openxmlformats-officedocument.presentationml.slideLayout+xml"/>
  <Override PartName="/ppt/slideLayouts/slideLayout31.xml" ContentType="application/vnd.openxmlformats-officedocument.presentationml.slideLayout+xml"/>
  <Override PartName="/ppt/slideLayouts/slideLayout7.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6.xml" ContentType="application/vnd.openxmlformats-officedocument.presentationml.slideLayout+xml"/>
  <Override PartName="/ppt/slideLayouts/slideLayout28.xml" ContentType="application/vnd.openxmlformats-officedocument.presentationml.slideLayout+xml"/>
  <Override PartName="/ppt/slideLayouts/slideLayout13.xml" ContentType="application/vnd.openxmlformats-officedocument.presentationml.slideLayout+xml"/>
  <Override PartName="/ppt/slideLayouts/slideLayout12.xml" ContentType="application/vnd.openxmlformats-officedocument.presentationml.slideLayout+xml"/>
  <Override PartName="/ppt/slideLayouts/slideLayout10.xml" ContentType="application/vnd.openxmlformats-officedocument.presentationml.slideLayout+xml"/>
  <Override PartName="/ppt/slideLayouts/slideLayout47.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slides/_rels/slide1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35.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6.xml.rels" ContentType="application/vnd.openxmlformats-package.relationships+xml"/>
  <Override PartName="/ppt/slides/_rels/slide1.xml.rels" ContentType="application/vnd.openxmlformats-package.relationships+xml"/>
  <Override PartName="/ppt/slides/_rels/slide13.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notesSlides/_rels/notesSlide31.xml.rels" ContentType="application/vnd.openxmlformats-package.relationships+xml"/>
  <Override PartName="/ppt/notesSlides/notesSlide3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 id="2147483670" r:id="rId13"/>
    <p:sldMasterId id="2147483672" r:id="rId14"/>
    <p:sldMasterId id="2147483674" r:id="rId15"/>
    <p:sldMasterId id="2147483676" r:id="rId16"/>
    <p:sldMasterId id="2147483678" r:id="rId17"/>
    <p:sldMasterId id="2147483680" r:id="rId18"/>
    <p:sldMasterId id="2147483682" r:id="rId19"/>
    <p:sldMasterId id="2147483684" r:id="rId20"/>
    <p:sldMasterId id="2147483686" r:id="rId21"/>
    <p:sldMasterId id="2147483688" r:id="rId22"/>
    <p:sldMasterId id="2147483690" r:id="rId23"/>
    <p:sldMasterId id="2147483692" r:id="rId24"/>
    <p:sldMasterId id="2147483694" r:id="rId25"/>
    <p:sldMasterId id="2147483696" r:id="rId26"/>
    <p:sldMasterId id="2147483698" r:id="rId27"/>
    <p:sldMasterId id="2147483700" r:id="rId28"/>
    <p:sldMasterId id="2147483702" r:id="rId29"/>
    <p:sldMasterId id="2147483704" r:id="rId30"/>
    <p:sldMasterId id="2147483706" r:id="rId31"/>
    <p:sldMasterId id="2147483708" r:id="rId32"/>
    <p:sldMasterId id="2147483710" r:id="rId33"/>
    <p:sldMasterId id="2147483712" r:id="rId34"/>
    <p:sldMasterId id="2147483714" r:id="rId35"/>
    <p:sldMasterId id="2147483716" r:id="rId36"/>
    <p:sldMasterId id="2147483718" r:id="rId37"/>
    <p:sldMasterId id="2147483720" r:id="rId38"/>
    <p:sldMasterId id="2147483722" r:id="rId39"/>
    <p:sldMasterId id="2147483724" r:id="rId40"/>
    <p:sldMasterId id="2147483726" r:id="rId41"/>
    <p:sldMasterId id="2147483728" r:id="rId42"/>
    <p:sldMasterId id="2147483730" r:id="rId43"/>
    <p:sldMasterId id="2147483732" r:id="rId44"/>
    <p:sldMasterId id="2147483734" r:id="rId45"/>
    <p:sldMasterId id="2147483736" r:id="rId46"/>
    <p:sldMasterId id="2147483738" r:id="rId47"/>
    <p:sldMasterId id="2147483740" r:id="rId48"/>
  </p:sldMasterIdLst>
  <p:notesMasterIdLst>
    <p:notesMasterId r:id="rId49"/>
  </p:notesMasterIdLst>
  <p:sldIdLst>
    <p:sldId id="256" r:id="rId50"/>
    <p:sldId id="257" r:id="rId51"/>
    <p:sldId id="258" r:id="rId52"/>
    <p:sldId id="259" r:id="rId53"/>
    <p:sldId id="260" r:id="rId54"/>
    <p:sldId id="261" r:id="rId55"/>
    <p:sldId id="262" r:id="rId56"/>
    <p:sldId id="263" r:id="rId57"/>
    <p:sldId id="264" r:id="rId58"/>
    <p:sldId id="265" r:id="rId59"/>
    <p:sldId id="266" r:id="rId60"/>
    <p:sldId id="267" r:id="rId61"/>
    <p:sldId id="268" r:id="rId62"/>
    <p:sldId id="269" r:id="rId63"/>
    <p:sldId id="270" r:id="rId64"/>
    <p:sldId id="271" r:id="rId65"/>
    <p:sldId id="272" r:id="rId66"/>
    <p:sldId id="273" r:id="rId67"/>
    <p:sldId id="274" r:id="rId68"/>
    <p:sldId id="275" r:id="rId69"/>
    <p:sldId id="276" r:id="rId70"/>
    <p:sldId id="277" r:id="rId71"/>
    <p:sldId id="278" r:id="rId72"/>
    <p:sldId id="279" r:id="rId73"/>
    <p:sldId id="280" r:id="rId74"/>
    <p:sldId id="281" r:id="rId75"/>
    <p:sldId id="282" r:id="rId76"/>
    <p:sldId id="283" r:id="rId77"/>
    <p:sldId id="284" r:id="rId78"/>
    <p:sldId id="285" r:id="rId79"/>
    <p:sldId id="286" r:id="rId80"/>
    <p:sldId id="287" r:id="rId81"/>
    <p:sldId id="288" r:id="rId82"/>
    <p:sldId id="289" r:id="rId83"/>
    <p:sldId id="290" r:id="rId84"/>
    <p:sldId id="291" r:id="rId85"/>
    <p:sldId id="292" r:id="rId86"/>
  </p:sldIdLst>
  <p:sldSz cx="12192000" cy="6858000"/>
  <p:notesSz cx="7559675" cy="10691813"/>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Master" Target="slideMasters/slideMaster22.xml"/><Relationship Id="rId24" Type="http://schemas.openxmlformats.org/officeDocument/2006/relationships/slideMaster" Target="slideMasters/slideMaster23.xml"/><Relationship Id="rId25" Type="http://schemas.openxmlformats.org/officeDocument/2006/relationships/slideMaster" Target="slideMasters/slideMaster24.xml"/><Relationship Id="rId26" Type="http://schemas.openxmlformats.org/officeDocument/2006/relationships/slideMaster" Target="slideMasters/slideMaster25.xml"/><Relationship Id="rId27" Type="http://schemas.openxmlformats.org/officeDocument/2006/relationships/slideMaster" Target="slideMasters/slideMaster26.xml"/><Relationship Id="rId28" Type="http://schemas.openxmlformats.org/officeDocument/2006/relationships/slideMaster" Target="slideMasters/slideMaster27.xml"/><Relationship Id="rId29" Type="http://schemas.openxmlformats.org/officeDocument/2006/relationships/slideMaster" Target="slideMasters/slideMaster28.xml"/><Relationship Id="rId30" Type="http://schemas.openxmlformats.org/officeDocument/2006/relationships/slideMaster" Target="slideMasters/slideMaster29.xml"/><Relationship Id="rId31" Type="http://schemas.openxmlformats.org/officeDocument/2006/relationships/slideMaster" Target="slideMasters/slideMaster30.xml"/><Relationship Id="rId32" Type="http://schemas.openxmlformats.org/officeDocument/2006/relationships/slideMaster" Target="slideMasters/slideMaster31.xml"/><Relationship Id="rId33" Type="http://schemas.openxmlformats.org/officeDocument/2006/relationships/slideMaster" Target="slideMasters/slideMaster32.xml"/><Relationship Id="rId34" Type="http://schemas.openxmlformats.org/officeDocument/2006/relationships/slideMaster" Target="slideMasters/slideMaster33.xml"/><Relationship Id="rId35" Type="http://schemas.openxmlformats.org/officeDocument/2006/relationships/slideMaster" Target="slideMasters/slideMaster34.xml"/><Relationship Id="rId36" Type="http://schemas.openxmlformats.org/officeDocument/2006/relationships/slideMaster" Target="slideMasters/slideMaster35.xml"/><Relationship Id="rId37" Type="http://schemas.openxmlformats.org/officeDocument/2006/relationships/slideMaster" Target="slideMasters/slideMaster36.xml"/><Relationship Id="rId38" Type="http://schemas.openxmlformats.org/officeDocument/2006/relationships/slideMaster" Target="slideMasters/slideMaster37.xml"/><Relationship Id="rId39" Type="http://schemas.openxmlformats.org/officeDocument/2006/relationships/slideMaster" Target="slideMasters/slideMaster38.xml"/><Relationship Id="rId40" Type="http://schemas.openxmlformats.org/officeDocument/2006/relationships/slideMaster" Target="slideMasters/slideMaster39.xml"/><Relationship Id="rId41" Type="http://schemas.openxmlformats.org/officeDocument/2006/relationships/slideMaster" Target="slideMasters/slideMaster40.xml"/><Relationship Id="rId42" Type="http://schemas.openxmlformats.org/officeDocument/2006/relationships/slideMaster" Target="slideMasters/slideMaster41.xml"/><Relationship Id="rId43" Type="http://schemas.openxmlformats.org/officeDocument/2006/relationships/slideMaster" Target="slideMasters/slideMaster42.xml"/><Relationship Id="rId44" Type="http://schemas.openxmlformats.org/officeDocument/2006/relationships/slideMaster" Target="slideMasters/slideMaster43.xml"/><Relationship Id="rId45" Type="http://schemas.openxmlformats.org/officeDocument/2006/relationships/slideMaster" Target="slideMasters/slideMaster44.xml"/><Relationship Id="rId46" Type="http://schemas.openxmlformats.org/officeDocument/2006/relationships/slideMaster" Target="slideMasters/slideMaster45.xml"/><Relationship Id="rId47" Type="http://schemas.openxmlformats.org/officeDocument/2006/relationships/slideMaster" Target="slideMasters/slideMaster46.xml"/><Relationship Id="rId48" Type="http://schemas.openxmlformats.org/officeDocument/2006/relationships/slideMaster" Target="slideMasters/slideMaster47.xml"/><Relationship Id="rId49" Type="http://schemas.openxmlformats.org/officeDocument/2006/relationships/notesMaster" Target="notesMasters/notesMaster1.xml"/><Relationship Id="rId50" Type="http://schemas.openxmlformats.org/officeDocument/2006/relationships/slide" Target="slides/slide1.xml"/><Relationship Id="rId51" Type="http://schemas.openxmlformats.org/officeDocument/2006/relationships/slide" Target="slides/slide2.xml"/><Relationship Id="rId52" Type="http://schemas.openxmlformats.org/officeDocument/2006/relationships/slide" Target="slides/slide3.xml"/><Relationship Id="rId53" Type="http://schemas.openxmlformats.org/officeDocument/2006/relationships/slide" Target="slides/slide4.xml"/><Relationship Id="rId54" Type="http://schemas.openxmlformats.org/officeDocument/2006/relationships/slide" Target="slides/slide5.xml"/><Relationship Id="rId55" Type="http://schemas.openxmlformats.org/officeDocument/2006/relationships/slide" Target="slides/slide6.xml"/><Relationship Id="rId56" Type="http://schemas.openxmlformats.org/officeDocument/2006/relationships/slide" Target="slides/slide7.xml"/><Relationship Id="rId57" Type="http://schemas.openxmlformats.org/officeDocument/2006/relationships/slide" Target="slides/slide8.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2.xml"/><Relationship Id="rId62" Type="http://schemas.openxmlformats.org/officeDocument/2006/relationships/slide" Target="slides/slide13.xml"/><Relationship Id="rId63" Type="http://schemas.openxmlformats.org/officeDocument/2006/relationships/slide" Target="slides/slide14.xml"/><Relationship Id="rId64" Type="http://schemas.openxmlformats.org/officeDocument/2006/relationships/slide" Target="slides/slide15.xml"/><Relationship Id="rId65" Type="http://schemas.openxmlformats.org/officeDocument/2006/relationships/slide" Target="slides/slide16.xml"/><Relationship Id="rId66" Type="http://schemas.openxmlformats.org/officeDocument/2006/relationships/slide" Target="slides/slide17.xml"/><Relationship Id="rId67" Type="http://schemas.openxmlformats.org/officeDocument/2006/relationships/slide" Target="slides/slide18.xml"/><Relationship Id="rId68" Type="http://schemas.openxmlformats.org/officeDocument/2006/relationships/slide" Target="slides/slide19.xml"/><Relationship Id="rId69" Type="http://schemas.openxmlformats.org/officeDocument/2006/relationships/slide" Target="slides/slide20.xml"/><Relationship Id="rId70" Type="http://schemas.openxmlformats.org/officeDocument/2006/relationships/slide" Target="slides/slide21.xml"/><Relationship Id="rId71" Type="http://schemas.openxmlformats.org/officeDocument/2006/relationships/slide" Target="slides/slide22.xml"/><Relationship Id="rId72" Type="http://schemas.openxmlformats.org/officeDocument/2006/relationships/slide" Target="slides/slide23.xml"/><Relationship Id="rId73" Type="http://schemas.openxmlformats.org/officeDocument/2006/relationships/slide" Target="slides/slide24.xml"/><Relationship Id="rId74" Type="http://schemas.openxmlformats.org/officeDocument/2006/relationships/slide" Target="slides/slide25.xml"/><Relationship Id="rId75" Type="http://schemas.openxmlformats.org/officeDocument/2006/relationships/slide" Target="slides/slide26.xml"/><Relationship Id="rId76" Type="http://schemas.openxmlformats.org/officeDocument/2006/relationships/slide" Target="slides/slide27.xml"/><Relationship Id="rId77" Type="http://schemas.openxmlformats.org/officeDocument/2006/relationships/slide" Target="slides/slide28.xml"/><Relationship Id="rId78" Type="http://schemas.openxmlformats.org/officeDocument/2006/relationships/slide" Target="slides/slide29.xml"/><Relationship Id="rId79" Type="http://schemas.openxmlformats.org/officeDocument/2006/relationships/slide" Target="slides/slide30.xml"/><Relationship Id="rId80" Type="http://schemas.openxmlformats.org/officeDocument/2006/relationships/slide" Target="slides/slide31.xml"/><Relationship Id="rId81" Type="http://schemas.openxmlformats.org/officeDocument/2006/relationships/slide" Target="slides/slide32.xml"/><Relationship Id="rId82" Type="http://schemas.openxmlformats.org/officeDocument/2006/relationships/slide" Target="slides/slide33.xml"/><Relationship Id="rId83" Type="http://schemas.openxmlformats.org/officeDocument/2006/relationships/slide" Target="slides/slide34.xml"/><Relationship Id="rId84" Type="http://schemas.openxmlformats.org/officeDocument/2006/relationships/slide" Target="slides/slide35.xml"/><Relationship Id="rId85" Type="http://schemas.openxmlformats.org/officeDocument/2006/relationships/slide" Target="slides/slide36.xml"/><Relationship Id="rId86" Type="http://schemas.openxmlformats.org/officeDocument/2006/relationships/slide" Target="slides/slide37.xml"/><Relationship Id="rId87" Type="http://schemas.openxmlformats.org/officeDocument/2006/relationships/presProps" Target="presProps.xml"/>
</Relationships>
</file>

<file path=ppt/charts/chart1.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layout>
        <c:manualLayout>
          <c:layoutTarget val="inner"/>
          <c:xMode val="edge"/>
          <c:yMode val="edge"/>
          <c:x val="0.216213287092229"/>
          <c:y val="0.0483166281161655"/>
          <c:w val="0.590441096781186"/>
          <c:h val="0.93189411462349"/>
        </c:manualLayout>
      </c:layout>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87000">
                    <a:srgbClr val="ff0000"/>
                  </a:gs>
                  <a:gs pos="100000">
                    <a:srgbClr val="b2244c"/>
                  </a:gs>
                </a:gsLst>
                <a:lin ang="10800000"/>
              </a:gradFill>
              <a:ln w="19080">
                <a:noFill/>
              </a:ln>
            </c:spPr>
          </c:dPt>
          <c:dPt>
            <c:idx val="1"/>
            <c:spPr>
              <a:solidFill>
                <a:srgbClr val="242e3d"/>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0.8</c:v>
                </c:pt>
                <c:pt idx="1">
                  <c:v>0.2</c:v>
                </c:pt>
              </c:numCache>
            </c:numRef>
          </c:val>
        </c:ser>
        <c:firstSliceAng val="0"/>
        <c:holeSize val="50"/>
      </c:doughnutChart>
      <c:spPr>
        <a:noFill/>
        <a:ln w="0">
          <a:noFill/>
        </a:ln>
      </c:spPr>
    </c:plotArea>
    <c:plotVisOnly val="1"/>
    <c:dispBlanksAs val="gap"/>
  </c:chart>
  <c:spPr>
    <a:noFill/>
    <a:ln w="0">
      <a:noFill/>
    </a:ln>
  </c:spPr>
</c:chartSpace>
</file>

<file path=ppt/charts/chart2.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100000">
                    <a:srgbClr val="ff0000"/>
                  </a:gs>
                  <a:gs pos="100000">
                    <a:srgbClr val="1f67db"/>
                  </a:gs>
                </a:gsLst>
                <a:lin ang="10800000"/>
              </a:gradFill>
              <a:ln w="19080">
                <a:noFill/>
              </a:ln>
            </c:spPr>
          </c:dPt>
          <c:dPt>
            <c:idx val="1"/>
            <c:spPr>
              <a:solidFill>
                <a:srgbClr val="344156"/>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0.3</c:v>
                </c:pt>
                <c:pt idx="1">
                  <c:v>0.7</c:v>
                </c:pt>
              </c:numCache>
            </c:numRef>
          </c:val>
        </c:ser>
        <c:firstSliceAng val="0"/>
        <c:holeSize val="50"/>
      </c:doughnutChart>
      <c:spPr>
        <a:noFill/>
        <a:ln w="0">
          <a:noFill/>
        </a:ln>
      </c:spPr>
    </c:plotArea>
    <c:plotVisOnly val="1"/>
    <c:dispBlanksAs val="gap"/>
  </c:chart>
  <c:spPr>
    <a:noFill/>
    <a:ln w="0">
      <a:noFill/>
    </a:ln>
  </c:spPr>
</c:chartSpace>
</file>

<file path=ppt/charts/chart3.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100000">
                    <a:srgbClr val="ff0000"/>
                  </a:gs>
                  <a:gs pos="100000">
                    <a:srgbClr val="1f67db"/>
                  </a:gs>
                </a:gsLst>
                <a:lin ang="10800000"/>
              </a:gradFill>
              <a:ln w="19080">
                <a:noFill/>
              </a:ln>
            </c:spPr>
          </c:dPt>
          <c:dPt>
            <c:idx val="1"/>
            <c:spPr>
              <a:solidFill>
                <a:srgbClr val="344156"/>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0.65</c:v>
                </c:pt>
                <c:pt idx="1">
                  <c:v>0.35</c:v>
                </c:pt>
              </c:numCache>
            </c:numRef>
          </c:val>
        </c:ser>
        <c:firstSliceAng val="0"/>
        <c:holeSize val="50"/>
      </c:doughnutChart>
      <c:spPr>
        <a:noFill/>
        <a:ln w="0">
          <a:noFill/>
        </a:ln>
      </c:spPr>
    </c:plotArea>
    <c:plotVisOnly val="1"/>
    <c:dispBlanksAs val="gap"/>
  </c:chart>
  <c:spPr>
    <a:noFill/>
    <a:ln w="0">
      <a:noFill/>
    </a:ln>
  </c:spPr>
</c:chartSpace>
</file>

<file path=ppt/charts/chart4.xml><?xml version="1.0" encoding="utf-8"?>
<c:chartSpace xmlns:c="http://schemas.openxmlformats.org/drawingml/2006/chart" xmlns:a="http://schemas.openxmlformats.org/drawingml/2006/main" xmlns:r="http://schemas.openxmlformats.org/officeDocument/2006/relationships">
  <c:lang val="en-US"/>
  <c:roundedCorners val="0"/>
  <c:chart>
    <c:autoTitleDeleted val="1"/>
    <c:plotArea>
      <c:doughnutChart>
        <c:varyColors val="1"/>
        <c:ser>
          <c:idx val="0"/>
          <c:order val="0"/>
          <c:tx>
            <c:strRef>
              <c:f>label 0</c:f>
              <c:strCache>
                <c:ptCount val="1"/>
                <c:pt idx="0">
                  <c:v>Sales</c:v>
                </c:pt>
              </c:strCache>
            </c:strRef>
          </c:tx>
          <c:spPr>
            <a:solidFill>
              <a:srgbClr val="6e84a6"/>
            </a:solidFill>
            <a:ln w="0">
              <a:noFill/>
            </a:ln>
          </c:spPr>
          <c:explosion val="0"/>
          <c:dPt>
            <c:idx val="0"/>
            <c:spPr>
              <a:gradFill>
                <a:gsLst>
                  <a:gs pos="100000">
                    <a:srgbClr val="ff0000"/>
                  </a:gs>
                  <a:gs pos="100000">
                    <a:srgbClr val="1f67db"/>
                  </a:gs>
                </a:gsLst>
                <a:lin ang="10800000"/>
              </a:gradFill>
              <a:ln w="19080">
                <a:noFill/>
              </a:ln>
            </c:spPr>
          </c:dPt>
          <c:dPt>
            <c:idx val="1"/>
            <c:spPr>
              <a:solidFill>
                <a:srgbClr val="344156"/>
              </a:solidFill>
              <a:ln w="19080">
                <a:noFill/>
              </a:ln>
            </c:spPr>
          </c:dPt>
          <c:dLbls>
            <c:dLbl>
              <c:idx val="0"/>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dLbl>
              <c:idx val="1"/>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dLbl>
            <c:txPr>
              <a:bodyPr wrap="square"/>
              <a:lstStyle/>
              <a:p>
                <a:pPr>
                  <a:defRPr b="0" sz="1000" spc="-1" strike="noStrike">
                    <a:solidFill>
                      <a:srgbClr val="10141a"/>
                    </a:solidFill>
                    <a:latin typeface="Open Sans"/>
                  </a:defRPr>
                </a:pPr>
              </a:p>
            </c:txPr>
            <c:showLegendKey val="0"/>
            <c:showVal val="0"/>
            <c:showCatName val="0"/>
            <c:showSerName val="0"/>
            <c:showPercent val="0"/>
            <c:separator>; </c:separator>
            <c:showLeaderLines val="1"/>
          </c:dLbls>
          <c:cat>
            <c:strRef>
              <c:f>categories</c:f>
              <c:strCache>
                <c:ptCount val="2"/>
                <c:pt idx="0">
                  <c:v>1st Qtr</c:v>
                </c:pt>
                <c:pt idx="1">
                  <c:v>2nd Qtr</c:v>
                </c:pt>
              </c:strCache>
            </c:strRef>
          </c:cat>
          <c:val>
            <c:numRef>
              <c:f>0</c:f>
              <c:numCache>
                <c:formatCode>0%</c:formatCode>
                <c:ptCount val="2"/>
                <c:pt idx="0">
                  <c:v>0.65</c:v>
                </c:pt>
                <c:pt idx="1">
                  <c:v>0.35</c:v>
                </c:pt>
              </c:numCache>
            </c:numRef>
          </c:val>
        </c:ser>
        <c:firstSliceAng val="0"/>
        <c:holeSize val="50"/>
      </c:doughnutChart>
      <c:spPr>
        <a:noFill/>
        <a:ln w="0">
          <a:noFill/>
        </a:ln>
      </c:spPr>
    </c:plotArea>
    <c:plotVisOnly val="1"/>
    <c:dispBlanksAs val="gap"/>
  </c:chart>
  <c:spPr>
    <a:noFill/>
    <a:ln w="0">
      <a:noFill/>
    </a:ln>
  </c:spPr>
</c:chartSpace>
</file>

<file path=ppt/notesMasters/_rels/notesMaster1.xml.rels><?xml version="1.0" encoding="UTF-8"?>
<Relationships xmlns="http://schemas.openxmlformats.org/package/2006/relationships"><Relationship Id="rId1" Type="http://schemas.openxmlformats.org/officeDocument/2006/relationships/theme" Target="../theme/theme48.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2"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1173"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1174"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1175" name="PlaceHolder 4"/>
          <p:cNvSpPr>
            <a:spLocks noGrp="1"/>
          </p:cNvSpPr>
          <p:nvPr>
            <p:ph type="dt" idx="1"/>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176" name="PlaceHolder 5"/>
          <p:cNvSpPr>
            <a:spLocks noGrp="1"/>
          </p:cNvSpPr>
          <p:nvPr>
            <p:ph type="ftr" idx="2"/>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77" name="PlaceHolder 6"/>
          <p:cNvSpPr>
            <a:spLocks noGrp="1"/>
          </p:cNvSpPr>
          <p:nvPr>
            <p:ph type="sldNum" idx="3"/>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E0CCB5CF-41C0-4036-A54E-528BB86D77E3}"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8" name="PlaceHolder 1"/>
          <p:cNvSpPr>
            <a:spLocks noGrp="1"/>
          </p:cNvSpPr>
          <p:nvPr>
            <p:ph type="sldImg"/>
          </p:nvPr>
        </p:nvSpPr>
        <p:spPr>
          <a:xfrm>
            <a:off x="573120" y="1336680"/>
            <a:ext cx="6413040" cy="3607920"/>
          </a:xfrm>
          <a:prstGeom prst="rect">
            <a:avLst/>
          </a:prstGeom>
          <a:ln w="0">
            <a:noFill/>
          </a:ln>
        </p:spPr>
      </p:sp>
      <p:sp>
        <p:nvSpPr>
          <p:cNvPr id="1299" name="PlaceHolder 2"/>
          <p:cNvSpPr>
            <a:spLocks noGrp="1"/>
          </p:cNvSpPr>
          <p:nvPr>
            <p:ph type="body"/>
          </p:nvPr>
        </p:nvSpPr>
        <p:spPr>
          <a:xfrm>
            <a:off x="755640" y="5145120"/>
            <a:ext cx="6048000" cy="4209840"/>
          </a:xfrm>
          <a:prstGeom prst="rect">
            <a:avLst/>
          </a:prstGeom>
          <a:noFill/>
          <a:ln w="0">
            <a:noFill/>
          </a:ln>
        </p:spPr>
        <p:txBody>
          <a:bodyPr lIns="91440" rIns="91440" tIns="45720" bIns="45720" anchor="t">
            <a:noAutofit/>
          </a:bodyPr>
          <a:p>
            <a:pPr marL="216000" indent="-216000">
              <a:buNone/>
            </a:pPr>
            <a:endParaRPr b="0" lang="en-US" sz="1800" spc="-1" strike="noStrike">
              <a:solidFill>
                <a:srgbClr val="000000"/>
              </a:solidFill>
              <a:latin typeface="Arial"/>
            </a:endParaRPr>
          </a:p>
        </p:txBody>
      </p:sp>
      <p:sp>
        <p:nvSpPr>
          <p:cNvPr id="1300" name="PlaceHolder 3"/>
          <p:cNvSpPr>
            <a:spLocks noGrp="1"/>
          </p:cNvSpPr>
          <p:nvPr>
            <p:ph type="sldNum" idx="4"/>
          </p:nvPr>
        </p:nvSpPr>
        <p:spPr>
          <a:xfrm>
            <a:off x="4281480" y="10155240"/>
            <a:ext cx="3276360" cy="536040"/>
          </a:xfrm>
          <a:prstGeom prst="rect">
            <a:avLst/>
          </a:prstGeom>
          <a:noFill/>
          <a:ln w="0">
            <a:noFill/>
          </a:ln>
        </p:spPr>
        <p:txBody>
          <a:bodyPr lIns="91440" rIns="91440" tIns="45720" bIns="45720" anchor="b">
            <a:noAutofit/>
          </a:bodyPr>
          <a:lstStyle>
            <a:lvl1pPr indent="0" algn="r" defTabSz="914400">
              <a:lnSpc>
                <a:spcPct val="100000"/>
              </a:lnSpc>
              <a:buNone/>
              <a:defRPr b="0" lang="en-GB" sz="1200" spc="-1" strike="noStrike">
                <a:solidFill>
                  <a:schemeClr val="dk1"/>
                </a:solidFill>
                <a:latin typeface="+mn-lt"/>
                <a:ea typeface="+mn-ea"/>
              </a:defRPr>
            </a:lvl1pPr>
          </a:lstStyle>
          <a:p>
            <a:pPr indent="0" algn="r" defTabSz="914400">
              <a:lnSpc>
                <a:spcPct val="100000"/>
              </a:lnSpc>
              <a:buNone/>
            </a:pPr>
            <a:fld id="{D6413F68-E55C-49CA-B58C-E7CB6945D627}" type="slidenum">
              <a:rPr b="0" lang="en-GB" sz="1200" spc="-1" strike="noStrike">
                <a:solidFill>
                  <a:schemeClr val="dk1"/>
                </a:solidFill>
                <a:latin typeface="+mn-lt"/>
                <a:ea typeface="+mn-ea"/>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3.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4.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25.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26.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27.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28.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29.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0.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2.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4.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5.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6.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37.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38.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39.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0.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2.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3.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5.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6.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çılış TR">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
    <p:spTree>
      <p:nvGrpSpPr>
        <p:cNvPr id="1" name=""/>
        <p:cNvGrpSpPr/>
        <p:nvPr/>
      </p:nvGrpSpPr>
      <p:grpSpPr>
        <a:xfrm>
          <a:off x="0" y="0"/>
          <a:ext cx="0" cy="0"/>
          <a:chOff x="0" y="0"/>
          <a:chExt cx="0" cy="0"/>
        </a:xfrm>
      </p:grpSpPr>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2">
    <p:spTree>
      <p:nvGrpSpPr>
        <p:cNvPr id="1" name=""/>
        <p:cNvGrpSpPr/>
        <p:nvPr/>
      </p:nvGrpSpPr>
      <p:grpSpPr>
        <a:xfrm>
          <a:off x="0" y="0"/>
          <a:ext cx="0" cy="0"/>
          <a:chOff x="0" y="0"/>
          <a:chExt cx="0" cy="0"/>
        </a:xfrm>
      </p:grpSpPr>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
    <p:spTree>
      <p:nvGrpSpPr>
        <p:cNvPr id="1" name=""/>
        <p:cNvGrpSpPr/>
        <p:nvPr/>
      </p:nvGrpSpPr>
      <p:grpSpPr>
        <a:xfrm>
          <a:off x="0" y="0"/>
          <a:ext cx="0" cy="0"/>
          <a:chOff x="0" y="0"/>
          <a:chExt cx="0" cy="0"/>
        </a:xfrm>
      </p:grpSpPr>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2">
    <p:spTree>
      <p:nvGrpSpPr>
        <p:cNvPr id="1" name=""/>
        <p:cNvGrpSpPr/>
        <p:nvPr/>
      </p:nvGrpSpPr>
      <p:grpSpPr>
        <a:xfrm>
          <a:off x="0" y="0"/>
          <a:ext cx="0" cy="0"/>
          <a:chOff x="0" y="0"/>
          <a:chExt cx="0" cy="0"/>
        </a:xfrm>
      </p:grpSpPr>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3">
    <p:spTree>
      <p:nvGrpSpPr>
        <p:cNvPr id="1" name=""/>
        <p:cNvGrpSpPr/>
        <p:nvPr/>
      </p:nvGrpSpPr>
      <p:grpSpPr>
        <a:xfrm>
          <a:off x="0" y="0"/>
          <a:ext cx="0" cy="0"/>
          <a:chOff x="0" y="0"/>
          <a:chExt cx="0" cy="0"/>
        </a:xfrm>
      </p:grpSpPr>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
    <p:spTree>
      <p:nvGrpSpPr>
        <p:cNvPr id="1" name=""/>
        <p:cNvGrpSpPr/>
        <p:nvPr/>
      </p:nvGrpSpPr>
      <p:grpSpPr>
        <a:xfrm>
          <a:off x="0" y="0"/>
          <a:ext cx="0" cy="0"/>
          <a:chOff x="0" y="0"/>
          <a:chExt cx="0" cy="0"/>
        </a:xfrm>
      </p:grpSpPr>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4">
    <p:spTree>
      <p:nvGrpSpPr>
        <p:cNvPr id="1" name=""/>
        <p:cNvGrpSpPr/>
        <p:nvPr/>
      </p:nvGrpSpPr>
      <p:grpSpPr>
        <a:xfrm>
          <a:off x="0" y="0"/>
          <a:ext cx="0" cy="0"/>
          <a:chOff x="0" y="0"/>
          <a:chExt cx="0" cy="0"/>
        </a:xfrm>
      </p:grpSpPr>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_2">
    <p:spTree>
      <p:nvGrpSpPr>
        <p:cNvPr id="1" name=""/>
        <p:cNvGrpSpPr/>
        <p:nvPr/>
      </p:nvGrpSpPr>
      <p:grpSpPr>
        <a:xfrm>
          <a:off x="0" y="0"/>
          <a:ext cx="0" cy="0"/>
          <a:chOff x="0" y="0"/>
          <a:chExt cx="0" cy="0"/>
        </a:xfrm>
      </p:grpSpPr>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9">
    <p:spTree>
      <p:nvGrpSpPr>
        <p:cNvPr id="1" name=""/>
        <p:cNvGrpSpPr/>
        <p:nvPr/>
      </p:nvGrpSpPr>
      <p:grpSpPr>
        <a:xfrm>
          <a:off x="0" y="0"/>
          <a:ext cx="0" cy="0"/>
          <a:chOff x="0" y="0"/>
          <a:chExt cx="0" cy="0"/>
        </a:xfrm>
      </p:grpSpPr>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1_Yazı+Fotoğraf_9">
    <p:spTree>
      <p:nvGrpSpPr>
        <p:cNvPr id="1" name=""/>
        <p:cNvGrpSpPr/>
        <p:nvPr/>
      </p:nvGrpSpPr>
      <p:grpSpPr>
        <a:xfrm>
          <a:off x="0" y="0"/>
          <a:ext cx="0" cy="0"/>
          <a:chOff x="0" y="0"/>
          <a:chExt cx="0" cy="0"/>
        </a:xfrm>
      </p:grpSpPr>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anış TR">
    <p:spTree>
      <p:nvGrpSpPr>
        <p:cNvPr id="1" name=""/>
        <p:cNvGrpSpPr/>
        <p:nvPr/>
      </p:nvGrpSpPr>
      <p:grpSpPr>
        <a:xfrm>
          <a:off x="0" y="0"/>
          <a:ext cx="0" cy="0"/>
          <a:chOff x="0" y="0"/>
          <a:chExt cx="0" cy="0"/>
        </a:xfrm>
      </p:grpSpPr>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
    <p:spTree>
      <p:nvGrpSpPr>
        <p:cNvPr id="1" name=""/>
        <p:cNvGrpSpPr/>
        <p:nvPr/>
      </p:nvGrpSpPr>
      <p:grpSpPr>
        <a:xfrm>
          <a:off x="0" y="0"/>
          <a:ext cx="0" cy="0"/>
          <a:chOff x="0" y="0"/>
          <a:chExt cx="0" cy="0"/>
        </a:xfrm>
      </p:grpSpPr>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9">
    <p:spTree>
      <p:nvGrpSpPr>
        <p:cNvPr id="1" name=""/>
        <p:cNvGrpSpPr/>
        <p:nvPr/>
      </p:nvGrpSpPr>
      <p:grpSpPr>
        <a:xfrm>
          <a:off x="0" y="0"/>
          <a:ext cx="0" cy="0"/>
          <a:chOff x="0" y="0"/>
          <a:chExt cx="0" cy="0"/>
        </a:xfrm>
      </p:grpSpPr>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8">
    <p:spTree>
      <p:nvGrpSpPr>
        <p:cNvPr id="1" name=""/>
        <p:cNvGrpSpPr/>
        <p:nvPr/>
      </p:nvGrpSpPr>
      <p:grpSpPr>
        <a:xfrm>
          <a:off x="0" y="0"/>
          <a:ext cx="0" cy="0"/>
          <a:chOff x="0" y="0"/>
          <a:chExt cx="0" cy="0"/>
        </a:xfrm>
      </p:grpSpPr>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peratör">
    <p:spTree>
      <p:nvGrpSpPr>
        <p:cNvPr id="1" name=""/>
        <p:cNvGrpSpPr/>
        <p:nvPr/>
      </p:nvGrpSpPr>
      <p:grpSpPr>
        <a:xfrm>
          <a:off x="0" y="0"/>
          <a:ext cx="0" cy="0"/>
          <a:chOff x="0" y="0"/>
          <a:chExt cx="0" cy="0"/>
        </a:xfrm>
      </p:grpSpPr>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8">
    <p:spTree>
      <p:nvGrpSpPr>
        <p:cNvPr id="1" name=""/>
        <p:cNvGrpSpPr/>
        <p:nvPr/>
      </p:nvGrpSpPr>
      <p:grpSpPr>
        <a:xfrm>
          <a:off x="0" y="0"/>
          <a:ext cx="0" cy="0"/>
          <a:chOff x="0" y="0"/>
          <a:chExt cx="0" cy="0"/>
        </a:xfrm>
      </p:grpSpPr>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_3">
    <p:spTree>
      <p:nvGrpSpPr>
        <p:cNvPr id="1" name=""/>
        <p:cNvGrpSpPr/>
        <p:nvPr/>
      </p:nvGrpSpPr>
      <p:grpSpPr>
        <a:xfrm>
          <a:off x="0" y="0"/>
          <a:ext cx="0" cy="0"/>
          <a:chOff x="0" y="0"/>
          <a:chExt cx="0" cy="0"/>
        </a:xfrm>
      </p:grpSpPr>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7">
    <p:spTree>
      <p:nvGrpSpPr>
        <p:cNvPr id="1" name=""/>
        <p:cNvGrpSpPr/>
        <p:nvPr/>
      </p:nvGrpSpPr>
      <p:grpSpPr>
        <a:xfrm>
          <a:off x="0" y="0"/>
          <a:ext cx="0" cy="0"/>
          <a:chOff x="0" y="0"/>
          <a:chExt cx="0" cy="0"/>
        </a:xfrm>
      </p:grpSpPr>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7">
    <p:spTree>
      <p:nvGrpSpPr>
        <p:cNvPr id="1" name=""/>
        <p:cNvGrpSpPr/>
        <p:nvPr/>
      </p:nvGrpSpPr>
      <p:grpSpPr>
        <a:xfrm>
          <a:off x="0" y="0"/>
          <a:ext cx="0" cy="0"/>
          <a:chOff x="0" y="0"/>
          <a:chExt cx="0" cy="0"/>
        </a:xfrm>
      </p:grpSpPr>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Fotoğraf_6">
    <p:spTree>
      <p:nvGrpSpPr>
        <p:cNvPr id="1" name=""/>
        <p:cNvGrpSpPr/>
        <p:nvPr/>
      </p:nvGrpSpPr>
      <p:grpSpPr>
        <a:xfrm>
          <a:off x="0" y="0"/>
          <a:ext cx="0" cy="0"/>
          <a:chOff x="0" y="0"/>
          <a:chExt cx="0" cy="0"/>
        </a:xfrm>
      </p:grpSpPr>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6">
    <p:spTree>
      <p:nvGrpSpPr>
        <p:cNvPr id="1" name=""/>
        <p:cNvGrpSpPr/>
        <p:nvPr/>
      </p:nvGrpSpPr>
      <p:grpSpPr>
        <a:xfrm>
          <a:off x="0" y="0"/>
          <a:ext cx="0" cy="0"/>
          <a:chOff x="0" y="0"/>
          <a:chExt cx="0" cy="0"/>
        </a:xfrm>
      </p:grpSpPr>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anış I Arz Ederim">
    <p:spTree>
      <p:nvGrpSpPr>
        <p:cNvPr id="1" name=""/>
        <p:cNvGrpSpPr/>
        <p:nvPr/>
      </p:nvGrpSpPr>
      <p:grpSpPr>
        <a:xfrm>
          <a:off x="0" y="0"/>
          <a:ext cx="0" cy="0"/>
          <a:chOff x="0" y="0"/>
          <a:chExt cx="0" cy="0"/>
        </a:xfrm>
      </p:grpSpPr>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Yazı_3">
    <p:spTree>
      <p:nvGrpSpPr>
        <p:cNvPr id="1" name=""/>
        <p:cNvGrpSpPr/>
        <p:nvPr/>
      </p:nvGrpSpPr>
      <p:grpSpPr>
        <a:xfrm>
          <a:off x="0" y="0"/>
          <a:ext cx="0" cy="0"/>
          <a:chOff x="0" y="0"/>
          <a:chExt cx="0" cy="0"/>
        </a:xfrm>
      </p:grpSpPr>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Fotoğraf+Yazı_2">
    <p:spTree>
      <p:nvGrpSpPr>
        <p:cNvPr id="1" name=""/>
        <p:cNvGrpSpPr/>
        <p:nvPr/>
      </p:nvGrpSpPr>
      <p:grpSpPr>
        <a:xfrm>
          <a:off x="0" y="0"/>
          <a:ext cx="0" cy="0"/>
          <a:chOff x="0" y="0"/>
          <a:chExt cx="0" cy="0"/>
        </a:xfrm>
      </p:grpSpPr>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Yazı_5">
    <p:spTree>
      <p:nvGrpSpPr>
        <p:cNvPr id="1" name=""/>
        <p:cNvGrpSpPr/>
        <p:nvPr/>
      </p:nvGrpSpPr>
      <p:grpSpPr>
        <a:xfrm>
          <a:off x="0" y="0"/>
          <a:ext cx="0" cy="0"/>
          <a:chOff x="0" y="0"/>
          <a:chExt cx="0" cy="0"/>
        </a:xfrm>
      </p:grpSpPr>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ideo+Yazı">
    <p:spTree>
      <p:nvGrpSpPr>
        <p:cNvPr id="1" name=""/>
        <p:cNvGrpSpPr/>
        <p:nvPr/>
      </p:nvGrpSpPr>
      <p:grpSpPr>
        <a:xfrm>
          <a:off x="0" y="0"/>
          <a:ext cx="0" cy="0"/>
          <a:chOff x="0" y="0"/>
          <a:chExt cx="0" cy="0"/>
        </a:xfrm>
      </p:grpSpPr>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çılış ENG">
    <p:spTree>
      <p:nvGrpSpPr>
        <p:cNvPr id="1" name=""/>
        <p:cNvGrpSpPr/>
        <p:nvPr/>
      </p:nvGrpSpPr>
      <p:grpSpPr>
        <a:xfrm>
          <a:off x="0" y="0"/>
          <a:ext cx="0" cy="0"/>
          <a:chOff x="0" y="0"/>
          <a:chExt cx="0" cy="0"/>
        </a:xfrm>
      </p:grpSpPr>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Kapanış ENG">
    <p:spTree>
      <p:nvGrpSpPr>
        <p:cNvPr id="1" name=""/>
        <p:cNvGrpSpPr/>
        <p:nvPr/>
      </p:nvGrpSpPr>
      <p:grpSpPr>
        <a:xfrm>
          <a:off x="0" y="0"/>
          <a:ext cx="0" cy="0"/>
          <a:chOff x="0" y="0"/>
          <a:chExt cx="0" cy="0"/>
        </a:xfrm>
      </p:grpSpPr>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
    <p:spTree>
      <p:nvGrpSpPr>
        <p:cNvPr id="1" name=""/>
        <p:cNvGrpSpPr/>
        <p:nvPr/>
      </p:nvGrpSpPr>
      <p:grpSpPr>
        <a:xfrm>
          <a:off x="0" y="0"/>
          <a:ext cx="0" cy="0"/>
          <a:chOff x="0" y="0"/>
          <a:chExt cx="0" cy="0"/>
        </a:xfrm>
      </p:grpSpPr>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_2">
    <p:spTree>
      <p:nvGrpSpPr>
        <p:cNvPr id="1" name=""/>
        <p:cNvGrpSpPr/>
        <p:nvPr/>
      </p:nvGrpSpPr>
      <p:grpSpPr>
        <a:xfrm>
          <a:off x="0" y="0"/>
          <a:ext cx="0" cy="0"/>
          <a:chOff x="0" y="0"/>
          <a:chExt cx="0" cy="0"/>
        </a:xfrm>
      </p:grpSpPr>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_3">
    <p:spTree>
      <p:nvGrpSpPr>
        <p:cNvPr id="1" name=""/>
        <p:cNvGrpSpPr/>
        <p:nvPr/>
      </p:nvGrpSpPr>
      <p:grpSpPr>
        <a:xfrm>
          <a:off x="0" y="0"/>
          <a:ext cx="0" cy="0"/>
          <a:chOff x="0" y="0"/>
          <a:chExt cx="0" cy="0"/>
        </a:xfrm>
      </p:grpSpPr>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Grafik_4">
    <p:spTree>
      <p:nvGrpSpPr>
        <p:cNvPr id="1" name=""/>
        <p:cNvGrpSpPr/>
        <p:nvPr/>
      </p:nvGrpSpPr>
      <p:grpSpPr>
        <a:xfrm>
          <a:off x="0" y="0"/>
          <a:ext cx="0" cy="0"/>
          <a:chOff x="0" y="0"/>
          <a:chExt cx="0" cy="0"/>
        </a:xfrm>
      </p:grpSpPr>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
    <p:spTree>
      <p:nvGrpSpPr>
        <p:cNvPr id="1" name=""/>
        <p:cNvGrpSpPr/>
        <p:nvPr/>
      </p:nvGrpSpPr>
      <p:grpSpPr>
        <a:xfrm>
          <a:off x="0" y="0"/>
          <a:ext cx="0" cy="0"/>
          <a:chOff x="0" y="0"/>
          <a:chExt cx="0" cy="0"/>
        </a:xfrm>
      </p:grpSpPr>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
    <p:spTree>
      <p:nvGrpSpPr>
        <p:cNvPr id="1" name=""/>
        <p:cNvGrpSpPr/>
        <p:nvPr/>
      </p:nvGrpSpPr>
      <p:grpSpPr>
        <a:xfrm>
          <a:off x="0" y="0"/>
          <a:ext cx="0" cy="0"/>
          <a:chOff x="0" y="0"/>
          <a:chExt cx="0" cy="0"/>
        </a:xfrm>
      </p:grpSpPr>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
    <p:spTree>
      <p:nvGrpSpPr>
        <p:cNvPr id="1" name=""/>
        <p:cNvGrpSpPr/>
        <p:nvPr/>
      </p:nvGrpSpPr>
      <p:grpSpPr>
        <a:xfrm>
          <a:off x="0" y="0"/>
          <a:ext cx="0" cy="0"/>
          <a:chOff x="0" y="0"/>
          <a:chExt cx="0" cy="0"/>
        </a:xfrm>
      </p:grpSpPr>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
    <p:spTree>
      <p:nvGrpSpPr>
        <p:cNvPr id="1" name=""/>
        <p:cNvGrpSpPr/>
        <p:nvPr/>
      </p:nvGrpSpPr>
      <p:grpSpPr>
        <a:xfrm>
          <a:off x="0" y="0"/>
          <a:ext cx="0" cy="0"/>
          <a:chOff x="0" y="0"/>
          <a:chExt cx="0" cy="0"/>
        </a:xfrm>
      </p:grpSpPr>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
    <p:spTree>
      <p:nvGrpSpPr>
        <p:cNvPr id="1" name=""/>
        <p:cNvGrpSpPr/>
        <p:nvPr/>
      </p:nvGrpSpPr>
      <p:grpSpPr>
        <a:xfrm>
          <a:off x="0" y="0"/>
          <a:ext cx="0" cy="0"/>
          <a:chOff x="0" y="0"/>
          <a:chExt cx="0" cy="0"/>
        </a:xfrm>
      </p:grpSpPr>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
    <p:spTree>
      <p:nvGrpSpPr>
        <p:cNvPr id="1" name=""/>
        <p:cNvGrpSpPr/>
        <p:nvPr/>
      </p:nvGrpSpPr>
      <p:grpSpPr>
        <a:xfrm>
          <a:off x="0" y="0"/>
          <a:ext cx="0" cy="0"/>
          <a:chOff x="0" y="0"/>
          <a:chExt cx="0" cy="0"/>
        </a:xfrm>
      </p:grpSpPr>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
    <p:spTree>
      <p:nvGrpSpPr>
        <p:cNvPr id="1" name=""/>
        <p:cNvGrpSpPr/>
        <p:nvPr/>
      </p:nvGrpSpPr>
      <p:grpSpPr>
        <a:xfrm>
          <a:off x="0" y="0"/>
          <a:ext cx="0" cy="0"/>
          <a:chOff x="0" y="0"/>
          <a:chExt cx="0" cy="0"/>
        </a:xfrm>
      </p:grpSpPr>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
    <p:spTree>
      <p:nvGrpSpPr>
        <p:cNvPr id="1" name=""/>
        <p:cNvGrpSpPr/>
        <p:nvPr/>
      </p:nvGrpSpPr>
      <p:grpSpPr>
        <a:xfrm>
          <a:off x="0" y="0"/>
          <a:ext cx="0" cy="0"/>
          <a:chOff x="0" y="0"/>
          <a:chExt cx="0" cy="0"/>
        </a:xfrm>
      </p:grpSpPr>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
    <p:spTree>
      <p:nvGrpSpPr>
        <p:cNvPr id="1" name=""/>
        <p:cNvGrpSpPr/>
        <p:nvPr/>
      </p:nvGrpSpPr>
      <p:grpSpPr>
        <a:xfrm>
          <a:off x="0" y="0"/>
          <a:ext cx="0" cy="0"/>
          <a:chOff x="0" y="0"/>
          <a:chExt cx="0" cy="0"/>
        </a:xfrm>
      </p:grpSpPr>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
    <p:spTree>
      <p:nvGrpSpPr>
        <p:cNvPr id="1" name=""/>
        <p:cNvGrpSpPr/>
        <p:nvPr/>
      </p:nvGrpSpPr>
      <p:grpSpPr>
        <a:xfrm>
          <a:off x="0" y="0"/>
          <a:ext cx="0" cy="0"/>
          <a:chOff x="0" y="0"/>
          <a:chExt cx="0" cy="0"/>
        </a:xfrm>
      </p:grpSpPr>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
    <p:spTree>
      <p:nvGrpSpPr>
        <p:cNvPr id="1" name=""/>
        <p:cNvGrpSpPr/>
        <p:nvPr/>
      </p:nvGrpSpPr>
      <p:grpSpPr>
        <a:xfrm>
          <a:off x="0" y="0"/>
          <a:ext cx="0" cy="0"/>
          <a:chOff x="0" y="0"/>
          <a:chExt cx="0" cy="0"/>
        </a:xfrm>
      </p:grpSpPr>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
    <p:spTree>
      <p:nvGrpSpPr>
        <p:cNvPr id="1" name=""/>
        <p:cNvGrpSpPr/>
        <p:nvPr/>
      </p:nvGrpSpPr>
      <p:grpSpPr>
        <a:xfrm>
          <a:off x="0" y="0"/>
          <a:ext cx="0" cy="0"/>
          <a:chOff x="0" y="0"/>
          <a:chExt cx="0" cy="0"/>
        </a:xfrm>
      </p:grpSpPr>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_">
    <p:spTree>
      <p:nvGrpSpPr>
        <p:cNvPr id="1" name=""/>
        <p:cNvGrpSpPr/>
        <p:nvPr/>
      </p:nvGrpSpPr>
      <p:grpSpPr>
        <a:xfrm>
          <a:off x="0" y="0"/>
          <a:ext cx="0" cy="0"/>
          <a:chOff x="0" y="0"/>
          <a:chExt cx="0" cy="0"/>
        </a:xfrm>
      </p:grpSpPr>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rka Plan______________">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1.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image" Target="../media/image1.png"/><Relationship Id="rId3"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slideLayout" Target="../slideLayouts/slideLayout12.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3.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4.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image" Target="../media/image1.png"/><Relationship Id="rId3" Type="http://schemas.openxmlformats.org/officeDocument/2006/relationships/slideLayout" Target="../slideLayouts/slideLayout15.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image" Target="../media/image3.png"/><Relationship Id="rId3" Type="http://schemas.openxmlformats.org/officeDocument/2006/relationships/slideLayout" Target="../slideLayouts/slideLayout16.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7.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18.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19.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1.xml"/>
</Relationships>
</file>

<file path=ppt/slideMasters/_rels/slideMaster22.xml.rels><?xml version="1.0" encoding="UTF-8"?>
<Relationships xmlns="http://schemas.openxmlformats.org/package/2006/relationships"><Relationship Id="rId1" Type="http://schemas.openxmlformats.org/officeDocument/2006/relationships/theme" Target="../theme/theme22.xml"/><Relationship Id="rId2" Type="http://schemas.openxmlformats.org/officeDocument/2006/relationships/slideLayout" Target="../slideLayouts/slideLayout22.xml"/>
</Relationships>
</file>

<file path=ppt/slideMasters/_rels/slideMaster23.xml.rels><?xml version="1.0" encoding="UTF-8"?>
<Relationships xmlns="http://schemas.openxmlformats.org/package/2006/relationships"><Relationship Id="rId1" Type="http://schemas.openxmlformats.org/officeDocument/2006/relationships/theme" Target="../theme/theme23.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slideLayout" Target="../slideLayouts/slideLayout23.xml"/>
</Relationships>
</file>

<file path=ppt/slideMasters/_rels/slideMaster24.xml.rels><?xml version="1.0" encoding="UTF-8"?>
<Relationships xmlns="http://schemas.openxmlformats.org/package/2006/relationships"><Relationship Id="rId1" Type="http://schemas.openxmlformats.org/officeDocument/2006/relationships/theme" Target="../theme/theme24.xml"/><Relationship Id="rId2" Type="http://schemas.openxmlformats.org/officeDocument/2006/relationships/slideLayout" Target="../slideLayouts/slideLayout24.xml"/>
</Relationships>
</file>

<file path=ppt/slideMasters/_rels/slideMaster25.xml.rels><?xml version="1.0" encoding="UTF-8"?>
<Relationships xmlns="http://schemas.openxmlformats.org/package/2006/relationships"><Relationship Id="rId1" Type="http://schemas.openxmlformats.org/officeDocument/2006/relationships/theme" Target="../theme/theme25.xml"/><Relationship Id="rId2" Type="http://schemas.openxmlformats.org/officeDocument/2006/relationships/slideLayout" Target="../slideLayouts/slideLayout25.xml"/>
</Relationships>
</file>

<file path=ppt/slideMasters/_rels/slideMaster26.xml.rels><?xml version="1.0" encoding="UTF-8"?>
<Relationships xmlns="http://schemas.openxmlformats.org/package/2006/relationships"><Relationship Id="rId1" Type="http://schemas.openxmlformats.org/officeDocument/2006/relationships/theme" Target="../theme/theme26.xml"/><Relationship Id="rId2" Type="http://schemas.openxmlformats.org/officeDocument/2006/relationships/slideLayout" Target="../slideLayouts/slideLayout26.xml"/>
</Relationships>
</file>

<file path=ppt/slideMasters/_rels/slideMaster27.xml.rels><?xml version="1.0" encoding="UTF-8"?>
<Relationships xmlns="http://schemas.openxmlformats.org/package/2006/relationships"><Relationship Id="rId1" Type="http://schemas.openxmlformats.org/officeDocument/2006/relationships/theme" Target="../theme/theme27.xml"/><Relationship Id="rId2" Type="http://schemas.openxmlformats.org/officeDocument/2006/relationships/slideLayout" Target="../slideLayouts/slideLayout27.xml"/>
</Relationships>
</file>

<file path=ppt/slideMasters/_rels/slideMaster28.xml.rels><?xml version="1.0" encoding="UTF-8"?>
<Relationships xmlns="http://schemas.openxmlformats.org/package/2006/relationships"><Relationship Id="rId1" Type="http://schemas.openxmlformats.org/officeDocument/2006/relationships/theme" Target="../theme/theme28.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1.png"/><Relationship Id="rId5" Type="http://schemas.openxmlformats.org/officeDocument/2006/relationships/image" Target="../media/image1.png"/><Relationship Id="rId6" Type="http://schemas.openxmlformats.org/officeDocument/2006/relationships/image" Target="../media/image4.png"/><Relationship Id="rId7" Type="http://schemas.openxmlformats.org/officeDocument/2006/relationships/slideLayout" Target="../slideLayouts/slideLayout28.xml"/>
</Relationships>
</file>

<file path=ppt/slideMasters/_rels/slideMaster29.xml.rels><?xml version="1.0" encoding="UTF-8"?>
<Relationships xmlns="http://schemas.openxmlformats.org/package/2006/relationships"><Relationship Id="rId1" Type="http://schemas.openxmlformats.org/officeDocument/2006/relationships/theme" Target="../theme/theme29.xml"/><Relationship Id="rId2" Type="http://schemas.openxmlformats.org/officeDocument/2006/relationships/image" Target="../media/image1.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slideLayout" Target="../slideLayouts/slideLayout29.xml"/>
</Relationships>
</file>

<file path=ppt/slideMasters/_rels/slideMaster30.xml.rels><?xml version="1.0" encoding="UTF-8"?>
<Relationships xmlns="http://schemas.openxmlformats.org/package/2006/relationships"><Relationship Id="rId1" Type="http://schemas.openxmlformats.org/officeDocument/2006/relationships/theme" Target="../theme/theme30.xml"/><Relationship Id="rId2" Type="http://schemas.openxmlformats.org/officeDocument/2006/relationships/chart" Target="../charts/chart1.xml"/><Relationship Id="rId3" Type="http://schemas.openxmlformats.org/officeDocument/2006/relationships/slideLayout" Target="../slideLayouts/slideLayout30.xml"/>
</Relationships>
</file>

<file path=ppt/slideMasters/_rels/slideMaster31.xml.rels><?xml version="1.0" encoding="UTF-8"?>
<Relationships xmlns="http://schemas.openxmlformats.org/package/2006/relationships"><Relationship Id="rId1" Type="http://schemas.openxmlformats.org/officeDocument/2006/relationships/theme" Target="../theme/theme31.xml"/><Relationship Id="rId2" Type="http://schemas.openxmlformats.org/officeDocument/2006/relationships/chart" Target="../charts/chart2.xml"/><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slideLayout" Target="../slideLayouts/slideLayout31.xml"/>
</Relationships>
</file>

<file path=ppt/slideMasters/_rels/slideMaster32.xml.rels><?xml version="1.0" encoding="UTF-8"?>
<Relationships xmlns="http://schemas.openxmlformats.org/package/2006/relationships"><Relationship Id="rId1" Type="http://schemas.openxmlformats.org/officeDocument/2006/relationships/theme" Target="../theme/theme32.xml"/><Relationship Id="rId2" Type="http://schemas.openxmlformats.org/officeDocument/2006/relationships/slideLayout" Target="../slideLayouts/slideLayout32.xml"/>
</Relationships>
</file>

<file path=ppt/slideMasters/_rels/slideMaster33.xml.rels><?xml version="1.0" encoding="UTF-8"?>
<Relationships xmlns="http://schemas.openxmlformats.org/package/2006/relationships"><Relationship Id="rId1" Type="http://schemas.openxmlformats.org/officeDocument/2006/relationships/theme" Target="../theme/theme33.xml"/><Relationship Id="rId2" Type="http://schemas.openxmlformats.org/officeDocument/2006/relationships/slideLayout" Target="../slideLayouts/slideLayout33.xml"/>
</Relationships>
</file>

<file path=ppt/slideMasters/_rels/slideMaster34.xml.rels><?xml version="1.0" encoding="UTF-8"?>
<Relationships xmlns="http://schemas.openxmlformats.org/package/2006/relationships"><Relationship Id="rId1" Type="http://schemas.openxmlformats.org/officeDocument/2006/relationships/theme" Target="../theme/theme34.xml"/><Relationship Id="rId2" Type="http://schemas.openxmlformats.org/officeDocument/2006/relationships/slideLayout" Target="../slideLayouts/slideLayout34.xml"/>
</Relationships>
</file>

<file path=ppt/slideMasters/_rels/slideMaster35.xml.rels><?xml version="1.0" encoding="UTF-8"?>
<Relationships xmlns="http://schemas.openxmlformats.org/package/2006/relationships"><Relationship Id="rId1" Type="http://schemas.openxmlformats.org/officeDocument/2006/relationships/theme" Target="../theme/theme35.xml"/><Relationship Id="rId2" Type="http://schemas.openxmlformats.org/officeDocument/2006/relationships/slideLayout" Target="../slideLayouts/slideLayout35.xml"/>
</Relationships>
</file>

<file path=ppt/slideMasters/_rels/slideMaster36.xml.rels><?xml version="1.0" encoding="UTF-8"?>
<Relationships xmlns="http://schemas.openxmlformats.org/package/2006/relationships"><Relationship Id="rId1" Type="http://schemas.openxmlformats.org/officeDocument/2006/relationships/theme" Target="../theme/theme36.xml"/><Relationship Id="rId2" Type="http://schemas.openxmlformats.org/officeDocument/2006/relationships/slideLayout" Target="../slideLayouts/slideLayout36.xml"/>
</Relationships>
</file>

<file path=ppt/slideMasters/_rels/slideMaster37.xml.rels><?xml version="1.0" encoding="UTF-8"?>
<Relationships xmlns="http://schemas.openxmlformats.org/package/2006/relationships"><Relationship Id="rId1" Type="http://schemas.openxmlformats.org/officeDocument/2006/relationships/theme" Target="../theme/theme37.xml"/><Relationship Id="rId2" Type="http://schemas.openxmlformats.org/officeDocument/2006/relationships/slideLayout" Target="../slideLayouts/slideLayout37.xml"/>
</Relationships>
</file>

<file path=ppt/slideMasters/_rels/slideMaster38.xml.rels><?xml version="1.0" encoding="UTF-8"?>
<Relationships xmlns="http://schemas.openxmlformats.org/package/2006/relationships"><Relationship Id="rId1" Type="http://schemas.openxmlformats.org/officeDocument/2006/relationships/theme" Target="../theme/theme38.xml"/><Relationship Id="rId2" Type="http://schemas.openxmlformats.org/officeDocument/2006/relationships/slideLayout" Target="../slideLayouts/slideLayout38.xml"/>
</Relationships>
</file>

<file path=ppt/slideMasters/_rels/slideMaster39.xml.rels><?xml version="1.0" encoding="UTF-8"?>
<Relationships xmlns="http://schemas.openxmlformats.org/package/2006/relationships"><Relationship Id="rId1" Type="http://schemas.openxmlformats.org/officeDocument/2006/relationships/theme" Target="../theme/theme39.xml"/><Relationship Id="rId2" Type="http://schemas.openxmlformats.org/officeDocument/2006/relationships/slideLayout" Target="../slideLayouts/slideLayout39.xml"/>
</Relationships>
</file>

<file path=ppt/slideMasters/_rels/slideMaster40.xml.rels><?xml version="1.0" encoding="UTF-8"?>
<Relationships xmlns="http://schemas.openxmlformats.org/package/2006/relationships"><Relationship Id="rId1" Type="http://schemas.openxmlformats.org/officeDocument/2006/relationships/theme" Target="../theme/theme40.xml"/><Relationship Id="rId2" Type="http://schemas.openxmlformats.org/officeDocument/2006/relationships/slideLayout" Target="../slideLayouts/slideLayout40.xml"/>
</Relationships>
</file>

<file path=ppt/slideMasters/_rels/slideMaster41.xml.rels><?xml version="1.0" encoding="UTF-8"?>
<Relationships xmlns="http://schemas.openxmlformats.org/package/2006/relationships"><Relationship Id="rId1" Type="http://schemas.openxmlformats.org/officeDocument/2006/relationships/theme" Target="../theme/theme41.xml"/><Relationship Id="rId2" Type="http://schemas.openxmlformats.org/officeDocument/2006/relationships/slideLayout" Target="../slideLayouts/slideLayout41.xml"/>
</Relationships>
</file>

<file path=ppt/slideMasters/_rels/slideMaster42.xml.rels><?xml version="1.0" encoding="UTF-8"?>
<Relationships xmlns="http://schemas.openxmlformats.org/package/2006/relationships"><Relationship Id="rId1" Type="http://schemas.openxmlformats.org/officeDocument/2006/relationships/theme" Target="../theme/theme42.xml"/><Relationship Id="rId2" Type="http://schemas.openxmlformats.org/officeDocument/2006/relationships/slideLayout" Target="../slideLayouts/slideLayout42.xml"/>
</Relationships>
</file>

<file path=ppt/slideMasters/_rels/slideMaster43.xml.rels><?xml version="1.0" encoding="UTF-8"?>
<Relationships xmlns="http://schemas.openxmlformats.org/package/2006/relationships"><Relationship Id="rId1" Type="http://schemas.openxmlformats.org/officeDocument/2006/relationships/theme" Target="../theme/theme43.xml"/><Relationship Id="rId2" Type="http://schemas.openxmlformats.org/officeDocument/2006/relationships/slideLayout" Target="../slideLayouts/slideLayout43.xml"/>
</Relationships>
</file>

<file path=ppt/slideMasters/_rels/slideMaster44.xml.rels><?xml version="1.0" encoding="UTF-8"?>
<Relationships xmlns="http://schemas.openxmlformats.org/package/2006/relationships"><Relationship Id="rId1" Type="http://schemas.openxmlformats.org/officeDocument/2006/relationships/theme" Target="../theme/theme44.xml"/><Relationship Id="rId2" Type="http://schemas.openxmlformats.org/officeDocument/2006/relationships/slideLayout" Target="../slideLayouts/slideLayout44.xml"/>
</Relationships>
</file>

<file path=ppt/slideMasters/_rels/slideMaster45.xml.rels><?xml version="1.0" encoding="UTF-8"?>
<Relationships xmlns="http://schemas.openxmlformats.org/package/2006/relationships"><Relationship Id="rId1" Type="http://schemas.openxmlformats.org/officeDocument/2006/relationships/theme" Target="../theme/theme45.xml"/><Relationship Id="rId2" Type="http://schemas.openxmlformats.org/officeDocument/2006/relationships/slideLayout" Target="../slideLayouts/slideLayout45.xml"/>
</Relationships>
</file>

<file path=ppt/slideMasters/_rels/slideMaster46.xml.rels><?xml version="1.0" encoding="UTF-8"?>
<Relationships xmlns="http://schemas.openxmlformats.org/package/2006/relationships"><Relationship Id="rId1" Type="http://schemas.openxmlformats.org/officeDocument/2006/relationships/theme" Target="../theme/theme46.xml"/><Relationship Id="rId2"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47.xml"/><Relationship Id="rId2" Type="http://schemas.openxmlformats.org/officeDocument/2006/relationships/slideLayout" Target="../slideLayouts/slideLayout47.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C4A5BD8-F040-4DD7-8AB2-B5BFD1698C2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 name="Grey_unpressed"/>
          <p:cNvSpPr/>
          <p:nvPr/>
        </p:nvSpPr>
        <p:spPr>
          <a:xfrm>
            <a:off x="2833920" y="2727720"/>
            <a:ext cx="6467760" cy="1515600"/>
          </a:xfrm>
          <a:custGeom>
            <a:avLst/>
            <a:gdLst>
              <a:gd name="textAreaLeft" fmla="*/ 0 w 6467760"/>
              <a:gd name="textAreaRight" fmla="*/ 6474600 w 6467760"/>
              <a:gd name="textAreaTop" fmla="*/ 0 h 1515600"/>
              <a:gd name="textAreaBottom" fmla="*/ 1522440 h 151560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 name="TextBox 4"/>
          <p:cNvSpPr/>
          <p:nvPr/>
        </p:nvSpPr>
        <p:spPr>
          <a:xfrm>
            <a:off x="7392960" y="6313680"/>
            <a:ext cx="5704200" cy="394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Bu belgenin içeriği HAVELSAN’ın mülkiyetindedir. HAVELSAN’ın izni olmadan bu</a:t>
            </a:r>
            <a:endParaRPr b="0" lang="en-US" sz="1000" spc="-1" strike="noStrike">
              <a:solidFill>
                <a:srgbClr val="ffffff"/>
              </a:solidFill>
              <a:latin typeface="Arial"/>
            </a:endParaRPr>
          </a:p>
          <a:p>
            <a:pPr defTabSz="914400">
              <a:lnSpc>
                <a:spcPct val="100000"/>
              </a:lnSpc>
              <a:tabLst>
                <a:tab algn="l" pos="0"/>
              </a:tabLst>
            </a:pPr>
            <a:r>
              <a:rPr b="0" lang="tr-TR" sz="1000" spc="-1" strike="noStrike">
                <a:solidFill>
                  <a:srgbClr val="ffffff"/>
                </a:solidFill>
                <a:latin typeface="Arial"/>
                <a:ea typeface="SF Pro Display"/>
              </a:rPr>
              <a:t> </a:t>
            </a:r>
            <a:r>
              <a:rPr b="0" lang="tr-TR" sz="1000" spc="-1" strike="noStrike">
                <a:solidFill>
                  <a:srgbClr val="ffffff"/>
                </a:solidFill>
                <a:latin typeface="Arial"/>
                <a:ea typeface="SF Pro Display"/>
              </a:rPr>
              <a:t>belgenin tamamını veya bir kısmını bir başkasına kopyalamak ve vermek yasaktır.</a:t>
            </a:r>
            <a:endParaRPr b="0" lang="en-US" sz="1000" spc="-1" strike="noStrike">
              <a:solidFill>
                <a:srgbClr val="ffffff"/>
              </a:solidFill>
              <a:latin typeface="Arial"/>
            </a:endParaRPr>
          </a:p>
        </p:txBody>
      </p:sp>
      <p:sp>
        <p:nvSpPr>
          <p:cNvPr id="4" name="Freeform 6"/>
          <p:cNvSpPr/>
          <p:nvPr/>
        </p:nvSpPr>
        <p:spPr>
          <a:xfrm>
            <a:off x="2435040" y="2589840"/>
            <a:ext cx="2433240" cy="2608200"/>
          </a:xfrm>
          <a:custGeom>
            <a:avLst/>
            <a:gdLst>
              <a:gd name="textAreaLeft" fmla="*/ 0 w 2433240"/>
              <a:gd name="textAreaRight" fmla="*/ 2440080 w 2433240"/>
              <a:gd name="textAreaTop" fmla="*/ 0 h 2608200"/>
              <a:gd name="textAreaBottom" fmla="*/ 2615040 h 260820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5" name="Oval 7"/>
          <p:cNvSpPr/>
          <p:nvPr/>
        </p:nvSpPr>
        <p:spPr>
          <a:xfrm>
            <a:off x="3103920" y="3080520"/>
            <a:ext cx="979920" cy="9799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6" name="Group 8"/>
          <p:cNvGrpSpPr/>
          <p:nvPr/>
        </p:nvGrpSpPr>
        <p:grpSpPr>
          <a:xfrm>
            <a:off x="4008600" y="3031920"/>
            <a:ext cx="4118040" cy="907200"/>
            <a:chOff x="4008600" y="3031920"/>
            <a:chExt cx="4118040" cy="907200"/>
          </a:xfrm>
        </p:grpSpPr>
        <p:pic>
          <p:nvPicPr>
            <p:cNvPr id="7" name="Picture 9" descr=""/>
            <p:cNvPicPr/>
            <p:nvPr/>
          </p:nvPicPr>
          <p:blipFill>
            <a:blip r:embed="rId2"/>
            <a:srcRect l="24312" t="0" r="0" b="0"/>
            <a:stretch/>
          </p:blipFill>
          <p:spPr>
            <a:xfrm>
              <a:off x="4994640" y="3031920"/>
              <a:ext cx="3132000" cy="858600"/>
            </a:xfrm>
            <a:prstGeom prst="rect">
              <a:avLst/>
            </a:prstGeom>
            <a:ln w="0">
              <a:noFill/>
            </a:ln>
          </p:spPr>
        </p:pic>
        <p:pic>
          <p:nvPicPr>
            <p:cNvPr id="8" name="Picture 10" descr=""/>
            <p:cNvPicPr/>
            <p:nvPr/>
          </p:nvPicPr>
          <p:blipFill>
            <a:blip r:embed="rId3"/>
            <a:srcRect l="0" t="0" r="76760" b="0"/>
            <a:stretch/>
          </p:blipFill>
          <p:spPr>
            <a:xfrm>
              <a:off x="4008600" y="3080520"/>
              <a:ext cx="956880" cy="858600"/>
            </a:xfrm>
            <a:prstGeom prst="rect">
              <a:avLst/>
            </a:prstGeom>
            <a:ln w="0">
              <a:noFill/>
            </a:ln>
          </p:spPr>
        </p:pic>
      </p:grpSp>
      <p:sp>
        <p:nvSpPr>
          <p:cNvPr id="9" name="Rectangle 12"/>
          <p:cNvSpPr/>
          <p:nvPr/>
        </p:nvSpPr>
        <p:spPr>
          <a:xfrm>
            <a:off x="11271960" y="256320"/>
            <a:ext cx="676800" cy="48888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0" name="Group 19"/>
          <p:cNvGrpSpPr/>
          <p:nvPr/>
        </p:nvGrpSpPr>
        <p:grpSpPr>
          <a:xfrm>
            <a:off x="1717560" y="6498720"/>
            <a:ext cx="901080" cy="194400"/>
            <a:chOff x="1717560" y="6498720"/>
            <a:chExt cx="901080" cy="194400"/>
          </a:xfrm>
        </p:grpSpPr>
        <p:pic>
          <p:nvPicPr>
            <p:cNvPr id="11" name="Picture 20" descr=""/>
            <p:cNvPicPr/>
            <p:nvPr/>
          </p:nvPicPr>
          <p:blipFill>
            <a:blip r:embed="rId4"/>
            <a:srcRect l="24312" t="0" r="0" b="0"/>
            <a:stretch/>
          </p:blipFill>
          <p:spPr>
            <a:xfrm>
              <a:off x="1934640" y="6498720"/>
              <a:ext cx="684000" cy="183600"/>
            </a:xfrm>
            <a:prstGeom prst="rect">
              <a:avLst/>
            </a:prstGeom>
            <a:ln w="0">
              <a:noFill/>
            </a:ln>
          </p:spPr>
        </p:pic>
        <p:pic>
          <p:nvPicPr>
            <p:cNvPr id="12" name="Picture 21" descr=""/>
            <p:cNvPicPr/>
            <p:nvPr/>
          </p:nvPicPr>
          <p:blipFill>
            <a:blip r:embed="rId5"/>
            <a:srcRect l="0" t="0" r="76760" b="0"/>
            <a:stretch/>
          </p:blipFill>
          <p:spPr>
            <a:xfrm>
              <a:off x="1717560" y="6509520"/>
              <a:ext cx="205200" cy="183600"/>
            </a:xfrm>
            <a:prstGeom prst="rect">
              <a:avLst/>
            </a:prstGeom>
            <a:ln w="0">
              <a:noFill/>
            </a:ln>
          </p:spPr>
        </p:pic>
      </p:grpSp>
      <p:pic>
        <p:nvPicPr>
          <p:cNvPr id="13" name="Picture 22" descr=""/>
          <p:cNvPicPr/>
          <p:nvPr/>
        </p:nvPicPr>
        <p:blipFill>
          <a:blip r:embed="rId6"/>
          <a:stretch/>
        </p:blipFill>
        <p:spPr>
          <a:xfrm>
            <a:off x="169560" y="6469200"/>
            <a:ext cx="1329120" cy="253080"/>
          </a:xfrm>
          <a:prstGeom prst="rect">
            <a:avLst/>
          </a:prstGeom>
          <a:ln w="0">
            <a:noFill/>
          </a:ln>
        </p:spPr>
      </p:pic>
      <p:sp>
        <p:nvSpPr>
          <p:cNvPr id="14" name="TextBox 23"/>
          <p:cNvSpPr/>
          <p:nvPr/>
        </p:nvSpPr>
        <p:spPr>
          <a:xfrm>
            <a:off x="1585440" y="64987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15" name="TextBox 24"/>
          <p:cNvSpPr/>
          <p:nvPr/>
        </p:nvSpPr>
        <p:spPr>
          <a:xfrm>
            <a:off x="1585440" y="645480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16" name="TextBox 25"/>
          <p:cNvSpPr/>
          <p:nvPr/>
        </p:nvSpPr>
        <p:spPr>
          <a:xfrm>
            <a:off x="1585440" y="65095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1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a:t>
            </a:r>
            <a:r>
              <a:rPr b="0" lang="en-US" sz="4400" spc="-1" strike="noStrike">
                <a:solidFill>
                  <a:srgbClr val="ffffff"/>
                </a:solidFill>
                <a:latin typeface="Arial"/>
              </a:rPr>
              <a:t>to </a:t>
            </a:r>
            <a:r>
              <a:rPr b="0" lang="en-US" sz="4400" spc="-1" strike="noStrike">
                <a:solidFill>
                  <a:srgbClr val="ffffff"/>
                </a:solidFill>
                <a:latin typeface="Arial"/>
              </a:rPr>
              <a:t>edit </a:t>
            </a:r>
            <a:r>
              <a:rPr b="0" lang="en-US" sz="4400" spc="-1" strike="noStrike">
                <a:solidFill>
                  <a:srgbClr val="ffffff"/>
                </a:solidFill>
                <a:latin typeface="Arial"/>
              </a:rPr>
              <a:t>the </a:t>
            </a:r>
            <a:r>
              <a:rPr b="0" lang="en-US" sz="4400" spc="-1" strike="noStrike">
                <a:solidFill>
                  <a:srgbClr val="ffffff"/>
                </a:solidFill>
                <a:latin typeface="Arial"/>
              </a:rPr>
              <a:t>title </a:t>
            </a:r>
            <a:r>
              <a:rPr b="0" lang="en-US" sz="4400" spc="-1" strike="noStrike">
                <a:solidFill>
                  <a:srgbClr val="ffffff"/>
                </a:solidFill>
                <a:latin typeface="Arial"/>
              </a:rPr>
              <a:t>text </a:t>
            </a:r>
            <a:r>
              <a:rPr b="0" lang="en-US" sz="4400" spc="-1" strike="noStrike">
                <a:solidFill>
                  <a:srgbClr val="ffffff"/>
                </a:solidFill>
                <a:latin typeface="Arial"/>
              </a:rPr>
              <a:t>form</a:t>
            </a:r>
            <a:r>
              <a:rPr b="0" lang="en-US" sz="4400" spc="-1" strike="noStrike">
                <a:solidFill>
                  <a:srgbClr val="ffffff"/>
                </a:solidFill>
                <a:latin typeface="Arial"/>
              </a:rPr>
              <a:t>at</a:t>
            </a:r>
            <a:endParaRPr b="0" lang="en-US" sz="4400" spc="-1" strike="noStrike">
              <a:solidFill>
                <a:srgbClr val="ffffff"/>
              </a:solidFill>
              <a:latin typeface="Arial"/>
            </a:endParaRPr>
          </a:p>
        </p:txBody>
      </p:sp>
      <p:sp>
        <p:nvSpPr>
          <p:cNvPr id="1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649" r:id="rId7"/>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9A373526-A9CB-42D6-99AE-BD79C430938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1" name="Freeform 6"/>
          <p:cNvSpPr/>
          <p:nvPr/>
        </p:nvSpPr>
        <p:spPr>
          <a:xfrm>
            <a:off x="2395440" y="1946160"/>
            <a:ext cx="1347120" cy="3704760"/>
          </a:xfrm>
          <a:custGeom>
            <a:avLst/>
            <a:gdLst>
              <a:gd name="textAreaLeft" fmla="*/ 0 w 1347120"/>
              <a:gd name="textAreaRight" fmla="*/ 1353960 w 1347120"/>
              <a:gd name="textAreaTop" fmla="*/ 0 h 3704760"/>
              <a:gd name="textAreaBottom" fmla="*/ 3711600 h 3704760"/>
            </a:gdLst>
            <a:ahLst/>
            <a:rect l="textAreaLeft" t="textAreaTop" r="textAreaRight" b="textAreaBottom"/>
            <a:pathLst>
              <a:path w="356" h="974">
                <a:moveTo>
                  <a:pt x="174" y="972"/>
                </a:moveTo>
                <a:cubicBezTo>
                  <a:pt x="274" y="974"/>
                  <a:pt x="356" y="891"/>
                  <a:pt x="356" y="791"/>
                </a:cubicBezTo>
                <a:cubicBezTo>
                  <a:pt x="356" y="182"/>
                  <a:pt x="356" y="182"/>
                  <a:pt x="356" y="182"/>
                </a:cubicBezTo>
                <a:cubicBezTo>
                  <a:pt x="356" y="85"/>
                  <a:pt x="278" y="3"/>
                  <a:pt x="181" y="1"/>
                </a:cubicBezTo>
                <a:cubicBezTo>
                  <a:pt x="82"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2" name="Freeform 7"/>
          <p:cNvSpPr/>
          <p:nvPr/>
        </p:nvSpPr>
        <p:spPr>
          <a:xfrm>
            <a:off x="4432320" y="1946160"/>
            <a:ext cx="1354320" cy="3704760"/>
          </a:xfrm>
          <a:custGeom>
            <a:avLst/>
            <a:gdLst>
              <a:gd name="textAreaLeft" fmla="*/ 0 w 1354320"/>
              <a:gd name="textAreaRight" fmla="*/ 1361160 w 1354320"/>
              <a:gd name="textAreaTop" fmla="*/ 0 h 3704760"/>
              <a:gd name="textAreaBottom" fmla="*/ 3711600 h 3704760"/>
            </a:gdLst>
            <a:ahLst/>
            <a:rect l="textAreaLeft" t="textAreaTop" r="textAreaRight" b="textAreaBottom"/>
            <a:pathLst>
              <a:path w="355" h="974">
                <a:moveTo>
                  <a:pt x="174" y="972"/>
                </a:moveTo>
                <a:cubicBezTo>
                  <a:pt x="274" y="974"/>
                  <a:pt x="355" y="891"/>
                  <a:pt x="355" y="791"/>
                </a:cubicBezTo>
                <a:cubicBezTo>
                  <a:pt x="355" y="182"/>
                  <a:pt x="355" y="182"/>
                  <a:pt x="355" y="182"/>
                </a:cubicBezTo>
                <a:cubicBezTo>
                  <a:pt x="355" y="85"/>
                  <a:pt x="278" y="3"/>
                  <a:pt x="181" y="1"/>
                </a:cubicBezTo>
                <a:cubicBezTo>
                  <a:pt x="81"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3" name="Freeform 8"/>
          <p:cNvSpPr/>
          <p:nvPr/>
        </p:nvSpPr>
        <p:spPr>
          <a:xfrm>
            <a:off x="8443800" y="1946160"/>
            <a:ext cx="1345680" cy="3704760"/>
          </a:xfrm>
          <a:custGeom>
            <a:avLst/>
            <a:gdLst>
              <a:gd name="textAreaLeft" fmla="*/ 0 w 1345680"/>
              <a:gd name="textAreaRight" fmla="*/ 1352520 w 1345680"/>
              <a:gd name="textAreaTop" fmla="*/ 0 h 3704760"/>
              <a:gd name="textAreaBottom" fmla="*/ 3711600 h 3704760"/>
            </a:gdLst>
            <a:ahLst/>
            <a:rect l="textAreaLeft" t="textAreaTop" r="textAreaRight" b="textAreaBottom"/>
            <a:pathLst>
              <a:path w="355" h="974">
                <a:moveTo>
                  <a:pt x="174" y="972"/>
                </a:moveTo>
                <a:cubicBezTo>
                  <a:pt x="274" y="974"/>
                  <a:pt x="355" y="891"/>
                  <a:pt x="355" y="791"/>
                </a:cubicBezTo>
                <a:cubicBezTo>
                  <a:pt x="355" y="182"/>
                  <a:pt x="355" y="182"/>
                  <a:pt x="355" y="182"/>
                </a:cubicBezTo>
                <a:cubicBezTo>
                  <a:pt x="355" y="85"/>
                  <a:pt x="278" y="3"/>
                  <a:pt x="181" y="1"/>
                </a:cubicBezTo>
                <a:cubicBezTo>
                  <a:pt x="81"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4" name="Freeform 9"/>
          <p:cNvSpPr/>
          <p:nvPr/>
        </p:nvSpPr>
        <p:spPr>
          <a:xfrm>
            <a:off x="6396840" y="1946160"/>
            <a:ext cx="1355760" cy="3704760"/>
          </a:xfrm>
          <a:custGeom>
            <a:avLst/>
            <a:gdLst>
              <a:gd name="textAreaLeft" fmla="*/ 0 w 1355760"/>
              <a:gd name="textAreaRight" fmla="*/ 1362600 w 1355760"/>
              <a:gd name="textAreaTop" fmla="*/ 0 h 3704760"/>
              <a:gd name="textAreaBottom" fmla="*/ 3711600 h 3704760"/>
            </a:gdLst>
            <a:ahLst/>
            <a:rect l="textAreaLeft" t="textAreaTop" r="textAreaRight" b="textAreaBottom"/>
            <a:pathLst>
              <a:path w="355" h="974">
                <a:moveTo>
                  <a:pt x="174" y="972"/>
                </a:moveTo>
                <a:cubicBezTo>
                  <a:pt x="274" y="974"/>
                  <a:pt x="355" y="891"/>
                  <a:pt x="355" y="791"/>
                </a:cubicBezTo>
                <a:cubicBezTo>
                  <a:pt x="355" y="182"/>
                  <a:pt x="355" y="182"/>
                  <a:pt x="355" y="182"/>
                </a:cubicBezTo>
                <a:cubicBezTo>
                  <a:pt x="355" y="85"/>
                  <a:pt x="278" y="3"/>
                  <a:pt x="181" y="1"/>
                </a:cubicBezTo>
                <a:cubicBezTo>
                  <a:pt x="81" y="0"/>
                  <a:pt x="0" y="80"/>
                  <a:pt x="0" y="179"/>
                </a:cubicBezTo>
                <a:cubicBezTo>
                  <a:pt x="0" y="795"/>
                  <a:pt x="0" y="795"/>
                  <a:pt x="0" y="795"/>
                </a:cubicBezTo>
                <a:cubicBezTo>
                  <a:pt x="0" y="892"/>
                  <a:pt x="78" y="970"/>
                  <a:pt x="174" y="972"/>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5" name="Rectangle 18"/>
          <p:cNvSpPr/>
          <p:nvPr/>
        </p:nvSpPr>
        <p:spPr>
          <a:xfrm rot="16200000">
            <a:off x="2796480" y="322668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6" name="Rectangle 19"/>
          <p:cNvSpPr/>
          <p:nvPr/>
        </p:nvSpPr>
        <p:spPr>
          <a:xfrm rot="16200000">
            <a:off x="4832280" y="424944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7" name="Rectangle 20"/>
          <p:cNvSpPr/>
          <p:nvPr/>
        </p:nvSpPr>
        <p:spPr>
          <a:xfrm rot="16200000">
            <a:off x="6807240" y="325044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8" name="Rectangle 21"/>
          <p:cNvSpPr/>
          <p:nvPr/>
        </p:nvSpPr>
        <p:spPr>
          <a:xfrm rot="16200000">
            <a:off x="8845560" y="4195800"/>
            <a:ext cx="573120" cy="289440"/>
          </a:xfrm>
          <a:prstGeom prst="rect">
            <a:avLst/>
          </a:prstGeom>
          <a:noFill/>
          <a:ln w="0">
            <a:noFill/>
          </a:ln>
        </p:spPr>
        <p:style>
          <a:lnRef idx="0"/>
          <a:fillRef idx="0"/>
          <a:effectRef idx="0"/>
          <a:fontRef idx="minor"/>
        </p:style>
        <p:txBody>
          <a:bodyPr numCol="1" spcCol="0" wrap="none" lIns="0" rIns="0" tIns="0" bIns="0" anchor="t">
            <a:spAutoFit/>
          </a:bodyPr>
          <a:p>
            <a:pPr defTabSz="914400">
              <a:lnSpc>
                <a:spcPct val="100000"/>
              </a:lnSpc>
              <a:tabLst>
                <a:tab algn="l" pos="0"/>
              </a:tabLst>
            </a:pPr>
            <a:r>
              <a:rPr b="1" lang="tr-TR" sz="1900" spc="-1" strike="noStrike">
                <a:solidFill>
                  <a:schemeClr val="dk2"/>
                </a:solidFill>
                <a:latin typeface="Montserrat"/>
              </a:rPr>
              <a:t>TEXT</a:t>
            </a:r>
            <a:endParaRPr b="0" lang="en-US" sz="1900" spc="-1" strike="noStrike">
              <a:solidFill>
                <a:srgbClr val="ffffff"/>
              </a:solidFill>
              <a:latin typeface="Arial"/>
            </a:endParaRPr>
          </a:p>
        </p:txBody>
      </p:sp>
      <p:sp>
        <p:nvSpPr>
          <p:cNvPr id="29" name="Oval 17"/>
          <p:cNvSpPr/>
          <p:nvPr/>
        </p:nvSpPr>
        <p:spPr>
          <a:xfrm>
            <a:off x="2508840" y="2128320"/>
            <a:ext cx="1098000" cy="10980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0" name="Oval 18"/>
          <p:cNvSpPr/>
          <p:nvPr/>
        </p:nvSpPr>
        <p:spPr>
          <a:xfrm>
            <a:off x="4572000" y="4398840"/>
            <a:ext cx="1098000" cy="10980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1" name="Oval 19"/>
          <p:cNvSpPr/>
          <p:nvPr/>
        </p:nvSpPr>
        <p:spPr>
          <a:xfrm>
            <a:off x="8562240" y="4398840"/>
            <a:ext cx="1098000" cy="10980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2" name="Oval 20"/>
          <p:cNvSpPr/>
          <p:nvPr/>
        </p:nvSpPr>
        <p:spPr>
          <a:xfrm>
            <a:off x="6514920" y="2128320"/>
            <a:ext cx="1098000" cy="10980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 name="object 384"/>
          <p:cNvSpPr/>
          <p:nvPr/>
        </p:nvSpPr>
        <p:spPr>
          <a:xfrm flipV="1">
            <a:off x="356760" y="671184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4" name="object 4"/>
          <p:cNvSpPr/>
          <p:nvPr/>
        </p:nvSpPr>
        <p:spPr>
          <a:xfrm>
            <a:off x="10477800" y="663120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5" name="object 384"/>
          <p:cNvSpPr/>
          <p:nvPr/>
        </p:nvSpPr>
        <p:spPr>
          <a:xfrm flipV="1" rot="10800000">
            <a:off x="6103080" y="671868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 name="object 386"/>
          <p:cNvSpPr/>
          <p:nvPr/>
        </p:nvSpPr>
        <p:spPr>
          <a:xfrm>
            <a:off x="5927400" y="651744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7" name="Freeform 29"/>
          <p:cNvSpPr/>
          <p:nvPr/>
        </p:nvSpPr>
        <p:spPr>
          <a:xfrm rot="370200">
            <a:off x="-1740600" y="-1068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38" name="Group 25"/>
          <p:cNvGrpSpPr/>
          <p:nvPr/>
        </p:nvGrpSpPr>
        <p:grpSpPr>
          <a:xfrm>
            <a:off x="554040" y="565200"/>
            <a:ext cx="1472760" cy="48960"/>
            <a:chOff x="554040" y="565200"/>
            <a:chExt cx="1472760" cy="48960"/>
          </a:xfrm>
        </p:grpSpPr>
        <p:sp>
          <p:nvSpPr>
            <p:cNvPr id="3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0"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1" name="Rectangle 30"/>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2"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E66E0504-8A6A-496D-A830-0005D57A2B0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44" name="Group 4"/>
          <p:cNvGrpSpPr/>
          <p:nvPr/>
        </p:nvGrpSpPr>
        <p:grpSpPr>
          <a:xfrm>
            <a:off x="877320" y="2252880"/>
            <a:ext cx="53640" cy="3382560"/>
            <a:chOff x="877320" y="2252880"/>
            <a:chExt cx="53640" cy="3382560"/>
          </a:xfrm>
        </p:grpSpPr>
        <p:sp>
          <p:nvSpPr>
            <p:cNvPr id="45" name="Freeform 6"/>
            <p:cNvSpPr/>
            <p:nvPr/>
          </p:nvSpPr>
          <p:spPr>
            <a:xfrm>
              <a:off x="877320" y="225756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46" name="Freeform 6"/>
            <p:cNvSpPr/>
            <p:nvPr/>
          </p:nvSpPr>
          <p:spPr>
            <a:xfrm>
              <a:off x="877320" y="225288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7" name="Group 8"/>
          <p:cNvGrpSpPr/>
          <p:nvPr/>
        </p:nvGrpSpPr>
        <p:grpSpPr>
          <a:xfrm>
            <a:off x="3442320" y="2233800"/>
            <a:ext cx="53640" cy="3382920"/>
            <a:chOff x="3442320" y="2233800"/>
            <a:chExt cx="53640" cy="3382920"/>
          </a:xfrm>
        </p:grpSpPr>
        <p:sp>
          <p:nvSpPr>
            <p:cNvPr id="48" name="Freeform 6"/>
            <p:cNvSpPr/>
            <p:nvPr/>
          </p:nvSpPr>
          <p:spPr>
            <a:xfrm>
              <a:off x="3442320" y="223884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49" name="Freeform 6"/>
            <p:cNvSpPr/>
            <p:nvPr/>
          </p:nvSpPr>
          <p:spPr>
            <a:xfrm>
              <a:off x="3442320" y="223380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0" name="Group 11"/>
          <p:cNvGrpSpPr/>
          <p:nvPr/>
        </p:nvGrpSpPr>
        <p:grpSpPr>
          <a:xfrm>
            <a:off x="6006960" y="2252880"/>
            <a:ext cx="53640" cy="3382560"/>
            <a:chOff x="6006960" y="2252880"/>
            <a:chExt cx="53640" cy="3382560"/>
          </a:xfrm>
        </p:grpSpPr>
        <p:sp>
          <p:nvSpPr>
            <p:cNvPr id="51" name="Freeform 6"/>
            <p:cNvSpPr/>
            <p:nvPr/>
          </p:nvSpPr>
          <p:spPr>
            <a:xfrm>
              <a:off x="6006960" y="225756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52" name="Freeform 6"/>
            <p:cNvSpPr/>
            <p:nvPr/>
          </p:nvSpPr>
          <p:spPr>
            <a:xfrm>
              <a:off x="6006960" y="225288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3" name="Group 14"/>
          <p:cNvGrpSpPr/>
          <p:nvPr/>
        </p:nvGrpSpPr>
        <p:grpSpPr>
          <a:xfrm>
            <a:off x="8574480" y="2233800"/>
            <a:ext cx="53640" cy="3382920"/>
            <a:chOff x="8574480" y="2233800"/>
            <a:chExt cx="53640" cy="3382920"/>
          </a:xfrm>
        </p:grpSpPr>
        <p:sp>
          <p:nvSpPr>
            <p:cNvPr id="54" name="Freeform 6"/>
            <p:cNvSpPr/>
            <p:nvPr/>
          </p:nvSpPr>
          <p:spPr>
            <a:xfrm>
              <a:off x="8574480" y="223884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55" name="Freeform 6"/>
            <p:cNvSpPr/>
            <p:nvPr/>
          </p:nvSpPr>
          <p:spPr>
            <a:xfrm>
              <a:off x="8574480" y="223380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 name="Group 17"/>
          <p:cNvGrpSpPr/>
          <p:nvPr/>
        </p:nvGrpSpPr>
        <p:grpSpPr>
          <a:xfrm>
            <a:off x="11136960" y="2252880"/>
            <a:ext cx="53640" cy="3382560"/>
            <a:chOff x="11136960" y="2252880"/>
            <a:chExt cx="53640" cy="3382560"/>
          </a:xfrm>
        </p:grpSpPr>
        <p:sp>
          <p:nvSpPr>
            <p:cNvPr id="57" name="Freeform 6"/>
            <p:cNvSpPr/>
            <p:nvPr/>
          </p:nvSpPr>
          <p:spPr>
            <a:xfrm>
              <a:off x="11136960" y="225756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solidFill>
              <a:schemeClr val="bg2"/>
            </a:solidFill>
            <a:ln>
              <a:noFill/>
            </a:ln>
            <a:effectLst>
              <a:outerShdw algn="tl" blurRad="114480" dir="311665" dist="87479" rotWithShape="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US" sz="1800" spc="-1" strike="noStrike">
                  <a:solidFill>
                    <a:schemeClr val="lt1"/>
                  </a:solidFill>
                  <a:latin typeface="Open Sans"/>
                </a:rPr>
                <a:t> </a:t>
              </a:r>
              <a:endParaRPr b="0" lang="en-US" sz="1800" spc="-1" strike="noStrike">
                <a:solidFill>
                  <a:srgbClr val="ffffff"/>
                </a:solidFill>
                <a:latin typeface="Arial"/>
              </a:endParaRPr>
            </a:p>
          </p:txBody>
        </p:sp>
        <p:sp>
          <p:nvSpPr>
            <p:cNvPr id="58" name="Freeform 6"/>
            <p:cNvSpPr/>
            <p:nvPr/>
          </p:nvSpPr>
          <p:spPr>
            <a:xfrm>
              <a:off x="11136960" y="2252880"/>
              <a:ext cx="53640" cy="3377880"/>
            </a:xfrm>
            <a:custGeom>
              <a:avLst/>
              <a:gdLst>
                <a:gd name="textAreaLeft" fmla="*/ 0 w 53640"/>
                <a:gd name="textAreaRight" fmla="*/ 60480 w 53640"/>
                <a:gd name="textAreaTop" fmla="*/ 0 h 3377880"/>
                <a:gd name="textAreaBottom" fmla="*/ 3384720 h 3377880"/>
              </a:gdLst>
              <a:ahLst/>
              <a:rect l="textAreaLeft" t="textAreaTop" r="textAreaRight" b="textAreaBottom"/>
              <a:pathLst>
                <a:path w="16" h="888">
                  <a:moveTo>
                    <a:pt x="8" y="888"/>
                  </a:moveTo>
                  <a:cubicBezTo>
                    <a:pt x="4" y="888"/>
                    <a:pt x="0" y="884"/>
                    <a:pt x="0" y="880"/>
                  </a:cubicBezTo>
                  <a:cubicBezTo>
                    <a:pt x="0" y="7"/>
                    <a:pt x="0" y="7"/>
                    <a:pt x="0" y="7"/>
                  </a:cubicBezTo>
                  <a:cubicBezTo>
                    <a:pt x="0" y="3"/>
                    <a:pt x="4" y="0"/>
                    <a:pt x="8" y="0"/>
                  </a:cubicBezTo>
                  <a:cubicBezTo>
                    <a:pt x="13" y="0"/>
                    <a:pt x="16" y="3"/>
                    <a:pt x="16" y="7"/>
                  </a:cubicBezTo>
                  <a:cubicBezTo>
                    <a:pt x="16" y="880"/>
                    <a:pt x="16" y="880"/>
                    <a:pt x="16" y="880"/>
                  </a:cubicBezTo>
                  <a:cubicBezTo>
                    <a:pt x="16" y="884"/>
                    <a:pt x="13" y="888"/>
                    <a:pt x="8" y="888"/>
                  </a:cubicBezTo>
                  <a:close/>
                </a:path>
              </a:pathLst>
            </a:custGeom>
            <a:gradFill rotWithShape="0">
              <a:gsLst>
                <a:gs pos="0">
                  <a:srgbClr val="334257"/>
                </a:gs>
                <a:gs pos="100000">
                  <a:srgbClr val="19212b"/>
                </a:gs>
              </a:gsLst>
              <a:lin ang="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3" name="Freeform 32"/>
          <p:cNvSpPr/>
          <p:nvPr/>
        </p:nvSpPr>
        <p:spPr>
          <a:xfrm>
            <a:off x="-1892160" y="-108900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64" name="Group 24"/>
          <p:cNvGrpSpPr/>
          <p:nvPr/>
        </p:nvGrpSpPr>
        <p:grpSpPr>
          <a:xfrm>
            <a:off x="554040" y="565200"/>
            <a:ext cx="1472760" cy="48960"/>
            <a:chOff x="554040" y="565200"/>
            <a:chExt cx="1472760" cy="48960"/>
          </a:xfrm>
        </p:grpSpPr>
        <p:sp>
          <p:nvSpPr>
            <p:cNvPr id="6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67" name="Rectangle 33"/>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68"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6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A5B5161-781D-4E18-829D-A9DD8C29EAC1}"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70" name="Group 7"/>
          <p:cNvGrpSpPr/>
          <p:nvPr/>
        </p:nvGrpSpPr>
        <p:grpSpPr>
          <a:xfrm>
            <a:off x="6215040" y="801720"/>
            <a:ext cx="4685760" cy="5330160"/>
            <a:chOff x="6215040" y="801720"/>
            <a:chExt cx="4685760" cy="5330160"/>
          </a:xfrm>
        </p:grpSpPr>
        <p:sp>
          <p:nvSpPr>
            <p:cNvPr id="71" name="Freeform 8"/>
            <p:cNvSpPr/>
            <p:nvPr/>
          </p:nvSpPr>
          <p:spPr>
            <a:xfrm>
              <a:off x="6215040" y="801720"/>
              <a:ext cx="4685760" cy="5330160"/>
            </a:xfrm>
            <a:custGeom>
              <a:avLst/>
              <a:gdLst>
                <a:gd name="textAreaLeft" fmla="*/ 0 w 4685760"/>
                <a:gd name="textAreaRight" fmla="*/ 4692600 w 4685760"/>
                <a:gd name="textAreaTop" fmla="*/ 0 h 5330160"/>
                <a:gd name="textAreaBottom" fmla="*/ 5337000 h 533016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 name="Freeform 6"/>
            <p:cNvSpPr/>
            <p:nvPr/>
          </p:nvSpPr>
          <p:spPr>
            <a:xfrm>
              <a:off x="6215040" y="801720"/>
              <a:ext cx="4685760" cy="5330160"/>
            </a:xfrm>
            <a:custGeom>
              <a:avLst/>
              <a:gdLst>
                <a:gd name="textAreaLeft" fmla="*/ 0 w 4685760"/>
                <a:gd name="textAreaRight" fmla="*/ 4692600 w 4685760"/>
                <a:gd name="textAreaTop" fmla="*/ 0 h 5330160"/>
                <a:gd name="textAreaBottom" fmla="*/ 5337000 h 533016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3"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5"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6"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7" name="Freeform 18"/>
          <p:cNvSpPr/>
          <p:nvPr/>
        </p:nvSpPr>
        <p:spPr>
          <a:xfrm rot="237600">
            <a:off x="-1387800" y="-952920"/>
            <a:ext cx="7397280" cy="6140880"/>
          </a:xfrm>
          <a:custGeom>
            <a:avLst/>
            <a:gdLst>
              <a:gd name="textAreaLeft" fmla="*/ 0 w 7397280"/>
              <a:gd name="textAreaRight" fmla="*/ 7404120 w 7397280"/>
              <a:gd name="textAreaTop" fmla="*/ 0 h 6140880"/>
              <a:gd name="textAreaBottom" fmla="*/ 6147720 h 614088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78" name="Group 10"/>
          <p:cNvGrpSpPr/>
          <p:nvPr/>
        </p:nvGrpSpPr>
        <p:grpSpPr>
          <a:xfrm>
            <a:off x="554040" y="565200"/>
            <a:ext cx="1472760" cy="48960"/>
            <a:chOff x="554040" y="565200"/>
            <a:chExt cx="1472760" cy="48960"/>
          </a:xfrm>
        </p:grpSpPr>
        <p:sp>
          <p:nvSpPr>
            <p:cNvPr id="7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0"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1" name="Text Placeholder 5"/>
          <p:cNvSpPr/>
          <p:nvPr/>
        </p:nvSpPr>
        <p:spPr>
          <a:xfrm>
            <a:off x="603720" y="805680"/>
            <a:ext cx="4768200" cy="5330160"/>
          </a:xfrm>
          <a:prstGeom prst="roundRect">
            <a:avLst>
              <a:gd name="adj" fmla="val 9537"/>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sp>
        <p:nvSpPr>
          <p:cNvPr id="82" name="Rectangle 19"/>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3"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5430491-AB15-48E6-BE0B-6533854FB9C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85" name="Group 11"/>
          <p:cNvGrpSpPr/>
          <p:nvPr/>
        </p:nvGrpSpPr>
        <p:grpSpPr>
          <a:xfrm>
            <a:off x="9316080" y="1022400"/>
            <a:ext cx="2316240" cy="2318400"/>
            <a:chOff x="9316080" y="1022400"/>
            <a:chExt cx="2316240" cy="2318400"/>
          </a:xfrm>
        </p:grpSpPr>
        <p:sp>
          <p:nvSpPr>
            <p:cNvPr id="86" name="Freeform 6"/>
            <p:cNvSpPr/>
            <p:nvPr/>
          </p:nvSpPr>
          <p:spPr>
            <a:xfrm>
              <a:off x="9316080" y="102240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7" name="Freeform 6"/>
            <p:cNvSpPr/>
            <p:nvPr/>
          </p:nvSpPr>
          <p:spPr>
            <a:xfrm>
              <a:off x="9316080" y="102240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8"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0"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1"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92" name="Group 28"/>
          <p:cNvGrpSpPr/>
          <p:nvPr/>
        </p:nvGrpSpPr>
        <p:grpSpPr>
          <a:xfrm>
            <a:off x="6627960" y="1022400"/>
            <a:ext cx="2316240" cy="2318400"/>
            <a:chOff x="6627960" y="1022400"/>
            <a:chExt cx="2316240" cy="2318400"/>
          </a:xfrm>
        </p:grpSpPr>
        <p:sp>
          <p:nvSpPr>
            <p:cNvPr id="93" name="Freeform 6"/>
            <p:cNvSpPr/>
            <p:nvPr/>
          </p:nvSpPr>
          <p:spPr>
            <a:xfrm>
              <a:off x="6627960" y="102240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4" name="Freeform 6"/>
            <p:cNvSpPr/>
            <p:nvPr/>
          </p:nvSpPr>
          <p:spPr>
            <a:xfrm>
              <a:off x="6627960" y="102240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95" name="Group 32"/>
          <p:cNvGrpSpPr/>
          <p:nvPr/>
        </p:nvGrpSpPr>
        <p:grpSpPr>
          <a:xfrm>
            <a:off x="9316080" y="3486960"/>
            <a:ext cx="2316240" cy="2318400"/>
            <a:chOff x="9316080" y="3486960"/>
            <a:chExt cx="2316240" cy="2318400"/>
          </a:xfrm>
        </p:grpSpPr>
        <p:sp>
          <p:nvSpPr>
            <p:cNvPr id="96" name="Freeform 6"/>
            <p:cNvSpPr/>
            <p:nvPr/>
          </p:nvSpPr>
          <p:spPr>
            <a:xfrm>
              <a:off x="9316080" y="348696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 name="Freeform 6"/>
            <p:cNvSpPr/>
            <p:nvPr/>
          </p:nvSpPr>
          <p:spPr>
            <a:xfrm>
              <a:off x="9316080" y="348696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98" name="Group 36"/>
          <p:cNvGrpSpPr/>
          <p:nvPr/>
        </p:nvGrpSpPr>
        <p:grpSpPr>
          <a:xfrm>
            <a:off x="6627960" y="3486960"/>
            <a:ext cx="2316240" cy="2318400"/>
            <a:chOff x="6627960" y="3486960"/>
            <a:chExt cx="2316240" cy="2318400"/>
          </a:xfrm>
        </p:grpSpPr>
        <p:sp>
          <p:nvSpPr>
            <p:cNvPr id="99" name="Freeform 6"/>
            <p:cNvSpPr/>
            <p:nvPr/>
          </p:nvSpPr>
          <p:spPr>
            <a:xfrm>
              <a:off x="6627960" y="348696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00" name="Freeform 6"/>
            <p:cNvSpPr/>
            <p:nvPr/>
          </p:nvSpPr>
          <p:spPr>
            <a:xfrm>
              <a:off x="6627960" y="3486960"/>
              <a:ext cx="2316240" cy="2318400"/>
            </a:xfrm>
            <a:custGeom>
              <a:avLst/>
              <a:gdLst>
                <a:gd name="textAreaLeft" fmla="*/ 0 w 2316240"/>
                <a:gd name="textAreaRight" fmla="*/ 2323080 w 2316240"/>
                <a:gd name="textAreaTop" fmla="*/ 0 h 2318400"/>
                <a:gd name="textAreaBottom" fmla="*/ 2325240 h 23184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01" name="Freeform 45"/>
          <p:cNvSpPr/>
          <p:nvPr/>
        </p:nvSpPr>
        <p:spPr>
          <a:xfrm rot="370200">
            <a:off x="-1692720" y="-681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02" name="Group 17"/>
          <p:cNvGrpSpPr/>
          <p:nvPr/>
        </p:nvGrpSpPr>
        <p:grpSpPr>
          <a:xfrm>
            <a:off x="581400" y="1022400"/>
            <a:ext cx="4781160" cy="4785480"/>
            <a:chOff x="581400" y="1022400"/>
            <a:chExt cx="4781160" cy="4785480"/>
          </a:xfrm>
        </p:grpSpPr>
        <p:sp>
          <p:nvSpPr>
            <p:cNvPr id="103" name="Freeform 22"/>
            <p:cNvSpPr/>
            <p:nvPr/>
          </p:nvSpPr>
          <p:spPr>
            <a:xfrm>
              <a:off x="581400" y="1022400"/>
              <a:ext cx="4781160" cy="4785480"/>
            </a:xfrm>
            <a:custGeom>
              <a:avLst/>
              <a:gdLst>
                <a:gd name="textAreaLeft" fmla="*/ 0 w 4781160"/>
                <a:gd name="textAreaRight" fmla="*/ 4788000 w 4781160"/>
                <a:gd name="textAreaTop" fmla="*/ 0 h 4785480"/>
                <a:gd name="textAreaBottom" fmla="*/ 4792320 h 4785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04" name="Freeform 6"/>
            <p:cNvSpPr/>
            <p:nvPr/>
          </p:nvSpPr>
          <p:spPr>
            <a:xfrm>
              <a:off x="581400" y="1022400"/>
              <a:ext cx="4781160" cy="4785480"/>
            </a:xfrm>
            <a:custGeom>
              <a:avLst/>
              <a:gdLst>
                <a:gd name="textAreaLeft" fmla="*/ 0 w 4781160"/>
                <a:gd name="textAreaRight" fmla="*/ 4788000 w 4781160"/>
                <a:gd name="textAreaTop" fmla="*/ 0 h 4785480"/>
                <a:gd name="textAreaBottom" fmla="*/ 4792320 h 478548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05" name="Text Placeholder 2"/>
          <p:cNvSpPr/>
          <p:nvPr/>
        </p:nvSpPr>
        <p:spPr>
          <a:xfrm>
            <a:off x="817920" y="1284120"/>
            <a:ext cx="4311000" cy="4273200"/>
          </a:xfrm>
          <a:prstGeom prst="roundRect">
            <a:avLst>
              <a:gd name="adj" fmla="val 6666"/>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grpSp>
        <p:nvGrpSpPr>
          <p:cNvPr id="106" name="Group 35"/>
          <p:cNvGrpSpPr/>
          <p:nvPr/>
        </p:nvGrpSpPr>
        <p:grpSpPr>
          <a:xfrm>
            <a:off x="554040" y="565200"/>
            <a:ext cx="1472760" cy="48960"/>
            <a:chOff x="554040" y="565200"/>
            <a:chExt cx="1472760" cy="48960"/>
          </a:xfrm>
        </p:grpSpPr>
        <p:sp>
          <p:nvSpPr>
            <p:cNvPr id="10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0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09" name="Rectangle 46"/>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1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68A5312-6E34-4BA1-AEFD-DF728C39EA0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2" name="Line 13"/>
          <p:cNvSpPr/>
          <p:nvPr/>
        </p:nvSpPr>
        <p:spPr>
          <a:xfrm>
            <a:off x="1998000" y="3327840"/>
            <a:ext cx="8032680" cy="360"/>
          </a:xfrm>
          <a:prstGeom prst="line">
            <a:avLst/>
          </a:prstGeom>
          <a:ln w="69850">
            <a:solidFill>
              <a:srgbClr val="334257"/>
            </a:solidFill>
            <a:round/>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113" name="Group 6"/>
          <p:cNvGrpSpPr/>
          <p:nvPr/>
        </p:nvGrpSpPr>
        <p:grpSpPr>
          <a:xfrm>
            <a:off x="1853640" y="3183480"/>
            <a:ext cx="285120" cy="285120"/>
            <a:chOff x="1853640" y="3183480"/>
            <a:chExt cx="285120" cy="285120"/>
          </a:xfrm>
        </p:grpSpPr>
        <p:sp>
          <p:nvSpPr>
            <p:cNvPr id="114" name="Oval 7"/>
            <p:cNvSpPr/>
            <p:nvPr/>
          </p:nvSpPr>
          <p:spPr>
            <a:xfrm>
              <a:off x="185364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15" name="Oval 28"/>
            <p:cNvSpPr/>
            <p:nvPr/>
          </p:nvSpPr>
          <p:spPr>
            <a:xfrm>
              <a:off x="192744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16" name="Group 9"/>
          <p:cNvGrpSpPr/>
          <p:nvPr/>
        </p:nvGrpSpPr>
        <p:grpSpPr>
          <a:xfrm>
            <a:off x="3190320" y="3183480"/>
            <a:ext cx="285120" cy="285120"/>
            <a:chOff x="3190320" y="3183480"/>
            <a:chExt cx="285120" cy="285120"/>
          </a:xfrm>
        </p:grpSpPr>
        <p:sp>
          <p:nvSpPr>
            <p:cNvPr id="117" name="Oval 10"/>
            <p:cNvSpPr/>
            <p:nvPr/>
          </p:nvSpPr>
          <p:spPr>
            <a:xfrm>
              <a:off x="319032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18" name="Oval 28"/>
            <p:cNvSpPr/>
            <p:nvPr/>
          </p:nvSpPr>
          <p:spPr>
            <a:xfrm>
              <a:off x="326412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19" name="Group 12"/>
          <p:cNvGrpSpPr/>
          <p:nvPr/>
        </p:nvGrpSpPr>
        <p:grpSpPr>
          <a:xfrm>
            <a:off x="4525560" y="3183480"/>
            <a:ext cx="285120" cy="285120"/>
            <a:chOff x="4525560" y="3183480"/>
            <a:chExt cx="285120" cy="285120"/>
          </a:xfrm>
        </p:grpSpPr>
        <p:sp>
          <p:nvSpPr>
            <p:cNvPr id="120" name="Oval 13"/>
            <p:cNvSpPr/>
            <p:nvPr/>
          </p:nvSpPr>
          <p:spPr>
            <a:xfrm>
              <a:off x="452556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21" name="Oval 28"/>
            <p:cNvSpPr/>
            <p:nvPr/>
          </p:nvSpPr>
          <p:spPr>
            <a:xfrm>
              <a:off x="459936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22" name="Group 15"/>
          <p:cNvGrpSpPr/>
          <p:nvPr/>
        </p:nvGrpSpPr>
        <p:grpSpPr>
          <a:xfrm>
            <a:off x="5863680" y="3183480"/>
            <a:ext cx="285120" cy="285120"/>
            <a:chOff x="5863680" y="3183480"/>
            <a:chExt cx="285120" cy="285120"/>
          </a:xfrm>
        </p:grpSpPr>
        <p:sp>
          <p:nvSpPr>
            <p:cNvPr id="123" name="Oval 16"/>
            <p:cNvSpPr/>
            <p:nvPr/>
          </p:nvSpPr>
          <p:spPr>
            <a:xfrm>
              <a:off x="586368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24" name="Oval 28"/>
            <p:cNvSpPr/>
            <p:nvPr/>
          </p:nvSpPr>
          <p:spPr>
            <a:xfrm>
              <a:off x="593748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25" name="Group 18"/>
          <p:cNvGrpSpPr/>
          <p:nvPr/>
        </p:nvGrpSpPr>
        <p:grpSpPr>
          <a:xfrm>
            <a:off x="7198920" y="3183480"/>
            <a:ext cx="285120" cy="285120"/>
            <a:chOff x="7198920" y="3183480"/>
            <a:chExt cx="285120" cy="285120"/>
          </a:xfrm>
        </p:grpSpPr>
        <p:sp>
          <p:nvSpPr>
            <p:cNvPr id="126" name="Oval 19"/>
            <p:cNvSpPr/>
            <p:nvPr/>
          </p:nvSpPr>
          <p:spPr>
            <a:xfrm>
              <a:off x="719892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27" name="Oval 28"/>
            <p:cNvSpPr/>
            <p:nvPr/>
          </p:nvSpPr>
          <p:spPr>
            <a:xfrm>
              <a:off x="727272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28" name="Group 21"/>
          <p:cNvGrpSpPr/>
          <p:nvPr/>
        </p:nvGrpSpPr>
        <p:grpSpPr>
          <a:xfrm>
            <a:off x="8547480" y="3183480"/>
            <a:ext cx="285120" cy="285120"/>
            <a:chOff x="8547480" y="3183480"/>
            <a:chExt cx="285120" cy="285120"/>
          </a:xfrm>
        </p:grpSpPr>
        <p:sp>
          <p:nvSpPr>
            <p:cNvPr id="129" name="Oval 22"/>
            <p:cNvSpPr/>
            <p:nvPr/>
          </p:nvSpPr>
          <p:spPr>
            <a:xfrm>
              <a:off x="854748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0" name="Oval 28"/>
            <p:cNvSpPr/>
            <p:nvPr/>
          </p:nvSpPr>
          <p:spPr>
            <a:xfrm>
              <a:off x="862128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31" name="Group 24"/>
          <p:cNvGrpSpPr/>
          <p:nvPr/>
        </p:nvGrpSpPr>
        <p:grpSpPr>
          <a:xfrm>
            <a:off x="9884880" y="3183480"/>
            <a:ext cx="285120" cy="285120"/>
            <a:chOff x="9884880" y="3183480"/>
            <a:chExt cx="285120" cy="285120"/>
          </a:xfrm>
        </p:grpSpPr>
        <p:sp>
          <p:nvSpPr>
            <p:cNvPr id="132" name="Oval 25"/>
            <p:cNvSpPr/>
            <p:nvPr/>
          </p:nvSpPr>
          <p:spPr>
            <a:xfrm>
              <a:off x="9884880" y="3183480"/>
              <a:ext cx="285120" cy="2851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3" name="Oval 28"/>
            <p:cNvSpPr/>
            <p:nvPr/>
          </p:nvSpPr>
          <p:spPr>
            <a:xfrm>
              <a:off x="9958680" y="3257280"/>
              <a:ext cx="134280" cy="13284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134" name="Group 28"/>
          <p:cNvGrpSpPr/>
          <p:nvPr/>
        </p:nvGrpSpPr>
        <p:grpSpPr>
          <a:xfrm>
            <a:off x="8135280" y="1762920"/>
            <a:ext cx="1111680" cy="1264680"/>
            <a:chOff x="8135280" y="1762920"/>
            <a:chExt cx="1111680" cy="1264680"/>
          </a:xfrm>
        </p:grpSpPr>
        <p:sp>
          <p:nvSpPr>
            <p:cNvPr id="135" name="Freeform 28"/>
            <p:cNvSpPr/>
            <p:nvPr/>
          </p:nvSpPr>
          <p:spPr>
            <a:xfrm>
              <a:off x="8141040" y="1762920"/>
              <a:ext cx="1105920" cy="1264680"/>
            </a:xfrm>
            <a:custGeom>
              <a:avLst/>
              <a:gdLst>
                <a:gd name="textAreaLeft" fmla="*/ 0 w 1105920"/>
                <a:gd name="textAreaRight" fmla="*/ 1112760 w 1105920"/>
                <a:gd name="textAreaTop" fmla="*/ 0 h 1264680"/>
                <a:gd name="textAreaBottom" fmla="*/ 1271520 h 126468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6" name="Freeform 28"/>
            <p:cNvSpPr/>
            <p:nvPr/>
          </p:nvSpPr>
          <p:spPr>
            <a:xfrm>
              <a:off x="8135280" y="1762920"/>
              <a:ext cx="1105920" cy="1264680"/>
            </a:xfrm>
            <a:custGeom>
              <a:avLst/>
              <a:gdLst>
                <a:gd name="textAreaLeft" fmla="*/ 0 w 1105920"/>
                <a:gd name="textAreaRight" fmla="*/ 1112760 w 1105920"/>
                <a:gd name="textAreaTop" fmla="*/ 0 h 1264680"/>
                <a:gd name="textAreaBottom" fmla="*/ 1271520 h 126468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37" name="Group 33"/>
          <p:cNvGrpSpPr/>
          <p:nvPr/>
        </p:nvGrpSpPr>
        <p:grpSpPr>
          <a:xfrm>
            <a:off x="5445720" y="1762920"/>
            <a:ext cx="1111680" cy="1264680"/>
            <a:chOff x="5445720" y="1762920"/>
            <a:chExt cx="1111680" cy="1264680"/>
          </a:xfrm>
        </p:grpSpPr>
        <p:sp>
          <p:nvSpPr>
            <p:cNvPr id="138" name="Freeform 28"/>
            <p:cNvSpPr/>
            <p:nvPr/>
          </p:nvSpPr>
          <p:spPr>
            <a:xfrm>
              <a:off x="5451480" y="1762920"/>
              <a:ext cx="1105920" cy="1264680"/>
            </a:xfrm>
            <a:custGeom>
              <a:avLst/>
              <a:gdLst>
                <a:gd name="textAreaLeft" fmla="*/ 0 w 1105920"/>
                <a:gd name="textAreaRight" fmla="*/ 1112760 w 1105920"/>
                <a:gd name="textAreaTop" fmla="*/ 0 h 1264680"/>
                <a:gd name="textAreaBottom" fmla="*/ 1271520 h 126468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39" name="Freeform 28"/>
            <p:cNvSpPr/>
            <p:nvPr/>
          </p:nvSpPr>
          <p:spPr>
            <a:xfrm>
              <a:off x="5445720" y="1762920"/>
              <a:ext cx="1105920" cy="1264680"/>
            </a:xfrm>
            <a:custGeom>
              <a:avLst/>
              <a:gdLst>
                <a:gd name="textAreaLeft" fmla="*/ 0 w 1105920"/>
                <a:gd name="textAreaRight" fmla="*/ 1112760 w 1105920"/>
                <a:gd name="textAreaTop" fmla="*/ 0 h 1264680"/>
                <a:gd name="textAreaBottom" fmla="*/ 1271520 h 126468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0" name="Group 38"/>
          <p:cNvGrpSpPr/>
          <p:nvPr/>
        </p:nvGrpSpPr>
        <p:grpSpPr>
          <a:xfrm>
            <a:off x="6789240" y="3629520"/>
            <a:ext cx="1105920" cy="1269360"/>
            <a:chOff x="6789240" y="3629520"/>
            <a:chExt cx="1105920" cy="1269360"/>
          </a:xfrm>
        </p:grpSpPr>
        <p:sp>
          <p:nvSpPr>
            <p:cNvPr id="141" name="Freeform 34"/>
            <p:cNvSpPr/>
            <p:nvPr/>
          </p:nvSpPr>
          <p:spPr>
            <a:xfrm>
              <a:off x="678924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42" name="Freeform 34"/>
            <p:cNvSpPr/>
            <p:nvPr/>
          </p:nvSpPr>
          <p:spPr>
            <a:xfrm>
              <a:off x="678924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3" name="Group 43"/>
          <p:cNvGrpSpPr/>
          <p:nvPr/>
        </p:nvGrpSpPr>
        <p:grpSpPr>
          <a:xfrm>
            <a:off x="1449000" y="3629520"/>
            <a:ext cx="1105920" cy="1269360"/>
            <a:chOff x="1449000" y="3629520"/>
            <a:chExt cx="1105920" cy="1269360"/>
          </a:xfrm>
        </p:grpSpPr>
        <p:sp>
          <p:nvSpPr>
            <p:cNvPr id="144" name="Freeform 34"/>
            <p:cNvSpPr/>
            <p:nvPr/>
          </p:nvSpPr>
          <p:spPr>
            <a:xfrm>
              <a:off x="144900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45" name="Freeform 34"/>
            <p:cNvSpPr/>
            <p:nvPr/>
          </p:nvSpPr>
          <p:spPr>
            <a:xfrm>
              <a:off x="144900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6" name="Group 48"/>
          <p:cNvGrpSpPr/>
          <p:nvPr/>
        </p:nvGrpSpPr>
        <p:grpSpPr>
          <a:xfrm>
            <a:off x="4109400" y="3629520"/>
            <a:ext cx="1105920" cy="1269360"/>
            <a:chOff x="4109400" y="3629520"/>
            <a:chExt cx="1105920" cy="1269360"/>
          </a:xfrm>
        </p:grpSpPr>
        <p:sp>
          <p:nvSpPr>
            <p:cNvPr id="147" name="Freeform 34"/>
            <p:cNvSpPr/>
            <p:nvPr/>
          </p:nvSpPr>
          <p:spPr>
            <a:xfrm>
              <a:off x="410940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48" name="Freeform 34"/>
            <p:cNvSpPr/>
            <p:nvPr/>
          </p:nvSpPr>
          <p:spPr>
            <a:xfrm>
              <a:off x="410940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49" name="Group 53"/>
          <p:cNvGrpSpPr/>
          <p:nvPr/>
        </p:nvGrpSpPr>
        <p:grpSpPr>
          <a:xfrm>
            <a:off x="2772000" y="1762920"/>
            <a:ext cx="1111680" cy="1264680"/>
            <a:chOff x="2772000" y="1762920"/>
            <a:chExt cx="1111680" cy="1264680"/>
          </a:xfrm>
        </p:grpSpPr>
        <p:sp>
          <p:nvSpPr>
            <p:cNvPr id="150" name="Freeform 28"/>
            <p:cNvSpPr/>
            <p:nvPr/>
          </p:nvSpPr>
          <p:spPr>
            <a:xfrm>
              <a:off x="2777760" y="1762920"/>
              <a:ext cx="1105920" cy="1264680"/>
            </a:xfrm>
            <a:custGeom>
              <a:avLst/>
              <a:gdLst>
                <a:gd name="textAreaLeft" fmla="*/ 0 w 1105920"/>
                <a:gd name="textAreaRight" fmla="*/ 1112760 w 1105920"/>
                <a:gd name="textAreaTop" fmla="*/ 0 h 1264680"/>
                <a:gd name="textAreaBottom" fmla="*/ 1271520 h 126468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51" name="Freeform 28"/>
            <p:cNvSpPr/>
            <p:nvPr/>
          </p:nvSpPr>
          <p:spPr>
            <a:xfrm>
              <a:off x="2772000" y="1762920"/>
              <a:ext cx="1105920" cy="1264680"/>
            </a:xfrm>
            <a:custGeom>
              <a:avLst/>
              <a:gdLst>
                <a:gd name="textAreaLeft" fmla="*/ 0 w 1105920"/>
                <a:gd name="textAreaRight" fmla="*/ 1112760 w 1105920"/>
                <a:gd name="textAreaTop" fmla="*/ 0 h 1264680"/>
                <a:gd name="textAreaBottom" fmla="*/ 1271520 h 1264680"/>
              </a:gdLst>
              <a:ahLst/>
              <a:rect l="textAreaLeft" t="textAreaTop" r="textAreaRight" b="textAreaBottom"/>
              <a:pathLst>
                <a:path w="292" h="334">
                  <a:moveTo>
                    <a:pt x="292" y="145"/>
                  </a:moveTo>
                  <a:cubicBezTo>
                    <a:pt x="292" y="65"/>
                    <a:pt x="226" y="0"/>
                    <a:pt x="146" y="0"/>
                  </a:cubicBezTo>
                  <a:cubicBezTo>
                    <a:pt x="65" y="0"/>
                    <a:pt x="0" y="65"/>
                    <a:pt x="0" y="145"/>
                  </a:cubicBezTo>
                  <a:cubicBezTo>
                    <a:pt x="0" y="217"/>
                    <a:pt x="51" y="276"/>
                    <a:pt x="119" y="289"/>
                  </a:cubicBezTo>
                  <a:cubicBezTo>
                    <a:pt x="146" y="334"/>
                    <a:pt x="146" y="334"/>
                    <a:pt x="146" y="334"/>
                  </a:cubicBezTo>
                  <a:cubicBezTo>
                    <a:pt x="172" y="289"/>
                    <a:pt x="172" y="289"/>
                    <a:pt x="172" y="289"/>
                  </a:cubicBezTo>
                  <a:cubicBezTo>
                    <a:pt x="240" y="276"/>
                    <a:pt x="292" y="217"/>
                    <a:pt x="292" y="145"/>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52" name="Group 58"/>
          <p:cNvGrpSpPr/>
          <p:nvPr/>
        </p:nvGrpSpPr>
        <p:grpSpPr>
          <a:xfrm>
            <a:off x="9475200" y="3629520"/>
            <a:ext cx="1105920" cy="1269360"/>
            <a:chOff x="9475200" y="3629520"/>
            <a:chExt cx="1105920" cy="1269360"/>
          </a:xfrm>
        </p:grpSpPr>
        <p:sp>
          <p:nvSpPr>
            <p:cNvPr id="153" name="Freeform 34"/>
            <p:cNvSpPr/>
            <p:nvPr/>
          </p:nvSpPr>
          <p:spPr>
            <a:xfrm>
              <a:off x="947520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54" name="Freeform 34"/>
            <p:cNvSpPr/>
            <p:nvPr/>
          </p:nvSpPr>
          <p:spPr>
            <a:xfrm>
              <a:off x="9475200" y="3629520"/>
              <a:ext cx="1105920" cy="1269360"/>
            </a:xfrm>
            <a:custGeom>
              <a:avLst/>
              <a:gdLst>
                <a:gd name="textAreaLeft" fmla="*/ 0 w 1105920"/>
                <a:gd name="textAreaRight" fmla="*/ 1112760 w 1105920"/>
                <a:gd name="textAreaTop" fmla="*/ 0 h 1269360"/>
                <a:gd name="textAreaBottom" fmla="*/ 1276200 h 1269360"/>
              </a:gdLst>
              <a:ahLst/>
              <a:rect l="textAreaLeft" t="textAreaTop" r="textAreaRight" b="textAreaBottom"/>
              <a:pathLst>
                <a:path w="292" h="335">
                  <a:moveTo>
                    <a:pt x="0" y="189"/>
                  </a:moveTo>
                  <a:cubicBezTo>
                    <a:pt x="0" y="270"/>
                    <a:pt x="66" y="335"/>
                    <a:pt x="146" y="335"/>
                  </a:cubicBezTo>
                  <a:cubicBezTo>
                    <a:pt x="227" y="335"/>
                    <a:pt x="292" y="270"/>
                    <a:pt x="292" y="189"/>
                  </a:cubicBezTo>
                  <a:cubicBezTo>
                    <a:pt x="292" y="118"/>
                    <a:pt x="240" y="58"/>
                    <a:pt x="172" y="46"/>
                  </a:cubicBezTo>
                  <a:cubicBezTo>
                    <a:pt x="146" y="0"/>
                    <a:pt x="146" y="0"/>
                    <a:pt x="146" y="0"/>
                  </a:cubicBezTo>
                  <a:cubicBezTo>
                    <a:pt x="120" y="46"/>
                    <a:pt x="120" y="46"/>
                    <a:pt x="120" y="46"/>
                  </a:cubicBezTo>
                  <a:cubicBezTo>
                    <a:pt x="52" y="58"/>
                    <a:pt x="0" y="118"/>
                    <a:pt x="0" y="18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55"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6"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7"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8"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59" name="Freeform 73"/>
          <p:cNvSpPr/>
          <p:nvPr/>
        </p:nvSpPr>
        <p:spPr>
          <a:xfrm>
            <a:off x="-1861200" y="-100620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60" name="Group 69"/>
          <p:cNvGrpSpPr/>
          <p:nvPr/>
        </p:nvGrpSpPr>
        <p:grpSpPr>
          <a:xfrm>
            <a:off x="554040" y="565200"/>
            <a:ext cx="1472760" cy="48960"/>
            <a:chOff x="554040" y="565200"/>
            <a:chExt cx="1472760" cy="48960"/>
          </a:xfrm>
        </p:grpSpPr>
        <p:sp>
          <p:nvSpPr>
            <p:cNvPr id="161"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62"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63" name="Rectangle 7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64"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65"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7FD71DDE-926A-4E29-AE84-7A827CDF8E43}"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66" name="Freeform 10"/>
          <p:cNvSpPr/>
          <p:nvPr/>
        </p:nvSpPr>
        <p:spPr>
          <a:xfrm>
            <a:off x="2082960" y="3490920"/>
            <a:ext cx="1966320" cy="1557000"/>
          </a:xfrm>
          <a:custGeom>
            <a:avLst/>
            <a:gdLst>
              <a:gd name="textAreaLeft" fmla="*/ 0 w 1966320"/>
              <a:gd name="textAreaRight" fmla="*/ 1973160 w 1966320"/>
              <a:gd name="textAreaTop" fmla="*/ 0 h 1557000"/>
              <a:gd name="textAreaBottom" fmla="*/ 1563840 h 1557000"/>
            </a:gdLst>
            <a:ahLst/>
            <a:rect l="textAreaLeft" t="textAreaTop" r="textAreaRight" b="textAreaBottom"/>
            <a:pathLst>
              <a:path w="518" h="410">
                <a:moveTo>
                  <a:pt x="518" y="354"/>
                </a:moveTo>
                <a:cubicBezTo>
                  <a:pt x="416" y="316"/>
                  <a:pt x="416" y="316"/>
                  <a:pt x="416" y="316"/>
                </a:cubicBezTo>
                <a:cubicBezTo>
                  <a:pt x="418" y="344"/>
                  <a:pt x="418" y="344"/>
                  <a:pt x="418" y="344"/>
                </a:cubicBezTo>
                <a:cubicBezTo>
                  <a:pt x="374" y="345"/>
                  <a:pt x="329" y="342"/>
                  <a:pt x="286" y="331"/>
                </a:cubicBezTo>
                <a:cubicBezTo>
                  <a:pt x="237" y="319"/>
                  <a:pt x="190" y="297"/>
                  <a:pt x="150" y="265"/>
                </a:cubicBezTo>
                <a:cubicBezTo>
                  <a:pt x="110" y="233"/>
                  <a:pt x="77" y="192"/>
                  <a:pt x="52" y="147"/>
                </a:cubicBezTo>
                <a:cubicBezTo>
                  <a:pt x="27" y="102"/>
                  <a:pt x="9" y="52"/>
                  <a:pt x="0" y="0"/>
                </a:cubicBezTo>
                <a:cubicBezTo>
                  <a:pt x="3" y="26"/>
                  <a:pt x="8" y="52"/>
                  <a:pt x="15" y="77"/>
                </a:cubicBezTo>
                <a:cubicBezTo>
                  <a:pt x="23" y="103"/>
                  <a:pt x="32" y="128"/>
                  <a:pt x="43" y="152"/>
                </a:cubicBezTo>
                <a:cubicBezTo>
                  <a:pt x="66" y="199"/>
                  <a:pt x="97" y="244"/>
                  <a:pt x="137" y="280"/>
                </a:cubicBezTo>
                <a:cubicBezTo>
                  <a:pt x="177" y="316"/>
                  <a:pt x="226" y="343"/>
                  <a:pt x="277" y="360"/>
                </a:cubicBezTo>
                <a:cubicBezTo>
                  <a:pt x="297" y="366"/>
                  <a:pt x="297" y="366"/>
                  <a:pt x="297" y="366"/>
                </a:cubicBezTo>
                <a:cubicBezTo>
                  <a:pt x="317" y="371"/>
                  <a:pt x="317" y="371"/>
                  <a:pt x="317" y="371"/>
                </a:cubicBezTo>
                <a:cubicBezTo>
                  <a:pt x="323" y="372"/>
                  <a:pt x="330" y="373"/>
                  <a:pt x="337" y="375"/>
                </a:cubicBezTo>
                <a:cubicBezTo>
                  <a:pt x="343" y="376"/>
                  <a:pt x="350" y="377"/>
                  <a:pt x="357" y="378"/>
                </a:cubicBezTo>
                <a:cubicBezTo>
                  <a:pt x="377" y="380"/>
                  <a:pt x="377" y="380"/>
                  <a:pt x="377" y="380"/>
                </a:cubicBezTo>
                <a:cubicBezTo>
                  <a:pt x="397" y="381"/>
                  <a:pt x="397" y="381"/>
                  <a:pt x="397" y="381"/>
                </a:cubicBezTo>
                <a:cubicBezTo>
                  <a:pt x="408" y="382"/>
                  <a:pt x="408" y="382"/>
                  <a:pt x="408" y="382"/>
                </a:cubicBezTo>
                <a:cubicBezTo>
                  <a:pt x="418" y="382"/>
                  <a:pt x="418" y="382"/>
                  <a:pt x="418" y="382"/>
                </a:cubicBezTo>
                <a:cubicBezTo>
                  <a:pt x="422" y="382"/>
                  <a:pt x="422" y="382"/>
                  <a:pt x="422" y="382"/>
                </a:cubicBezTo>
                <a:cubicBezTo>
                  <a:pt x="424" y="410"/>
                  <a:pt x="424" y="410"/>
                  <a:pt x="424" y="410"/>
                </a:cubicBezTo>
                <a:lnTo>
                  <a:pt x="518" y="354"/>
                </a:lnTo>
                <a:close/>
              </a:path>
            </a:pathLst>
          </a:custGeom>
          <a:gradFill rotWithShape="0">
            <a:gsLst>
              <a:gs pos="0">
                <a:srgbClr val="bf0000"/>
              </a:gs>
              <a:gs pos="50000">
                <a:srgbClr val="a10000"/>
              </a:gs>
              <a:gs pos="100000">
                <a:srgbClr val="710000"/>
              </a:gs>
            </a:gsLst>
            <a:lin ang="18900000"/>
          </a:gradFill>
          <a:ln w="0">
            <a:solidFill>
              <a:srgbClr val="c00000"/>
            </a:solid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67" name="Freeform 11"/>
          <p:cNvSpPr/>
          <p:nvPr/>
        </p:nvSpPr>
        <p:spPr>
          <a:xfrm>
            <a:off x="6576840" y="3053520"/>
            <a:ext cx="1879200" cy="1328400"/>
          </a:xfrm>
          <a:custGeom>
            <a:avLst/>
            <a:gdLst>
              <a:gd name="textAreaLeft" fmla="*/ 0 w 1879200"/>
              <a:gd name="textAreaRight" fmla="*/ 1886040 w 1879200"/>
              <a:gd name="textAreaTop" fmla="*/ 0 h 1328400"/>
              <a:gd name="textAreaBottom" fmla="*/ 1335240 h 1328400"/>
            </a:gdLst>
            <a:ahLst/>
            <a:rect l="textAreaLeft" t="textAreaTop" r="textAreaRight" b="textAreaBottom"/>
            <a:pathLst>
              <a:path w="495" h="350">
                <a:moveTo>
                  <a:pt x="495" y="263"/>
                </a:moveTo>
                <a:cubicBezTo>
                  <a:pt x="386" y="268"/>
                  <a:pt x="386" y="268"/>
                  <a:pt x="386" y="268"/>
                </a:cubicBezTo>
                <a:cubicBezTo>
                  <a:pt x="399" y="293"/>
                  <a:pt x="399" y="293"/>
                  <a:pt x="399" y="293"/>
                </a:cubicBezTo>
                <a:cubicBezTo>
                  <a:pt x="358" y="309"/>
                  <a:pt x="313" y="316"/>
                  <a:pt x="269" y="314"/>
                </a:cubicBezTo>
                <a:cubicBezTo>
                  <a:pt x="219" y="311"/>
                  <a:pt x="168" y="296"/>
                  <a:pt x="125" y="269"/>
                </a:cubicBezTo>
                <a:cubicBezTo>
                  <a:pt x="82" y="242"/>
                  <a:pt x="47" y="202"/>
                  <a:pt x="26" y="154"/>
                </a:cubicBezTo>
                <a:cubicBezTo>
                  <a:pt x="16" y="130"/>
                  <a:pt x="10" y="105"/>
                  <a:pt x="7" y="79"/>
                </a:cubicBezTo>
                <a:cubicBezTo>
                  <a:pt x="4" y="53"/>
                  <a:pt x="4" y="26"/>
                  <a:pt x="7" y="0"/>
                </a:cubicBezTo>
                <a:cubicBezTo>
                  <a:pt x="2" y="26"/>
                  <a:pt x="0" y="53"/>
                  <a:pt x="2" y="79"/>
                </a:cubicBezTo>
                <a:cubicBezTo>
                  <a:pt x="3" y="106"/>
                  <a:pt x="8" y="132"/>
                  <a:pt x="17" y="158"/>
                </a:cubicBezTo>
                <a:cubicBezTo>
                  <a:pt x="26" y="183"/>
                  <a:pt x="39" y="207"/>
                  <a:pt x="56" y="229"/>
                </a:cubicBezTo>
                <a:cubicBezTo>
                  <a:pt x="72" y="250"/>
                  <a:pt x="92" y="269"/>
                  <a:pt x="114" y="285"/>
                </a:cubicBezTo>
                <a:cubicBezTo>
                  <a:pt x="158" y="318"/>
                  <a:pt x="211" y="337"/>
                  <a:pt x="266" y="344"/>
                </a:cubicBezTo>
                <a:cubicBezTo>
                  <a:pt x="317" y="350"/>
                  <a:pt x="369" y="344"/>
                  <a:pt x="418" y="328"/>
                </a:cubicBezTo>
                <a:cubicBezTo>
                  <a:pt x="430" y="350"/>
                  <a:pt x="430" y="350"/>
                  <a:pt x="430" y="350"/>
                </a:cubicBezTo>
                <a:lnTo>
                  <a:pt x="495" y="263"/>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68" name="Freeform 12"/>
          <p:cNvSpPr/>
          <p:nvPr/>
        </p:nvSpPr>
        <p:spPr>
          <a:xfrm>
            <a:off x="4175280" y="1803240"/>
            <a:ext cx="1679040" cy="2256840"/>
          </a:xfrm>
          <a:custGeom>
            <a:avLst/>
            <a:gdLst>
              <a:gd name="textAreaLeft" fmla="*/ 0 w 1679040"/>
              <a:gd name="textAreaRight" fmla="*/ 1685880 w 1679040"/>
              <a:gd name="textAreaTop" fmla="*/ 0 h 2256840"/>
              <a:gd name="textAreaBottom" fmla="*/ 2263680 h 2256840"/>
            </a:gdLst>
            <a:ahLst/>
            <a:rect l="textAreaLeft" t="textAreaTop" r="textAreaRight" b="textAreaBottom"/>
            <a:pathLst>
              <a:path w="443" h="594">
                <a:moveTo>
                  <a:pt x="443" y="42"/>
                </a:moveTo>
                <a:cubicBezTo>
                  <a:pt x="341" y="0"/>
                  <a:pt x="341" y="0"/>
                  <a:pt x="341" y="0"/>
                </a:cubicBezTo>
                <a:cubicBezTo>
                  <a:pt x="343" y="29"/>
                  <a:pt x="343" y="29"/>
                  <a:pt x="343" y="29"/>
                </a:cubicBezTo>
                <a:cubicBezTo>
                  <a:pt x="317" y="33"/>
                  <a:pt x="291" y="39"/>
                  <a:pt x="265" y="47"/>
                </a:cubicBezTo>
                <a:cubicBezTo>
                  <a:pt x="234" y="57"/>
                  <a:pt x="205" y="71"/>
                  <a:pt x="177" y="88"/>
                </a:cubicBezTo>
                <a:cubicBezTo>
                  <a:pt x="149" y="104"/>
                  <a:pt x="124" y="125"/>
                  <a:pt x="102" y="149"/>
                </a:cubicBezTo>
                <a:cubicBezTo>
                  <a:pt x="80" y="172"/>
                  <a:pt x="61" y="199"/>
                  <a:pt x="47" y="227"/>
                </a:cubicBezTo>
                <a:cubicBezTo>
                  <a:pt x="17" y="284"/>
                  <a:pt x="4" y="347"/>
                  <a:pt x="2" y="410"/>
                </a:cubicBezTo>
                <a:cubicBezTo>
                  <a:pt x="0" y="473"/>
                  <a:pt x="11" y="536"/>
                  <a:pt x="34" y="594"/>
                </a:cubicBezTo>
                <a:cubicBezTo>
                  <a:pt x="14" y="535"/>
                  <a:pt x="7" y="472"/>
                  <a:pt x="12" y="411"/>
                </a:cubicBezTo>
                <a:cubicBezTo>
                  <a:pt x="17" y="349"/>
                  <a:pt x="34" y="289"/>
                  <a:pt x="64" y="237"/>
                </a:cubicBezTo>
                <a:cubicBezTo>
                  <a:pt x="80" y="211"/>
                  <a:pt x="98" y="187"/>
                  <a:pt x="120" y="166"/>
                </a:cubicBezTo>
                <a:cubicBezTo>
                  <a:pt x="141" y="145"/>
                  <a:pt x="166" y="128"/>
                  <a:pt x="192" y="114"/>
                </a:cubicBezTo>
                <a:cubicBezTo>
                  <a:pt x="218" y="99"/>
                  <a:pt x="246" y="89"/>
                  <a:pt x="275" y="81"/>
                </a:cubicBezTo>
                <a:cubicBezTo>
                  <a:pt x="298" y="75"/>
                  <a:pt x="321" y="71"/>
                  <a:pt x="345" y="68"/>
                </a:cubicBezTo>
                <a:cubicBezTo>
                  <a:pt x="347" y="94"/>
                  <a:pt x="347" y="94"/>
                  <a:pt x="347" y="94"/>
                </a:cubicBezTo>
                <a:lnTo>
                  <a:pt x="443" y="42"/>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6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7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7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7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173" name="Group 24"/>
          <p:cNvGrpSpPr/>
          <p:nvPr/>
        </p:nvGrpSpPr>
        <p:grpSpPr>
          <a:xfrm>
            <a:off x="5927400" y="580320"/>
            <a:ext cx="2218320" cy="2223000"/>
            <a:chOff x="5927400" y="580320"/>
            <a:chExt cx="2218320" cy="2223000"/>
          </a:xfrm>
        </p:grpSpPr>
        <p:sp>
          <p:nvSpPr>
            <p:cNvPr id="174" name="Freeform 25"/>
            <p:cNvSpPr/>
            <p:nvPr/>
          </p:nvSpPr>
          <p:spPr>
            <a:xfrm>
              <a:off x="5927400" y="58032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75" name="Freeform 6"/>
            <p:cNvSpPr/>
            <p:nvPr/>
          </p:nvSpPr>
          <p:spPr>
            <a:xfrm>
              <a:off x="5927400" y="58032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76" name="Group 28"/>
          <p:cNvGrpSpPr/>
          <p:nvPr/>
        </p:nvGrpSpPr>
        <p:grpSpPr>
          <a:xfrm>
            <a:off x="8552520" y="3053520"/>
            <a:ext cx="2218320" cy="2223000"/>
            <a:chOff x="8552520" y="3053520"/>
            <a:chExt cx="2218320" cy="2223000"/>
          </a:xfrm>
        </p:grpSpPr>
        <p:sp>
          <p:nvSpPr>
            <p:cNvPr id="177" name="Freeform 29"/>
            <p:cNvSpPr/>
            <p:nvPr/>
          </p:nvSpPr>
          <p:spPr>
            <a:xfrm>
              <a:off x="8552520" y="305352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78" name="Freeform 6"/>
            <p:cNvSpPr/>
            <p:nvPr/>
          </p:nvSpPr>
          <p:spPr>
            <a:xfrm>
              <a:off x="8552520" y="305352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79" name="Group 32"/>
          <p:cNvGrpSpPr/>
          <p:nvPr/>
        </p:nvGrpSpPr>
        <p:grpSpPr>
          <a:xfrm>
            <a:off x="4307040" y="4130640"/>
            <a:ext cx="2218320" cy="2223000"/>
            <a:chOff x="4307040" y="4130640"/>
            <a:chExt cx="2218320" cy="2223000"/>
          </a:xfrm>
        </p:grpSpPr>
        <p:sp>
          <p:nvSpPr>
            <p:cNvPr id="180" name="Freeform 33"/>
            <p:cNvSpPr/>
            <p:nvPr/>
          </p:nvSpPr>
          <p:spPr>
            <a:xfrm>
              <a:off x="4307040" y="413064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81" name="Freeform 6"/>
            <p:cNvSpPr/>
            <p:nvPr/>
          </p:nvSpPr>
          <p:spPr>
            <a:xfrm>
              <a:off x="4307040" y="413064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82" name="Freeform 44"/>
          <p:cNvSpPr/>
          <p:nvPr/>
        </p:nvSpPr>
        <p:spPr>
          <a:xfrm>
            <a:off x="-2009880" y="-127620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183" name="Group 36"/>
          <p:cNvGrpSpPr/>
          <p:nvPr/>
        </p:nvGrpSpPr>
        <p:grpSpPr>
          <a:xfrm>
            <a:off x="970200" y="1405440"/>
            <a:ext cx="2218320" cy="2223000"/>
            <a:chOff x="970200" y="1405440"/>
            <a:chExt cx="2218320" cy="2223000"/>
          </a:xfrm>
        </p:grpSpPr>
        <p:sp>
          <p:nvSpPr>
            <p:cNvPr id="184" name="Freeform 37"/>
            <p:cNvSpPr/>
            <p:nvPr/>
          </p:nvSpPr>
          <p:spPr>
            <a:xfrm>
              <a:off x="970200" y="140544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85" name="Freeform 6"/>
            <p:cNvSpPr/>
            <p:nvPr/>
          </p:nvSpPr>
          <p:spPr>
            <a:xfrm>
              <a:off x="970200" y="140544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186" name="Group 27"/>
          <p:cNvGrpSpPr/>
          <p:nvPr/>
        </p:nvGrpSpPr>
        <p:grpSpPr>
          <a:xfrm>
            <a:off x="554040" y="565200"/>
            <a:ext cx="1472760" cy="48960"/>
            <a:chOff x="554040" y="565200"/>
            <a:chExt cx="1472760" cy="48960"/>
          </a:xfrm>
        </p:grpSpPr>
        <p:sp>
          <p:nvSpPr>
            <p:cNvPr id="18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18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189" name="Rectangle 45"/>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9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1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46794B5-0900-4F2A-A012-2E22762FB20F}"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92" name="Freeform 10"/>
          <p:cNvSpPr/>
          <p:nvPr/>
        </p:nvSpPr>
        <p:spPr>
          <a:xfrm>
            <a:off x="2082960" y="3490920"/>
            <a:ext cx="1966320" cy="1557000"/>
          </a:xfrm>
          <a:custGeom>
            <a:avLst/>
            <a:gdLst>
              <a:gd name="textAreaLeft" fmla="*/ 0 w 1966320"/>
              <a:gd name="textAreaRight" fmla="*/ 1973160 w 1966320"/>
              <a:gd name="textAreaTop" fmla="*/ 0 h 1557000"/>
              <a:gd name="textAreaBottom" fmla="*/ 1563840 h 1557000"/>
            </a:gdLst>
            <a:ahLst/>
            <a:rect l="textAreaLeft" t="textAreaTop" r="textAreaRight" b="textAreaBottom"/>
            <a:pathLst>
              <a:path w="518" h="410">
                <a:moveTo>
                  <a:pt x="518" y="354"/>
                </a:moveTo>
                <a:cubicBezTo>
                  <a:pt x="416" y="316"/>
                  <a:pt x="416" y="316"/>
                  <a:pt x="416" y="316"/>
                </a:cubicBezTo>
                <a:cubicBezTo>
                  <a:pt x="418" y="344"/>
                  <a:pt x="418" y="344"/>
                  <a:pt x="418" y="344"/>
                </a:cubicBezTo>
                <a:cubicBezTo>
                  <a:pt x="374" y="345"/>
                  <a:pt x="329" y="342"/>
                  <a:pt x="286" y="331"/>
                </a:cubicBezTo>
                <a:cubicBezTo>
                  <a:pt x="237" y="319"/>
                  <a:pt x="190" y="297"/>
                  <a:pt x="150" y="265"/>
                </a:cubicBezTo>
                <a:cubicBezTo>
                  <a:pt x="110" y="233"/>
                  <a:pt x="77" y="192"/>
                  <a:pt x="52" y="147"/>
                </a:cubicBezTo>
                <a:cubicBezTo>
                  <a:pt x="27" y="102"/>
                  <a:pt x="9" y="52"/>
                  <a:pt x="0" y="0"/>
                </a:cubicBezTo>
                <a:cubicBezTo>
                  <a:pt x="3" y="26"/>
                  <a:pt x="8" y="52"/>
                  <a:pt x="15" y="77"/>
                </a:cubicBezTo>
                <a:cubicBezTo>
                  <a:pt x="23" y="103"/>
                  <a:pt x="32" y="128"/>
                  <a:pt x="43" y="152"/>
                </a:cubicBezTo>
                <a:cubicBezTo>
                  <a:pt x="66" y="199"/>
                  <a:pt x="97" y="244"/>
                  <a:pt x="137" y="280"/>
                </a:cubicBezTo>
                <a:cubicBezTo>
                  <a:pt x="177" y="316"/>
                  <a:pt x="226" y="343"/>
                  <a:pt x="277" y="360"/>
                </a:cubicBezTo>
                <a:cubicBezTo>
                  <a:pt x="297" y="366"/>
                  <a:pt x="297" y="366"/>
                  <a:pt x="297" y="366"/>
                </a:cubicBezTo>
                <a:cubicBezTo>
                  <a:pt x="317" y="371"/>
                  <a:pt x="317" y="371"/>
                  <a:pt x="317" y="371"/>
                </a:cubicBezTo>
                <a:cubicBezTo>
                  <a:pt x="323" y="372"/>
                  <a:pt x="330" y="373"/>
                  <a:pt x="337" y="375"/>
                </a:cubicBezTo>
                <a:cubicBezTo>
                  <a:pt x="343" y="376"/>
                  <a:pt x="350" y="377"/>
                  <a:pt x="357" y="378"/>
                </a:cubicBezTo>
                <a:cubicBezTo>
                  <a:pt x="377" y="380"/>
                  <a:pt x="377" y="380"/>
                  <a:pt x="377" y="380"/>
                </a:cubicBezTo>
                <a:cubicBezTo>
                  <a:pt x="397" y="381"/>
                  <a:pt x="397" y="381"/>
                  <a:pt x="397" y="381"/>
                </a:cubicBezTo>
                <a:cubicBezTo>
                  <a:pt x="408" y="382"/>
                  <a:pt x="408" y="382"/>
                  <a:pt x="408" y="382"/>
                </a:cubicBezTo>
                <a:cubicBezTo>
                  <a:pt x="418" y="382"/>
                  <a:pt x="418" y="382"/>
                  <a:pt x="418" y="382"/>
                </a:cubicBezTo>
                <a:cubicBezTo>
                  <a:pt x="422" y="382"/>
                  <a:pt x="422" y="382"/>
                  <a:pt x="422" y="382"/>
                </a:cubicBezTo>
                <a:cubicBezTo>
                  <a:pt x="424" y="410"/>
                  <a:pt x="424" y="410"/>
                  <a:pt x="424" y="410"/>
                </a:cubicBezTo>
                <a:lnTo>
                  <a:pt x="518" y="354"/>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93" name="Freeform 11"/>
          <p:cNvSpPr/>
          <p:nvPr/>
        </p:nvSpPr>
        <p:spPr>
          <a:xfrm>
            <a:off x="6552720" y="3029760"/>
            <a:ext cx="1879200" cy="1328400"/>
          </a:xfrm>
          <a:custGeom>
            <a:avLst/>
            <a:gdLst>
              <a:gd name="textAreaLeft" fmla="*/ 0 w 1879200"/>
              <a:gd name="textAreaRight" fmla="*/ 1886040 w 1879200"/>
              <a:gd name="textAreaTop" fmla="*/ 0 h 1328400"/>
              <a:gd name="textAreaBottom" fmla="*/ 1335240 h 1328400"/>
            </a:gdLst>
            <a:ahLst/>
            <a:rect l="textAreaLeft" t="textAreaTop" r="textAreaRight" b="textAreaBottom"/>
            <a:pathLst>
              <a:path w="495" h="350">
                <a:moveTo>
                  <a:pt x="495" y="263"/>
                </a:moveTo>
                <a:cubicBezTo>
                  <a:pt x="386" y="268"/>
                  <a:pt x="386" y="268"/>
                  <a:pt x="386" y="268"/>
                </a:cubicBezTo>
                <a:cubicBezTo>
                  <a:pt x="399" y="293"/>
                  <a:pt x="399" y="293"/>
                  <a:pt x="399" y="293"/>
                </a:cubicBezTo>
                <a:cubicBezTo>
                  <a:pt x="358" y="309"/>
                  <a:pt x="313" y="316"/>
                  <a:pt x="269" y="314"/>
                </a:cubicBezTo>
                <a:cubicBezTo>
                  <a:pt x="219" y="311"/>
                  <a:pt x="168" y="296"/>
                  <a:pt x="125" y="269"/>
                </a:cubicBezTo>
                <a:cubicBezTo>
                  <a:pt x="82" y="242"/>
                  <a:pt x="47" y="202"/>
                  <a:pt x="26" y="154"/>
                </a:cubicBezTo>
                <a:cubicBezTo>
                  <a:pt x="16" y="130"/>
                  <a:pt x="10" y="105"/>
                  <a:pt x="7" y="79"/>
                </a:cubicBezTo>
                <a:cubicBezTo>
                  <a:pt x="4" y="53"/>
                  <a:pt x="4" y="26"/>
                  <a:pt x="7" y="0"/>
                </a:cubicBezTo>
                <a:cubicBezTo>
                  <a:pt x="2" y="26"/>
                  <a:pt x="0" y="53"/>
                  <a:pt x="2" y="79"/>
                </a:cubicBezTo>
                <a:cubicBezTo>
                  <a:pt x="3" y="106"/>
                  <a:pt x="8" y="132"/>
                  <a:pt x="17" y="158"/>
                </a:cubicBezTo>
                <a:cubicBezTo>
                  <a:pt x="26" y="183"/>
                  <a:pt x="39" y="207"/>
                  <a:pt x="56" y="229"/>
                </a:cubicBezTo>
                <a:cubicBezTo>
                  <a:pt x="72" y="250"/>
                  <a:pt x="92" y="269"/>
                  <a:pt x="114" y="285"/>
                </a:cubicBezTo>
                <a:cubicBezTo>
                  <a:pt x="158" y="318"/>
                  <a:pt x="211" y="337"/>
                  <a:pt x="266" y="344"/>
                </a:cubicBezTo>
                <a:cubicBezTo>
                  <a:pt x="317" y="350"/>
                  <a:pt x="369" y="344"/>
                  <a:pt x="418" y="328"/>
                </a:cubicBezTo>
                <a:cubicBezTo>
                  <a:pt x="430" y="350"/>
                  <a:pt x="430" y="350"/>
                  <a:pt x="430" y="350"/>
                </a:cubicBezTo>
                <a:lnTo>
                  <a:pt x="495" y="263"/>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94" name="Freeform 12"/>
          <p:cNvSpPr/>
          <p:nvPr/>
        </p:nvSpPr>
        <p:spPr>
          <a:xfrm>
            <a:off x="4175280" y="1803240"/>
            <a:ext cx="1679040" cy="2256840"/>
          </a:xfrm>
          <a:custGeom>
            <a:avLst/>
            <a:gdLst>
              <a:gd name="textAreaLeft" fmla="*/ 0 w 1679040"/>
              <a:gd name="textAreaRight" fmla="*/ 1685880 w 1679040"/>
              <a:gd name="textAreaTop" fmla="*/ 0 h 2256840"/>
              <a:gd name="textAreaBottom" fmla="*/ 2263680 h 2256840"/>
            </a:gdLst>
            <a:ahLst/>
            <a:rect l="textAreaLeft" t="textAreaTop" r="textAreaRight" b="textAreaBottom"/>
            <a:pathLst>
              <a:path w="443" h="594">
                <a:moveTo>
                  <a:pt x="443" y="42"/>
                </a:moveTo>
                <a:cubicBezTo>
                  <a:pt x="341" y="0"/>
                  <a:pt x="341" y="0"/>
                  <a:pt x="341" y="0"/>
                </a:cubicBezTo>
                <a:cubicBezTo>
                  <a:pt x="343" y="29"/>
                  <a:pt x="343" y="29"/>
                  <a:pt x="343" y="29"/>
                </a:cubicBezTo>
                <a:cubicBezTo>
                  <a:pt x="317" y="33"/>
                  <a:pt x="291" y="39"/>
                  <a:pt x="265" y="47"/>
                </a:cubicBezTo>
                <a:cubicBezTo>
                  <a:pt x="234" y="57"/>
                  <a:pt x="205" y="71"/>
                  <a:pt x="177" y="88"/>
                </a:cubicBezTo>
                <a:cubicBezTo>
                  <a:pt x="149" y="104"/>
                  <a:pt x="124" y="125"/>
                  <a:pt x="102" y="149"/>
                </a:cubicBezTo>
                <a:cubicBezTo>
                  <a:pt x="80" y="172"/>
                  <a:pt x="61" y="199"/>
                  <a:pt x="47" y="227"/>
                </a:cubicBezTo>
                <a:cubicBezTo>
                  <a:pt x="17" y="284"/>
                  <a:pt x="4" y="347"/>
                  <a:pt x="2" y="410"/>
                </a:cubicBezTo>
                <a:cubicBezTo>
                  <a:pt x="0" y="473"/>
                  <a:pt x="11" y="536"/>
                  <a:pt x="34" y="594"/>
                </a:cubicBezTo>
                <a:cubicBezTo>
                  <a:pt x="14" y="535"/>
                  <a:pt x="7" y="472"/>
                  <a:pt x="12" y="411"/>
                </a:cubicBezTo>
                <a:cubicBezTo>
                  <a:pt x="17" y="349"/>
                  <a:pt x="34" y="289"/>
                  <a:pt x="64" y="237"/>
                </a:cubicBezTo>
                <a:cubicBezTo>
                  <a:pt x="80" y="211"/>
                  <a:pt x="98" y="187"/>
                  <a:pt x="120" y="166"/>
                </a:cubicBezTo>
                <a:cubicBezTo>
                  <a:pt x="141" y="145"/>
                  <a:pt x="166" y="128"/>
                  <a:pt x="192" y="114"/>
                </a:cubicBezTo>
                <a:cubicBezTo>
                  <a:pt x="218" y="99"/>
                  <a:pt x="246" y="89"/>
                  <a:pt x="275" y="81"/>
                </a:cubicBezTo>
                <a:cubicBezTo>
                  <a:pt x="298" y="75"/>
                  <a:pt x="321" y="71"/>
                  <a:pt x="345" y="68"/>
                </a:cubicBezTo>
                <a:cubicBezTo>
                  <a:pt x="347" y="94"/>
                  <a:pt x="347" y="94"/>
                  <a:pt x="347" y="94"/>
                </a:cubicBezTo>
                <a:lnTo>
                  <a:pt x="443" y="42"/>
                </a:lnTo>
                <a:close/>
              </a:path>
            </a:pathLst>
          </a:cu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195"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96"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97"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198"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199" name="Group 27"/>
          <p:cNvGrpSpPr/>
          <p:nvPr/>
        </p:nvGrpSpPr>
        <p:grpSpPr>
          <a:xfrm>
            <a:off x="5955120" y="495360"/>
            <a:ext cx="2218320" cy="2223000"/>
            <a:chOff x="5955120" y="495360"/>
            <a:chExt cx="2218320" cy="2223000"/>
          </a:xfrm>
        </p:grpSpPr>
        <p:sp>
          <p:nvSpPr>
            <p:cNvPr id="200" name="Freeform 28"/>
            <p:cNvSpPr/>
            <p:nvPr/>
          </p:nvSpPr>
          <p:spPr>
            <a:xfrm>
              <a:off x="5955120" y="49536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01" name="Freeform 6"/>
            <p:cNvSpPr/>
            <p:nvPr/>
          </p:nvSpPr>
          <p:spPr>
            <a:xfrm>
              <a:off x="5955120" y="49536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02" name="Group 30"/>
          <p:cNvGrpSpPr/>
          <p:nvPr/>
        </p:nvGrpSpPr>
        <p:grpSpPr>
          <a:xfrm>
            <a:off x="8549280" y="3029760"/>
            <a:ext cx="2218320" cy="2223000"/>
            <a:chOff x="8549280" y="3029760"/>
            <a:chExt cx="2218320" cy="2223000"/>
          </a:xfrm>
        </p:grpSpPr>
        <p:sp>
          <p:nvSpPr>
            <p:cNvPr id="203" name="Freeform 31"/>
            <p:cNvSpPr/>
            <p:nvPr/>
          </p:nvSpPr>
          <p:spPr>
            <a:xfrm>
              <a:off x="8549280" y="302976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04" name="Freeform 6"/>
            <p:cNvSpPr/>
            <p:nvPr/>
          </p:nvSpPr>
          <p:spPr>
            <a:xfrm>
              <a:off x="8549280" y="302976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05" name="Group 33"/>
          <p:cNvGrpSpPr/>
          <p:nvPr/>
        </p:nvGrpSpPr>
        <p:grpSpPr>
          <a:xfrm>
            <a:off x="4201200" y="4067280"/>
            <a:ext cx="2218320" cy="2223000"/>
            <a:chOff x="4201200" y="4067280"/>
            <a:chExt cx="2218320" cy="2223000"/>
          </a:xfrm>
        </p:grpSpPr>
        <p:sp>
          <p:nvSpPr>
            <p:cNvPr id="206" name="Freeform 34"/>
            <p:cNvSpPr/>
            <p:nvPr/>
          </p:nvSpPr>
          <p:spPr>
            <a:xfrm>
              <a:off x="4201200" y="406728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07" name="Freeform 6"/>
            <p:cNvSpPr/>
            <p:nvPr/>
          </p:nvSpPr>
          <p:spPr>
            <a:xfrm>
              <a:off x="4201200" y="406728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08" name="Text Placeholder 2"/>
          <p:cNvSpPr/>
          <p:nvPr/>
        </p:nvSpPr>
        <p:spPr>
          <a:xfrm>
            <a:off x="6068880" y="615240"/>
            <a:ext cx="1972800" cy="199656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sp>
        <p:nvSpPr>
          <p:cNvPr id="209" name="Text Placeholder 2"/>
          <p:cNvSpPr/>
          <p:nvPr/>
        </p:nvSpPr>
        <p:spPr>
          <a:xfrm>
            <a:off x="8672040" y="3143160"/>
            <a:ext cx="1972800" cy="199656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sp>
        <p:nvSpPr>
          <p:cNvPr id="210" name="Text Placeholder 2"/>
          <p:cNvSpPr/>
          <p:nvPr/>
        </p:nvSpPr>
        <p:spPr>
          <a:xfrm>
            <a:off x="4323960" y="4203000"/>
            <a:ext cx="1972800" cy="199656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sp>
        <p:nvSpPr>
          <p:cNvPr id="211" name="Freeform 42"/>
          <p:cNvSpPr/>
          <p:nvPr/>
        </p:nvSpPr>
        <p:spPr>
          <a:xfrm rot="370200">
            <a:off x="-2191320" y="-122184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212" name="Group 23"/>
          <p:cNvGrpSpPr/>
          <p:nvPr/>
        </p:nvGrpSpPr>
        <p:grpSpPr>
          <a:xfrm>
            <a:off x="970200" y="1238040"/>
            <a:ext cx="2218320" cy="2223000"/>
            <a:chOff x="970200" y="1238040"/>
            <a:chExt cx="2218320" cy="2223000"/>
          </a:xfrm>
        </p:grpSpPr>
        <p:sp>
          <p:nvSpPr>
            <p:cNvPr id="213" name="Freeform 24"/>
            <p:cNvSpPr/>
            <p:nvPr/>
          </p:nvSpPr>
          <p:spPr>
            <a:xfrm>
              <a:off x="970200" y="123804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14" name="Freeform 6"/>
            <p:cNvSpPr/>
            <p:nvPr/>
          </p:nvSpPr>
          <p:spPr>
            <a:xfrm>
              <a:off x="970200" y="1238040"/>
              <a:ext cx="2218320" cy="2223000"/>
            </a:xfrm>
            <a:custGeom>
              <a:avLst/>
              <a:gdLst>
                <a:gd name="textAreaLeft" fmla="*/ 0 w 2218320"/>
                <a:gd name="textAreaRight" fmla="*/ 2225160 w 2218320"/>
                <a:gd name="textAreaTop" fmla="*/ 0 h 2223000"/>
                <a:gd name="textAreaBottom" fmla="*/ 2229840 h 222300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15" name="Text Placeholder 2"/>
          <p:cNvSpPr/>
          <p:nvPr/>
        </p:nvSpPr>
        <p:spPr>
          <a:xfrm>
            <a:off x="1089000" y="1362240"/>
            <a:ext cx="1972800" cy="1996560"/>
          </a:xfrm>
          <a:prstGeom prst="roundRect">
            <a:avLst>
              <a:gd name="adj" fmla="val 4874"/>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p:txBody>
      </p:sp>
      <p:grpSp>
        <p:nvGrpSpPr>
          <p:cNvPr id="216" name="Group 26"/>
          <p:cNvGrpSpPr/>
          <p:nvPr/>
        </p:nvGrpSpPr>
        <p:grpSpPr>
          <a:xfrm>
            <a:off x="554040" y="565200"/>
            <a:ext cx="1472760" cy="48960"/>
            <a:chOff x="554040" y="565200"/>
            <a:chExt cx="1472760" cy="48960"/>
          </a:xfrm>
        </p:grpSpPr>
        <p:sp>
          <p:nvSpPr>
            <p:cNvPr id="21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1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19" name="Rectangle 43"/>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2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2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483F35A-EC3F-4A47-849A-B8AF0069E410}"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2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2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2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2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226" name="Group 25"/>
          <p:cNvGrpSpPr/>
          <p:nvPr/>
        </p:nvGrpSpPr>
        <p:grpSpPr>
          <a:xfrm>
            <a:off x="5057280" y="834120"/>
            <a:ext cx="1733400" cy="1644120"/>
            <a:chOff x="5057280" y="834120"/>
            <a:chExt cx="1733400" cy="1644120"/>
          </a:xfrm>
        </p:grpSpPr>
        <p:sp>
          <p:nvSpPr>
            <p:cNvPr id="227" name="Freeform 6"/>
            <p:cNvSpPr/>
            <p:nvPr/>
          </p:nvSpPr>
          <p:spPr>
            <a:xfrm>
              <a:off x="5057280" y="834120"/>
              <a:ext cx="1726560" cy="1644120"/>
            </a:xfrm>
            <a:custGeom>
              <a:avLst/>
              <a:gdLst>
                <a:gd name="textAreaLeft" fmla="*/ 0 w 1726560"/>
                <a:gd name="textAreaRight" fmla="*/ 1733400 w 1726560"/>
                <a:gd name="textAreaTop" fmla="*/ 0 h 1644120"/>
                <a:gd name="textAreaBottom" fmla="*/ 1650960 h 1644120"/>
              </a:gdLst>
              <a:ahLst/>
              <a:rect l="textAreaLeft" t="textAreaTop" r="textAreaRight" b="textAreaBottom"/>
              <a:pathLst>
                <a:path w="455" h="433">
                  <a:moveTo>
                    <a:pt x="3" y="179"/>
                  </a:moveTo>
                  <a:cubicBezTo>
                    <a:pt x="81" y="417"/>
                    <a:pt x="81" y="417"/>
                    <a:pt x="81" y="417"/>
                  </a:cubicBezTo>
                  <a:cubicBezTo>
                    <a:pt x="84" y="426"/>
                    <a:pt x="92" y="433"/>
                    <a:pt x="102" y="433"/>
                  </a:cubicBezTo>
                  <a:cubicBezTo>
                    <a:pt x="353" y="433"/>
                    <a:pt x="353" y="433"/>
                    <a:pt x="353" y="433"/>
                  </a:cubicBezTo>
                  <a:cubicBezTo>
                    <a:pt x="363"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2" y="153"/>
                    <a:pt x="12" y="153"/>
                    <a:pt x="12" y="153"/>
                  </a:cubicBezTo>
                  <a:cubicBezTo>
                    <a:pt x="4"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28" name="Freeform 6"/>
            <p:cNvSpPr/>
            <p:nvPr/>
          </p:nvSpPr>
          <p:spPr>
            <a:xfrm>
              <a:off x="5064120" y="834120"/>
              <a:ext cx="1726560" cy="1644120"/>
            </a:xfrm>
            <a:custGeom>
              <a:avLst/>
              <a:gdLst>
                <a:gd name="textAreaLeft" fmla="*/ 0 w 1726560"/>
                <a:gd name="textAreaRight" fmla="*/ 1733400 w 1726560"/>
                <a:gd name="textAreaTop" fmla="*/ 0 h 1644120"/>
                <a:gd name="textAreaBottom" fmla="*/ 1650960 h 1644120"/>
              </a:gdLst>
              <a:ahLst/>
              <a:rect l="textAreaLeft" t="textAreaTop" r="textAreaRight" b="textAreaBottom"/>
              <a:pathLst>
                <a:path w="455" h="433">
                  <a:moveTo>
                    <a:pt x="3" y="179"/>
                  </a:moveTo>
                  <a:cubicBezTo>
                    <a:pt x="81" y="417"/>
                    <a:pt x="81" y="417"/>
                    <a:pt x="81" y="417"/>
                  </a:cubicBezTo>
                  <a:cubicBezTo>
                    <a:pt x="84" y="426"/>
                    <a:pt x="92" y="433"/>
                    <a:pt x="102" y="433"/>
                  </a:cubicBezTo>
                  <a:cubicBezTo>
                    <a:pt x="353" y="433"/>
                    <a:pt x="353" y="433"/>
                    <a:pt x="353" y="433"/>
                  </a:cubicBezTo>
                  <a:cubicBezTo>
                    <a:pt x="363"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2" y="153"/>
                    <a:pt x="12" y="153"/>
                    <a:pt x="12" y="153"/>
                  </a:cubicBezTo>
                  <a:cubicBezTo>
                    <a:pt x="4"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29" name="Group 28"/>
          <p:cNvGrpSpPr/>
          <p:nvPr/>
        </p:nvGrpSpPr>
        <p:grpSpPr>
          <a:xfrm>
            <a:off x="6671520" y="2019960"/>
            <a:ext cx="1729080" cy="1639440"/>
            <a:chOff x="6671520" y="2019960"/>
            <a:chExt cx="1729080" cy="1639440"/>
          </a:xfrm>
        </p:grpSpPr>
        <p:sp>
          <p:nvSpPr>
            <p:cNvPr id="230" name="Freeform 7"/>
            <p:cNvSpPr/>
            <p:nvPr/>
          </p:nvSpPr>
          <p:spPr>
            <a:xfrm>
              <a:off x="6671520" y="2019960"/>
              <a:ext cx="1721880" cy="1639440"/>
            </a:xfrm>
            <a:custGeom>
              <a:avLst/>
              <a:gdLst>
                <a:gd name="textAreaLeft" fmla="*/ 0 w 1721880"/>
                <a:gd name="textAreaRight" fmla="*/ 1728720 w 1721880"/>
                <a:gd name="textAreaTop" fmla="*/ 0 h 1639440"/>
                <a:gd name="textAreaBottom" fmla="*/ 1646280 h 1639440"/>
              </a:gdLst>
              <a:ahLst/>
              <a:rect l="textAreaLeft" t="textAreaTop" r="textAreaRight" b="textAreaBottom"/>
              <a:pathLst>
                <a:path w="454" h="432">
                  <a:moveTo>
                    <a:pt x="3" y="179"/>
                  </a:moveTo>
                  <a:cubicBezTo>
                    <a:pt x="80" y="416"/>
                    <a:pt x="80" y="416"/>
                    <a:pt x="80" y="416"/>
                  </a:cubicBezTo>
                  <a:cubicBezTo>
                    <a:pt x="83" y="426"/>
                    <a:pt x="92" y="432"/>
                    <a:pt x="102" y="432"/>
                  </a:cubicBezTo>
                  <a:cubicBezTo>
                    <a:pt x="352" y="432"/>
                    <a:pt x="352" y="432"/>
                    <a:pt x="352" y="432"/>
                  </a:cubicBezTo>
                  <a:cubicBezTo>
                    <a:pt x="362" y="432"/>
                    <a:pt x="371" y="426"/>
                    <a:pt x="374" y="416"/>
                  </a:cubicBezTo>
                  <a:cubicBezTo>
                    <a:pt x="451" y="179"/>
                    <a:pt x="451" y="179"/>
                    <a:pt x="451" y="179"/>
                  </a:cubicBezTo>
                  <a:cubicBezTo>
                    <a:pt x="454"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31" name="Freeform 7"/>
            <p:cNvSpPr/>
            <p:nvPr/>
          </p:nvSpPr>
          <p:spPr>
            <a:xfrm>
              <a:off x="6678720" y="2019960"/>
              <a:ext cx="1721880" cy="1639440"/>
            </a:xfrm>
            <a:custGeom>
              <a:avLst/>
              <a:gdLst>
                <a:gd name="textAreaLeft" fmla="*/ 0 w 1721880"/>
                <a:gd name="textAreaRight" fmla="*/ 1728720 w 1721880"/>
                <a:gd name="textAreaTop" fmla="*/ 0 h 1639440"/>
                <a:gd name="textAreaBottom" fmla="*/ 1646280 h 1639440"/>
              </a:gdLst>
              <a:ahLst/>
              <a:rect l="textAreaLeft" t="textAreaTop" r="textAreaRight" b="textAreaBottom"/>
              <a:pathLst>
                <a:path w="454" h="432">
                  <a:moveTo>
                    <a:pt x="3" y="179"/>
                  </a:moveTo>
                  <a:cubicBezTo>
                    <a:pt x="80" y="416"/>
                    <a:pt x="80" y="416"/>
                    <a:pt x="80" y="416"/>
                  </a:cubicBezTo>
                  <a:cubicBezTo>
                    <a:pt x="83" y="426"/>
                    <a:pt x="92" y="432"/>
                    <a:pt x="102" y="432"/>
                  </a:cubicBezTo>
                  <a:cubicBezTo>
                    <a:pt x="352" y="432"/>
                    <a:pt x="352" y="432"/>
                    <a:pt x="352" y="432"/>
                  </a:cubicBezTo>
                  <a:cubicBezTo>
                    <a:pt x="362" y="432"/>
                    <a:pt x="371" y="426"/>
                    <a:pt x="374" y="416"/>
                  </a:cubicBezTo>
                  <a:cubicBezTo>
                    <a:pt x="451" y="179"/>
                    <a:pt x="451" y="179"/>
                    <a:pt x="451" y="179"/>
                  </a:cubicBezTo>
                  <a:cubicBezTo>
                    <a:pt x="454"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32" name="Group 31"/>
          <p:cNvGrpSpPr/>
          <p:nvPr/>
        </p:nvGrpSpPr>
        <p:grpSpPr>
          <a:xfrm>
            <a:off x="3398400" y="2019960"/>
            <a:ext cx="1731960" cy="1639440"/>
            <a:chOff x="3398400" y="2019960"/>
            <a:chExt cx="1731960" cy="1639440"/>
          </a:xfrm>
        </p:grpSpPr>
        <p:sp>
          <p:nvSpPr>
            <p:cNvPr id="233" name="Freeform 8"/>
            <p:cNvSpPr/>
            <p:nvPr/>
          </p:nvSpPr>
          <p:spPr>
            <a:xfrm>
              <a:off x="3398400" y="2019960"/>
              <a:ext cx="1725120" cy="1639440"/>
            </a:xfrm>
            <a:custGeom>
              <a:avLst/>
              <a:gdLst>
                <a:gd name="textAreaLeft" fmla="*/ 0 w 1725120"/>
                <a:gd name="textAreaRight" fmla="*/ 1731960 w 1725120"/>
                <a:gd name="textAreaTop" fmla="*/ 0 h 1639440"/>
                <a:gd name="textAreaBottom" fmla="*/ 1646280 h 1639440"/>
              </a:gdLst>
              <a:ahLst/>
              <a:rect l="textAreaLeft" t="textAreaTop" r="textAreaRight" b="textAreaBottom"/>
              <a:pathLst>
                <a:path w="455" h="432">
                  <a:moveTo>
                    <a:pt x="4" y="179"/>
                  </a:moveTo>
                  <a:cubicBezTo>
                    <a:pt x="81" y="416"/>
                    <a:pt x="81" y="416"/>
                    <a:pt x="81" y="416"/>
                  </a:cubicBezTo>
                  <a:cubicBezTo>
                    <a:pt x="84" y="426"/>
                    <a:pt x="93" y="432"/>
                    <a:pt x="103" y="432"/>
                  </a:cubicBezTo>
                  <a:cubicBezTo>
                    <a:pt x="353" y="432"/>
                    <a:pt x="353" y="432"/>
                    <a:pt x="353" y="432"/>
                  </a:cubicBezTo>
                  <a:cubicBezTo>
                    <a:pt x="363" y="432"/>
                    <a:pt x="372" y="426"/>
                    <a:pt x="375" y="416"/>
                  </a:cubicBezTo>
                  <a:cubicBezTo>
                    <a:pt x="452" y="179"/>
                    <a:pt x="452" y="179"/>
                    <a:pt x="452" y="179"/>
                  </a:cubicBezTo>
                  <a:cubicBezTo>
                    <a:pt x="455" y="169"/>
                    <a:pt x="452" y="159"/>
                    <a:pt x="444" y="153"/>
                  </a:cubicBezTo>
                  <a:cubicBezTo>
                    <a:pt x="241" y="6"/>
                    <a:pt x="241" y="6"/>
                    <a:pt x="241" y="6"/>
                  </a:cubicBezTo>
                  <a:cubicBezTo>
                    <a:pt x="233" y="0"/>
                    <a:pt x="222" y="0"/>
                    <a:pt x="214" y="6"/>
                  </a:cubicBezTo>
                  <a:cubicBezTo>
                    <a:pt x="12" y="153"/>
                    <a:pt x="12" y="153"/>
                    <a:pt x="12" y="153"/>
                  </a:cubicBezTo>
                  <a:cubicBezTo>
                    <a:pt x="4" y="159"/>
                    <a:pt x="0" y="169"/>
                    <a:pt x="4"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34" name="Freeform 8"/>
            <p:cNvSpPr/>
            <p:nvPr/>
          </p:nvSpPr>
          <p:spPr>
            <a:xfrm>
              <a:off x="3405240" y="2019960"/>
              <a:ext cx="1725120" cy="1639440"/>
            </a:xfrm>
            <a:custGeom>
              <a:avLst/>
              <a:gdLst>
                <a:gd name="textAreaLeft" fmla="*/ 0 w 1725120"/>
                <a:gd name="textAreaRight" fmla="*/ 1731960 w 1725120"/>
                <a:gd name="textAreaTop" fmla="*/ 0 h 1639440"/>
                <a:gd name="textAreaBottom" fmla="*/ 1646280 h 1639440"/>
              </a:gdLst>
              <a:ahLst/>
              <a:rect l="textAreaLeft" t="textAreaTop" r="textAreaRight" b="textAreaBottom"/>
              <a:pathLst>
                <a:path w="455" h="432">
                  <a:moveTo>
                    <a:pt x="4" y="179"/>
                  </a:moveTo>
                  <a:cubicBezTo>
                    <a:pt x="81" y="416"/>
                    <a:pt x="81" y="416"/>
                    <a:pt x="81" y="416"/>
                  </a:cubicBezTo>
                  <a:cubicBezTo>
                    <a:pt x="84" y="426"/>
                    <a:pt x="93" y="432"/>
                    <a:pt x="103" y="432"/>
                  </a:cubicBezTo>
                  <a:cubicBezTo>
                    <a:pt x="353" y="432"/>
                    <a:pt x="353" y="432"/>
                    <a:pt x="353" y="432"/>
                  </a:cubicBezTo>
                  <a:cubicBezTo>
                    <a:pt x="363" y="432"/>
                    <a:pt x="372" y="426"/>
                    <a:pt x="375" y="416"/>
                  </a:cubicBezTo>
                  <a:cubicBezTo>
                    <a:pt x="452" y="179"/>
                    <a:pt x="452" y="179"/>
                    <a:pt x="452" y="179"/>
                  </a:cubicBezTo>
                  <a:cubicBezTo>
                    <a:pt x="455" y="169"/>
                    <a:pt x="452" y="159"/>
                    <a:pt x="444" y="153"/>
                  </a:cubicBezTo>
                  <a:cubicBezTo>
                    <a:pt x="241" y="6"/>
                    <a:pt x="241" y="6"/>
                    <a:pt x="241" y="6"/>
                  </a:cubicBezTo>
                  <a:cubicBezTo>
                    <a:pt x="233" y="0"/>
                    <a:pt x="222" y="0"/>
                    <a:pt x="214" y="6"/>
                  </a:cubicBezTo>
                  <a:cubicBezTo>
                    <a:pt x="12" y="153"/>
                    <a:pt x="12" y="153"/>
                    <a:pt x="12" y="153"/>
                  </a:cubicBezTo>
                  <a:cubicBezTo>
                    <a:pt x="4" y="159"/>
                    <a:pt x="0" y="169"/>
                    <a:pt x="4"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35" name="Group 34"/>
          <p:cNvGrpSpPr/>
          <p:nvPr/>
        </p:nvGrpSpPr>
        <p:grpSpPr>
          <a:xfrm>
            <a:off x="4038120" y="3927960"/>
            <a:ext cx="1731960" cy="1642680"/>
            <a:chOff x="4038120" y="3927960"/>
            <a:chExt cx="1731960" cy="1642680"/>
          </a:xfrm>
        </p:grpSpPr>
        <p:sp>
          <p:nvSpPr>
            <p:cNvPr id="236" name="Freeform 9"/>
            <p:cNvSpPr/>
            <p:nvPr/>
          </p:nvSpPr>
          <p:spPr>
            <a:xfrm>
              <a:off x="4038120" y="3927960"/>
              <a:ext cx="1725120" cy="1642680"/>
            </a:xfrm>
            <a:custGeom>
              <a:avLst/>
              <a:gdLst>
                <a:gd name="textAreaLeft" fmla="*/ 0 w 1725120"/>
                <a:gd name="textAreaRight" fmla="*/ 1731960 w 1725120"/>
                <a:gd name="textAreaTop" fmla="*/ 0 h 1642680"/>
                <a:gd name="textAreaBottom" fmla="*/ 1649520 h 164268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37" name="Freeform 9"/>
            <p:cNvSpPr/>
            <p:nvPr/>
          </p:nvSpPr>
          <p:spPr>
            <a:xfrm>
              <a:off x="4044960" y="3927960"/>
              <a:ext cx="1725120" cy="1642680"/>
            </a:xfrm>
            <a:custGeom>
              <a:avLst/>
              <a:gdLst>
                <a:gd name="textAreaLeft" fmla="*/ 0 w 1725120"/>
                <a:gd name="textAreaRight" fmla="*/ 1731960 w 1725120"/>
                <a:gd name="textAreaTop" fmla="*/ 0 h 1642680"/>
                <a:gd name="textAreaBottom" fmla="*/ 1649520 h 164268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2" y="179"/>
                    <a:pt x="452" y="179"/>
                    <a:pt x="452"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38" name="Group 37"/>
          <p:cNvGrpSpPr/>
          <p:nvPr/>
        </p:nvGrpSpPr>
        <p:grpSpPr>
          <a:xfrm>
            <a:off x="6055560" y="3927960"/>
            <a:ext cx="1732320" cy="1642680"/>
            <a:chOff x="6055560" y="3927960"/>
            <a:chExt cx="1732320" cy="1642680"/>
          </a:xfrm>
        </p:grpSpPr>
        <p:sp>
          <p:nvSpPr>
            <p:cNvPr id="239" name="Freeform 10"/>
            <p:cNvSpPr/>
            <p:nvPr/>
          </p:nvSpPr>
          <p:spPr>
            <a:xfrm>
              <a:off x="6055560" y="3927960"/>
              <a:ext cx="1725120" cy="1642680"/>
            </a:xfrm>
            <a:custGeom>
              <a:avLst/>
              <a:gdLst>
                <a:gd name="textAreaLeft" fmla="*/ 0 w 1725120"/>
                <a:gd name="textAreaRight" fmla="*/ 1731960 w 1725120"/>
                <a:gd name="textAreaTop" fmla="*/ 0 h 1642680"/>
                <a:gd name="textAreaBottom" fmla="*/ 1649520 h 164268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1" y="179"/>
                    <a:pt x="451" y="179"/>
                    <a:pt x="451"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40" name="Freeform 10"/>
            <p:cNvSpPr/>
            <p:nvPr/>
          </p:nvSpPr>
          <p:spPr>
            <a:xfrm>
              <a:off x="6062760" y="3927960"/>
              <a:ext cx="1725120" cy="1642680"/>
            </a:xfrm>
            <a:custGeom>
              <a:avLst/>
              <a:gdLst>
                <a:gd name="textAreaLeft" fmla="*/ 0 w 1725120"/>
                <a:gd name="textAreaRight" fmla="*/ 1731960 w 1725120"/>
                <a:gd name="textAreaTop" fmla="*/ 0 h 1642680"/>
                <a:gd name="textAreaBottom" fmla="*/ 1649520 h 1642680"/>
              </a:gdLst>
              <a:ahLst/>
              <a:rect l="textAreaLeft" t="textAreaTop" r="textAreaRight" b="textAreaBottom"/>
              <a:pathLst>
                <a:path w="455" h="433">
                  <a:moveTo>
                    <a:pt x="3" y="179"/>
                  </a:moveTo>
                  <a:cubicBezTo>
                    <a:pt x="80" y="417"/>
                    <a:pt x="80" y="417"/>
                    <a:pt x="80" y="417"/>
                  </a:cubicBezTo>
                  <a:cubicBezTo>
                    <a:pt x="83" y="426"/>
                    <a:pt x="92" y="433"/>
                    <a:pt x="102" y="433"/>
                  </a:cubicBezTo>
                  <a:cubicBezTo>
                    <a:pt x="352" y="433"/>
                    <a:pt x="352" y="433"/>
                    <a:pt x="352" y="433"/>
                  </a:cubicBezTo>
                  <a:cubicBezTo>
                    <a:pt x="362" y="433"/>
                    <a:pt x="371" y="426"/>
                    <a:pt x="374" y="417"/>
                  </a:cubicBezTo>
                  <a:cubicBezTo>
                    <a:pt x="451" y="179"/>
                    <a:pt x="451" y="179"/>
                    <a:pt x="451" y="179"/>
                  </a:cubicBezTo>
                  <a:cubicBezTo>
                    <a:pt x="455" y="169"/>
                    <a:pt x="451" y="159"/>
                    <a:pt x="443" y="153"/>
                  </a:cubicBezTo>
                  <a:cubicBezTo>
                    <a:pt x="241" y="6"/>
                    <a:pt x="241" y="6"/>
                    <a:pt x="241" y="6"/>
                  </a:cubicBezTo>
                  <a:cubicBezTo>
                    <a:pt x="233" y="0"/>
                    <a:pt x="222" y="0"/>
                    <a:pt x="214" y="6"/>
                  </a:cubicBezTo>
                  <a:cubicBezTo>
                    <a:pt x="11" y="153"/>
                    <a:pt x="11" y="153"/>
                    <a:pt x="11" y="153"/>
                  </a:cubicBezTo>
                  <a:cubicBezTo>
                    <a:pt x="3" y="159"/>
                    <a:pt x="0" y="169"/>
                    <a:pt x="3" y="17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pic>
        <p:nvPicPr>
          <p:cNvPr id="241" name="Picture 60" descr=""/>
          <p:cNvPicPr/>
          <p:nvPr/>
        </p:nvPicPr>
        <p:blipFill>
          <a:blip r:embed="rId2"/>
          <a:srcRect l="0" t="0" r="76273" b="0"/>
          <a:stretch/>
        </p:blipFill>
        <p:spPr>
          <a:xfrm>
            <a:off x="5283720" y="2795400"/>
            <a:ext cx="1132200" cy="995040"/>
          </a:xfrm>
          <a:prstGeom prst="rect">
            <a:avLst/>
          </a:prstGeom>
          <a:ln w="0">
            <a:noFill/>
          </a:ln>
        </p:spPr>
      </p:pic>
      <p:sp>
        <p:nvSpPr>
          <p:cNvPr id="242" name="Freeform 48"/>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243" name="Group 44"/>
          <p:cNvGrpSpPr/>
          <p:nvPr/>
        </p:nvGrpSpPr>
        <p:grpSpPr>
          <a:xfrm>
            <a:off x="554040" y="565200"/>
            <a:ext cx="1472760" cy="48960"/>
            <a:chOff x="554040" y="565200"/>
            <a:chExt cx="1472760" cy="48960"/>
          </a:xfrm>
        </p:grpSpPr>
        <p:sp>
          <p:nvSpPr>
            <p:cNvPr id="24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4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46" name="Rectangle 49"/>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5" r:id="rId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47"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48"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D97BBAF-A847-42ED-9C49-3A20BD21CF3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49" name="Freeform 27"/>
          <p:cNvSpPr/>
          <p:nvPr/>
        </p:nvSpPr>
        <p:spPr>
          <a:xfrm rot="370200">
            <a:off x="-2527920" y="-131616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50" name="Freeform 7"/>
          <p:cNvSpPr/>
          <p:nvPr/>
        </p:nvSpPr>
        <p:spPr>
          <a:xfrm>
            <a:off x="9197280" y="123912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251" name="Group 6"/>
          <p:cNvGrpSpPr/>
          <p:nvPr/>
        </p:nvGrpSpPr>
        <p:grpSpPr>
          <a:xfrm>
            <a:off x="6915960" y="1239120"/>
            <a:ext cx="1903320" cy="1898280"/>
            <a:chOff x="6915960" y="1239120"/>
            <a:chExt cx="1903320" cy="1898280"/>
          </a:xfrm>
        </p:grpSpPr>
        <p:sp>
          <p:nvSpPr>
            <p:cNvPr id="252" name="Freeform 6"/>
            <p:cNvSpPr/>
            <p:nvPr/>
          </p:nvSpPr>
          <p:spPr>
            <a:xfrm>
              <a:off x="6922800" y="123912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53" name="Freeform 6"/>
            <p:cNvSpPr/>
            <p:nvPr/>
          </p:nvSpPr>
          <p:spPr>
            <a:xfrm>
              <a:off x="6915960" y="123912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54" name="Group 9"/>
          <p:cNvGrpSpPr/>
          <p:nvPr/>
        </p:nvGrpSpPr>
        <p:grpSpPr>
          <a:xfrm>
            <a:off x="9161280" y="3479760"/>
            <a:ext cx="1904040" cy="1899000"/>
            <a:chOff x="9161280" y="3479760"/>
            <a:chExt cx="1904040" cy="1899000"/>
          </a:xfrm>
        </p:grpSpPr>
        <p:sp>
          <p:nvSpPr>
            <p:cNvPr id="255" name="Freeform 8"/>
            <p:cNvSpPr/>
            <p:nvPr/>
          </p:nvSpPr>
          <p:spPr>
            <a:xfrm>
              <a:off x="9161280" y="348048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56" name="Freeform 8"/>
            <p:cNvSpPr/>
            <p:nvPr/>
          </p:nvSpPr>
          <p:spPr>
            <a:xfrm>
              <a:off x="9168840" y="347976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57" name="Freeform 9"/>
          <p:cNvSpPr/>
          <p:nvPr/>
        </p:nvSpPr>
        <p:spPr>
          <a:xfrm>
            <a:off x="6958800" y="348048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58" name="Freeform 7"/>
          <p:cNvSpPr/>
          <p:nvPr/>
        </p:nvSpPr>
        <p:spPr>
          <a:xfrm>
            <a:off x="1149120" y="1060560"/>
            <a:ext cx="4417920" cy="4421520"/>
          </a:xfrm>
          <a:custGeom>
            <a:avLst/>
            <a:gdLst>
              <a:gd name="textAreaLeft" fmla="*/ 0 w 4417920"/>
              <a:gd name="textAreaRight" fmla="*/ 4424760 w 4417920"/>
              <a:gd name="textAreaTop" fmla="*/ 0 h 4421520"/>
              <a:gd name="textAreaBottom" fmla="*/ 4428360 h 442152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5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63" name="Freeform 28"/>
          <p:cNvSpPr/>
          <p:nvPr/>
        </p:nvSpPr>
        <p:spPr>
          <a:xfrm>
            <a:off x="-1855800" y="-133848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64" name="Text Placeholder 2"/>
          <p:cNvSpPr/>
          <p:nvPr/>
        </p:nvSpPr>
        <p:spPr>
          <a:xfrm>
            <a:off x="1149480" y="1060560"/>
            <a:ext cx="4417560" cy="4422240"/>
          </a:xfrm>
          <a:prstGeom prst="roundRect">
            <a:avLst>
              <a:gd name="adj" fmla="val 8752"/>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grpSp>
        <p:nvGrpSpPr>
          <p:cNvPr id="265" name="Group 19"/>
          <p:cNvGrpSpPr/>
          <p:nvPr/>
        </p:nvGrpSpPr>
        <p:grpSpPr>
          <a:xfrm>
            <a:off x="554040" y="565200"/>
            <a:ext cx="1472760" cy="48960"/>
            <a:chOff x="554040" y="565200"/>
            <a:chExt cx="1472760" cy="48960"/>
          </a:xfrm>
        </p:grpSpPr>
        <p:sp>
          <p:nvSpPr>
            <p:cNvPr id="26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6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68" name="Rectangle 29"/>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6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7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04B25648-0830-4C4A-9CEE-9288F1AFD34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71" name="Freeform 27"/>
          <p:cNvSpPr/>
          <p:nvPr/>
        </p:nvSpPr>
        <p:spPr>
          <a:xfrm rot="370200">
            <a:off x="-2737080" y="-156456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72" name="Freeform 7"/>
          <p:cNvSpPr/>
          <p:nvPr/>
        </p:nvSpPr>
        <p:spPr>
          <a:xfrm>
            <a:off x="9197280" y="123912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273" name="Group 6"/>
          <p:cNvGrpSpPr/>
          <p:nvPr/>
        </p:nvGrpSpPr>
        <p:grpSpPr>
          <a:xfrm>
            <a:off x="6915960" y="1239120"/>
            <a:ext cx="1903320" cy="1898280"/>
            <a:chOff x="6915960" y="1239120"/>
            <a:chExt cx="1903320" cy="1898280"/>
          </a:xfrm>
        </p:grpSpPr>
        <p:sp>
          <p:nvSpPr>
            <p:cNvPr id="274" name="Freeform 6"/>
            <p:cNvSpPr/>
            <p:nvPr/>
          </p:nvSpPr>
          <p:spPr>
            <a:xfrm>
              <a:off x="6922800" y="123912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75" name="Freeform 6"/>
            <p:cNvSpPr/>
            <p:nvPr/>
          </p:nvSpPr>
          <p:spPr>
            <a:xfrm>
              <a:off x="6915960" y="123912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276" name="Group 9"/>
          <p:cNvGrpSpPr/>
          <p:nvPr/>
        </p:nvGrpSpPr>
        <p:grpSpPr>
          <a:xfrm>
            <a:off x="9161280" y="3479760"/>
            <a:ext cx="1904040" cy="1899000"/>
            <a:chOff x="9161280" y="3479760"/>
            <a:chExt cx="1904040" cy="1899000"/>
          </a:xfrm>
        </p:grpSpPr>
        <p:sp>
          <p:nvSpPr>
            <p:cNvPr id="277" name="Freeform 8"/>
            <p:cNvSpPr/>
            <p:nvPr/>
          </p:nvSpPr>
          <p:spPr>
            <a:xfrm>
              <a:off x="9161280" y="348048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78" name="Freeform 8"/>
            <p:cNvSpPr/>
            <p:nvPr/>
          </p:nvSpPr>
          <p:spPr>
            <a:xfrm>
              <a:off x="9168840" y="347976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0" y="500"/>
                  </a:moveTo>
                  <a:cubicBezTo>
                    <a:pt x="60" y="500"/>
                    <a:pt x="60" y="500"/>
                    <a:pt x="60" y="500"/>
                  </a:cubicBezTo>
                  <a:cubicBezTo>
                    <a:pt x="27" y="500"/>
                    <a:pt x="0" y="473"/>
                    <a:pt x="0" y="440"/>
                  </a:cubicBezTo>
                  <a:cubicBezTo>
                    <a:pt x="0" y="60"/>
                    <a:pt x="0" y="60"/>
                    <a:pt x="0" y="60"/>
                  </a:cubicBezTo>
                  <a:cubicBezTo>
                    <a:pt x="0" y="27"/>
                    <a:pt x="27" y="0"/>
                    <a:pt x="60" y="0"/>
                  </a:cubicBezTo>
                  <a:cubicBezTo>
                    <a:pt x="440" y="0"/>
                    <a:pt x="440" y="0"/>
                    <a:pt x="440" y="0"/>
                  </a:cubicBezTo>
                  <a:cubicBezTo>
                    <a:pt x="473" y="0"/>
                    <a:pt x="500" y="27"/>
                    <a:pt x="500" y="60"/>
                  </a:cubicBezTo>
                  <a:cubicBezTo>
                    <a:pt x="500" y="440"/>
                    <a:pt x="500" y="440"/>
                    <a:pt x="500" y="440"/>
                  </a:cubicBezTo>
                  <a:cubicBezTo>
                    <a:pt x="500" y="473"/>
                    <a:pt x="473" y="500"/>
                    <a:pt x="440" y="500"/>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79" name="Freeform 9"/>
          <p:cNvSpPr/>
          <p:nvPr/>
        </p:nvSpPr>
        <p:spPr>
          <a:xfrm>
            <a:off x="6958800" y="3480480"/>
            <a:ext cx="1896480" cy="1898280"/>
          </a:xfrm>
          <a:custGeom>
            <a:avLst/>
            <a:gdLst>
              <a:gd name="textAreaLeft" fmla="*/ 0 w 1896480"/>
              <a:gd name="textAreaRight" fmla="*/ 1903320 w 1896480"/>
              <a:gd name="textAreaTop" fmla="*/ 0 h 1898280"/>
              <a:gd name="textAreaBottom" fmla="*/ 1905120 h 189828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80" name="Freeform 7"/>
          <p:cNvSpPr/>
          <p:nvPr/>
        </p:nvSpPr>
        <p:spPr>
          <a:xfrm>
            <a:off x="1149120" y="1060560"/>
            <a:ext cx="4417920" cy="4421520"/>
          </a:xfrm>
          <a:custGeom>
            <a:avLst/>
            <a:gdLst>
              <a:gd name="textAreaLeft" fmla="*/ 0 w 4417920"/>
              <a:gd name="textAreaRight" fmla="*/ 4424760 w 4417920"/>
              <a:gd name="textAreaTop" fmla="*/ 0 h 4421520"/>
              <a:gd name="textAreaBottom" fmla="*/ 4428360 h 442152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81"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2"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3"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4"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285" name="Freeform 28"/>
          <p:cNvSpPr/>
          <p:nvPr/>
        </p:nvSpPr>
        <p:spPr>
          <a:xfrm>
            <a:off x="-1855800" y="-133848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86" name="Text Placeholder 2"/>
          <p:cNvSpPr/>
          <p:nvPr/>
        </p:nvSpPr>
        <p:spPr>
          <a:xfrm>
            <a:off x="1149480" y="1060560"/>
            <a:ext cx="4417560" cy="4422240"/>
          </a:xfrm>
          <a:prstGeom prst="roundRect">
            <a:avLst>
              <a:gd name="adj" fmla="val 8752"/>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grpSp>
        <p:nvGrpSpPr>
          <p:cNvPr id="287" name="Group 19"/>
          <p:cNvGrpSpPr/>
          <p:nvPr/>
        </p:nvGrpSpPr>
        <p:grpSpPr>
          <a:xfrm>
            <a:off x="554040" y="565200"/>
            <a:ext cx="1472760" cy="48960"/>
            <a:chOff x="554040" y="565200"/>
            <a:chExt cx="1472760" cy="48960"/>
          </a:xfrm>
        </p:grpSpPr>
        <p:sp>
          <p:nvSpPr>
            <p:cNvPr id="28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8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290" name="Rectangle 29"/>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291"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292"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09FA9842-7C26-4977-A5FA-1D2540BECF1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293" name="TextBox 9"/>
          <p:cNvSpPr/>
          <p:nvPr/>
        </p:nvSpPr>
        <p:spPr>
          <a:xfrm>
            <a:off x="4515120" y="4888800"/>
            <a:ext cx="34750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tr-TR" sz="1800" spc="-1" strike="noStrike">
                <a:solidFill>
                  <a:srgbClr val="ffffff"/>
                </a:solidFill>
                <a:latin typeface="Calibri"/>
              </a:rPr>
              <a:t>www.havelsan.com</a:t>
            </a:r>
            <a:endParaRPr b="0" lang="en-US" sz="1800" spc="-1" strike="noStrike">
              <a:solidFill>
                <a:srgbClr val="ffffff"/>
              </a:solidFill>
              <a:latin typeface="Arial"/>
            </a:endParaRPr>
          </a:p>
        </p:txBody>
      </p:sp>
      <p:sp>
        <p:nvSpPr>
          <p:cNvPr id="294" name="Grey_unpressed"/>
          <p:cNvSpPr/>
          <p:nvPr/>
        </p:nvSpPr>
        <p:spPr>
          <a:xfrm>
            <a:off x="2833920" y="2727720"/>
            <a:ext cx="6467760" cy="1515600"/>
          </a:xfrm>
          <a:custGeom>
            <a:avLst/>
            <a:gdLst>
              <a:gd name="textAreaLeft" fmla="*/ 0 w 6467760"/>
              <a:gd name="textAreaRight" fmla="*/ 6474600 w 6467760"/>
              <a:gd name="textAreaTop" fmla="*/ 0 h 1515600"/>
              <a:gd name="textAreaBottom" fmla="*/ 1522440 h 151560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295" name="Freeform 11"/>
          <p:cNvSpPr/>
          <p:nvPr/>
        </p:nvSpPr>
        <p:spPr>
          <a:xfrm>
            <a:off x="2435040" y="2589840"/>
            <a:ext cx="2433240" cy="2608200"/>
          </a:xfrm>
          <a:custGeom>
            <a:avLst/>
            <a:gdLst>
              <a:gd name="textAreaLeft" fmla="*/ 0 w 2433240"/>
              <a:gd name="textAreaRight" fmla="*/ 2440080 w 2433240"/>
              <a:gd name="textAreaTop" fmla="*/ 0 h 2608200"/>
              <a:gd name="textAreaBottom" fmla="*/ 2615040 h 260820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296" name="Oval 12"/>
          <p:cNvSpPr/>
          <p:nvPr/>
        </p:nvSpPr>
        <p:spPr>
          <a:xfrm>
            <a:off x="3103920" y="3080520"/>
            <a:ext cx="979920" cy="9799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297" name="TextBox 13"/>
          <p:cNvSpPr/>
          <p:nvPr/>
        </p:nvSpPr>
        <p:spPr>
          <a:xfrm>
            <a:off x="4090680" y="3134880"/>
            <a:ext cx="10182240" cy="699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tr-TR" sz="4000" spc="-1" strike="noStrike">
                <a:solidFill>
                  <a:srgbClr val="ffffff"/>
                </a:solidFill>
                <a:latin typeface="Arial"/>
              </a:rPr>
              <a:t>TEŞEKKÜRLER</a:t>
            </a:r>
            <a:endParaRPr b="0" lang="en-US" sz="4000" spc="-1" strike="noStrike">
              <a:solidFill>
                <a:srgbClr val="ffffff"/>
              </a:solidFill>
              <a:latin typeface="Arial"/>
            </a:endParaRPr>
          </a:p>
        </p:txBody>
      </p:sp>
      <p:grpSp>
        <p:nvGrpSpPr>
          <p:cNvPr id="298" name="Group 14"/>
          <p:cNvGrpSpPr/>
          <p:nvPr/>
        </p:nvGrpSpPr>
        <p:grpSpPr>
          <a:xfrm>
            <a:off x="1717560" y="6498720"/>
            <a:ext cx="901080" cy="194400"/>
            <a:chOff x="1717560" y="6498720"/>
            <a:chExt cx="901080" cy="194400"/>
          </a:xfrm>
        </p:grpSpPr>
        <p:pic>
          <p:nvPicPr>
            <p:cNvPr id="299" name="Picture 15" descr=""/>
            <p:cNvPicPr/>
            <p:nvPr/>
          </p:nvPicPr>
          <p:blipFill>
            <a:blip r:embed="rId2"/>
            <a:srcRect l="24312" t="0" r="0" b="0"/>
            <a:stretch/>
          </p:blipFill>
          <p:spPr>
            <a:xfrm>
              <a:off x="1934640" y="6498720"/>
              <a:ext cx="684000" cy="183600"/>
            </a:xfrm>
            <a:prstGeom prst="rect">
              <a:avLst/>
            </a:prstGeom>
            <a:ln w="0">
              <a:noFill/>
            </a:ln>
          </p:spPr>
        </p:pic>
        <p:pic>
          <p:nvPicPr>
            <p:cNvPr id="300" name="Picture 16" descr=""/>
            <p:cNvPicPr/>
            <p:nvPr/>
          </p:nvPicPr>
          <p:blipFill>
            <a:blip r:embed="rId3"/>
            <a:srcRect l="0" t="0" r="76760" b="0"/>
            <a:stretch/>
          </p:blipFill>
          <p:spPr>
            <a:xfrm>
              <a:off x="1717560" y="6509520"/>
              <a:ext cx="205200" cy="183600"/>
            </a:xfrm>
            <a:prstGeom prst="rect">
              <a:avLst/>
            </a:prstGeom>
            <a:ln w="0">
              <a:noFill/>
            </a:ln>
          </p:spPr>
        </p:pic>
      </p:grpSp>
      <p:pic>
        <p:nvPicPr>
          <p:cNvPr id="301" name="Picture 4" descr=""/>
          <p:cNvPicPr/>
          <p:nvPr/>
        </p:nvPicPr>
        <p:blipFill>
          <a:blip r:embed="rId4"/>
          <a:stretch/>
        </p:blipFill>
        <p:spPr>
          <a:xfrm>
            <a:off x="169560" y="6469200"/>
            <a:ext cx="1329120" cy="253080"/>
          </a:xfrm>
          <a:prstGeom prst="rect">
            <a:avLst/>
          </a:prstGeom>
          <a:ln w="0">
            <a:noFill/>
          </a:ln>
        </p:spPr>
      </p:pic>
      <p:sp>
        <p:nvSpPr>
          <p:cNvPr id="302" name="TextBox 5"/>
          <p:cNvSpPr/>
          <p:nvPr/>
        </p:nvSpPr>
        <p:spPr>
          <a:xfrm>
            <a:off x="1585440" y="64987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303" name="TextBox 18"/>
          <p:cNvSpPr/>
          <p:nvPr/>
        </p:nvSpPr>
        <p:spPr>
          <a:xfrm>
            <a:off x="1585440" y="645480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304" name="TextBox 19"/>
          <p:cNvSpPr/>
          <p:nvPr/>
        </p:nvSpPr>
        <p:spPr>
          <a:xfrm>
            <a:off x="1585440" y="65095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305" name="TextBox 17"/>
          <p:cNvSpPr/>
          <p:nvPr/>
        </p:nvSpPr>
        <p:spPr>
          <a:xfrm>
            <a:off x="7392960" y="6313680"/>
            <a:ext cx="5704200" cy="394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Bu belgenin içeriği HAVELSAN’ın mülkiyetindedir. HAVELSAN’ın izni olmadan bu</a:t>
            </a:r>
            <a:endParaRPr b="0" lang="en-US" sz="1000" spc="-1" strike="noStrike">
              <a:solidFill>
                <a:srgbClr val="ffffff"/>
              </a:solidFill>
              <a:latin typeface="Arial"/>
            </a:endParaRPr>
          </a:p>
          <a:p>
            <a:pPr defTabSz="914400">
              <a:lnSpc>
                <a:spcPct val="100000"/>
              </a:lnSpc>
              <a:tabLst>
                <a:tab algn="l" pos="0"/>
              </a:tabLst>
            </a:pPr>
            <a:r>
              <a:rPr b="0" lang="tr-TR" sz="1000" spc="-1" strike="noStrike">
                <a:solidFill>
                  <a:srgbClr val="ffffff"/>
                </a:solidFill>
                <a:latin typeface="Arial"/>
                <a:ea typeface="SF Pro Display"/>
              </a:rPr>
              <a:t> </a:t>
            </a:r>
            <a:r>
              <a:rPr b="0" lang="tr-TR" sz="1000" spc="-1" strike="noStrike">
                <a:solidFill>
                  <a:srgbClr val="ffffff"/>
                </a:solidFill>
                <a:latin typeface="Arial"/>
                <a:ea typeface="SF Pro Display"/>
              </a:rPr>
              <a:t>belgenin tamamını veya bir kısmını bir başkasına kopyalamak ve vermek yasaktır.</a:t>
            </a:r>
            <a:endParaRPr b="0" lang="en-US" sz="1000" spc="-1" strike="noStrike">
              <a:solidFill>
                <a:srgbClr val="ffffff"/>
              </a:solidFill>
              <a:latin typeface="Arial"/>
            </a:endParaRPr>
          </a:p>
        </p:txBody>
      </p:sp>
      <p:sp>
        <p:nvSpPr>
          <p:cNvPr id="306" name="Rectangle 20"/>
          <p:cNvSpPr/>
          <p:nvPr/>
        </p:nvSpPr>
        <p:spPr>
          <a:xfrm>
            <a:off x="11271960" y="256320"/>
            <a:ext cx="676800" cy="48888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30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a:t>
            </a:r>
            <a:r>
              <a:rPr b="0" lang="en-US" sz="4400" spc="-1" strike="noStrike">
                <a:solidFill>
                  <a:srgbClr val="ffffff"/>
                </a:solidFill>
                <a:latin typeface="Arial"/>
              </a:rPr>
              <a:t>to </a:t>
            </a:r>
            <a:r>
              <a:rPr b="0" lang="en-US" sz="4400" spc="-1" strike="noStrike">
                <a:solidFill>
                  <a:srgbClr val="ffffff"/>
                </a:solidFill>
                <a:latin typeface="Arial"/>
              </a:rPr>
              <a:t>edit </a:t>
            </a:r>
            <a:r>
              <a:rPr b="0" lang="en-US" sz="4400" spc="-1" strike="noStrike">
                <a:solidFill>
                  <a:srgbClr val="ffffff"/>
                </a:solidFill>
                <a:latin typeface="Arial"/>
              </a:rPr>
              <a:t>the </a:t>
            </a:r>
            <a:r>
              <a:rPr b="0" lang="en-US" sz="4400" spc="-1" strike="noStrike">
                <a:solidFill>
                  <a:srgbClr val="ffffff"/>
                </a:solidFill>
                <a:latin typeface="Arial"/>
              </a:rPr>
              <a:t>title </a:t>
            </a:r>
            <a:r>
              <a:rPr b="0" lang="en-US" sz="4400" spc="-1" strike="noStrike">
                <a:solidFill>
                  <a:srgbClr val="ffffff"/>
                </a:solidFill>
                <a:latin typeface="Arial"/>
              </a:rPr>
              <a:t>text </a:t>
            </a:r>
            <a:r>
              <a:rPr b="0" lang="en-US" sz="4400" spc="-1" strike="noStrike">
                <a:solidFill>
                  <a:srgbClr val="ffffff"/>
                </a:solidFill>
                <a:latin typeface="Arial"/>
              </a:rPr>
              <a:t>form</a:t>
            </a:r>
            <a:r>
              <a:rPr b="0" lang="en-US" sz="4400" spc="-1" strike="noStrike">
                <a:solidFill>
                  <a:srgbClr val="ffffff"/>
                </a:solidFill>
                <a:latin typeface="Arial"/>
              </a:rPr>
              <a:t>at</a:t>
            </a:r>
            <a:endParaRPr b="0" lang="en-US" sz="4400" spc="-1" strike="noStrike">
              <a:solidFill>
                <a:srgbClr val="ffffff"/>
              </a:solidFill>
              <a:latin typeface="Arial"/>
            </a:endParaRPr>
          </a:p>
        </p:txBody>
      </p:sp>
      <p:sp>
        <p:nvSpPr>
          <p:cNvPr id="30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671" r:id="rId5"/>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30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31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A5AD38A-EF77-4F2B-92C4-9219F164B033}"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311"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31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1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1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1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316" name="Group 9"/>
          <p:cNvGrpSpPr/>
          <p:nvPr/>
        </p:nvGrpSpPr>
        <p:grpSpPr>
          <a:xfrm>
            <a:off x="554040" y="565200"/>
            <a:ext cx="1472760" cy="48960"/>
            <a:chOff x="554040" y="565200"/>
            <a:chExt cx="1472760" cy="48960"/>
          </a:xfrm>
        </p:grpSpPr>
        <p:sp>
          <p:nvSpPr>
            <p:cNvPr id="31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1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319"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3" r:id="rId2"/>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32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32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AA5E0F6-B9E7-46C8-A000-E7EFB4FFDF2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322" name="Freeform 58"/>
          <p:cNvSpPr/>
          <p:nvPr/>
        </p:nvSpPr>
        <p:spPr>
          <a:xfrm>
            <a:off x="-1972440" y="-131148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323" name="Freeform 11"/>
          <p:cNvSpPr/>
          <p:nvPr/>
        </p:nvSpPr>
        <p:spPr>
          <a:xfrm>
            <a:off x="23760" y="1996920"/>
            <a:ext cx="1629720" cy="1425240"/>
          </a:xfrm>
          <a:custGeom>
            <a:avLst/>
            <a:gdLst>
              <a:gd name="textAreaLeft" fmla="*/ 0 w 1629720"/>
              <a:gd name="textAreaRight" fmla="*/ 1636560 w 1629720"/>
              <a:gd name="textAreaTop" fmla="*/ 0 h 1425240"/>
              <a:gd name="textAreaBottom" fmla="*/ 1432080 h 1425240"/>
            </a:gdLst>
            <a:ahLst/>
            <a:rect l="textAreaLeft" t="textAreaTop" r="textAreaRight" b="textAreaBottom"/>
            <a:pathLst>
              <a:path w="430" h="376">
                <a:moveTo>
                  <a:pt x="430" y="0"/>
                </a:moveTo>
                <a:cubicBezTo>
                  <a:pt x="430" y="208"/>
                  <a:pt x="430" y="208"/>
                  <a:pt x="430" y="208"/>
                </a:cubicBezTo>
                <a:cubicBezTo>
                  <a:pt x="337" y="208"/>
                  <a:pt x="262" y="283"/>
                  <a:pt x="262" y="376"/>
                </a:cubicBezTo>
                <a:cubicBezTo>
                  <a:pt x="0" y="376"/>
                  <a:pt x="0" y="376"/>
                  <a:pt x="0" y="376"/>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4" name="Freeform 12"/>
          <p:cNvSpPr/>
          <p:nvPr/>
        </p:nvSpPr>
        <p:spPr>
          <a:xfrm>
            <a:off x="2281320" y="3429000"/>
            <a:ext cx="1629720" cy="1425240"/>
          </a:xfrm>
          <a:custGeom>
            <a:avLst/>
            <a:gdLst>
              <a:gd name="textAreaLeft" fmla="*/ 0 w 1629720"/>
              <a:gd name="textAreaRight" fmla="*/ 1636560 w 1629720"/>
              <a:gd name="textAreaTop" fmla="*/ 0 h 1425240"/>
              <a:gd name="textAreaBottom" fmla="*/ 1432080 h 1425240"/>
            </a:gdLst>
            <a:ahLst/>
            <a:rect l="textAreaLeft" t="textAreaTop" r="textAreaRight" b="textAreaBottom"/>
            <a:pathLst>
              <a:path w="430" h="376">
                <a:moveTo>
                  <a:pt x="0" y="0"/>
                </a:moveTo>
                <a:cubicBezTo>
                  <a:pt x="262" y="0"/>
                  <a:pt x="262" y="0"/>
                  <a:pt x="262" y="0"/>
                </a:cubicBezTo>
                <a:cubicBezTo>
                  <a:pt x="262" y="93"/>
                  <a:pt x="337" y="168"/>
                  <a:pt x="430" y="168"/>
                </a:cubicBezTo>
                <a:cubicBezTo>
                  <a:pt x="430" y="376"/>
                  <a:pt x="430" y="376"/>
                  <a:pt x="430" y="376"/>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5" name="Freeform 13"/>
          <p:cNvSpPr/>
          <p:nvPr/>
        </p:nvSpPr>
        <p:spPr>
          <a:xfrm>
            <a:off x="4541760" y="1996920"/>
            <a:ext cx="1629720" cy="1425240"/>
          </a:xfrm>
          <a:custGeom>
            <a:avLst/>
            <a:gdLst>
              <a:gd name="textAreaLeft" fmla="*/ 0 w 1629720"/>
              <a:gd name="textAreaRight" fmla="*/ 1636560 w 1629720"/>
              <a:gd name="textAreaTop" fmla="*/ 0 h 1425240"/>
              <a:gd name="textAreaBottom" fmla="*/ 1432080 h 1425240"/>
            </a:gdLst>
            <a:ahLst/>
            <a:rect l="textAreaLeft" t="textAreaTop" r="textAreaRight" b="textAreaBottom"/>
            <a:pathLst>
              <a:path w="430" h="376">
                <a:moveTo>
                  <a:pt x="0" y="376"/>
                </a:moveTo>
                <a:cubicBezTo>
                  <a:pt x="262" y="376"/>
                  <a:pt x="262" y="376"/>
                  <a:pt x="262" y="376"/>
                </a:cubicBezTo>
                <a:cubicBezTo>
                  <a:pt x="262" y="283"/>
                  <a:pt x="337" y="208"/>
                  <a:pt x="430" y="208"/>
                </a:cubicBezTo>
                <a:cubicBezTo>
                  <a:pt x="430" y="0"/>
                  <a:pt x="430" y="0"/>
                  <a:pt x="430" y="0"/>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6" name="Freeform 14"/>
          <p:cNvSpPr/>
          <p:nvPr/>
        </p:nvSpPr>
        <p:spPr>
          <a:xfrm>
            <a:off x="6799320" y="3429000"/>
            <a:ext cx="1629720" cy="1425240"/>
          </a:xfrm>
          <a:custGeom>
            <a:avLst/>
            <a:gdLst>
              <a:gd name="textAreaLeft" fmla="*/ 0 w 1629720"/>
              <a:gd name="textAreaRight" fmla="*/ 1636560 w 1629720"/>
              <a:gd name="textAreaTop" fmla="*/ 0 h 1425240"/>
              <a:gd name="textAreaBottom" fmla="*/ 1432080 h 1425240"/>
            </a:gdLst>
            <a:ahLst/>
            <a:rect l="textAreaLeft" t="textAreaTop" r="textAreaRight" b="textAreaBottom"/>
            <a:pathLst>
              <a:path w="430" h="376">
                <a:moveTo>
                  <a:pt x="0" y="0"/>
                </a:moveTo>
                <a:cubicBezTo>
                  <a:pt x="262" y="0"/>
                  <a:pt x="262" y="0"/>
                  <a:pt x="262" y="0"/>
                </a:cubicBezTo>
                <a:cubicBezTo>
                  <a:pt x="262" y="93"/>
                  <a:pt x="337" y="168"/>
                  <a:pt x="430" y="168"/>
                </a:cubicBezTo>
                <a:cubicBezTo>
                  <a:pt x="430" y="376"/>
                  <a:pt x="430" y="376"/>
                  <a:pt x="430" y="376"/>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7" name="Freeform 15"/>
          <p:cNvSpPr/>
          <p:nvPr/>
        </p:nvSpPr>
        <p:spPr>
          <a:xfrm>
            <a:off x="9056520" y="1996920"/>
            <a:ext cx="1629720" cy="1425240"/>
          </a:xfrm>
          <a:custGeom>
            <a:avLst/>
            <a:gdLst>
              <a:gd name="textAreaLeft" fmla="*/ 0 w 1629720"/>
              <a:gd name="textAreaRight" fmla="*/ 1636560 w 1629720"/>
              <a:gd name="textAreaTop" fmla="*/ 0 h 1425240"/>
              <a:gd name="textAreaBottom" fmla="*/ 1432080 h 1425240"/>
            </a:gdLst>
            <a:ahLst/>
            <a:rect l="textAreaLeft" t="textAreaTop" r="textAreaRight" b="textAreaBottom"/>
            <a:pathLst>
              <a:path w="430" h="376">
                <a:moveTo>
                  <a:pt x="0" y="376"/>
                </a:moveTo>
                <a:cubicBezTo>
                  <a:pt x="262" y="376"/>
                  <a:pt x="262" y="376"/>
                  <a:pt x="262" y="376"/>
                </a:cubicBezTo>
                <a:cubicBezTo>
                  <a:pt x="262" y="283"/>
                  <a:pt x="337" y="208"/>
                  <a:pt x="430" y="208"/>
                </a:cubicBezTo>
                <a:cubicBezTo>
                  <a:pt x="430" y="0"/>
                  <a:pt x="430" y="0"/>
                  <a:pt x="430" y="0"/>
                </a:cubicBezTo>
              </a:path>
            </a:pathLst>
          </a:custGeom>
          <a:noFill/>
          <a:ln>
            <a:solidFill>
              <a:srgbClr val="6e84a6"/>
            </a:solidFill>
          </a:ln>
        </p:spPr>
        <p:style>
          <a:lnRef idx="1">
            <a:schemeClr val="accent1"/>
          </a:lnRef>
          <a:fillRef idx="0">
            <a:schemeClr val="accent1"/>
          </a:fillRef>
          <a:effectRef idx="0">
            <a:schemeClr val="accent1"/>
          </a:effectRef>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328" name="Line 16"/>
          <p:cNvSpPr/>
          <p:nvPr/>
        </p:nvSpPr>
        <p:spPr>
          <a:xfrm>
            <a:off x="11337840" y="3429000"/>
            <a:ext cx="866520" cy="360"/>
          </a:xfrm>
          <a:prstGeom prst="line">
            <a:avLst/>
          </a:prstGeom>
          <a:ln>
            <a:solidFill>
              <a:srgbClr val="6e84a6"/>
            </a:solidFill>
          </a:ln>
        </p:spPr>
        <p:style>
          <a:lnRef idx="1">
            <a:schemeClr val="accent1"/>
          </a:lnRef>
          <a:fillRef idx="0">
            <a:schemeClr val="accent1"/>
          </a:fillRef>
          <a:effectRef idx="0">
            <a:schemeClr val="accent1"/>
          </a:effectRef>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329" name="Group 11"/>
          <p:cNvGrpSpPr/>
          <p:nvPr/>
        </p:nvGrpSpPr>
        <p:grpSpPr>
          <a:xfrm>
            <a:off x="1544400" y="2684880"/>
            <a:ext cx="214560" cy="214560"/>
            <a:chOff x="1544400" y="2684880"/>
            <a:chExt cx="214560" cy="214560"/>
          </a:xfrm>
        </p:grpSpPr>
        <p:sp>
          <p:nvSpPr>
            <p:cNvPr id="330" name="Oval 12"/>
            <p:cNvSpPr/>
            <p:nvPr/>
          </p:nvSpPr>
          <p:spPr>
            <a:xfrm>
              <a:off x="1544400" y="2684880"/>
              <a:ext cx="214560" cy="2145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1" name="Oval 28"/>
            <p:cNvSpPr/>
            <p:nvPr/>
          </p:nvSpPr>
          <p:spPr>
            <a:xfrm>
              <a:off x="1600200" y="2741040"/>
              <a:ext cx="100440" cy="99000"/>
            </a:xfrm>
            <a:prstGeom prst="ellipse">
              <a:avLst/>
            </a:prstGeom>
            <a:solidFill>
              <a:srgbClr val="c00000"/>
            </a:solidFill>
            <a:ln w="0">
              <a:noFill/>
            </a:ln>
          </p:spPr>
          <p:style>
            <a:lnRef idx="0"/>
            <a:fillRef idx="0"/>
            <a:effectRef idx="0"/>
            <a:fontRef idx="minor"/>
          </p:style>
          <p:txBody>
            <a:bodyPr numCol="1" spcCol="0" lIns="90000" rIns="90000" tIns="34920" bIns="34920" anchor="t">
              <a:noAutofit/>
            </a:bodyPr>
            <a:p>
              <a:pPr defTabSz="914400">
                <a:lnSpc>
                  <a:spcPct val="100000"/>
                </a:lnSpc>
              </a:pPr>
              <a:endParaRPr b="0" lang="ru-UA" sz="1800" spc="-1" strike="noStrike">
                <a:solidFill>
                  <a:schemeClr val="dk1"/>
                </a:solidFill>
                <a:latin typeface="Open Sans"/>
              </a:endParaRPr>
            </a:p>
          </p:txBody>
        </p:sp>
      </p:grpSp>
      <p:grpSp>
        <p:nvGrpSpPr>
          <p:cNvPr id="332" name="Group 14"/>
          <p:cNvGrpSpPr/>
          <p:nvPr/>
        </p:nvGrpSpPr>
        <p:grpSpPr>
          <a:xfrm>
            <a:off x="3807720" y="3997800"/>
            <a:ext cx="214560" cy="214560"/>
            <a:chOff x="3807720" y="3997800"/>
            <a:chExt cx="214560" cy="214560"/>
          </a:xfrm>
        </p:grpSpPr>
        <p:sp>
          <p:nvSpPr>
            <p:cNvPr id="333" name="Oval 15"/>
            <p:cNvSpPr/>
            <p:nvPr/>
          </p:nvSpPr>
          <p:spPr>
            <a:xfrm>
              <a:off x="3807720" y="3997800"/>
              <a:ext cx="214560" cy="2145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4" name="Oval 28"/>
            <p:cNvSpPr/>
            <p:nvPr/>
          </p:nvSpPr>
          <p:spPr>
            <a:xfrm>
              <a:off x="3863880" y="4053600"/>
              <a:ext cx="100440" cy="99000"/>
            </a:xfrm>
            <a:prstGeom prst="ellipse">
              <a:avLst/>
            </a:prstGeom>
            <a:solidFill>
              <a:srgbClr val="c00000"/>
            </a:solidFill>
            <a:ln w="0">
              <a:noFill/>
            </a:ln>
          </p:spPr>
          <p:style>
            <a:lnRef idx="0"/>
            <a:fillRef idx="0"/>
            <a:effectRef idx="0"/>
            <a:fontRef idx="minor"/>
          </p:style>
          <p:txBody>
            <a:bodyPr numCol="1" spcCol="0" lIns="90000" rIns="90000" tIns="34920" bIns="34920" anchor="t">
              <a:noAutofit/>
            </a:bodyPr>
            <a:p>
              <a:pPr defTabSz="914400">
                <a:lnSpc>
                  <a:spcPct val="100000"/>
                </a:lnSpc>
              </a:pPr>
              <a:endParaRPr b="0" lang="ru-UA" sz="1800" spc="-1" strike="noStrike">
                <a:solidFill>
                  <a:schemeClr val="dk1"/>
                </a:solidFill>
                <a:latin typeface="Open Sans"/>
              </a:endParaRPr>
            </a:p>
          </p:txBody>
        </p:sp>
      </p:grpSp>
      <p:grpSp>
        <p:nvGrpSpPr>
          <p:cNvPr id="335" name="Group 17"/>
          <p:cNvGrpSpPr/>
          <p:nvPr/>
        </p:nvGrpSpPr>
        <p:grpSpPr>
          <a:xfrm>
            <a:off x="6057360" y="2685960"/>
            <a:ext cx="214560" cy="214560"/>
            <a:chOff x="6057360" y="2685960"/>
            <a:chExt cx="214560" cy="214560"/>
          </a:xfrm>
        </p:grpSpPr>
        <p:sp>
          <p:nvSpPr>
            <p:cNvPr id="336" name="Oval 18"/>
            <p:cNvSpPr/>
            <p:nvPr/>
          </p:nvSpPr>
          <p:spPr>
            <a:xfrm>
              <a:off x="6057360" y="2685960"/>
              <a:ext cx="214560" cy="2145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37" name="Oval 28"/>
            <p:cNvSpPr/>
            <p:nvPr/>
          </p:nvSpPr>
          <p:spPr>
            <a:xfrm>
              <a:off x="6113520" y="2741760"/>
              <a:ext cx="100440" cy="99000"/>
            </a:xfrm>
            <a:prstGeom prst="ellipse">
              <a:avLst/>
            </a:prstGeom>
            <a:solidFill>
              <a:srgbClr val="c00000"/>
            </a:solidFill>
            <a:ln w="0">
              <a:noFill/>
            </a:ln>
          </p:spPr>
          <p:style>
            <a:lnRef idx="0"/>
            <a:fillRef idx="0"/>
            <a:effectRef idx="0"/>
            <a:fontRef idx="minor"/>
          </p:style>
          <p:txBody>
            <a:bodyPr numCol="1" spcCol="0" lIns="90000" rIns="90000" tIns="34920" bIns="34920" anchor="t">
              <a:noAutofit/>
            </a:bodyPr>
            <a:p>
              <a:pPr defTabSz="914400">
                <a:lnSpc>
                  <a:spcPct val="100000"/>
                </a:lnSpc>
              </a:pPr>
              <a:endParaRPr b="0" lang="ru-UA" sz="1800" spc="-1" strike="noStrike">
                <a:solidFill>
                  <a:schemeClr val="dk1"/>
                </a:solidFill>
                <a:latin typeface="Open Sans"/>
              </a:endParaRPr>
            </a:p>
          </p:txBody>
        </p:sp>
      </p:grpSp>
      <p:grpSp>
        <p:nvGrpSpPr>
          <p:cNvPr id="338" name="Group 20"/>
          <p:cNvGrpSpPr/>
          <p:nvPr/>
        </p:nvGrpSpPr>
        <p:grpSpPr>
          <a:xfrm>
            <a:off x="8325360" y="3995280"/>
            <a:ext cx="214560" cy="214560"/>
            <a:chOff x="8325360" y="3995280"/>
            <a:chExt cx="214560" cy="214560"/>
          </a:xfrm>
        </p:grpSpPr>
        <p:sp>
          <p:nvSpPr>
            <p:cNvPr id="339" name="Oval 21"/>
            <p:cNvSpPr/>
            <p:nvPr/>
          </p:nvSpPr>
          <p:spPr>
            <a:xfrm>
              <a:off x="8325360" y="3995280"/>
              <a:ext cx="214560" cy="2145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0" name="Oval 28"/>
            <p:cNvSpPr/>
            <p:nvPr/>
          </p:nvSpPr>
          <p:spPr>
            <a:xfrm>
              <a:off x="8381160" y="4051440"/>
              <a:ext cx="100440" cy="99000"/>
            </a:xfrm>
            <a:prstGeom prst="ellipse">
              <a:avLst/>
            </a:prstGeom>
            <a:solidFill>
              <a:srgbClr val="c00000"/>
            </a:solidFill>
            <a:ln w="0">
              <a:noFill/>
            </a:ln>
          </p:spPr>
          <p:style>
            <a:lnRef idx="0"/>
            <a:fillRef idx="0"/>
            <a:effectRef idx="0"/>
            <a:fontRef idx="minor"/>
          </p:style>
          <p:txBody>
            <a:bodyPr numCol="1" spcCol="0" lIns="90000" rIns="90000" tIns="34920" bIns="34920" anchor="t">
              <a:noAutofit/>
            </a:bodyPr>
            <a:p>
              <a:pPr defTabSz="914400">
                <a:lnSpc>
                  <a:spcPct val="100000"/>
                </a:lnSpc>
              </a:pPr>
              <a:endParaRPr b="0" lang="ru-UA" sz="1800" spc="-1" strike="noStrike">
                <a:solidFill>
                  <a:schemeClr val="dk1"/>
                </a:solidFill>
                <a:latin typeface="Open Sans"/>
              </a:endParaRPr>
            </a:p>
          </p:txBody>
        </p:sp>
      </p:grpSp>
      <p:grpSp>
        <p:nvGrpSpPr>
          <p:cNvPr id="341" name="Group 23"/>
          <p:cNvGrpSpPr/>
          <p:nvPr/>
        </p:nvGrpSpPr>
        <p:grpSpPr>
          <a:xfrm>
            <a:off x="10582560" y="2683080"/>
            <a:ext cx="214560" cy="214560"/>
            <a:chOff x="10582560" y="2683080"/>
            <a:chExt cx="214560" cy="214560"/>
          </a:xfrm>
        </p:grpSpPr>
        <p:sp>
          <p:nvSpPr>
            <p:cNvPr id="342" name="Oval 24"/>
            <p:cNvSpPr/>
            <p:nvPr/>
          </p:nvSpPr>
          <p:spPr>
            <a:xfrm>
              <a:off x="10582560" y="2683080"/>
              <a:ext cx="214560" cy="2145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3" name="Oval 28"/>
            <p:cNvSpPr/>
            <p:nvPr/>
          </p:nvSpPr>
          <p:spPr>
            <a:xfrm>
              <a:off x="10638720" y="2739240"/>
              <a:ext cx="100440" cy="99000"/>
            </a:xfrm>
            <a:prstGeom prst="ellipse">
              <a:avLst/>
            </a:prstGeom>
            <a:solidFill>
              <a:srgbClr val="c00000"/>
            </a:solidFill>
            <a:ln w="0">
              <a:noFill/>
            </a:ln>
          </p:spPr>
          <p:style>
            <a:lnRef idx="0"/>
            <a:fillRef idx="0"/>
            <a:effectRef idx="0"/>
            <a:fontRef idx="minor"/>
          </p:style>
          <p:txBody>
            <a:bodyPr numCol="1" spcCol="0" lIns="90000" rIns="90000" tIns="34920" bIns="34920" anchor="t">
              <a:noAutofit/>
            </a:bodyPr>
            <a:p>
              <a:pPr defTabSz="914400">
                <a:lnSpc>
                  <a:spcPct val="100000"/>
                </a:lnSpc>
              </a:pPr>
              <a:endParaRPr b="0" lang="ru-UA" sz="1800" spc="-1" strike="noStrike">
                <a:solidFill>
                  <a:schemeClr val="dk1"/>
                </a:solidFill>
                <a:latin typeface="Open Sans"/>
              </a:endParaRPr>
            </a:p>
          </p:txBody>
        </p:sp>
      </p:grpSp>
      <p:grpSp>
        <p:nvGrpSpPr>
          <p:cNvPr id="344" name="Group 27"/>
          <p:cNvGrpSpPr/>
          <p:nvPr/>
        </p:nvGrpSpPr>
        <p:grpSpPr>
          <a:xfrm>
            <a:off x="10225080" y="2946600"/>
            <a:ext cx="929520" cy="929520"/>
            <a:chOff x="10225080" y="2946600"/>
            <a:chExt cx="929520" cy="929520"/>
          </a:xfrm>
        </p:grpSpPr>
        <p:sp>
          <p:nvSpPr>
            <p:cNvPr id="345" name="Oval 29"/>
            <p:cNvSpPr/>
            <p:nvPr/>
          </p:nvSpPr>
          <p:spPr>
            <a:xfrm>
              <a:off x="10225080" y="2946600"/>
              <a:ext cx="929520" cy="92952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6" name="Oval 30"/>
            <p:cNvSpPr/>
            <p:nvPr/>
          </p:nvSpPr>
          <p:spPr>
            <a:xfrm>
              <a:off x="10225080" y="2946600"/>
              <a:ext cx="929520" cy="92952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47" name="Group 32"/>
          <p:cNvGrpSpPr/>
          <p:nvPr/>
        </p:nvGrpSpPr>
        <p:grpSpPr>
          <a:xfrm>
            <a:off x="1195560" y="2946600"/>
            <a:ext cx="929520" cy="929520"/>
            <a:chOff x="1195560" y="2946600"/>
            <a:chExt cx="929520" cy="929520"/>
          </a:xfrm>
        </p:grpSpPr>
        <p:sp>
          <p:nvSpPr>
            <p:cNvPr id="348" name="Oval 34"/>
            <p:cNvSpPr/>
            <p:nvPr/>
          </p:nvSpPr>
          <p:spPr>
            <a:xfrm>
              <a:off x="1195560" y="2946600"/>
              <a:ext cx="929520" cy="92952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49" name="Oval 35"/>
            <p:cNvSpPr/>
            <p:nvPr/>
          </p:nvSpPr>
          <p:spPr>
            <a:xfrm>
              <a:off x="1195560" y="2946600"/>
              <a:ext cx="929520" cy="92952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50" name="Group 37"/>
          <p:cNvGrpSpPr/>
          <p:nvPr/>
        </p:nvGrpSpPr>
        <p:grpSpPr>
          <a:xfrm>
            <a:off x="3443400" y="2946600"/>
            <a:ext cx="929520" cy="929520"/>
            <a:chOff x="3443400" y="2946600"/>
            <a:chExt cx="929520" cy="929520"/>
          </a:xfrm>
        </p:grpSpPr>
        <p:sp>
          <p:nvSpPr>
            <p:cNvPr id="351" name="Oval 39"/>
            <p:cNvSpPr/>
            <p:nvPr/>
          </p:nvSpPr>
          <p:spPr>
            <a:xfrm>
              <a:off x="3443400" y="2946600"/>
              <a:ext cx="929520" cy="92952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52" name="Oval 40"/>
            <p:cNvSpPr/>
            <p:nvPr/>
          </p:nvSpPr>
          <p:spPr>
            <a:xfrm>
              <a:off x="3443400" y="2946600"/>
              <a:ext cx="929520" cy="92952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53" name="Group 42"/>
          <p:cNvGrpSpPr/>
          <p:nvPr/>
        </p:nvGrpSpPr>
        <p:grpSpPr>
          <a:xfrm>
            <a:off x="5710320" y="2946600"/>
            <a:ext cx="929520" cy="929520"/>
            <a:chOff x="5710320" y="2946600"/>
            <a:chExt cx="929520" cy="929520"/>
          </a:xfrm>
        </p:grpSpPr>
        <p:sp>
          <p:nvSpPr>
            <p:cNvPr id="354" name="Oval 44"/>
            <p:cNvSpPr/>
            <p:nvPr/>
          </p:nvSpPr>
          <p:spPr>
            <a:xfrm>
              <a:off x="5710320" y="2946600"/>
              <a:ext cx="929520" cy="92952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55" name="Oval 45"/>
            <p:cNvSpPr/>
            <p:nvPr/>
          </p:nvSpPr>
          <p:spPr>
            <a:xfrm>
              <a:off x="5710320" y="2946600"/>
              <a:ext cx="929520" cy="92952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56" name="Group 47"/>
          <p:cNvGrpSpPr/>
          <p:nvPr/>
        </p:nvGrpSpPr>
        <p:grpSpPr>
          <a:xfrm>
            <a:off x="7970400" y="2946600"/>
            <a:ext cx="929520" cy="929520"/>
            <a:chOff x="7970400" y="2946600"/>
            <a:chExt cx="929520" cy="929520"/>
          </a:xfrm>
        </p:grpSpPr>
        <p:sp>
          <p:nvSpPr>
            <p:cNvPr id="357" name="Oval 49"/>
            <p:cNvSpPr/>
            <p:nvPr/>
          </p:nvSpPr>
          <p:spPr>
            <a:xfrm>
              <a:off x="7970400" y="2946600"/>
              <a:ext cx="929520" cy="929520"/>
            </a:xfrm>
            <a:prstGeom prst="ellipse">
              <a:avLst/>
            </a:pr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58" name="Oval 50"/>
            <p:cNvSpPr/>
            <p:nvPr/>
          </p:nvSpPr>
          <p:spPr>
            <a:xfrm>
              <a:off x="7970400" y="2946600"/>
              <a:ext cx="929520" cy="929520"/>
            </a:xfrm>
            <a:prstGeom prst="ellipse">
              <a:avLst/>
            </a:pr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35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6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363" name="Group 46"/>
          <p:cNvGrpSpPr/>
          <p:nvPr/>
        </p:nvGrpSpPr>
        <p:grpSpPr>
          <a:xfrm>
            <a:off x="554040" y="565200"/>
            <a:ext cx="1472760" cy="48960"/>
            <a:chOff x="554040" y="565200"/>
            <a:chExt cx="1472760" cy="48960"/>
          </a:xfrm>
        </p:grpSpPr>
        <p:sp>
          <p:nvSpPr>
            <p:cNvPr id="36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6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366" name="Rectangle 59"/>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5" r:id="rId2"/>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367"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368"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4E643940-20D2-44E2-8FBB-D4E7D3A4D4F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369" name="Freeform 59"/>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370" name="Group 6"/>
          <p:cNvGrpSpPr/>
          <p:nvPr/>
        </p:nvGrpSpPr>
        <p:grpSpPr>
          <a:xfrm>
            <a:off x="8416800" y="2606400"/>
            <a:ext cx="1321920" cy="1323360"/>
            <a:chOff x="8416800" y="2606400"/>
            <a:chExt cx="1321920" cy="1323360"/>
          </a:xfrm>
        </p:grpSpPr>
        <p:sp>
          <p:nvSpPr>
            <p:cNvPr id="371" name="Freeform 14"/>
            <p:cNvSpPr/>
            <p:nvPr/>
          </p:nvSpPr>
          <p:spPr>
            <a:xfrm>
              <a:off x="8416800" y="2606400"/>
              <a:ext cx="1321920" cy="1323360"/>
            </a:xfrm>
            <a:custGeom>
              <a:avLst/>
              <a:gdLst>
                <a:gd name="textAreaLeft" fmla="*/ 0 w 1321920"/>
                <a:gd name="textAreaRight" fmla="*/ 1328760 w 1321920"/>
                <a:gd name="textAreaTop" fmla="*/ 0 h 1323360"/>
                <a:gd name="textAreaBottom" fmla="*/ 1330200 h 132336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72" name="Freeform 14"/>
            <p:cNvSpPr/>
            <p:nvPr/>
          </p:nvSpPr>
          <p:spPr>
            <a:xfrm>
              <a:off x="8416800" y="2606400"/>
              <a:ext cx="1321920" cy="1323360"/>
            </a:xfrm>
            <a:custGeom>
              <a:avLst/>
              <a:gdLst>
                <a:gd name="textAreaLeft" fmla="*/ 0 w 1321920"/>
                <a:gd name="textAreaRight" fmla="*/ 1328760 w 1321920"/>
                <a:gd name="textAreaTop" fmla="*/ 0 h 1323360"/>
                <a:gd name="textAreaBottom" fmla="*/ 1330200 h 132336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73" name="Group 14"/>
          <p:cNvGrpSpPr/>
          <p:nvPr/>
        </p:nvGrpSpPr>
        <p:grpSpPr>
          <a:xfrm>
            <a:off x="6778800" y="986040"/>
            <a:ext cx="1334520" cy="1335960"/>
            <a:chOff x="6778800" y="986040"/>
            <a:chExt cx="1334520" cy="1335960"/>
          </a:xfrm>
        </p:grpSpPr>
        <p:sp>
          <p:nvSpPr>
            <p:cNvPr id="374" name="Freeform 6"/>
            <p:cNvSpPr/>
            <p:nvPr/>
          </p:nvSpPr>
          <p:spPr>
            <a:xfrm>
              <a:off x="6778800" y="9860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75" name="Freeform 6"/>
            <p:cNvSpPr/>
            <p:nvPr/>
          </p:nvSpPr>
          <p:spPr>
            <a:xfrm>
              <a:off x="6778800" y="9860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76" name="Group 19"/>
          <p:cNvGrpSpPr/>
          <p:nvPr/>
        </p:nvGrpSpPr>
        <p:grpSpPr>
          <a:xfrm>
            <a:off x="8404200" y="986040"/>
            <a:ext cx="1334520" cy="1335960"/>
            <a:chOff x="8404200" y="986040"/>
            <a:chExt cx="1334520" cy="1335960"/>
          </a:xfrm>
        </p:grpSpPr>
        <p:sp>
          <p:nvSpPr>
            <p:cNvPr id="377" name="Freeform 6"/>
            <p:cNvSpPr/>
            <p:nvPr/>
          </p:nvSpPr>
          <p:spPr>
            <a:xfrm>
              <a:off x="8404200" y="9860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78" name="Freeform 6"/>
            <p:cNvSpPr/>
            <p:nvPr/>
          </p:nvSpPr>
          <p:spPr>
            <a:xfrm>
              <a:off x="8404200" y="9860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79" name="Group 24"/>
          <p:cNvGrpSpPr/>
          <p:nvPr/>
        </p:nvGrpSpPr>
        <p:grpSpPr>
          <a:xfrm>
            <a:off x="10012320" y="986040"/>
            <a:ext cx="1334520" cy="1335960"/>
            <a:chOff x="10012320" y="986040"/>
            <a:chExt cx="1334520" cy="1335960"/>
          </a:xfrm>
        </p:grpSpPr>
        <p:sp>
          <p:nvSpPr>
            <p:cNvPr id="380" name="Freeform 6"/>
            <p:cNvSpPr/>
            <p:nvPr/>
          </p:nvSpPr>
          <p:spPr>
            <a:xfrm>
              <a:off x="10012320" y="9860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81" name="Freeform 6"/>
            <p:cNvSpPr/>
            <p:nvPr/>
          </p:nvSpPr>
          <p:spPr>
            <a:xfrm>
              <a:off x="10012320" y="9860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82" name="Group 29"/>
          <p:cNvGrpSpPr/>
          <p:nvPr/>
        </p:nvGrpSpPr>
        <p:grpSpPr>
          <a:xfrm>
            <a:off x="6778800" y="4192920"/>
            <a:ext cx="1334520" cy="1335960"/>
            <a:chOff x="6778800" y="4192920"/>
            <a:chExt cx="1334520" cy="1335960"/>
          </a:xfrm>
        </p:grpSpPr>
        <p:sp>
          <p:nvSpPr>
            <p:cNvPr id="383" name="Freeform 6"/>
            <p:cNvSpPr/>
            <p:nvPr/>
          </p:nvSpPr>
          <p:spPr>
            <a:xfrm>
              <a:off x="6778800" y="419292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84" name="Freeform 6"/>
            <p:cNvSpPr/>
            <p:nvPr/>
          </p:nvSpPr>
          <p:spPr>
            <a:xfrm>
              <a:off x="6778800" y="419292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85" name="Group 34"/>
          <p:cNvGrpSpPr/>
          <p:nvPr/>
        </p:nvGrpSpPr>
        <p:grpSpPr>
          <a:xfrm>
            <a:off x="8404200" y="4192920"/>
            <a:ext cx="1334520" cy="1335960"/>
            <a:chOff x="8404200" y="4192920"/>
            <a:chExt cx="1334520" cy="1335960"/>
          </a:xfrm>
        </p:grpSpPr>
        <p:sp>
          <p:nvSpPr>
            <p:cNvPr id="386" name="Freeform 6"/>
            <p:cNvSpPr/>
            <p:nvPr/>
          </p:nvSpPr>
          <p:spPr>
            <a:xfrm>
              <a:off x="8404200" y="419292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87" name="Freeform 6"/>
            <p:cNvSpPr/>
            <p:nvPr/>
          </p:nvSpPr>
          <p:spPr>
            <a:xfrm>
              <a:off x="8404200" y="419292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88" name="Group 40"/>
          <p:cNvGrpSpPr/>
          <p:nvPr/>
        </p:nvGrpSpPr>
        <p:grpSpPr>
          <a:xfrm>
            <a:off x="10012320" y="4192920"/>
            <a:ext cx="1334520" cy="1335960"/>
            <a:chOff x="10012320" y="4192920"/>
            <a:chExt cx="1334520" cy="1335960"/>
          </a:xfrm>
        </p:grpSpPr>
        <p:sp>
          <p:nvSpPr>
            <p:cNvPr id="389" name="Freeform 6"/>
            <p:cNvSpPr/>
            <p:nvPr/>
          </p:nvSpPr>
          <p:spPr>
            <a:xfrm>
              <a:off x="10012320" y="419292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90" name="Freeform 6"/>
            <p:cNvSpPr/>
            <p:nvPr/>
          </p:nvSpPr>
          <p:spPr>
            <a:xfrm>
              <a:off x="10012320" y="419292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91" name="Group 45"/>
          <p:cNvGrpSpPr/>
          <p:nvPr/>
        </p:nvGrpSpPr>
        <p:grpSpPr>
          <a:xfrm>
            <a:off x="6778800" y="2602440"/>
            <a:ext cx="1334520" cy="1335960"/>
            <a:chOff x="6778800" y="2602440"/>
            <a:chExt cx="1334520" cy="1335960"/>
          </a:xfrm>
        </p:grpSpPr>
        <p:sp>
          <p:nvSpPr>
            <p:cNvPr id="392" name="Freeform 6"/>
            <p:cNvSpPr/>
            <p:nvPr/>
          </p:nvSpPr>
          <p:spPr>
            <a:xfrm>
              <a:off x="6778800" y="26024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93" name="Freeform 6"/>
            <p:cNvSpPr/>
            <p:nvPr/>
          </p:nvSpPr>
          <p:spPr>
            <a:xfrm>
              <a:off x="6778800" y="26024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394" name="Group 50"/>
          <p:cNvGrpSpPr/>
          <p:nvPr/>
        </p:nvGrpSpPr>
        <p:grpSpPr>
          <a:xfrm>
            <a:off x="10012320" y="2602440"/>
            <a:ext cx="1334520" cy="1335960"/>
            <a:chOff x="10012320" y="2602440"/>
            <a:chExt cx="1334520" cy="1335960"/>
          </a:xfrm>
        </p:grpSpPr>
        <p:sp>
          <p:nvSpPr>
            <p:cNvPr id="395" name="Freeform 6"/>
            <p:cNvSpPr/>
            <p:nvPr/>
          </p:nvSpPr>
          <p:spPr>
            <a:xfrm>
              <a:off x="10012320" y="26024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396" name="Freeform 6"/>
            <p:cNvSpPr/>
            <p:nvPr/>
          </p:nvSpPr>
          <p:spPr>
            <a:xfrm>
              <a:off x="10012320" y="2602440"/>
              <a:ext cx="1334520" cy="1335960"/>
            </a:xfrm>
            <a:custGeom>
              <a:avLst/>
              <a:gdLst>
                <a:gd name="textAreaLeft" fmla="*/ 0 w 1334520"/>
                <a:gd name="textAreaRight" fmla="*/ 1341360 w 1334520"/>
                <a:gd name="textAreaTop" fmla="*/ 0 h 1335960"/>
                <a:gd name="textAreaBottom" fmla="*/ 1342800 h 133596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pic>
        <p:nvPicPr>
          <p:cNvPr id="397" name="Picture 33" descr=""/>
          <p:cNvPicPr/>
          <p:nvPr/>
        </p:nvPicPr>
        <p:blipFill>
          <a:blip r:embed="rId2"/>
          <a:srcRect l="0" t="0" r="76273" b="0"/>
          <a:stretch/>
        </p:blipFill>
        <p:spPr>
          <a:xfrm>
            <a:off x="8470800" y="2760120"/>
            <a:ext cx="1132200" cy="995040"/>
          </a:xfrm>
          <a:prstGeom prst="rect">
            <a:avLst/>
          </a:prstGeom>
          <a:ln w="0">
            <a:noFill/>
          </a:ln>
        </p:spPr>
      </p:pic>
      <p:sp>
        <p:nvSpPr>
          <p:cNvPr id="398"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399"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00"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01"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402" name="Group 49"/>
          <p:cNvGrpSpPr/>
          <p:nvPr/>
        </p:nvGrpSpPr>
        <p:grpSpPr>
          <a:xfrm>
            <a:off x="554040" y="565200"/>
            <a:ext cx="1472760" cy="48960"/>
            <a:chOff x="554040" y="565200"/>
            <a:chExt cx="1472760" cy="48960"/>
          </a:xfrm>
        </p:grpSpPr>
        <p:sp>
          <p:nvSpPr>
            <p:cNvPr id="403"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0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05" name="Rectangle 60"/>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7" r:id="rId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06"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0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B0A23CC-E911-471A-A404-A2ED80C0E198}"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08" name="Freeform 8"/>
          <p:cNvSpPr/>
          <p:nvPr/>
        </p:nvSpPr>
        <p:spPr>
          <a:xfrm rot="18117000">
            <a:off x="2335680" y="4885920"/>
            <a:ext cx="7441200" cy="2423160"/>
          </a:xfrm>
          <a:custGeom>
            <a:avLst/>
            <a:gdLst>
              <a:gd name="textAreaLeft" fmla="*/ 0 w 7441200"/>
              <a:gd name="textAreaRight" fmla="*/ 7448040 w 7441200"/>
              <a:gd name="textAreaTop" fmla="*/ 0 h 2423160"/>
              <a:gd name="textAreaBottom" fmla="*/ 2430000 h 2423160"/>
            </a:gdLst>
            <a:ahLst/>
            <a:rect l="textAreaLeft" t="textAreaTop" r="textAreaRight" b="textAreaBottom"/>
            <a:pathLst>
              <a:path w="9418037" h="2429992">
                <a:moveTo>
                  <a:pt x="689691" y="804567"/>
                </a:moveTo>
                <a:cubicBezTo>
                  <a:pt x="916962" y="924084"/>
                  <a:pt x="2726928" y="823574"/>
                  <a:pt x="2627787" y="1057254"/>
                </a:cubicBezTo>
                <a:cubicBezTo>
                  <a:pt x="2528646" y="1290934"/>
                  <a:pt x="432010" y="1981122"/>
                  <a:pt x="94843" y="2206648"/>
                </a:cubicBezTo>
                <a:cubicBezTo>
                  <a:pt x="-242324" y="2432174"/>
                  <a:pt x="413087" y="2381633"/>
                  <a:pt x="604784" y="2410409"/>
                </a:cubicBezTo>
                <a:cubicBezTo>
                  <a:pt x="796482" y="2439185"/>
                  <a:pt x="1020626" y="2441981"/>
                  <a:pt x="1245028" y="2379303"/>
                </a:cubicBezTo>
                <a:cubicBezTo>
                  <a:pt x="1469430" y="2316625"/>
                  <a:pt x="1705942" y="2124838"/>
                  <a:pt x="1951198" y="2034342"/>
                </a:cubicBezTo>
                <a:cubicBezTo>
                  <a:pt x="2196454" y="1943846"/>
                  <a:pt x="2451266" y="1860856"/>
                  <a:pt x="2716563" y="1836327"/>
                </a:cubicBezTo>
                <a:cubicBezTo>
                  <a:pt x="2981860" y="1811798"/>
                  <a:pt x="3207578" y="1913398"/>
                  <a:pt x="3542982" y="1887166"/>
                </a:cubicBezTo>
                <a:cubicBezTo>
                  <a:pt x="3878386" y="1860934"/>
                  <a:pt x="4276313" y="1737784"/>
                  <a:pt x="4728986" y="1678936"/>
                </a:cubicBezTo>
                <a:cubicBezTo>
                  <a:pt x="5181659" y="1620088"/>
                  <a:pt x="5652440" y="1577838"/>
                  <a:pt x="6259022" y="1534080"/>
                </a:cubicBezTo>
                <a:cubicBezTo>
                  <a:pt x="6865604" y="1490322"/>
                  <a:pt x="7970127" y="1659320"/>
                  <a:pt x="8368479" y="1416385"/>
                </a:cubicBezTo>
                <a:cubicBezTo>
                  <a:pt x="8766831" y="1173450"/>
                  <a:pt x="10343644" y="280175"/>
                  <a:pt x="8649137" y="76472"/>
                </a:cubicBezTo>
                <a:cubicBezTo>
                  <a:pt x="6954630" y="-127231"/>
                  <a:pt x="2067340" y="135581"/>
                  <a:pt x="836511" y="179528"/>
                </a:cubicBezTo>
                <a:cubicBezTo>
                  <a:pt x="-394318" y="223475"/>
                  <a:pt x="1527886" y="218156"/>
                  <a:pt x="1264164" y="340154"/>
                </a:cubicBezTo>
                <a:cubicBezTo>
                  <a:pt x="1000442" y="462152"/>
                  <a:pt x="462420" y="685050"/>
                  <a:pt x="689691" y="804567"/>
                </a:cubicBezTo>
                <a:close/>
              </a:path>
            </a:pathLst>
          </a:custGeom>
          <a:gradFill rotWithShape="0">
            <a:gsLst>
              <a:gs pos="9000">
                <a:srgbClr val="566eaa"/>
              </a:gs>
              <a:gs pos="18000">
                <a:srgbClr val="18386a"/>
              </a:gs>
              <a:gs pos="76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409" name="Freeform 9"/>
          <p:cNvSpPr/>
          <p:nvPr/>
        </p:nvSpPr>
        <p:spPr>
          <a:xfrm rot="3674400">
            <a:off x="2696040" y="927000"/>
            <a:ext cx="6387840" cy="2343960"/>
          </a:xfrm>
          <a:custGeom>
            <a:avLst/>
            <a:gdLst>
              <a:gd name="textAreaLeft" fmla="*/ 0 w 6387840"/>
              <a:gd name="textAreaRight" fmla="*/ 6394680 w 6387840"/>
              <a:gd name="textAreaTop" fmla="*/ 0 h 2343960"/>
              <a:gd name="textAreaBottom" fmla="*/ 2350800 h 2343960"/>
            </a:gdLst>
            <a:ahLst/>
            <a:rect l="textAreaLeft" t="textAreaTop" r="textAreaRight" b="textAreaBottom"/>
            <a:pathLst>
              <a:path w="8085950" h="2350830">
                <a:moveTo>
                  <a:pt x="813307" y="1490610"/>
                </a:moveTo>
                <a:cubicBezTo>
                  <a:pt x="756250" y="1634839"/>
                  <a:pt x="66965" y="1968342"/>
                  <a:pt x="6894" y="2069024"/>
                </a:cubicBezTo>
                <a:cubicBezTo>
                  <a:pt x="-53177" y="2169706"/>
                  <a:pt x="294781" y="2097742"/>
                  <a:pt x="452883" y="2094703"/>
                </a:cubicBezTo>
                <a:cubicBezTo>
                  <a:pt x="610985" y="2091664"/>
                  <a:pt x="892097" y="2008129"/>
                  <a:pt x="955505" y="2050791"/>
                </a:cubicBezTo>
                <a:cubicBezTo>
                  <a:pt x="1018913" y="2093453"/>
                  <a:pt x="735999" y="2358187"/>
                  <a:pt x="833332" y="2350674"/>
                </a:cubicBezTo>
                <a:cubicBezTo>
                  <a:pt x="930665" y="2343161"/>
                  <a:pt x="1294246" y="2096209"/>
                  <a:pt x="1539502" y="2005713"/>
                </a:cubicBezTo>
                <a:cubicBezTo>
                  <a:pt x="1784758" y="1915217"/>
                  <a:pt x="2039570" y="1832227"/>
                  <a:pt x="2304867" y="1807698"/>
                </a:cubicBezTo>
                <a:cubicBezTo>
                  <a:pt x="2570164" y="1783169"/>
                  <a:pt x="2795882" y="1884769"/>
                  <a:pt x="3131286" y="1858537"/>
                </a:cubicBezTo>
                <a:cubicBezTo>
                  <a:pt x="3466690" y="1832305"/>
                  <a:pt x="3864617" y="1709155"/>
                  <a:pt x="4317290" y="1650307"/>
                </a:cubicBezTo>
                <a:cubicBezTo>
                  <a:pt x="4769963" y="1591459"/>
                  <a:pt x="5240744" y="1549209"/>
                  <a:pt x="5847326" y="1505451"/>
                </a:cubicBezTo>
                <a:cubicBezTo>
                  <a:pt x="6453908" y="1461693"/>
                  <a:pt x="7631478" y="1564171"/>
                  <a:pt x="7956783" y="1387756"/>
                </a:cubicBezTo>
                <a:cubicBezTo>
                  <a:pt x="8282088" y="1211342"/>
                  <a:pt x="7365615" y="642797"/>
                  <a:pt x="7799155" y="446964"/>
                </a:cubicBezTo>
                <a:cubicBezTo>
                  <a:pt x="7405669" y="273233"/>
                  <a:pt x="8806227" y="125627"/>
                  <a:pt x="7550675" y="50595"/>
                </a:cubicBezTo>
                <a:cubicBezTo>
                  <a:pt x="6295123" y="-24437"/>
                  <a:pt x="2573389" y="-12246"/>
                  <a:pt x="1387153" y="62307"/>
                </a:cubicBezTo>
                <a:cubicBezTo>
                  <a:pt x="200917" y="136860"/>
                  <a:pt x="193051" y="312190"/>
                  <a:pt x="433260" y="497911"/>
                </a:cubicBezTo>
                <a:cubicBezTo>
                  <a:pt x="673469" y="683632"/>
                  <a:pt x="373786" y="935937"/>
                  <a:pt x="349235" y="1203649"/>
                </a:cubicBezTo>
                <a:cubicBezTo>
                  <a:pt x="296655" y="1477110"/>
                  <a:pt x="870364" y="1346381"/>
                  <a:pt x="813307" y="1490610"/>
                </a:cubicBezTo>
                <a:close/>
              </a:path>
            </a:pathLst>
          </a:custGeom>
          <a:gradFill rotWithShape="0">
            <a:gsLst>
              <a:gs pos="9000">
                <a:srgbClr val="566eaa"/>
              </a:gs>
              <a:gs pos="18000">
                <a:srgbClr val="18386a"/>
              </a:gs>
              <a:gs pos="76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pic>
        <p:nvPicPr>
          <p:cNvPr id="410" name="Picture 11" descr=""/>
          <p:cNvPicPr/>
          <p:nvPr/>
        </p:nvPicPr>
        <p:blipFill>
          <a:blip r:embed="rId2"/>
          <a:stretch/>
        </p:blipFill>
        <p:spPr>
          <a:xfrm>
            <a:off x="-123120" y="-124920"/>
            <a:ext cx="7302960" cy="7339320"/>
          </a:xfrm>
          <a:prstGeom prst="rect">
            <a:avLst/>
          </a:prstGeom>
          <a:ln w="0">
            <a:noFill/>
          </a:ln>
        </p:spPr>
      </p:pic>
      <p:sp>
        <p:nvSpPr>
          <p:cNvPr id="411"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2"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3"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4"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15" name="Rectangle 10"/>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79" r:id="rId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16"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1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6600812-9E17-4507-81D8-D07C31C7E2E4}"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18" name="Freeform 66"/>
          <p:cNvSpPr/>
          <p:nvPr/>
        </p:nvSpPr>
        <p:spPr>
          <a:xfrm rot="370200">
            <a:off x="-2563920" y="-120672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419" name="Freeform 5"/>
          <p:cNvSpPr/>
          <p:nvPr/>
        </p:nvSpPr>
        <p:spPr>
          <a:xfrm>
            <a:off x="2153880" y="3953880"/>
            <a:ext cx="8052840" cy="1209240"/>
          </a:xfrm>
          <a:custGeom>
            <a:avLst/>
            <a:gdLst>
              <a:gd name="textAreaLeft" fmla="*/ 0 w 8052840"/>
              <a:gd name="textAreaRight" fmla="*/ 8059680 w 8052840"/>
              <a:gd name="textAreaTop" fmla="*/ 0 h 1209240"/>
              <a:gd name="textAreaBottom" fmla="*/ 1216080 h 1209240"/>
            </a:gdLst>
            <a:ahLst/>
            <a:rect l="textAreaLeft" t="textAreaTop" r="textAreaRight" b="textAreaBottom"/>
            <a:pathLst>
              <a:path w="2116" h="319">
                <a:moveTo>
                  <a:pt x="2116" y="0"/>
                </a:moveTo>
                <a:cubicBezTo>
                  <a:pt x="2116" y="131"/>
                  <a:pt x="2010" y="237"/>
                  <a:pt x="1879" y="237"/>
                </a:cubicBezTo>
                <a:cubicBezTo>
                  <a:pt x="179" y="237"/>
                  <a:pt x="179" y="237"/>
                  <a:pt x="179" y="237"/>
                </a:cubicBezTo>
                <a:cubicBezTo>
                  <a:pt x="107" y="237"/>
                  <a:pt x="43" y="268"/>
                  <a:pt x="0" y="319"/>
                </a:cubicBezTo>
              </a:path>
            </a:pathLst>
          </a:custGeom>
          <a:noFill/>
          <a:ln cap="rnd" w="69850">
            <a:solidFill>
              <a:srgbClr val="334257"/>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420" name="Freeform 6"/>
          <p:cNvSpPr/>
          <p:nvPr/>
        </p:nvSpPr>
        <p:spPr>
          <a:xfrm>
            <a:off x="1933200" y="2153520"/>
            <a:ext cx="8273520" cy="1793520"/>
          </a:xfrm>
          <a:custGeom>
            <a:avLst/>
            <a:gdLst>
              <a:gd name="textAreaLeft" fmla="*/ 0 w 8273520"/>
              <a:gd name="textAreaRight" fmla="*/ 8280360 w 8273520"/>
              <a:gd name="textAreaTop" fmla="*/ 0 h 1793520"/>
              <a:gd name="textAreaBottom" fmla="*/ 1800360 h 1793520"/>
            </a:gdLst>
            <a:ahLst/>
            <a:rect l="textAreaLeft" t="textAreaTop" r="textAreaRight" b="textAreaBottom"/>
            <a:pathLst>
              <a:path w="2174" h="472">
                <a:moveTo>
                  <a:pt x="0" y="0"/>
                </a:moveTo>
                <a:cubicBezTo>
                  <a:pt x="0" y="0"/>
                  <a:pt x="0" y="0"/>
                  <a:pt x="0" y="0"/>
                </a:cubicBezTo>
                <a:cubicBezTo>
                  <a:pt x="0" y="130"/>
                  <a:pt x="106" y="236"/>
                  <a:pt x="237" y="236"/>
                </a:cubicBezTo>
                <a:cubicBezTo>
                  <a:pt x="1937" y="236"/>
                  <a:pt x="1937" y="236"/>
                  <a:pt x="1937" y="236"/>
                </a:cubicBezTo>
                <a:cubicBezTo>
                  <a:pt x="2068" y="236"/>
                  <a:pt x="2174" y="342"/>
                  <a:pt x="2174" y="472"/>
                </a:cubicBezTo>
                <a:cubicBezTo>
                  <a:pt x="2174" y="472"/>
                  <a:pt x="2174" y="472"/>
                  <a:pt x="2174" y="472"/>
                </a:cubicBezTo>
              </a:path>
            </a:pathLst>
          </a:custGeom>
          <a:noFill/>
          <a:ln cap="rnd" w="69850">
            <a:solidFill>
              <a:srgbClr val="334257"/>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421" name="Freeform 7"/>
          <p:cNvSpPr/>
          <p:nvPr/>
        </p:nvSpPr>
        <p:spPr>
          <a:xfrm>
            <a:off x="1933200" y="617040"/>
            <a:ext cx="8224200" cy="1530000"/>
          </a:xfrm>
          <a:custGeom>
            <a:avLst/>
            <a:gdLst>
              <a:gd name="textAreaLeft" fmla="*/ 0 w 8224200"/>
              <a:gd name="textAreaRight" fmla="*/ 8231040 w 8224200"/>
              <a:gd name="textAreaTop" fmla="*/ 0 h 1530000"/>
              <a:gd name="textAreaBottom" fmla="*/ 1536840 h 1530000"/>
            </a:gdLst>
            <a:ahLst/>
            <a:rect l="textAreaLeft" t="textAreaTop" r="textAreaRight" b="textAreaBottom"/>
            <a:pathLst>
              <a:path w="2161" h="403">
                <a:moveTo>
                  <a:pt x="2161" y="0"/>
                </a:moveTo>
                <a:cubicBezTo>
                  <a:pt x="2131" y="96"/>
                  <a:pt x="2041" y="166"/>
                  <a:pt x="1935" y="166"/>
                </a:cubicBezTo>
                <a:cubicBezTo>
                  <a:pt x="237" y="166"/>
                  <a:pt x="237" y="166"/>
                  <a:pt x="237" y="166"/>
                </a:cubicBezTo>
                <a:cubicBezTo>
                  <a:pt x="106" y="166"/>
                  <a:pt x="0" y="272"/>
                  <a:pt x="0" y="403"/>
                </a:cubicBezTo>
              </a:path>
            </a:pathLst>
          </a:custGeom>
          <a:noFill/>
          <a:ln cap="rnd" w="69850">
            <a:solidFill>
              <a:srgbClr val="334257"/>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422" name="Group 10"/>
          <p:cNvGrpSpPr/>
          <p:nvPr/>
        </p:nvGrpSpPr>
        <p:grpSpPr>
          <a:xfrm>
            <a:off x="3841200" y="4700880"/>
            <a:ext cx="298800" cy="298800"/>
            <a:chOff x="3841200" y="4700880"/>
            <a:chExt cx="298800" cy="298800"/>
          </a:xfrm>
        </p:grpSpPr>
        <p:sp>
          <p:nvSpPr>
            <p:cNvPr id="423" name="Oval 11"/>
            <p:cNvSpPr/>
            <p:nvPr/>
          </p:nvSpPr>
          <p:spPr>
            <a:xfrm>
              <a:off x="3841200" y="470088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24" name="Oval 28"/>
            <p:cNvSpPr/>
            <p:nvPr/>
          </p:nvSpPr>
          <p:spPr>
            <a:xfrm>
              <a:off x="3918600" y="477792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25" name="Group 13"/>
          <p:cNvGrpSpPr/>
          <p:nvPr/>
        </p:nvGrpSpPr>
        <p:grpSpPr>
          <a:xfrm>
            <a:off x="5922360" y="4700880"/>
            <a:ext cx="298800" cy="298800"/>
            <a:chOff x="5922360" y="4700880"/>
            <a:chExt cx="298800" cy="298800"/>
          </a:xfrm>
        </p:grpSpPr>
        <p:sp>
          <p:nvSpPr>
            <p:cNvPr id="426" name="Oval 14"/>
            <p:cNvSpPr/>
            <p:nvPr/>
          </p:nvSpPr>
          <p:spPr>
            <a:xfrm>
              <a:off x="5922360" y="470088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27" name="Oval 28"/>
            <p:cNvSpPr/>
            <p:nvPr/>
          </p:nvSpPr>
          <p:spPr>
            <a:xfrm>
              <a:off x="5999400" y="477792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28" name="Group 16"/>
          <p:cNvGrpSpPr/>
          <p:nvPr/>
        </p:nvGrpSpPr>
        <p:grpSpPr>
          <a:xfrm>
            <a:off x="7984080" y="4700880"/>
            <a:ext cx="298800" cy="298800"/>
            <a:chOff x="7984080" y="4700880"/>
            <a:chExt cx="298800" cy="298800"/>
          </a:xfrm>
        </p:grpSpPr>
        <p:sp>
          <p:nvSpPr>
            <p:cNvPr id="429" name="Oval 17"/>
            <p:cNvSpPr/>
            <p:nvPr/>
          </p:nvSpPr>
          <p:spPr>
            <a:xfrm>
              <a:off x="7984080" y="470088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0" name="Oval 28"/>
            <p:cNvSpPr/>
            <p:nvPr/>
          </p:nvSpPr>
          <p:spPr>
            <a:xfrm>
              <a:off x="8061120" y="477792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31" name="Group 19"/>
          <p:cNvGrpSpPr/>
          <p:nvPr/>
        </p:nvGrpSpPr>
        <p:grpSpPr>
          <a:xfrm>
            <a:off x="10055520" y="3793320"/>
            <a:ext cx="298800" cy="298800"/>
            <a:chOff x="10055520" y="3793320"/>
            <a:chExt cx="298800" cy="298800"/>
          </a:xfrm>
        </p:grpSpPr>
        <p:sp>
          <p:nvSpPr>
            <p:cNvPr id="432" name="Oval 20"/>
            <p:cNvSpPr/>
            <p:nvPr/>
          </p:nvSpPr>
          <p:spPr>
            <a:xfrm>
              <a:off x="10055520" y="379332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3" name="Oval 28"/>
            <p:cNvSpPr/>
            <p:nvPr/>
          </p:nvSpPr>
          <p:spPr>
            <a:xfrm>
              <a:off x="10132920" y="387036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34" name="Group 22"/>
          <p:cNvGrpSpPr/>
          <p:nvPr/>
        </p:nvGrpSpPr>
        <p:grpSpPr>
          <a:xfrm>
            <a:off x="3847680" y="2889360"/>
            <a:ext cx="298800" cy="298800"/>
            <a:chOff x="3847680" y="2889360"/>
            <a:chExt cx="298800" cy="298800"/>
          </a:xfrm>
        </p:grpSpPr>
        <p:sp>
          <p:nvSpPr>
            <p:cNvPr id="435" name="Oval 23"/>
            <p:cNvSpPr/>
            <p:nvPr/>
          </p:nvSpPr>
          <p:spPr>
            <a:xfrm>
              <a:off x="3847680" y="288936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6" name="Oval 28"/>
            <p:cNvSpPr/>
            <p:nvPr/>
          </p:nvSpPr>
          <p:spPr>
            <a:xfrm>
              <a:off x="3925080" y="296640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37" name="Group 25"/>
          <p:cNvGrpSpPr/>
          <p:nvPr/>
        </p:nvGrpSpPr>
        <p:grpSpPr>
          <a:xfrm>
            <a:off x="5912640" y="2895480"/>
            <a:ext cx="298800" cy="298800"/>
            <a:chOff x="5912640" y="2895480"/>
            <a:chExt cx="298800" cy="298800"/>
          </a:xfrm>
        </p:grpSpPr>
        <p:sp>
          <p:nvSpPr>
            <p:cNvPr id="438" name="Oval 26"/>
            <p:cNvSpPr/>
            <p:nvPr/>
          </p:nvSpPr>
          <p:spPr>
            <a:xfrm>
              <a:off x="5912640" y="289548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39" name="Oval 28"/>
            <p:cNvSpPr/>
            <p:nvPr/>
          </p:nvSpPr>
          <p:spPr>
            <a:xfrm>
              <a:off x="5990040" y="297288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0" name="Group 28"/>
          <p:cNvGrpSpPr/>
          <p:nvPr/>
        </p:nvGrpSpPr>
        <p:grpSpPr>
          <a:xfrm>
            <a:off x="7974360" y="2895480"/>
            <a:ext cx="298800" cy="298800"/>
            <a:chOff x="7974360" y="2895480"/>
            <a:chExt cx="298800" cy="298800"/>
          </a:xfrm>
        </p:grpSpPr>
        <p:sp>
          <p:nvSpPr>
            <p:cNvPr id="441" name="Oval 29"/>
            <p:cNvSpPr/>
            <p:nvPr/>
          </p:nvSpPr>
          <p:spPr>
            <a:xfrm>
              <a:off x="7974360" y="289548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42" name="Oval 28"/>
            <p:cNvSpPr/>
            <p:nvPr/>
          </p:nvSpPr>
          <p:spPr>
            <a:xfrm>
              <a:off x="8051760" y="297288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3" name="Group 31"/>
          <p:cNvGrpSpPr/>
          <p:nvPr/>
        </p:nvGrpSpPr>
        <p:grpSpPr>
          <a:xfrm>
            <a:off x="3847680" y="1094760"/>
            <a:ext cx="298800" cy="298800"/>
            <a:chOff x="3847680" y="1094760"/>
            <a:chExt cx="298800" cy="298800"/>
          </a:xfrm>
        </p:grpSpPr>
        <p:sp>
          <p:nvSpPr>
            <p:cNvPr id="444" name="Oval 32"/>
            <p:cNvSpPr/>
            <p:nvPr/>
          </p:nvSpPr>
          <p:spPr>
            <a:xfrm>
              <a:off x="3847680" y="109476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45" name="Oval 28"/>
            <p:cNvSpPr/>
            <p:nvPr/>
          </p:nvSpPr>
          <p:spPr>
            <a:xfrm>
              <a:off x="3925080" y="117216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6" name="Group 34"/>
          <p:cNvGrpSpPr/>
          <p:nvPr/>
        </p:nvGrpSpPr>
        <p:grpSpPr>
          <a:xfrm>
            <a:off x="5912640" y="1101240"/>
            <a:ext cx="298800" cy="298800"/>
            <a:chOff x="5912640" y="1101240"/>
            <a:chExt cx="298800" cy="298800"/>
          </a:xfrm>
        </p:grpSpPr>
        <p:sp>
          <p:nvSpPr>
            <p:cNvPr id="447" name="Oval 35"/>
            <p:cNvSpPr/>
            <p:nvPr/>
          </p:nvSpPr>
          <p:spPr>
            <a:xfrm>
              <a:off x="5912640" y="110124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48" name="Oval 28"/>
            <p:cNvSpPr/>
            <p:nvPr/>
          </p:nvSpPr>
          <p:spPr>
            <a:xfrm>
              <a:off x="5990040" y="117828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49" name="Group 37"/>
          <p:cNvGrpSpPr/>
          <p:nvPr/>
        </p:nvGrpSpPr>
        <p:grpSpPr>
          <a:xfrm>
            <a:off x="7974360" y="1101240"/>
            <a:ext cx="298800" cy="298800"/>
            <a:chOff x="7974360" y="1101240"/>
            <a:chExt cx="298800" cy="298800"/>
          </a:xfrm>
        </p:grpSpPr>
        <p:sp>
          <p:nvSpPr>
            <p:cNvPr id="450" name="Oval 38"/>
            <p:cNvSpPr/>
            <p:nvPr/>
          </p:nvSpPr>
          <p:spPr>
            <a:xfrm>
              <a:off x="7974360" y="110124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51" name="Oval 28"/>
            <p:cNvSpPr/>
            <p:nvPr/>
          </p:nvSpPr>
          <p:spPr>
            <a:xfrm>
              <a:off x="8051760" y="117828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452" name="Group 40"/>
          <p:cNvGrpSpPr/>
          <p:nvPr/>
        </p:nvGrpSpPr>
        <p:grpSpPr>
          <a:xfrm>
            <a:off x="1781280" y="1999080"/>
            <a:ext cx="298800" cy="298800"/>
            <a:chOff x="1781280" y="1999080"/>
            <a:chExt cx="298800" cy="298800"/>
          </a:xfrm>
        </p:grpSpPr>
        <p:sp>
          <p:nvSpPr>
            <p:cNvPr id="453" name="Oval 41"/>
            <p:cNvSpPr/>
            <p:nvPr/>
          </p:nvSpPr>
          <p:spPr>
            <a:xfrm>
              <a:off x="1781280" y="1999080"/>
              <a:ext cx="298800" cy="298800"/>
            </a:xfrm>
            <a:prstGeom prst="ellipse">
              <a:avLst/>
            </a:prstGeom>
            <a:gradFill rotWithShape="0">
              <a:gsLst>
                <a:gs pos="0">
                  <a:srgbClr val="10141a"/>
                </a:gs>
                <a:gs pos="100000">
                  <a:srgbClr val="334257"/>
                </a:gs>
              </a:gsLst>
              <a:lin ang="13500000"/>
            </a:gradFill>
            <a:ln>
              <a:noFill/>
            </a:ln>
            <a:effectLst>
              <a:outerShdw algn="tl" blurRad="114480" dir="2700000" dist="100296"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54" name="Oval 28"/>
            <p:cNvSpPr/>
            <p:nvPr/>
          </p:nvSpPr>
          <p:spPr>
            <a:xfrm>
              <a:off x="1858320" y="2076120"/>
              <a:ext cx="141120" cy="139320"/>
            </a:xfrm>
            <a:prstGeom prst="ellipse">
              <a:avLst/>
            </a:prstGeom>
            <a:solidFill>
              <a:srgbClr val="c00000"/>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sp>
        <p:nvSpPr>
          <p:cNvPr id="455"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56"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57"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58"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459" name="Group 62"/>
          <p:cNvGrpSpPr/>
          <p:nvPr/>
        </p:nvGrpSpPr>
        <p:grpSpPr>
          <a:xfrm>
            <a:off x="554040" y="565200"/>
            <a:ext cx="1472760" cy="48960"/>
            <a:chOff x="554040" y="565200"/>
            <a:chExt cx="1472760" cy="48960"/>
          </a:xfrm>
        </p:grpSpPr>
        <p:sp>
          <p:nvSpPr>
            <p:cNvPr id="460"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61"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62" name="Rectangle 67"/>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1" r:id="rId2"/>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63"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6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01D556E5-5591-4902-8A6B-AA6F94D82EB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65" name="Freeform 25"/>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466" name="Group 9"/>
          <p:cNvGrpSpPr/>
          <p:nvPr/>
        </p:nvGrpSpPr>
        <p:grpSpPr>
          <a:xfrm>
            <a:off x="278280" y="1993320"/>
            <a:ext cx="2701800" cy="2704320"/>
            <a:chOff x="278280" y="1993320"/>
            <a:chExt cx="2701800" cy="2704320"/>
          </a:xfrm>
        </p:grpSpPr>
        <p:sp>
          <p:nvSpPr>
            <p:cNvPr id="467" name="Freeform 6"/>
            <p:cNvSpPr/>
            <p:nvPr/>
          </p:nvSpPr>
          <p:spPr>
            <a:xfrm>
              <a:off x="27828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68" name="Freeform 6"/>
            <p:cNvSpPr/>
            <p:nvPr/>
          </p:nvSpPr>
          <p:spPr>
            <a:xfrm>
              <a:off x="27828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69" name="Group 12"/>
          <p:cNvGrpSpPr/>
          <p:nvPr/>
        </p:nvGrpSpPr>
        <p:grpSpPr>
          <a:xfrm>
            <a:off x="3215520" y="1993320"/>
            <a:ext cx="2701800" cy="2704320"/>
            <a:chOff x="3215520" y="1993320"/>
            <a:chExt cx="2701800" cy="2704320"/>
          </a:xfrm>
        </p:grpSpPr>
        <p:sp>
          <p:nvSpPr>
            <p:cNvPr id="470" name="Freeform 6"/>
            <p:cNvSpPr/>
            <p:nvPr/>
          </p:nvSpPr>
          <p:spPr>
            <a:xfrm>
              <a:off x="321552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71" name="Freeform 6"/>
            <p:cNvSpPr/>
            <p:nvPr/>
          </p:nvSpPr>
          <p:spPr>
            <a:xfrm>
              <a:off x="321552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72" name="Group 15"/>
          <p:cNvGrpSpPr/>
          <p:nvPr/>
        </p:nvGrpSpPr>
        <p:grpSpPr>
          <a:xfrm>
            <a:off x="6266880" y="1993320"/>
            <a:ext cx="2701800" cy="2704320"/>
            <a:chOff x="6266880" y="1993320"/>
            <a:chExt cx="2701800" cy="2704320"/>
          </a:xfrm>
        </p:grpSpPr>
        <p:sp>
          <p:nvSpPr>
            <p:cNvPr id="473" name="Freeform 6"/>
            <p:cNvSpPr/>
            <p:nvPr/>
          </p:nvSpPr>
          <p:spPr>
            <a:xfrm>
              <a:off x="626688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74" name="Freeform 6"/>
            <p:cNvSpPr/>
            <p:nvPr/>
          </p:nvSpPr>
          <p:spPr>
            <a:xfrm>
              <a:off x="626688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75" name="Group 18"/>
          <p:cNvGrpSpPr/>
          <p:nvPr/>
        </p:nvGrpSpPr>
        <p:grpSpPr>
          <a:xfrm>
            <a:off x="9318240" y="1993320"/>
            <a:ext cx="2701800" cy="2704320"/>
            <a:chOff x="9318240" y="1993320"/>
            <a:chExt cx="2701800" cy="2704320"/>
          </a:xfrm>
        </p:grpSpPr>
        <p:sp>
          <p:nvSpPr>
            <p:cNvPr id="476" name="Freeform 6"/>
            <p:cNvSpPr/>
            <p:nvPr/>
          </p:nvSpPr>
          <p:spPr>
            <a:xfrm>
              <a:off x="931824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77" name="Freeform 6"/>
            <p:cNvSpPr/>
            <p:nvPr/>
          </p:nvSpPr>
          <p:spPr>
            <a:xfrm>
              <a:off x="9318240" y="1993320"/>
              <a:ext cx="2701800" cy="2704320"/>
            </a:xfrm>
            <a:custGeom>
              <a:avLst/>
              <a:gdLst>
                <a:gd name="textAreaLeft" fmla="*/ 0 w 2701800"/>
                <a:gd name="textAreaRight" fmla="*/ 2708640 w 2701800"/>
                <a:gd name="textAreaTop" fmla="*/ 0 h 2704320"/>
                <a:gd name="textAreaBottom" fmla="*/ 2711160 h 27043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78"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79"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80"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481"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482" name="Group 21"/>
          <p:cNvGrpSpPr/>
          <p:nvPr/>
        </p:nvGrpSpPr>
        <p:grpSpPr>
          <a:xfrm>
            <a:off x="554040" y="565200"/>
            <a:ext cx="1472760" cy="48960"/>
            <a:chOff x="554040" y="565200"/>
            <a:chExt cx="1472760" cy="48960"/>
          </a:xfrm>
        </p:grpSpPr>
        <p:sp>
          <p:nvSpPr>
            <p:cNvPr id="483"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8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85" name="Rectangle 26"/>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3" r:id="rId2"/>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486"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48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58495948-7D83-4701-B7EC-66A4626014B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488" name="Freeform 44"/>
          <p:cNvSpPr/>
          <p:nvPr/>
        </p:nvSpPr>
        <p:spPr>
          <a:xfrm rot="370200">
            <a:off x="-2179440" y="-152460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489" name="Group 41"/>
          <p:cNvGrpSpPr/>
          <p:nvPr/>
        </p:nvGrpSpPr>
        <p:grpSpPr>
          <a:xfrm>
            <a:off x="228600" y="1959840"/>
            <a:ext cx="11728080" cy="3594600"/>
            <a:chOff x="228600" y="1959840"/>
            <a:chExt cx="11728080" cy="3594600"/>
          </a:xfrm>
        </p:grpSpPr>
        <p:grpSp>
          <p:nvGrpSpPr>
            <p:cNvPr id="490" name="Group 5"/>
            <p:cNvGrpSpPr/>
            <p:nvPr/>
          </p:nvGrpSpPr>
          <p:grpSpPr>
            <a:xfrm>
              <a:off x="228600" y="1959840"/>
              <a:ext cx="2282040" cy="3594600"/>
              <a:chOff x="228600" y="1959840"/>
              <a:chExt cx="2282040" cy="3594600"/>
            </a:xfrm>
          </p:grpSpPr>
          <p:grpSp>
            <p:nvGrpSpPr>
              <p:cNvPr id="491" name="Group 6"/>
              <p:cNvGrpSpPr/>
              <p:nvPr/>
            </p:nvGrpSpPr>
            <p:grpSpPr>
              <a:xfrm>
                <a:off x="228600" y="1959840"/>
                <a:ext cx="2282040" cy="3594600"/>
                <a:chOff x="228600" y="1959840"/>
                <a:chExt cx="2282040" cy="3594600"/>
              </a:xfrm>
            </p:grpSpPr>
            <p:sp>
              <p:nvSpPr>
                <p:cNvPr id="492" name="Freeform 9"/>
                <p:cNvSpPr/>
                <p:nvPr/>
              </p:nvSpPr>
              <p:spPr>
                <a:xfrm>
                  <a:off x="228600" y="1959840"/>
                  <a:ext cx="2282040" cy="3594600"/>
                </a:xfrm>
                <a:custGeom>
                  <a:avLst/>
                  <a:gdLst>
                    <a:gd name="textAreaLeft" fmla="*/ 0 w 2282040"/>
                    <a:gd name="textAreaRight" fmla="*/ 2288880 w 2282040"/>
                    <a:gd name="textAreaTop" fmla="*/ 0 h 3594600"/>
                    <a:gd name="textAreaBottom" fmla="*/ 3601440 h 3594600"/>
                  </a:gdLst>
                  <a:ahLst/>
                  <a:rect l="textAreaLeft" t="textAreaTop" r="textAreaRight" b="textAreaBottom"/>
                  <a:pathLst>
                    <a:path w="459" h="722">
                      <a:moveTo>
                        <a:pt x="404" y="722"/>
                      </a:moveTo>
                      <a:cubicBezTo>
                        <a:pt x="55" y="722"/>
                        <a:pt x="55" y="722"/>
                        <a:pt x="55" y="722"/>
                      </a:cubicBezTo>
                      <a:cubicBezTo>
                        <a:pt x="24" y="722"/>
                        <a:pt x="0" y="697"/>
                        <a:pt x="0" y="666"/>
                      </a:cubicBezTo>
                      <a:cubicBezTo>
                        <a:pt x="0" y="56"/>
                        <a:pt x="0" y="56"/>
                        <a:pt x="0" y="56"/>
                      </a:cubicBezTo>
                      <a:cubicBezTo>
                        <a:pt x="0" y="25"/>
                        <a:pt x="24" y="0"/>
                        <a:pt x="55" y="0"/>
                      </a:cubicBezTo>
                      <a:cubicBezTo>
                        <a:pt x="404" y="0"/>
                        <a:pt x="404" y="0"/>
                        <a:pt x="404" y="0"/>
                      </a:cubicBezTo>
                      <a:cubicBezTo>
                        <a:pt x="434" y="0"/>
                        <a:pt x="459" y="25"/>
                        <a:pt x="459" y="56"/>
                      </a:cubicBezTo>
                      <a:cubicBezTo>
                        <a:pt x="459" y="666"/>
                        <a:pt x="459" y="666"/>
                        <a:pt x="459" y="666"/>
                      </a:cubicBezTo>
                      <a:cubicBezTo>
                        <a:pt x="459" y="697"/>
                        <a:pt x="434"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93" name="Freeform 9"/>
                <p:cNvSpPr/>
                <p:nvPr/>
              </p:nvSpPr>
              <p:spPr>
                <a:xfrm>
                  <a:off x="228600" y="1959840"/>
                  <a:ext cx="2282040" cy="3594600"/>
                </a:xfrm>
                <a:custGeom>
                  <a:avLst/>
                  <a:gdLst>
                    <a:gd name="textAreaLeft" fmla="*/ 0 w 2282040"/>
                    <a:gd name="textAreaRight" fmla="*/ 2288880 w 2282040"/>
                    <a:gd name="textAreaTop" fmla="*/ 0 h 3594600"/>
                    <a:gd name="textAreaBottom" fmla="*/ 3601440 h 3594600"/>
                  </a:gdLst>
                  <a:ahLst/>
                  <a:rect l="textAreaLeft" t="textAreaTop" r="textAreaRight" b="textAreaBottom"/>
                  <a:pathLst>
                    <a:path w="459" h="722">
                      <a:moveTo>
                        <a:pt x="404" y="722"/>
                      </a:moveTo>
                      <a:cubicBezTo>
                        <a:pt x="55" y="722"/>
                        <a:pt x="55" y="722"/>
                        <a:pt x="55" y="722"/>
                      </a:cubicBezTo>
                      <a:cubicBezTo>
                        <a:pt x="24" y="722"/>
                        <a:pt x="0" y="697"/>
                        <a:pt x="0" y="666"/>
                      </a:cubicBezTo>
                      <a:cubicBezTo>
                        <a:pt x="0" y="56"/>
                        <a:pt x="0" y="56"/>
                        <a:pt x="0" y="56"/>
                      </a:cubicBezTo>
                      <a:cubicBezTo>
                        <a:pt x="0" y="25"/>
                        <a:pt x="24" y="0"/>
                        <a:pt x="55" y="0"/>
                      </a:cubicBezTo>
                      <a:cubicBezTo>
                        <a:pt x="404" y="0"/>
                        <a:pt x="404" y="0"/>
                        <a:pt x="404" y="0"/>
                      </a:cubicBezTo>
                      <a:cubicBezTo>
                        <a:pt x="434" y="0"/>
                        <a:pt x="459" y="25"/>
                        <a:pt x="459" y="56"/>
                      </a:cubicBezTo>
                      <a:cubicBezTo>
                        <a:pt x="459" y="666"/>
                        <a:pt x="459" y="666"/>
                        <a:pt x="459" y="666"/>
                      </a:cubicBezTo>
                      <a:cubicBezTo>
                        <a:pt x="459" y="697"/>
                        <a:pt x="434"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94" name="Oval 7"/>
              <p:cNvSpPr/>
              <p:nvPr/>
            </p:nvSpPr>
            <p:spPr>
              <a:xfrm>
                <a:off x="658800" y="2261160"/>
                <a:ext cx="1436400" cy="143640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495" name="Group 10"/>
            <p:cNvGrpSpPr/>
            <p:nvPr/>
          </p:nvGrpSpPr>
          <p:grpSpPr>
            <a:xfrm>
              <a:off x="3373200" y="1959840"/>
              <a:ext cx="2286000" cy="3594600"/>
              <a:chOff x="3373200" y="1959840"/>
              <a:chExt cx="2286000" cy="3594600"/>
            </a:xfrm>
          </p:grpSpPr>
          <p:grpSp>
            <p:nvGrpSpPr>
              <p:cNvPr id="496" name="Group 11"/>
              <p:cNvGrpSpPr/>
              <p:nvPr/>
            </p:nvGrpSpPr>
            <p:grpSpPr>
              <a:xfrm>
                <a:off x="3373200" y="1959840"/>
                <a:ext cx="2286000" cy="3594600"/>
                <a:chOff x="3373200" y="1959840"/>
                <a:chExt cx="2286000" cy="3594600"/>
              </a:xfrm>
            </p:grpSpPr>
            <p:sp>
              <p:nvSpPr>
                <p:cNvPr id="497" name="Freeform 13"/>
                <p:cNvSpPr/>
                <p:nvPr/>
              </p:nvSpPr>
              <p:spPr>
                <a:xfrm>
                  <a:off x="3373200" y="1959840"/>
                  <a:ext cx="2286000" cy="3594600"/>
                </a:xfrm>
                <a:custGeom>
                  <a:avLst/>
                  <a:gdLst>
                    <a:gd name="textAreaLeft" fmla="*/ 0 w 2286000"/>
                    <a:gd name="textAreaRight" fmla="*/ 2292840 w 2286000"/>
                    <a:gd name="textAreaTop" fmla="*/ 0 h 3594600"/>
                    <a:gd name="textAreaBottom" fmla="*/ 3601440 h 359460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498" name="Freeform 13"/>
                <p:cNvSpPr/>
                <p:nvPr/>
              </p:nvSpPr>
              <p:spPr>
                <a:xfrm>
                  <a:off x="3373200" y="1959840"/>
                  <a:ext cx="2286000" cy="3594600"/>
                </a:xfrm>
                <a:custGeom>
                  <a:avLst/>
                  <a:gdLst>
                    <a:gd name="textAreaLeft" fmla="*/ 0 w 2286000"/>
                    <a:gd name="textAreaRight" fmla="*/ 2292840 w 2286000"/>
                    <a:gd name="textAreaTop" fmla="*/ 0 h 3594600"/>
                    <a:gd name="textAreaBottom" fmla="*/ 3601440 h 359460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499" name="Oval 12"/>
              <p:cNvSpPr/>
              <p:nvPr/>
            </p:nvSpPr>
            <p:spPr>
              <a:xfrm>
                <a:off x="3801240" y="2261160"/>
                <a:ext cx="1436400" cy="143640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00" name="Group 15"/>
            <p:cNvGrpSpPr/>
            <p:nvPr/>
          </p:nvGrpSpPr>
          <p:grpSpPr>
            <a:xfrm>
              <a:off x="6523920" y="1959840"/>
              <a:ext cx="2284200" cy="3594600"/>
              <a:chOff x="6523920" y="1959840"/>
              <a:chExt cx="2284200" cy="3594600"/>
            </a:xfrm>
          </p:grpSpPr>
          <p:grpSp>
            <p:nvGrpSpPr>
              <p:cNvPr id="501" name="Group 16"/>
              <p:cNvGrpSpPr/>
              <p:nvPr/>
            </p:nvGrpSpPr>
            <p:grpSpPr>
              <a:xfrm>
                <a:off x="6523920" y="1959840"/>
                <a:ext cx="2284200" cy="3594600"/>
                <a:chOff x="6523920" y="1959840"/>
                <a:chExt cx="2284200" cy="3594600"/>
              </a:xfrm>
            </p:grpSpPr>
            <p:sp>
              <p:nvSpPr>
                <p:cNvPr id="502" name="Freeform 17"/>
                <p:cNvSpPr/>
                <p:nvPr/>
              </p:nvSpPr>
              <p:spPr>
                <a:xfrm>
                  <a:off x="6523920" y="1959840"/>
                  <a:ext cx="2284200" cy="3594600"/>
                </a:xfrm>
                <a:custGeom>
                  <a:avLst/>
                  <a:gdLst>
                    <a:gd name="textAreaLeft" fmla="*/ 0 w 2284200"/>
                    <a:gd name="textAreaRight" fmla="*/ 2291040 w 2284200"/>
                    <a:gd name="textAreaTop" fmla="*/ 0 h 3594600"/>
                    <a:gd name="textAreaBottom" fmla="*/ 3601440 h 359460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03" name="Freeform 17"/>
                <p:cNvSpPr/>
                <p:nvPr/>
              </p:nvSpPr>
              <p:spPr>
                <a:xfrm>
                  <a:off x="6523920" y="1959840"/>
                  <a:ext cx="2284200" cy="3594600"/>
                </a:xfrm>
                <a:custGeom>
                  <a:avLst/>
                  <a:gdLst>
                    <a:gd name="textAreaLeft" fmla="*/ 0 w 2284200"/>
                    <a:gd name="textAreaRight" fmla="*/ 2291040 w 2284200"/>
                    <a:gd name="textAreaTop" fmla="*/ 0 h 3594600"/>
                    <a:gd name="textAreaBottom" fmla="*/ 3601440 h 359460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04" name="Oval 17"/>
              <p:cNvSpPr/>
              <p:nvPr/>
            </p:nvSpPr>
            <p:spPr>
              <a:xfrm>
                <a:off x="6953040" y="2261160"/>
                <a:ext cx="1436400" cy="143640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05" name="Group 20"/>
            <p:cNvGrpSpPr/>
            <p:nvPr/>
          </p:nvGrpSpPr>
          <p:grpSpPr>
            <a:xfrm>
              <a:off x="9672480" y="1959840"/>
              <a:ext cx="2284200" cy="3594600"/>
              <a:chOff x="9672480" y="1959840"/>
              <a:chExt cx="2284200" cy="3594600"/>
            </a:xfrm>
          </p:grpSpPr>
          <p:grpSp>
            <p:nvGrpSpPr>
              <p:cNvPr id="506" name="Group 21"/>
              <p:cNvGrpSpPr/>
              <p:nvPr/>
            </p:nvGrpSpPr>
            <p:grpSpPr>
              <a:xfrm>
                <a:off x="9672480" y="1959840"/>
                <a:ext cx="2284200" cy="3594600"/>
                <a:chOff x="9672480" y="1959840"/>
                <a:chExt cx="2284200" cy="3594600"/>
              </a:xfrm>
            </p:grpSpPr>
            <p:sp>
              <p:nvSpPr>
                <p:cNvPr id="507" name="Freeform 20"/>
                <p:cNvSpPr/>
                <p:nvPr/>
              </p:nvSpPr>
              <p:spPr>
                <a:xfrm>
                  <a:off x="9672480" y="1959840"/>
                  <a:ext cx="2284200" cy="3594600"/>
                </a:xfrm>
                <a:custGeom>
                  <a:avLst/>
                  <a:gdLst>
                    <a:gd name="textAreaLeft" fmla="*/ 0 w 2284200"/>
                    <a:gd name="textAreaRight" fmla="*/ 2291040 w 2284200"/>
                    <a:gd name="textAreaTop" fmla="*/ 0 h 3594600"/>
                    <a:gd name="textAreaBottom" fmla="*/ 3601440 h 359460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08" name="Freeform 20"/>
                <p:cNvSpPr/>
                <p:nvPr/>
              </p:nvSpPr>
              <p:spPr>
                <a:xfrm>
                  <a:off x="9672480" y="1959840"/>
                  <a:ext cx="2284200" cy="3594600"/>
                </a:xfrm>
                <a:custGeom>
                  <a:avLst/>
                  <a:gdLst>
                    <a:gd name="textAreaLeft" fmla="*/ 0 w 2284200"/>
                    <a:gd name="textAreaRight" fmla="*/ 2291040 w 2284200"/>
                    <a:gd name="textAreaTop" fmla="*/ 0 h 3594600"/>
                    <a:gd name="textAreaBottom" fmla="*/ 3601440 h 3594600"/>
                  </a:gdLst>
                  <a:ahLst/>
                  <a:rect l="textAreaLeft" t="textAreaTop" r="textAreaRight" b="textAreaBottom"/>
                  <a:pathLst>
                    <a:path w="460" h="722">
                      <a:moveTo>
                        <a:pt x="404" y="722"/>
                      </a:moveTo>
                      <a:cubicBezTo>
                        <a:pt x="56" y="722"/>
                        <a:pt x="56" y="722"/>
                        <a:pt x="56" y="722"/>
                      </a:cubicBezTo>
                      <a:cubicBezTo>
                        <a:pt x="25" y="722"/>
                        <a:pt x="0" y="697"/>
                        <a:pt x="0" y="666"/>
                      </a:cubicBezTo>
                      <a:cubicBezTo>
                        <a:pt x="0" y="56"/>
                        <a:pt x="0" y="56"/>
                        <a:pt x="0" y="56"/>
                      </a:cubicBezTo>
                      <a:cubicBezTo>
                        <a:pt x="0" y="25"/>
                        <a:pt x="25" y="0"/>
                        <a:pt x="56" y="0"/>
                      </a:cubicBezTo>
                      <a:cubicBezTo>
                        <a:pt x="404" y="0"/>
                        <a:pt x="404" y="0"/>
                        <a:pt x="404" y="0"/>
                      </a:cubicBezTo>
                      <a:cubicBezTo>
                        <a:pt x="435" y="0"/>
                        <a:pt x="460" y="25"/>
                        <a:pt x="460" y="56"/>
                      </a:cubicBezTo>
                      <a:cubicBezTo>
                        <a:pt x="460" y="666"/>
                        <a:pt x="460" y="666"/>
                        <a:pt x="460" y="666"/>
                      </a:cubicBezTo>
                      <a:cubicBezTo>
                        <a:pt x="460" y="697"/>
                        <a:pt x="435" y="722"/>
                        <a:pt x="404" y="722"/>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09" name="Oval 22"/>
              <p:cNvSpPr/>
              <p:nvPr/>
            </p:nvSpPr>
            <p:spPr>
              <a:xfrm>
                <a:off x="10102680" y="2261160"/>
                <a:ext cx="1436400" cy="1436400"/>
              </a:xfrm>
              <a:prstGeom prst="ellipse">
                <a:avLst/>
              </a:prstGeom>
              <a:gradFill rotWithShape="0">
                <a:gsLst>
                  <a:gs pos="0">
                    <a:srgbClr val="334257"/>
                  </a:gs>
                  <a:gs pos="61000">
                    <a:srgbClr val="242e3d"/>
                  </a:gs>
                </a:gsLst>
                <a:lin ang="13500000"/>
              </a:gradFill>
              <a:ln>
                <a:noFill/>
              </a:ln>
              <a:effectLst>
                <a:innerShdw blurRad="215900" dir="13500000" dist="88900">
                  <a:schemeClr val="bg2">
                    <a:lumMod val="75000"/>
                    <a:alpha val="50000"/>
                  </a:schemeClr>
                </a:inn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sp>
        <p:nvSpPr>
          <p:cNvPr id="510"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11"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12"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13"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514" name="Group 34"/>
          <p:cNvGrpSpPr/>
          <p:nvPr/>
        </p:nvGrpSpPr>
        <p:grpSpPr>
          <a:xfrm>
            <a:off x="554040" y="565200"/>
            <a:ext cx="1472760" cy="48960"/>
            <a:chOff x="554040" y="565200"/>
            <a:chExt cx="1472760" cy="48960"/>
          </a:xfrm>
        </p:grpSpPr>
        <p:sp>
          <p:nvSpPr>
            <p:cNvPr id="51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1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17" name="Rectangle 43"/>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5" r:id="rId2"/>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518"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51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B0489B0-BCB8-438A-9C2E-0DD5107CCE5D}"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520" name="Freeform 30"/>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521" name="Group 5"/>
          <p:cNvGrpSpPr/>
          <p:nvPr/>
        </p:nvGrpSpPr>
        <p:grpSpPr>
          <a:xfrm>
            <a:off x="811800" y="1545120"/>
            <a:ext cx="2891520" cy="4028040"/>
            <a:chOff x="811800" y="1545120"/>
            <a:chExt cx="2891520" cy="4028040"/>
          </a:xfrm>
        </p:grpSpPr>
        <p:sp>
          <p:nvSpPr>
            <p:cNvPr id="522" name="Freeform 6"/>
            <p:cNvSpPr/>
            <p:nvPr/>
          </p:nvSpPr>
          <p:spPr>
            <a:xfrm>
              <a:off x="811800" y="1545120"/>
              <a:ext cx="2891520" cy="4028040"/>
            </a:xfrm>
            <a:custGeom>
              <a:avLst/>
              <a:gdLst>
                <a:gd name="textAreaLeft" fmla="*/ 0 w 2891520"/>
                <a:gd name="textAreaRight" fmla="*/ 2898360 w 2891520"/>
                <a:gd name="textAreaTop" fmla="*/ 0 h 4028040"/>
                <a:gd name="textAreaBottom" fmla="*/ 4034880 h 402804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23" name="Freeform 30"/>
            <p:cNvSpPr/>
            <p:nvPr/>
          </p:nvSpPr>
          <p:spPr>
            <a:xfrm>
              <a:off x="811800" y="1545120"/>
              <a:ext cx="2891520" cy="4028040"/>
            </a:xfrm>
            <a:custGeom>
              <a:avLst/>
              <a:gdLst>
                <a:gd name="textAreaLeft" fmla="*/ 0 w 2891520"/>
                <a:gd name="textAreaRight" fmla="*/ 2898360 w 2891520"/>
                <a:gd name="textAreaTop" fmla="*/ 0 h 4028040"/>
                <a:gd name="textAreaBottom" fmla="*/ 4034880 h 402804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24" name="Text Placeholder 2"/>
          <p:cNvSpPr/>
          <p:nvPr/>
        </p:nvSpPr>
        <p:spPr>
          <a:xfrm>
            <a:off x="825120" y="1545120"/>
            <a:ext cx="2891520" cy="4028040"/>
          </a:xfrm>
          <a:prstGeom prst="roundRect">
            <a:avLst>
              <a:gd name="adj" fmla="val 11472"/>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525"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26"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27"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28"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529" name="Group 20"/>
          <p:cNvGrpSpPr/>
          <p:nvPr/>
        </p:nvGrpSpPr>
        <p:grpSpPr>
          <a:xfrm>
            <a:off x="4573440" y="1545120"/>
            <a:ext cx="2891520" cy="4028040"/>
            <a:chOff x="4573440" y="1545120"/>
            <a:chExt cx="2891520" cy="4028040"/>
          </a:xfrm>
        </p:grpSpPr>
        <p:sp>
          <p:nvSpPr>
            <p:cNvPr id="530" name="Freeform 21"/>
            <p:cNvSpPr/>
            <p:nvPr/>
          </p:nvSpPr>
          <p:spPr>
            <a:xfrm>
              <a:off x="4573440" y="1545120"/>
              <a:ext cx="2891520" cy="4028040"/>
            </a:xfrm>
            <a:custGeom>
              <a:avLst/>
              <a:gdLst>
                <a:gd name="textAreaLeft" fmla="*/ 0 w 2891520"/>
                <a:gd name="textAreaRight" fmla="*/ 2898360 w 2891520"/>
                <a:gd name="textAreaTop" fmla="*/ 0 h 4028040"/>
                <a:gd name="textAreaBottom" fmla="*/ 4034880 h 402804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31" name="Freeform 30"/>
            <p:cNvSpPr/>
            <p:nvPr/>
          </p:nvSpPr>
          <p:spPr>
            <a:xfrm>
              <a:off x="4573440" y="1545120"/>
              <a:ext cx="2891520" cy="4028040"/>
            </a:xfrm>
            <a:custGeom>
              <a:avLst/>
              <a:gdLst>
                <a:gd name="textAreaLeft" fmla="*/ 0 w 2891520"/>
                <a:gd name="textAreaRight" fmla="*/ 2898360 w 2891520"/>
                <a:gd name="textAreaTop" fmla="*/ 0 h 4028040"/>
                <a:gd name="textAreaBottom" fmla="*/ 4034880 h 402804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32" name="Text Placeholder 2"/>
          <p:cNvSpPr/>
          <p:nvPr/>
        </p:nvSpPr>
        <p:spPr>
          <a:xfrm>
            <a:off x="4587120" y="1545120"/>
            <a:ext cx="2891520" cy="4028040"/>
          </a:xfrm>
          <a:prstGeom prst="roundRect">
            <a:avLst>
              <a:gd name="adj" fmla="val 11472"/>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grpSp>
        <p:nvGrpSpPr>
          <p:cNvPr id="533" name="Group 24"/>
          <p:cNvGrpSpPr/>
          <p:nvPr/>
        </p:nvGrpSpPr>
        <p:grpSpPr>
          <a:xfrm>
            <a:off x="8362080" y="1545120"/>
            <a:ext cx="2891520" cy="4028040"/>
            <a:chOff x="8362080" y="1545120"/>
            <a:chExt cx="2891520" cy="4028040"/>
          </a:xfrm>
        </p:grpSpPr>
        <p:sp>
          <p:nvSpPr>
            <p:cNvPr id="534" name="Freeform 25"/>
            <p:cNvSpPr/>
            <p:nvPr/>
          </p:nvSpPr>
          <p:spPr>
            <a:xfrm>
              <a:off x="8362080" y="1545120"/>
              <a:ext cx="2891520" cy="4028040"/>
            </a:xfrm>
            <a:custGeom>
              <a:avLst/>
              <a:gdLst>
                <a:gd name="textAreaLeft" fmla="*/ 0 w 2891520"/>
                <a:gd name="textAreaRight" fmla="*/ 2898360 w 2891520"/>
                <a:gd name="textAreaTop" fmla="*/ 0 h 4028040"/>
                <a:gd name="textAreaBottom" fmla="*/ 4034880 h 402804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35" name="Freeform 30"/>
            <p:cNvSpPr/>
            <p:nvPr/>
          </p:nvSpPr>
          <p:spPr>
            <a:xfrm>
              <a:off x="8362080" y="1545120"/>
              <a:ext cx="2891520" cy="4028040"/>
            </a:xfrm>
            <a:custGeom>
              <a:avLst/>
              <a:gdLst>
                <a:gd name="textAreaLeft" fmla="*/ 0 w 2891520"/>
                <a:gd name="textAreaRight" fmla="*/ 2898360 w 2891520"/>
                <a:gd name="textAreaTop" fmla="*/ 0 h 4028040"/>
                <a:gd name="textAreaBottom" fmla="*/ 4034880 h 4028040"/>
              </a:gdLst>
              <a:ahLst/>
              <a:rect l="textAreaLeft" t="textAreaTop" r="textAreaRight" b="textAreaBottom"/>
              <a:pathLst>
                <a:path w="660" h="918">
                  <a:moveTo>
                    <a:pt x="592" y="918"/>
                  </a:moveTo>
                  <a:cubicBezTo>
                    <a:pt x="69" y="918"/>
                    <a:pt x="69" y="918"/>
                    <a:pt x="69" y="918"/>
                  </a:cubicBezTo>
                  <a:cubicBezTo>
                    <a:pt x="31" y="918"/>
                    <a:pt x="0" y="887"/>
                    <a:pt x="0" y="849"/>
                  </a:cubicBezTo>
                  <a:cubicBezTo>
                    <a:pt x="0" y="69"/>
                    <a:pt x="0" y="69"/>
                    <a:pt x="0" y="69"/>
                  </a:cubicBezTo>
                  <a:cubicBezTo>
                    <a:pt x="0" y="31"/>
                    <a:pt x="31" y="0"/>
                    <a:pt x="69" y="0"/>
                  </a:cubicBezTo>
                  <a:cubicBezTo>
                    <a:pt x="592" y="0"/>
                    <a:pt x="592" y="0"/>
                    <a:pt x="592" y="0"/>
                  </a:cubicBezTo>
                  <a:cubicBezTo>
                    <a:pt x="630" y="0"/>
                    <a:pt x="660" y="31"/>
                    <a:pt x="660" y="69"/>
                  </a:cubicBezTo>
                  <a:cubicBezTo>
                    <a:pt x="660" y="849"/>
                    <a:pt x="660" y="849"/>
                    <a:pt x="660" y="849"/>
                  </a:cubicBezTo>
                  <a:cubicBezTo>
                    <a:pt x="660" y="887"/>
                    <a:pt x="630" y="918"/>
                    <a:pt x="592" y="918"/>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36" name="Text Placeholder 2"/>
          <p:cNvSpPr/>
          <p:nvPr/>
        </p:nvSpPr>
        <p:spPr>
          <a:xfrm>
            <a:off x="8375760" y="1545120"/>
            <a:ext cx="2891520" cy="4028040"/>
          </a:xfrm>
          <a:prstGeom prst="roundRect">
            <a:avLst>
              <a:gd name="adj" fmla="val 11472"/>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grpSp>
        <p:nvGrpSpPr>
          <p:cNvPr id="537" name="Group 18"/>
          <p:cNvGrpSpPr/>
          <p:nvPr/>
        </p:nvGrpSpPr>
        <p:grpSpPr>
          <a:xfrm>
            <a:off x="554040" y="565200"/>
            <a:ext cx="1472760" cy="48960"/>
            <a:chOff x="554040" y="565200"/>
            <a:chExt cx="1472760" cy="48960"/>
          </a:xfrm>
        </p:grpSpPr>
        <p:sp>
          <p:nvSpPr>
            <p:cNvPr id="53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3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40" name="Rectangle 31"/>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7" r:id="rId2"/>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541"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542"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2AB6F54-6CCD-4CD0-9F85-A0A71BBF7BC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543" name="Freeform 51"/>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544" name="Group 5"/>
          <p:cNvGrpSpPr/>
          <p:nvPr/>
        </p:nvGrpSpPr>
        <p:grpSpPr>
          <a:xfrm>
            <a:off x="10181520" y="3993840"/>
            <a:ext cx="345600" cy="351000"/>
            <a:chOff x="10181520" y="3993840"/>
            <a:chExt cx="345600" cy="351000"/>
          </a:xfrm>
        </p:grpSpPr>
        <p:sp>
          <p:nvSpPr>
            <p:cNvPr id="545" name="Oval 12"/>
            <p:cNvSpPr/>
            <p:nvPr/>
          </p:nvSpPr>
          <p:spPr>
            <a:xfrm>
              <a:off x="10272600" y="4090320"/>
              <a:ext cx="158400" cy="15840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46" name="Oval 16"/>
            <p:cNvSpPr/>
            <p:nvPr/>
          </p:nvSpPr>
          <p:spPr>
            <a:xfrm>
              <a:off x="10181520" y="3993840"/>
              <a:ext cx="345600" cy="35100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547" name="Group 8"/>
          <p:cNvGrpSpPr/>
          <p:nvPr/>
        </p:nvGrpSpPr>
        <p:grpSpPr>
          <a:xfrm>
            <a:off x="7273080" y="3992760"/>
            <a:ext cx="345600" cy="351000"/>
            <a:chOff x="7273080" y="3992760"/>
            <a:chExt cx="345600" cy="351000"/>
          </a:xfrm>
        </p:grpSpPr>
        <p:sp>
          <p:nvSpPr>
            <p:cNvPr id="548" name="Oval 13"/>
            <p:cNvSpPr/>
            <p:nvPr/>
          </p:nvSpPr>
          <p:spPr>
            <a:xfrm>
              <a:off x="7363800" y="4089240"/>
              <a:ext cx="163800" cy="15840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49" name="Oval 17"/>
            <p:cNvSpPr/>
            <p:nvPr/>
          </p:nvSpPr>
          <p:spPr>
            <a:xfrm>
              <a:off x="7273080" y="3992760"/>
              <a:ext cx="345600" cy="35100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550" name="Group 11"/>
          <p:cNvGrpSpPr/>
          <p:nvPr/>
        </p:nvGrpSpPr>
        <p:grpSpPr>
          <a:xfrm>
            <a:off x="4402440" y="3992760"/>
            <a:ext cx="351000" cy="351000"/>
            <a:chOff x="4402440" y="3992760"/>
            <a:chExt cx="351000" cy="351000"/>
          </a:xfrm>
        </p:grpSpPr>
        <p:sp>
          <p:nvSpPr>
            <p:cNvPr id="551" name="Oval 14"/>
            <p:cNvSpPr/>
            <p:nvPr/>
          </p:nvSpPr>
          <p:spPr>
            <a:xfrm>
              <a:off x="4498920" y="4089240"/>
              <a:ext cx="158400" cy="15840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2" name="Oval 18"/>
            <p:cNvSpPr/>
            <p:nvPr/>
          </p:nvSpPr>
          <p:spPr>
            <a:xfrm>
              <a:off x="4402440" y="3992760"/>
              <a:ext cx="351000" cy="35100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553" name="Group 14"/>
          <p:cNvGrpSpPr/>
          <p:nvPr/>
        </p:nvGrpSpPr>
        <p:grpSpPr>
          <a:xfrm>
            <a:off x="1364760" y="3992760"/>
            <a:ext cx="351000" cy="351000"/>
            <a:chOff x="1364760" y="3992760"/>
            <a:chExt cx="351000" cy="351000"/>
          </a:xfrm>
        </p:grpSpPr>
        <p:sp>
          <p:nvSpPr>
            <p:cNvPr id="554" name="Oval 15"/>
            <p:cNvSpPr/>
            <p:nvPr/>
          </p:nvSpPr>
          <p:spPr>
            <a:xfrm>
              <a:off x="1459440" y="4089240"/>
              <a:ext cx="160200" cy="158400"/>
            </a:xfrm>
            <a:prstGeom prst="ellipse">
              <a:avLst/>
            </a:pr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5" name="Oval 19"/>
            <p:cNvSpPr/>
            <p:nvPr/>
          </p:nvSpPr>
          <p:spPr>
            <a:xfrm>
              <a:off x="1364760" y="3992760"/>
              <a:ext cx="351000" cy="351000"/>
            </a:xfrm>
            <a:prstGeom prst="ellipse">
              <a:avLst/>
            </a:prstGeom>
            <a:noFill/>
            <a:ln cap="rnd" w="44450">
              <a:solidFill>
                <a:srgbClr val="6e84a6"/>
              </a:solidFill>
              <a:miter/>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sp>
        <p:nvSpPr>
          <p:cNvPr id="556" name="Freeform 20"/>
          <p:cNvSpPr/>
          <p:nvPr/>
        </p:nvSpPr>
        <p:spPr>
          <a:xfrm>
            <a:off x="10322280" y="3063240"/>
            <a:ext cx="64080" cy="848880"/>
          </a:xfrm>
          <a:custGeom>
            <a:avLst/>
            <a:gdLst>
              <a:gd name="textAreaLeft" fmla="*/ 0 w 64080"/>
              <a:gd name="textAreaRight" fmla="*/ 70920 w 64080"/>
              <a:gd name="textAreaTop" fmla="*/ 0 h 848880"/>
              <a:gd name="textAreaBottom" fmla="*/ 855720 h 848880"/>
            </a:gdLst>
            <a:ahLst/>
            <a:rect l="textAreaLeft" t="textAreaTop" r="textAreaRight" b="textAreaBottom"/>
            <a:pathLst>
              <a:path w="16" h="196">
                <a:moveTo>
                  <a:pt x="0" y="188"/>
                </a:moveTo>
                <a:cubicBezTo>
                  <a:pt x="0" y="183"/>
                  <a:pt x="4" y="180"/>
                  <a:pt x="8" y="180"/>
                </a:cubicBezTo>
                <a:cubicBezTo>
                  <a:pt x="8" y="180"/>
                  <a:pt x="8" y="180"/>
                  <a:pt x="8" y="180"/>
                </a:cubicBezTo>
                <a:cubicBezTo>
                  <a:pt x="13" y="180"/>
                  <a:pt x="16" y="183"/>
                  <a:pt x="16" y="188"/>
                </a:cubicBezTo>
                <a:cubicBezTo>
                  <a:pt x="16" y="188"/>
                  <a:pt x="16" y="188"/>
                  <a:pt x="16" y="188"/>
                </a:cubicBezTo>
                <a:cubicBezTo>
                  <a:pt x="16" y="192"/>
                  <a:pt x="13" y="196"/>
                  <a:pt x="8" y="196"/>
                </a:cubicBezTo>
                <a:cubicBezTo>
                  <a:pt x="8" y="196"/>
                  <a:pt x="8" y="196"/>
                  <a:pt x="8" y="196"/>
                </a:cubicBezTo>
                <a:cubicBezTo>
                  <a:pt x="4" y="196"/>
                  <a:pt x="0" y="192"/>
                  <a:pt x="0" y="188"/>
                </a:cubicBezTo>
                <a:close/>
                <a:moveTo>
                  <a:pt x="0" y="152"/>
                </a:moveTo>
                <a:cubicBezTo>
                  <a:pt x="0" y="147"/>
                  <a:pt x="4" y="144"/>
                  <a:pt x="8" y="144"/>
                </a:cubicBezTo>
                <a:cubicBezTo>
                  <a:pt x="8" y="144"/>
                  <a:pt x="8" y="144"/>
                  <a:pt x="8" y="144"/>
                </a:cubicBezTo>
                <a:cubicBezTo>
                  <a:pt x="13" y="144"/>
                  <a:pt x="16" y="147"/>
                  <a:pt x="16" y="152"/>
                </a:cubicBezTo>
                <a:cubicBezTo>
                  <a:pt x="16" y="152"/>
                  <a:pt x="16" y="152"/>
                  <a:pt x="16" y="152"/>
                </a:cubicBezTo>
                <a:cubicBezTo>
                  <a:pt x="16" y="156"/>
                  <a:pt x="13" y="160"/>
                  <a:pt x="8" y="160"/>
                </a:cubicBezTo>
                <a:cubicBezTo>
                  <a:pt x="8" y="160"/>
                  <a:pt x="8" y="160"/>
                  <a:pt x="8" y="160"/>
                </a:cubicBezTo>
                <a:cubicBezTo>
                  <a:pt x="4" y="160"/>
                  <a:pt x="0" y="156"/>
                  <a:pt x="0" y="152"/>
                </a:cubicBezTo>
                <a:close/>
                <a:moveTo>
                  <a:pt x="0" y="116"/>
                </a:moveTo>
                <a:cubicBezTo>
                  <a:pt x="0" y="111"/>
                  <a:pt x="4" y="108"/>
                  <a:pt x="8" y="108"/>
                </a:cubicBezTo>
                <a:cubicBezTo>
                  <a:pt x="8" y="108"/>
                  <a:pt x="8" y="108"/>
                  <a:pt x="8" y="108"/>
                </a:cubicBezTo>
                <a:cubicBezTo>
                  <a:pt x="13" y="108"/>
                  <a:pt x="16" y="111"/>
                  <a:pt x="16" y="116"/>
                </a:cubicBezTo>
                <a:cubicBezTo>
                  <a:pt x="16" y="116"/>
                  <a:pt x="16" y="116"/>
                  <a:pt x="16" y="116"/>
                </a:cubicBezTo>
                <a:cubicBezTo>
                  <a:pt x="16" y="120"/>
                  <a:pt x="13" y="124"/>
                  <a:pt x="8" y="124"/>
                </a:cubicBezTo>
                <a:cubicBezTo>
                  <a:pt x="8" y="124"/>
                  <a:pt x="8" y="124"/>
                  <a:pt x="8" y="124"/>
                </a:cubicBezTo>
                <a:cubicBezTo>
                  <a:pt x="4" y="124"/>
                  <a:pt x="0" y="120"/>
                  <a:pt x="0" y="116"/>
                </a:cubicBezTo>
                <a:close/>
                <a:moveTo>
                  <a:pt x="0" y="80"/>
                </a:moveTo>
                <a:cubicBezTo>
                  <a:pt x="0" y="75"/>
                  <a:pt x="4" y="72"/>
                  <a:pt x="8" y="72"/>
                </a:cubicBezTo>
                <a:cubicBezTo>
                  <a:pt x="8" y="72"/>
                  <a:pt x="8" y="72"/>
                  <a:pt x="8" y="72"/>
                </a:cubicBezTo>
                <a:cubicBezTo>
                  <a:pt x="13" y="72"/>
                  <a:pt x="16" y="75"/>
                  <a:pt x="16" y="80"/>
                </a:cubicBezTo>
                <a:cubicBezTo>
                  <a:pt x="16" y="80"/>
                  <a:pt x="16" y="80"/>
                  <a:pt x="16" y="80"/>
                </a:cubicBezTo>
                <a:cubicBezTo>
                  <a:pt x="16" y="84"/>
                  <a:pt x="13" y="88"/>
                  <a:pt x="8" y="88"/>
                </a:cubicBezTo>
                <a:cubicBezTo>
                  <a:pt x="8" y="88"/>
                  <a:pt x="8" y="88"/>
                  <a:pt x="8" y="88"/>
                </a:cubicBezTo>
                <a:cubicBezTo>
                  <a:pt x="4" y="88"/>
                  <a:pt x="0" y="84"/>
                  <a:pt x="0" y="80"/>
                </a:cubicBezTo>
                <a:close/>
                <a:moveTo>
                  <a:pt x="0" y="44"/>
                </a:moveTo>
                <a:cubicBezTo>
                  <a:pt x="0" y="39"/>
                  <a:pt x="4" y="36"/>
                  <a:pt x="8" y="36"/>
                </a:cubicBezTo>
                <a:cubicBezTo>
                  <a:pt x="8" y="36"/>
                  <a:pt x="8" y="36"/>
                  <a:pt x="8" y="36"/>
                </a:cubicBezTo>
                <a:cubicBezTo>
                  <a:pt x="13" y="36"/>
                  <a:pt x="16" y="39"/>
                  <a:pt x="16" y="44"/>
                </a:cubicBezTo>
                <a:cubicBezTo>
                  <a:pt x="16" y="44"/>
                  <a:pt x="16" y="44"/>
                  <a:pt x="16" y="44"/>
                </a:cubicBezTo>
                <a:cubicBezTo>
                  <a:pt x="16" y="48"/>
                  <a:pt x="13" y="52"/>
                  <a:pt x="8" y="52"/>
                </a:cubicBezTo>
                <a:cubicBezTo>
                  <a:pt x="8" y="52"/>
                  <a:pt x="8" y="52"/>
                  <a:pt x="8" y="52"/>
                </a:cubicBezTo>
                <a:cubicBezTo>
                  <a:pt x="4" y="52"/>
                  <a:pt x="0" y="48"/>
                  <a:pt x="0" y="44"/>
                </a:cubicBezTo>
                <a:close/>
                <a:moveTo>
                  <a:pt x="0" y="8"/>
                </a:moveTo>
                <a:cubicBezTo>
                  <a:pt x="0" y="3"/>
                  <a:pt x="4" y="0"/>
                  <a:pt x="8" y="0"/>
                </a:cubicBezTo>
                <a:cubicBezTo>
                  <a:pt x="8" y="0"/>
                  <a:pt x="8" y="0"/>
                  <a:pt x="8" y="0"/>
                </a:cubicBezTo>
                <a:cubicBezTo>
                  <a:pt x="13" y="0"/>
                  <a:pt x="16" y="3"/>
                  <a:pt x="16" y="8"/>
                </a:cubicBezTo>
                <a:cubicBezTo>
                  <a:pt x="16" y="8"/>
                  <a:pt x="16" y="8"/>
                  <a:pt x="16" y="8"/>
                </a:cubicBezTo>
                <a:cubicBezTo>
                  <a:pt x="16" y="12"/>
                  <a:pt x="13" y="16"/>
                  <a:pt x="8" y="16"/>
                </a:cubicBezTo>
                <a:cubicBezTo>
                  <a:pt x="8" y="16"/>
                  <a:pt x="8" y="16"/>
                  <a:pt x="8" y="16"/>
                </a:cubicBezTo>
                <a:cubicBezTo>
                  <a:pt x="4"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7" name="Freeform 21"/>
          <p:cNvSpPr/>
          <p:nvPr/>
        </p:nvSpPr>
        <p:spPr>
          <a:xfrm>
            <a:off x="7413840" y="3048840"/>
            <a:ext cx="64080" cy="848880"/>
          </a:xfrm>
          <a:custGeom>
            <a:avLst/>
            <a:gdLst>
              <a:gd name="textAreaLeft" fmla="*/ 0 w 64080"/>
              <a:gd name="textAreaRight" fmla="*/ 70920 w 64080"/>
              <a:gd name="textAreaTop" fmla="*/ 0 h 848880"/>
              <a:gd name="textAreaBottom" fmla="*/ 855720 h 848880"/>
            </a:gdLst>
            <a:ahLst/>
            <a:rect l="textAreaLeft" t="textAreaTop" r="textAreaRight" b="textAreaBottom"/>
            <a:pathLst>
              <a:path w="16" h="196">
                <a:moveTo>
                  <a:pt x="0" y="188"/>
                </a:moveTo>
                <a:cubicBezTo>
                  <a:pt x="0" y="183"/>
                  <a:pt x="3" y="180"/>
                  <a:pt x="8" y="180"/>
                </a:cubicBezTo>
                <a:cubicBezTo>
                  <a:pt x="8" y="180"/>
                  <a:pt x="8" y="180"/>
                  <a:pt x="8" y="180"/>
                </a:cubicBezTo>
                <a:cubicBezTo>
                  <a:pt x="12" y="180"/>
                  <a:pt x="16" y="183"/>
                  <a:pt x="16" y="188"/>
                </a:cubicBezTo>
                <a:cubicBezTo>
                  <a:pt x="16" y="188"/>
                  <a:pt x="16" y="188"/>
                  <a:pt x="16" y="188"/>
                </a:cubicBezTo>
                <a:cubicBezTo>
                  <a:pt x="16" y="192"/>
                  <a:pt x="12" y="196"/>
                  <a:pt x="8" y="196"/>
                </a:cubicBezTo>
                <a:cubicBezTo>
                  <a:pt x="8" y="196"/>
                  <a:pt x="8" y="196"/>
                  <a:pt x="8" y="196"/>
                </a:cubicBezTo>
                <a:cubicBezTo>
                  <a:pt x="3" y="196"/>
                  <a:pt x="0" y="192"/>
                  <a:pt x="0" y="188"/>
                </a:cubicBezTo>
                <a:close/>
                <a:moveTo>
                  <a:pt x="0" y="152"/>
                </a:moveTo>
                <a:cubicBezTo>
                  <a:pt x="0" y="147"/>
                  <a:pt x="3" y="144"/>
                  <a:pt x="8" y="144"/>
                </a:cubicBezTo>
                <a:cubicBezTo>
                  <a:pt x="8" y="144"/>
                  <a:pt x="8" y="144"/>
                  <a:pt x="8" y="144"/>
                </a:cubicBezTo>
                <a:cubicBezTo>
                  <a:pt x="12" y="144"/>
                  <a:pt x="16" y="147"/>
                  <a:pt x="16" y="152"/>
                </a:cubicBezTo>
                <a:cubicBezTo>
                  <a:pt x="16" y="152"/>
                  <a:pt x="16" y="152"/>
                  <a:pt x="16" y="152"/>
                </a:cubicBezTo>
                <a:cubicBezTo>
                  <a:pt x="16" y="156"/>
                  <a:pt x="12" y="160"/>
                  <a:pt x="8" y="160"/>
                </a:cubicBezTo>
                <a:cubicBezTo>
                  <a:pt x="8" y="160"/>
                  <a:pt x="8" y="160"/>
                  <a:pt x="8" y="160"/>
                </a:cubicBezTo>
                <a:cubicBezTo>
                  <a:pt x="3" y="160"/>
                  <a:pt x="0" y="156"/>
                  <a:pt x="0" y="152"/>
                </a:cubicBezTo>
                <a:close/>
                <a:moveTo>
                  <a:pt x="0" y="116"/>
                </a:moveTo>
                <a:cubicBezTo>
                  <a:pt x="0" y="111"/>
                  <a:pt x="3" y="108"/>
                  <a:pt x="8" y="108"/>
                </a:cubicBezTo>
                <a:cubicBezTo>
                  <a:pt x="8" y="108"/>
                  <a:pt x="8" y="108"/>
                  <a:pt x="8" y="108"/>
                </a:cubicBezTo>
                <a:cubicBezTo>
                  <a:pt x="12" y="108"/>
                  <a:pt x="16" y="111"/>
                  <a:pt x="16" y="116"/>
                </a:cubicBezTo>
                <a:cubicBezTo>
                  <a:pt x="16" y="116"/>
                  <a:pt x="16" y="116"/>
                  <a:pt x="16" y="116"/>
                </a:cubicBezTo>
                <a:cubicBezTo>
                  <a:pt x="16" y="120"/>
                  <a:pt x="12" y="124"/>
                  <a:pt x="8" y="124"/>
                </a:cubicBezTo>
                <a:cubicBezTo>
                  <a:pt x="8" y="124"/>
                  <a:pt x="8" y="124"/>
                  <a:pt x="8" y="124"/>
                </a:cubicBezTo>
                <a:cubicBezTo>
                  <a:pt x="3" y="124"/>
                  <a:pt x="0" y="120"/>
                  <a:pt x="0" y="116"/>
                </a:cubicBezTo>
                <a:close/>
                <a:moveTo>
                  <a:pt x="0" y="80"/>
                </a:moveTo>
                <a:cubicBezTo>
                  <a:pt x="0" y="75"/>
                  <a:pt x="3" y="72"/>
                  <a:pt x="8" y="72"/>
                </a:cubicBezTo>
                <a:cubicBezTo>
                  <a:pt x="8" y="72"/>
                  <a:pt x="8" y="72"/>
                  <a:pt x="8" y="72"/>
                </a:cubicBezTo>
                <a:cubicBezTo>
                  <a:pt x="12" y="72"/>
                  <a:pt x="16" y="75"/>
                  <a:pt x="16" y="80"/>
                </a:cubicBezTo>
                <a:cubicBezTo>
                  <a:pt x="16" y="80"/>
                  <a:pt x="16" y="80"/>
                  <a:pt x="16" y="80"/>
                </a:cubicBezTo>
                <a:cubicBezTo>
                  <a:pt x="16" y="84"/>
                  <a:pt x="12" y="88"/>
                  <a:pt x="8" y="88"/>
                </a:cubicBezTo>
                <a:cubicBezTo>
                  <a:pt x="8" y="88"/>
                  <a:pt x="8" y="88"/>
                  <a:pt x="8" y="88"/>
                </a:cubicBezTo>
                <a:cubicBezTo>
                  <a:pt x="3" y="88"/>
                  <a:pt x="0" y="84"/>
                  <a:pt x="0" y="80"/>
                </a:cubicBezTo>
                <a:close/>
                <a:moveTo>
                  <a:pt x="0" y="44"/>
                </a:moveTo>
                <a:cubicBezTo>
                  <a:pt x="0" y="39"/>
                  <a:pt x="3" y="36"/>
                  <a:pt x="8" y="36"/>
                </a:cubicBezTo>
                <a:cubicBezTo>
                  <a:pt x="8" y="36"/>
                  <a:pt x="8" y="36"/>
                  <a:pt x="8" y="36"/>
                </a:cubicBezTo>
                <a:cubicBezTo>
                  <a:pt x="12" y="36"/>
                  <a:pt x="16" y="39"/>
                  <a:pt x="16" y="44"/>
                </a:cubicBezTo>
                <a:cubicBezTo>
                  <a:pt x="16" y="44"/>
                  <a:pt x="16" y="44"/>
                  <a:pt x="16" y="44"/>
                </a:cubicBezTo>
                <a:cubicBezTo>
                  <a:pt x="16" y="48"/>
                  <a:pt x="12" y="52"/>
                  <a:pt x="8" y="52"/>
                </a:cubicBezTo>
                <a:cubicBezTo>
                  <a:pt x="8" y="52"/>
                  <a:pt x="8" y="52"/>
                  <a:pt x="8" y="52"/>
                </a:cubicBezTo>
                <a:cubicBezTo>
                  <a:pt x="3" y="52"/>
                  <a:pt x="0" y="48"/>
                  <a:pt x="0" y="44"/>
                </a:cubicBezTo>
                <a:close/>
                <a:moveTo>
                  <a:pt x="0" y="8"/>
                </a:moveTo>
                <a:cubicBezTo>
                  <a:pt x="0" y="3"/>
                  <a:pt x="3" y="0"/>
                  <a:pt x="8" y="0"/>
                </a:cubicBezTo>
                <a:cubicBezTo>
                  <a:pt x="8" y="0"/>
                  <a:pt x="8" y="0"/>
                  <a:pt x="8" y="0"/>
                </a:cubicBezTo>
                <a:cubicBezTo>
                  <a:pt x="12" y="0"/>
                  <a:pt x="16" y="3"/>
                  <a:pt x="16" y="8"/>
                </a:cubicBezTo>
                <a:cubicBezTo>
                  <a:pt x="16" y="8"/>
                  <a:pt x="16" y="8"/>
                  <a:pt x="16" y="8"/>
                </a:cubicBezTo>
                <a:cubicBezTo>
                  <a:pt x="16" y="12"/>
                  <a:pt x="12" y="16"/>
                  <a:pt x="8" y="16"/>
                </a:cubicBezTo>
                <a:cubicBezTo>
                  <a:pt x="8" y="16"/>
                  <a:pt x="8" y="16"/>
                  <a:pt x="8" y="16"/>
                </a:cubicBezTo>
                <a:cubicBezTo>
                  <a:pt x="3"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8" name="Freeform 22"/>
          <p:cNvSpPr/>
          <p:nvPr/>
        </p:nvSpPr>
        <p:spPr>
          <a:xfrm>
            <a:off x="4550040" y="3059640"/>
            <a:ext cx="62280" cy="848880"/>
          </a:xfrm>
          <a:custGeom>
            <a:avLst/>
            <a:gdLst>
              <a:gd name="textAreaLeft" fmla="*/ 0 w 62280"/>
              <a:gd name="textAreaRight" fmla="*/ 69120 w 62280"/>
              <a:gd name="textAreaTop" fmla="*/ 0 h 848880"/>
              <a:gd name="textAreaBottom" fmla="*/ 855720 h 848880"/>
            </a:gdLst>
            <a:ahLst/>
            <a:rect l="textAreaLeft" t="textAreaTop" r="textAreaRight" b="textAreaBottom"/>
            <a:pathLst>
              <a:path w="16" h="196">
                <a:moveTo>
                  <a:pt x="0" y="188"/>
                </a:moveTo>
                <a:cubicBezTo>
                  <a:pt x="0" y="183"/>
                  <a:pt x="3" y="180"/>
                  <a:pt x="8" y="180"/>
                </a:cubicBezTo>
                <a:cubicBezTo>
                  <a:pt x="8" y="180"/>
                  <a:pt x="8" y="180"/>
                  <a:pt x="8" y="180"/>
                </a:cubicBezTo>
                <a:cubicBezTo>
                  <a:pt x="12" y="180"/>
                  <a:pt x="16" y="183"/>
                  <a:pt x="16" y="188"/>
                </a:cubicBezTo>
                <a:cubicBezTo>
                  <a:pt x="16" y="188"/>
                  <a:pt x="16" y="188"/>
                  <a:pt x="16" y="188"/>
                </a:cubicBezTo>
                <a:cubicBezTo>
                  <a:pt x="16" y="192"/>
                  <a:pt x="12" y="196"/>
                  <a:pt x="8" y="196"/>
                </a:cubicBezTo>
                <a:cubicBezTo>
                  <a:pt x="8" y="196"/>
                  <a:pt x="8" y="196"/>
                  <a:pt x="8" y="196"/>
                </a:cubicBezTo>
                <a:cubicBezTo>
                  <a:pt x="3" y="196"/>
                  <a:pt x="0" y="192"/>
                  <a:pt x="0" y="188"/>
                </a:cubicBezTo>
                <a:close/>
                <a:moveTo>
                  <a:pt x="0" y="152"/>
                </a:moveTo>
                <a:cubicBezTo>
                  <a:pt x="0" y="147"/>
                  <a:pt x="3" y="144"/>
                  <a:pt x="8" y="144"/>
                </a:cubicBezTo>
                <a:cubicBezTo>
                  <a:pt x="8" y="144"/>
                  <a:pt x="8" y="144"/>
                  <a:pt x="8" y="144"/>
                </a:cubicBezTo>
                <a:cubicBezTo>
                  <a:pt x="12" y="144"/>
                  <a:pt x="16" y="147"/>
                  <a:pt x="16" y="152"/>
                </a:cubicBezTo>
                <a:cubicBezTo>
                  <a:pt x="16" y="152"/>
                  <a:pt x="16" y="152"/>
                  <a:pt x="16" y="152"/>
                </a:cubicBezTo>
                <a:cubicBezTo>
                  <a:pt x="16" y="156"/>
                  <a:pt x="12" y="160"/>
                  <a:pt x="8" y="160"/>
                </a:cubicBezTo>
                <a:cubicBezTo>
                  <a:pt x="8" y="160"/>
                  <a:pt x="8" y="160"/>
                  <a:pt x="8" y="160"/>
                </a:cubicBezTo>
                <a:cubicBezTo>
                  <a:pt x="3" y="160"/>
                  <a:pt x="0" y="156"/>
                  <a:pt x="0" y="152"/>
                </a:cubicBezTo>
                <a:close/>
                <a:moveTo>
                  <a:pt x="0" y="116"/>
                </a:moveTo>
                <a:cubicBezTo>
                  <a:pt x="0" y="111"/>
                  <a:pt x="3" y="108"/>
                  <a:pt x="8" y="108"/>
                </a:cubicBezTo>
                <a:cubicBezTo>
                  <a:pt x="8" y="108"/>
                  <a:pt x="8" y="108"/>
                  <a:pt x="8" y="108"/>
                </a:cubicBezTo>
                <a:cubicBezTo>
                  <a:pt x="12" y="108"/>
                  <a:pt x="16" y="111"/>
                  <a:pt x="16" y="116"/>
                </a:cubicBezTo>
                <a:cubicBezTo>
                  <a:pt x="16" y="116"/>
                  <a:pt x="16" y="116"/>
                  <a:pt x="16" y="116"/>
                </a:cubicBezTo>
                <a:cubicBezTo>
                  <a:pt x="16" y="120"/>
                  <a:pt x="12" y="124"/>
                  <a:pt x="8" y="124"/>
                </a:cubicBezTo>
                <a:cubicBezTo>
                  <a:pt x="8" y="124"/>
                  <a:pt x="8" y="124"/>
                  <a:pt x="8" y="124"/>
                </a:cubicBezTo>
                <a:cubicBezTo>
                  <a:pt x="3" y="124"/>
                  <a:pt x="0" y="120"/>
                  <a:pt x="0" y="116"/>
                </a:cubicBezTo>
                <a:close/>
                <a:moveTo>
                  <a:pt x="0" y="80"/>
                </a:moveTo>
                <a:cubicBezTo>
                  <a:pt x="0" y="75"/>
                  <a:pt x="3" y="72"/>
                  <a:pt x="8" y="72"/>
                </a:cubicBezTo>
                <a:cubicBezTo>
                  <a:pt x="8" y="72"/>
                  <a:pt x="8" y="72"/>
                  <a:pt x="8" y="72"/>
                </a:cubicBezTo>
                <a:cubicBezTo>
                  <a:pt x="12" y="72"/>
                  <a:pt x="16" y="75"/>
                  <a:pt x="16" y="80"/>
                </a:cubicBezTo>
                <a:cubicBezTo>
                  <a:pt x="16" y="80"/>
                  <a:pt x="16" y="80"/>
                  <a:pt x="16" y="80"/>
                </a:cubicBezTo>
                <a:cubicBezTo>
                  <a:pt x="16" y="84"/>
                  <a:pt x="12" y="88"/>
                  <a:pt x="8" y="88"/>
                </a:cubicBezTo>
                <a:cubicBezTo>
                  <a:pt x="8" y="88"/>
                  <a:pt x="8" y="88"/>
                  <a:pt x="8" y="88"/>
                </a:cubicBezTo>
                <a:cubicBezTo>
                  <a:pt x="3" y="88"/>
                  <a:pt x="0" y="84"/>
                  <a:pt x="0" y="80"/>
                </a:cubicBezTo>
                <a:close/>
                <a:moveTo>
                  <a:pt x="0" y="44"/>
                </a:moveTo>
                <a:cubicBezTo>
                  <a:pt x="0" y="39"/>
                  <a:pt x="3" y="36"/>
                  <a:pt x="8" y="36"/>
                </a:cubicBezTo>
                <a:cubicBezTo>
                  <a:pt x="8" y="36"/>
                  <a:pt x="8" y="36"/>
                  <a:pt x="8" y="36"/>
                </a:cubicBezTo>
                <a:cubicBezTo>
                  <a:pt x="12" y="36"/>
                  <a:pt x="16" y="39"/>
                  <a:pt x="16" y="44"/>
                </a:cubicBezTo>
                <a:cubicBezTo>
                  <a:pt x="16" y="44"/>
                  <a:pt x="16" y="44"/>
                  <a:pt x="16" y="44"/>
                </a:cubicBezTo>
                <a:cubicBezTo>
                  <a:pt x="16" y="48"/>
                  <a:pt x="12" y="52"/>
                  <a:pt x="8" y="52"/>
                </a:cubicBezTo>
                <a:cubicBezTo>
                  <a:pt x="8" y="52"/>
                  <a:pt x="8" y="52"/>
                  <a:pt x="8" y="52"/>
                </a:cubicBezTo>
                <a:cubicBezTo>
                  <a:pt x="3" y="52"/>
                  <a:pt x="0" y="48"/>
                  <a:pt x="0" y="44"/>
                </a:cubicBezTo>
                <a:close/>
                <a:moveTo>
                  <a:pt x="0" y="8"/>
                </a:moveTo>
                <a:cubicBezTo>
                  <a:pt x="0" y="3"/>
                  <a:pt x="3" y="0"/>
                  <a:pt x="8" y="0"/>
                </a:cubicBezTo>
                <a:cubicBezTo>
                  <a:pt x="8" y="0"/>
                  <a:pt x="8" y="0"/>
                  <a:pt x="8" y="0"/>
                </a:cubicBezTo>
                <a:cubicBezTo>
                  <a:pt x="12" y="0"/>
                  <a:pt x="16" y="3"/>
                  <a:pt x="16" y="8"/>
                </a:cubicBezTo>
                <a:cubicBezTo>
                  <a:pt x="16" y="8"/>
                  <a:pt x="16" y="8"/>
                  <a:pt x="16" y="8"/>
                </a:cubicBezTo>
                <a:cubicBezTo>
                  <a:pt x="16" y="12"/>
                  <a:pt x="12" y="16"/>
                  <a:pt x="8" y="16"/>
                </a:cubicBezTo>
                <a:cubicBezTo>
                  <a:pt x="8" y="16"/>
                  <a:pt x="8" y="16"/>
                  <a:pt x="8" y="16"/>
                </a:cubicBezTo>
                <a:cubicBezTo>
                  <a:pt x="3"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559" name="Freeform 23"/>
          <p:cNvSpPr/>
          <p:nvPr/>
        </p:nvSpPr>
        <p:spPr>
          <a:xfrm>
            <a:off x="1504800" y="3054240"/>
            <a:ext cx="62280" cy="848880"/>
          </a:xfrm>
          <a:custGeom>
            <a:avLst/>
            <a:gdLst>
              <a:gd name="textAreaLeft" fmla="*/ 0 w 62280"/>
              <a:gd name="textAreaRight" fmla="*/ 69120 w 62280"/>
              <a:gd name="textAreaTop" fmla="*/ 0 h 848880"/>
              <a:gd name="textAreaBottom" fmla="*/ 855720 h 848880"/>
            </a:gdLst>
            <a:ahLst/>
            <a:rect l="textAreaLeft" t="textAreaTop" r="textAreaRight" b="textAreaBottom"/>
            <a:pathLst>
              <a:path w="16" h="196">
                <a:moveTo>
                  <a:pt x="0" y="188"/>
                </a:moveTo>
                <a:cubicBezTo>
                  <a:pt x="0" y="183"/>
                  <a:pt x="4" y="180"/>
                  <a:pt x="8" y="180"/>
                </a:cubicBezTo>
                <a:cubicBezTo>
                  <a:pt x="8" y="180"/>
                  <a:pt x="8" y="180"/>
                  <a:pt x="8" y="180"/>
                </a:cubicBezTo>
                <a:cubicBezTo>
                  <a:pt x="12" y="180"/>
                  <a:pt x="16" y="183"/>
                  <a:pt x="16" y="188"/>
                </a:cubicBezTo>
                <a:cubicBezTo>
                  <a:pt x="16" y="188"/>
                  <a:pt x="16" y="188"/>
                  <a:pt x="16" y="188"/>
                </a:cubicBezTo>
                <a:cubicBezTo>
                  <a:pt x="16" y="192"/>
                  <a:pt x="12" y="196"/>
                  <a:pt x="8" y="196"/>
                </a:cubicBezTo>
                <a:cubicBezTo>
                  <a:pt x="8" y="196"/>
                  <a:pt x="8" y="196"/>
                  <a:pt x="8" y="196"/>
                </a:cubicBezTo>
                <a:cubicBezTo>
                  <a:pt x="4" y="196"/>
                  <a:pt x="0" y="192"/>
                  <a:pt x="0" y="188"/>
                </a:cubicBezTo>
                <a:close/>
                <a:moveTo>
                  <a:pt x="0" y="152"/>
                </a:moveTo>
                <a:cubicBezTo>
                  <a:pt x="0" y="147"/>
                  <a:pt x="4" y="144"/>
                  <a:pt x="8" y="144"/>
                </a:cubicBezTo>
                <a:cubicBezTo>
                  <a:pt x="8" y="144"/>
                  <a:pt x="8" y="144"/>
                  <a:pt x="8" y="144"/>
                </a:cubicBezTo>
                <a:cubicBezTo>
                  <a:pt x="12" y="144"/>
                  <a:pt x="16" y="147"/>
                  <a:pt x="16" y="152"/>
                </a:cubicBezTo>
                <a:cubicBezTo>
                  <a:pt x="16" y="152"/>
                  <a:pt x="16" y="152"/>
                  <a:pt x="16" y="152"/>
                </a:cubicBezTo>
                <a:cubicBezTo>
                  <a:pt x="16" y="156"/>
                  <a:pt x="12" y="160"/>
                  <a:pt x="8" y="160"/>
                </a:cubicBezTo>
                <a:cubicBezTo>
                  <a:pt x="8" y="160"/>
                  <a:pt x="8" y="160"/>
                  <a:pt x="8" y="160"/>
                </a:cubicBezTo>
                <a:cubicBezTo>
                  <a:pt x="4" y="160"/>
                  <a:pt x="0" y="156"/>
                  <a:pt x="0" y="152"/>
                </a:cubicBezTo>
                <a:close/>
                <a:moveTo>
                  <a:pt x="0" y="116"/>
                </a:moveTo>
                <a:cubicBezTo>
                  <a:pt x="0" y="111"/>
                  <a:pt x="4" y="108"/>
                  <a:pt x="8" y="108"/>
                </a:cubicBezTo>
                <a:cubicBezTo>
                  <a:pt x="8" y="108"/>
                  <a:pt x="8" y="108"/>
                  <a:pt x="8" y="108"/>
                </a:cubicBezTo>
                <a:cubicBezTo>
                  <a:pt x="12" y="108"/>
                  <a:pt x="16" y="111"/>
                  <a:pt x="16" y="116"/>
                </a:cubicBezTo>
                <a:cubicBezTo>
                  <a:pt x="16" y="116"/>
                  <a:pt x="16" y="116"/>
                  <a:pt x="16" y="116"/>
                </a:cubicBezTo>
                <a:cubicBezTo>
                  <a:pt x="16" y="120"/>
                  <a:pt x="12" y="124"/>
                  <a:pt x="8" y="124"/>
                </a:cubicBezTo>
                <a:cubicBezTo>
                  <a:pt x="8" y="124"/>
                  <a:pt x="8" y="124"/>
                  <a:pt x="8" y="124"/>
                </a:cubicBezTo>
                <a:cubicBezTo>
                  <a:pt x="4" y="124"/>
                  <a:pt x="0" y="120"/>
                  <a:pt x="0" y="116"/>
                </a:cubicBezTo>
                <a:close/>
                <a:moveTo>
                  <a:pt x="0" y="80"/>
                </a:moveTo>
                <a:cubicBezTo>
                  <a:pt x="0" y="75"/>
                  <a:pt x="4" y="72"/>
                  <a:pt x="8" y="72"/>
                </a:cubicBezTo>
                <a:cubicBezTo>
                  <a:pt x="8" y="72"/>
                  <a:pt x="8" y="72"/>
                  <a:pt x="8" y="72"/>
                </a:cubicBezTo>
                <a:cubicBezTo>
                  <a:pt x="12" y="72"/>
                  <a:pt x="16" y="75"/>
                  <a:pt x="16" y="80"/>
                </a:cubicBezTo>
                <a:cubicBezTo>
                  <a:pt x="16" y="80"/>
                  <a:pt x="16" y="80"/>
                  <a:pt x="16" y="80"/>
                </a:cubicBezTo>
                <a:cubicBezTo>
                  <a:pt x="16" y="84"/>
                  <a:pt x="12" y="88"/>
                  <a:pt x="8" y="88"/>
                </a:cubicBezTo>
                <a:cubicBezTo>
                  <a:pt x="8" y="88"/>
                  <a:pt x="8" y="88"/>
                  <a:pt x="8" y="88"/>
                </a:cubicBezTo>
                <a:cubicBezTo>
                  <a:pt x="4" y="88"/>
                  <a:pt x="0" y="84"/>
                  <a:pt x="0" y="80"/>
                </a:cubicBezTo>
                <a:close/>
                <a:moveTo>
                  <a:pt x="0" y="44"/>
                </a:moveTo>
                <a:cubicBezTo>
                  <a:pt x="0" y="39"/>
                  <a:pt x="4" y="36"/>
                  <a:pt x="8" y="36"/>
                </a:cubicBezTo>
                <a:cubicBezTo>
                  <a:pt x="8" y="36"/>
                  <a:pt x="8" y="36"/>
                  <a:pt x="8" y="36"/>
                </a:cubicBezTo>
                <a:cubicBezTo>
                  <a:pt x="12" y="36"/>
                  <a:pt x="16" y="39"/>
                  <a:pt x="16" y="44"/>
                </a:cubicBezTo>
                <a:cubicBezTo>
                  <a:pt x="16" y="44"/>
                  <a:pt x="16" y="44"/>
                  <a:pt x="16" y="44"/>
                </a:cubicBezTo>
                <a:cubicBezTo>
                  <a:pt x="16" y="48"/>
                  <a:pt x="12" y="52"/>
                  <a:pt x="8" y="52"/>
                </a:cubicBezTo>
                <a:cubicBezTo>
                  <a:pt x="8" y="52"/>
                  <a:pt x="8" y="52"/>
                  <a:pt x="8" y="52"/>
                </a:cubicBezTo>
                <a:cubicBezTo>
                  <a:pt x="4" y="52"/>
                  <a:pt x="0" y="48"/>
                  <a:pt x="0" y="44"/>
                </a:cubicBezTo>
                <a:close/>
                <a:moveTo>
                  <a:pt x="0" y="8"/>
                </a:moveTo>
                <a:cubicBezTo>
                  <a:pt x="0" y="3"/>
                  <a:pt x="4" y="0"/>
                  <a:pt x="8" y="0"/>
                </a:cubicBezTo>
                <a:cubicBezTo>
                  <a:pt x="8" y="0"/>
                  <a:pt x="8" y="0"/>
                  <a:pt x="8" y="0"/>
                </a:cubicBezTo>
                <a:cubicBezTo>
                  <a:pt x="12" y="0"/>
                  <a:pt x="16" y="3"/>
                  <a:pt x="16" y="8"/>
                </a:cubicBezTo>
                <a:cubicBezTo>
                  <a:pt x="16" y="8"/>
                  <a:pt x="16" y="8"/>
                  <a:pt x="16" y="8"/>
                </a:cubicBezTo>
                <a:cubicBezTo>
                  <a:pt x="16" y="12"/>
                  <a:pt x="12" y="16"/>
                  <a:pt x="8" y="16"/>
                </a:cubicBezTo>
                <a:cubicBezTo>
                  <a:pt x="8" y="16"/>
                  <a:pt x="8" y="16"/>
                  <a:pt x="8" y="16"/>
                </a:cubicBezTo>
                <a:cubicBezTo>
                  <a:pt x="4" y="16"/>
                  <a:pt x="0" y="12"/>
                  <a:pt x="0" y="8"/>
                </a:cubicBezTo>
                <a:close/>
              </a:path>
            </a:pathLst>
          </a:custGeom>
          <a:solidFill>
            <a:schemeClr val="accent1"/>
          </a:soli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60" name="Group 54"/>
          <p:cNvGrpSpPr/>
          <p:nvPr/>
        </p:nvGrpSpPr>
        <p:grpSpPr>
          <a:xfrm>
            <a:off x="524520" y="986040"/>
            <a:ext cx="2169720" cy="2171520"/>
            <a:chOff x="524520" y="986040"/>
            <a:chExt cx="2169720" cy="2171520"/>
          </a:xfrm>
        </p:grpSpPr>
        <p:sp>
          <p:nvSpPr>
            <p:cNvPr id="561" name="Freeform 6"/>
            <p:cNvSpPr/>
            <p:nvPr/>
          </p:nvSpPr>
          <p:spPr>
            <a:xfrm>
              <a:off x="524520" y="98604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62" name="Freeform 6"/>
            <p:cNvSpPr/>
            <p:nvPr/>
          </p:nvSpPr>
          <p:spPr>
            <a:xfrm>
              <a:off x="524520" y="98604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3" name="Group 58"/>
          <p:cNvGrpSpPr/>
          <p:nvPr/>
        </p:nvGrpSpPr>
        <p:grpSpPr>
          <a:xfrm>
            <a:off x="3493080" y="979920"/>
            <a:ext cx="2169720" cy="2171520"/>
            <a:chOff x="3493080" y="979920"/>
            <a:chExt cx="2169720" cy="2171520"/>
          </a:xfrm>
        </p:grpSpPr>
        <p:sp>
          <p:nvSpPr>
            <p:cNvPr id="564" name="Freeform 6"/>
            <p:cNvSpPr/>
            <p:nvPr/>
          </p:nvSpPr>
          <p:spPr>
            <a:xfrm>
              <a:off x="3493080" y="97992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65" name="Freeform 6"/>
            <p:cNvSpPr/>
            <p:nvPr/>
          </p:nvSpPr>
          <p:spPr>
            <a:xfrm>
              <a:off x="3493080" y="97992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6" name="Group 62"/>
          <p:cNvGrpSpPr/>
          <p:nvPr/>
        </p:nvGrpSpPr>
        <p:grpSpPr>
          <a:xfrm>
            <a:off x="6459120" y="979920"/>
            <a:ext cx="2169720" cy="2171520"/>
            <a:chOff x="6459120" y="979920"/>
            <a:chExt cx="2169720" cy="2171520"/>
          </a:xfrm>
        </p:grpSpPr>
        <p:sp>
          <p:nvSpPr>
            <p:cNvPr id="567" name="Freeform 6"/>
            <p:cNvSpPr/>
            <p:nvPr/>
          </p:nvSpPr>
          <p:spPr>
            <a:xfrm>
              <a:off x="6459120" y="97992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68" name="Freeform 6"/>
            <p:cNvSpPr/>
            <p:nvPr/>
          </p:nvSpPr>
          <p:spPr>
            <a:xfrm>
              <a:off x="6459120" y="97992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569" name="Group 66"/>
          <p:cNvGrpSpPr/>
          <p:nvPr/>
        </p:nvGrpSpPr>
        <p:grpSpPr>
          <a:xfrm>
            <a:off x="9425160" y="979920"/>
            <a:ext cx="2169720" cy="2171520"/>
            <a:chOff x="9425160" y="979920"/>
            <a:chExt cx="2169720" cy="2171520"/>
          </a:xfrm>
        </p:grpSpPr>
        <p:sp>
          <p:nvSpPr>
            <p:cNvPr id="570" name="Freeform 6"/>
            <p:cNvSpPr/>
            <p:nvPr/>
          </p:nvSpPr>
          <p:spPr>
            <a:xfrm>
              <a:off x="9425160" y="97992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tl" blurRad="127080" dir="2700000" dist="75858" rotWithShape="0">
                <a:schemeClr val="tx1"/>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71" name="Freeform 6"/>
            <p:cNvSpPr/>
            <p:nvPr/>
          </p:nvSpPr>
          <p:spPr>
            <a:xfrm>
              <a:off x="9425160" y="979920"/>
              <a:ext cx="2169720" cy="2171520"/>
            </a:xfrm>
            <a:custGeom>
              <a:avLst/>
              <a:gdLst>
                <a:gd name="textAreaLeft" fmla="*/ 0 w 2169720"/>
                <a:gd name="textAreaRight" fmla="*/ 2176560 w 2169720"/>
                <a:gd name="textAreaTop" fmla="*/ 0 h 2171520"/>
                <a:gd name="textAreaBottom" fmla="*/ 2178360 h 2171520"/>
              </a:gdLst>
              <a:ahLst/>
              <a:rect l="textAreaLeft" t="textAreaTop" r="textAreaRight" b="textAreaBottom"/>
              <a:pathLst>
                <a:path w="473" h="473">
                  <a:moveTo>
                    <a:pt x="447" y="473"/>
                  </a:moveTo>
                  <a:cubicBezTo>
                    <a:pt x="25" y="473"/>
                    <a:pt x="25" y="473"/>
                    <a:pt x="25" y="473"/>
                  </a:cubicBezTo>
                  <a:cubicBezTo>
                    <a:pt x="11" y="473"/>
                    <a:pt x="0" y="462"/>
                    <a:pt x="0" y="448"/>
                  </a:cubicBezTo>
                  <a:cubicBezTo>
                    <a:pt x="0" y="26"/>
                    <a:pt x="0" y="26"/>
                    <a:pt x="0" y="26"/>
                  </a:cubicBezTo>
                  <a:cubicBezTo>
                    <a:pt x="0" y="12"/>
                    <a:pt x="11" y="0"/>
                    <a:pt x="25" y="0"/>
                  </a:cubicBezTo>
                  <a:cubicBezTo>
                    <a:pt x="447" y="0"/>
                    <a:pt x="447" y="0"/>
                    <a:pt x="447" y="0"/>
                  </a:cubicBezTo>
                  <a:cubicBezTo>
                    <a:pt x="462" y="0"/>
                    <a:pt x="473" y="12"/>
                    <a:pt x="473" y="26"/>
                  </a:cubicBezTo>
                  <a:cubicBezTo>
                    <a:pt x="473" y="448"/>
                    <a:pt x="473" y="448"/>
                    <a:pt x="473" y="448"/>
                  </a:cubicBezTo>
                  <a:cubicBezTo>
                    <a:pt x="473" y="462"/>
                    <a:pt x="462" y="473"/>
                    <a:pt x="447" y="473"/>
                  </a:cubicBezTo>
                  <a:close/>
                  <a:moveTo>
                    <a:pt x="52" y="447"/>
                  </a:moveTo>
                  <a:cubicBezTo>
                    <a:pt x="421" y="447"/>
                    <a:pt x="421" y="447"/>
                    <a:pt x="421" y="447"/>
                  </a:cubicBezTo>
                  <a:cubicBezTo>
                    <a:pt x="435" y="447"/>
                    <a:pt x="446" y="435"/>
                    <a:pt x="446" y="421"/>
                  </a:cubicBezTo>
                  <a:cubicBezTo>
                    <a:pt x="446" y="53"/>
                    <a:pt x="446" y="53"/>
                    <a:pt x="446" y="53"/>
                  </a:cubicBezTo>
                  <a:cubicBezTo>
                    <a:pt x="446" y="38"/>
                    <a:pt x="435" y="27"/>
                    <a:pt x="421" y="27"/>
                  </a:cubicBezTo>
                  <a:cubicBezTo>
                    <a:pt x="52" y="27"/>
                    <a:pt x="52" y="27"/>
                    <a:pt x="52" y="27"/>
                  </a:cubicBezTo>
                  <a:cubicBezTo>
                    <a:pt x="38" y="27"/>
                    <a:pt x="26" y="38"/>
                    <a:pt x="26" y="53"/>
                  </a:cubicBezTo>
                  <a:cubicBezTo>
                    <a:pt x="26" y="421"/>
                    <a:pt x="26" y="421"/>
                    <a:pt x="26" y="421"/>
                  </a:cubicBezTo>
                  <a:cubicBezTo>
                    <a:pt x="26" y="435"/>
                    <a:pt x="38" y="447"/>
                    <a:pt x="52" y="447"/>
                  </a:cubicBezTo>
                  <a:close/>
                </a:path>
              </a:pathLst>
            </a:custGeom>
            <a:solidFill>
              <a:schemeClr val="bg2"/>
            </a:solidFill>
            <a:ln>
              <a:noFill/>
            </a:ln>
            <a:effectLst>
              <a:outerShdw algn="br" blurRad="228600" dir="13191929" dist="88176"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7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7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7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57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576" name="Group 47"/>
          <p:cNvGrpSpPr/>
          <p:nvPr/>
        </p:nvGrpSpPr>
        <p:grpSpPr>
          <a:xfrm>
            <a:off x="554040" y="565200"/>
            <a:ext cx="1472760" cy="48960"/>
            <a:chOff x="554040" y="565200"/>
            <a:chExt cx="1472760" cy="48960"/>
          </a:xfrm>
        </p:grpSpPr>
        <p:sp>
          <p:nvSpPr>
            <p:cNvPr id="57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7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579" name="Rectangle 52"/>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89" r:id="rId2"/>
  </p:sldLayoutIdLst>
</p:sldMaster>
</file>

<file path=ppt/slideMasters/slideMaster2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58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58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FB52A9C2-07F3-4083-B3E6-DEA992C30DF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582" name="Freeform 97"/>
          <p:cNvSpPr/>
          <p:nvPr/>
        </p:nvSpPr>
        <p:spPr>
          <a:xfrm rot="370200">
            <a:off x="-2116440" y="-153252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583" name="Freeform 13"/>
          <p:cNvSpPr/>
          <p:nvPr/>
        </p:nvSpPr>
        <p:spPr>
          <a:xfrm>
            <a:off x="10452240" y="3330720"/>
            <a:ext cx="977400" cy="91440"/>
          </a:xfrm>
          <a:custGeom>
            <a:avLst/>
            <a:gdLst>
              <a:gd name="textAreaLeft" fmla="*/ 0 w 977400"/>
              <a:gd name="textAreaRight" fmla="*/ 984240 w 977400"/>
              <a:gd name="textAreaTop" fmla="*/ 0 h 91440"/>
              <a:gd name="textAreaBottom" fmla="*/ 98280 h 91440"/>
            </a:gdLst>
            <a:ahLst/>
            <a:rect l="textAreaLeft" t="textAreaTop" r="textAreaRight" b="textAreaBottom"/>
            <a:pathLst>
              <a:path w="259" h="26">
                <a:moveTo>
                  <a:pt x="259" y="26"/>
                </a:moveTo>
                <a:cubicBezTo>
                  <a:pt x="26" y="26"/>
                  <a:pt x="26" y="26"/>
                  <a:pt x="26" y="26"/>
                </a:cubicBezTo>
                <a:cubicBezTo>
                  <a:pt x="26" y="12"/>
                  <a:pt x="14" y="0"/>
                  <a:pt x="0" y="0"/>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84" name="Group 6"/>
          <p:cNvGrpSpPr/>
          <p:nvPr/>
        </p:nvGrpSpPr>
        <p:grpSpPr>
          <a:xfrm>
            <a:off x="1744560" y="2349360"/>
            <a:ext cx="1162800" cy="1072800"/>
            <a:chOff x="1744560" y="2349360"/>
            <a:chExt cx="1162800" cy="1072800"/>
          </a:xfrm>
        </p:grpSpPr>
        <p:sp>
          <p:nvSpPr>
            <p:cNvPr id="585" name="Freeform 6"/>
            <p:cNvSpPr/>
            <p:nvPr/>
          </p:nvSpPr>
          <p:spPr>
            <a:xfrm>
              <a:off x="1744560" y="2441520"/>
              <a:ext cx="1082160" cy="980640"/>
            </a:xfrm>
            <a:custGeom>
              <a:avLst/>
              <a:gdLst>
                <a:gd name="textAreaLeft" fmla="*/ 0 w 1082160"/>
                <a:gd name="textAreaRight" fmla="*/ 1089000 w 1082160"/>
                <a:gd name="textAreaTop" fmla="*/ 0 h 980640"/>
                <a:gd name="textAreaBottom" fmla="*/ 987480 h 980640"/>
              </a:gdLst>
              <a:ahLst/>
              <a:rect l="textAreaLeft" t="textAreaTop" r="textAreaRight" b="textAreaBottom"/>
              <a:pathLst>
                <a:path w="286" h="259">
                  <a:moveTo>
                    <a:pt x="286" y="0"/>
                  </a:moveTo>
                  <a:cubicBezTo>
                    <a:pt x="286" y="233"/>
                    <a:pt x="286" y="233"/>
                    <a:pt x="286" y="233"/>
                  </a:cubicBezTo>
                  <a:cubicBezTo>
                    <a:pt x="272" y="233"/>
                    <a:pt x="260" y="245"/>
                    <a:pt x="260"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86" name="Group 8"/>
            <p:cNvGrpSpPr/>
            <p:nvPr/>
          </p:nvGrpSpPr>
          <p:grpSpPr>
            <a:xfrm>
              <a:off x="2743560" y="2349360"/>
              <a:ext cx="163800" cy="163800"/>
              <a:chOff x="2743560" y="2349360"/>
              <a:chExt cx="163800" cy="163800"/>
            </a:xfrm>
          </p:grpSpPr>
          <p:sp>
            <p:nvSpPr>
              <p:cNvPr id="587" name="Oval 9"/>
              <p:cNvSpPr/>
              <p:nvPr/>
            </p:nvSpPr>
            <p:spPr>
              <a:xfrm>
                <a:off x="2743560" y="23493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88" name="Oval 28"/>
              <p:cNvSpPr/>
              <p:nvPr/>
            </p:nvSpPr>
            <p:spPr>
              <a:xfrm>
                <a:off x="2786760" y="23925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589" name="Group 11"/>
          <p:cNvGrpSpPr/>
          <p:nvPr/>
        </p:nvGrpSpPr>
        <p:grpSpPr>
          <a:xfrm>
            <a:off x="3921120" y="2349360"/>
            <a:ext cx="1167480" cy="1072800"/>
            <a:chOff x="3921120" y="2349360"/>
            <a:chExt cx="1167480" cy="1072800"/>
          </a:xfrm>
        </p:grpSpPr>
        <p:sp>
          <p:nvSpPr>
            <p:cNvPr id="590" name="Freeform 7"/>
            <p:cNvSpPr/>
            <p:nvPr/>
          </p:nvSpPr>
          <p:spPr>
            <a:xfrm>
              <a:off x="3921120" y="2441520"/>
              <a:ext cx="1082160" cy="980640"/>
            </a:xfrm>
            <a:custGeom>
              <a:avLst/>
              <a:gdLst>
                <a:gd name="textAreaLeft" fmla="*/ 0 w 1082160"/>
                <a:gd name="textAreaRight" fmla="*/ 1089000 w 1082160"/>
                <a:gd name="textAreaTop" fmla="*/ 0 h 980640"/>
                <a:gd name="textAreaBottom" fmla="*/ 987480 h 980640"/>
              </a:gdLst>
              <a:ahLst/>
              <a:rect l="textAreaLeft" t="textAreaTop" r="textAreaRight" b="textAreaBottom"/>
              <a:pathLst>
                <a:path w="286" h="259">
                  <a:moveTo>
                    <a:pt x="286" y="0"/>
                  </a:moveTo>
                  <a:cubicBezTo>
                    <a:pt x="286" y="233"/>
                    <a:pt x="286" y="233"/>
                    <a:pt x="286" y="233"/>
                  </a:cubicBezTo>
                  <a:cubicBezTo>
                    <a:pt x="271" y="233"/>
                    <a:pt x="260" y="245"/>
                    <a:pt x="260"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91" name="Group 13"/>
            <p:cNvGrpSpPr/>
            <p:nvPr/>
          </p:nvGrpSpPr>
          <p:grpSpPr>
            <a:xfrm>
              <a:off x="4924800" y="2349360"/>
              <a:ext cx="163800" cy="163800"/>
              <a:chOff x="4924800" y="2349360"/>
              <a:chExt cx="163800" cy="163800"/>
            </a:xfrm>
          </p:grpSpPr>
          <p:sp>
            <p:nvSpPr>
              <p:cNvPr id="592" name="Oval 14"/>
              <p:cNvSpPr/>
              <p:nvPr/>
            </p:nvSpPr>
            <p:spPr>
              <a:xfrm>
                <a:off x="4924800" y="23493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93" name="Oval 28"/>
              <p:cNvSpPr/>
              <p:nvPr/>
            </p:nvSpPr>
            <p:spPr>
              <a:xfrm>
                <a:off x="4968000" y="23925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594" name="Group 16"/>
          <p:cNvGrpSpPr/>
          <p:nvPr/>
        </p:nvGrpSpPr>
        <p:grpSpPr>
          <a:xfrm>
            <a:off x="6097680" y="2349360"/>
            <a:ext cx="1158840" cy="1072800"/>
            <a:chOff x="6097680" y="2349360"/>
            <a:chExt cx="1158840" cy="1072800"/>
          </a:xfrm>
        </p:grpSpPr>
        <p:sp>
          <p:nvSpPr>
            <p:cNvPr id="595" name="Freeform 8"/>
            <p:cNvSpPr/>
            <p:nvPr/>
          </p:nvSpPr>
          <p:spPr>
            <a:xfrm>
              <a:off x="6097680" y="2441520"/>
              <a:ext cx="1082160" cy="980640"/>
            </a:xfrm>
            <a:custGeom>
              <a:avLst/>
              <a:gdLst>
                <a:gd name="textAreaLeft" fmla="*/ 0 w 1082160"/>
                <a:gd name="textAreaRight" fmla="*/ 1089000 w 1082160"/>
                <a:gd name="textAreaTop" fmla="*/ 0 h 980640"/>
                <a:gd name="textAreaBottom" fmla="*/ 987480 h 980640"/>
              </a:gdLst>
              <a:ahLst/>
              <a:rect l="textAreaLeft" t="textAreaTop" r="textAreaRight" b="textAreaBottom"/>
              <a:pathLst>
                <a:path w="286" h="259">
                  <a:moveTo>
                    <a:pt x="286" y="0"/>
                  </a:moveTo>
                  <a:cubicBezTo>
                    <a:pt x="286" y="233"/>
                    <a:pt x="286" y="233"/>
                    <a:pt x="286" y="233"/>
                  </a:cubicBezTo>
                  <a:cubicBezTo>
                    <a:pt x="271" y="233"/>
                    <a:pt x="259" y="245"/>
                    <a:pt x="259"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596" name="Group 18"/>
            <p:cNvGrpSpPr/>
            <p:nvPr/>
          </p:nvGrpSpPr>
          <p:grpSpPr>
            <a:xfrm>
              <a:off x="7092720" y="2349360"/>
              <a:ext cx="163800" cy="163800"/>
              <a:chOff x="7092720" y="2349360"/>
              <a:chExt cx="163800" cy="163800"/>
            </a:xfrm>
          </p:grpSpPr>
          <p:sp>
            <p:nvSpPr>
              <p:cNvPr id="597" name="Oval 19"/>
              <p:cNvSpPr/>
              <p:nvPr/>
            </p:nvSpPr>
            <p:spPr>
              <a:xfrm>
                <a:off x="7092720" y="23493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598" name="Oval 28"/>
              <p:cNvSpPr/>
              <p:nvPr/>
            </p:nvSpPr>
            <p:spPr>
              <a:xfrm>
                <a:off x="7135920" y="23925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599" name="Group 21"/>
          <p:cNvGrpSpPr/>
          <p:nvPr/>
        </p:nvGrpSpPr>
        <p:grpSpPr>
          <a:xfrm>
            <a:off x="8273880" y="2349360"/>
            <a:ext cx="1156680" cy="1072800"/>
            <a:chOff x="8273880" y="2349360"/>
            <a:chExt cx="1156680" cy="1072800"/>
          </a:xfrm>
        </p:grpSpPr>
        <p:sp>
          <p:nvSpPr>
            <p:cNvPr id="600" name="Freeform 15"/>
            <p:cNvSpPr/>
            <p:nvPr/>
          </p:nvSpPr>
          <p:spPr>
            <a:xfrm>
              <a:off x="8273880" y="2441520"/>
              <a:ext cx="1082160" cy="980640"/>
            </a:xfrm>
            <a:custGeom>
              <a:avLst/>
              <a:gdLst>
                <a:gd name="textAreaLeft" fmla="*/ 0 w 1082160"/>
                <a:gd name="textAreaRight" fmla="*/ 1089000 w 1082160"/>
                <a:gd name="textAreaTop" fmla="*/ 0 h 980640"/>
                <a:gd name="textAreaBottom" fmla="*/ 987480 h 980640"/>
              </a:gdLst>
              <a:ahLst/>
              <a:rect l="textAreaLeft" t="textAreaTop" r="textAreaRight" b="textAreaBottom"/>
              <a:pathLst>
                <a:path w="286" h="259">
                  <a:moveTo>
                    <a:pt x="286" y="0"/>
                  </a:moveTo>
                  <a:cubicBezTo>
                    <a:pt x="286" y="233"/>
                    <a:pt x="286" y="233"/>
                    <a:pt x="286" y="233"/>
                  </a:cubicBezTo>
                  <a:cubicBezTo>
                    <a:pt x="271" y="233"/>
                    <a:pt x="259" y="245"/>
                    <a:pt x="259" y="259"/>
                  </a:cubicBezTo>
                  <a:cubicBezTo>
                    <a:pt x="27" y="259"/>
                    <a:pt x="27" y="259"/>
                    <a:pt x="27" y="259"/>
                  </a:cubicBezTo>
                  <a:cubicBezTo>
                    <a:pt x="27" y="245"/>
                    <a:pt x="15" y="233"/>
                    <a:pt x="0" y="233"/>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01" name="Group 23"/>
            <p:cNvGrpSpPr/>
            <p:nvPr/>
          </p:nvGrpSpPr>
          <p:grpSpPr>
            <a:xfrm>
              <a:off x="9266760" y="2349360"/>
              <a:ext cx="163800" cy="163800"/>
              <a:chOff x="9266760" y="2349360"/>
              <a:chExt cx="163800" cy="163800"/>
            </a:xfrm>
          </p:grpSpPr>
          <p:sp>
            <p:nvSpPr>
              <p:cNvPr id="602" name="Oval 24"/>
              <p:cNvSpPr/>
              <p:nvPr/>
            </p:nvSpPr>
            <p:spPr>
              <a:xfrm>
                <a:off x="9266760" y="23493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03" name="Oval 28"/>
              <p:cNvSpPr/>
              <p:nvPr/>
            </p:nvSpPr>
            <p:spPr>
              <a:xfrm>
                <a:off x="9309960" y="23925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604" name="Group 26"/>
          <p:cNvGrpSpPr/>
          <p:nvPr/>
        </p:nvGrpSpPr>
        <p:grpSpPr>
          <a:xfrm>
            <a:off x="758880" y="3429000"/>
            <a:ext cx="1061640" cy="1063080"/>
            <a:chOff x="758880" y="3429000"/>
            <a:chExt cx="1061640" cy="1063080"/>
          </a:xfrm>
        </p:grpSpPr>
        <p:sp>
          <p:nvSpPr>
            <p:cNvPr id="605" name="Freeform 9"/>
            <p:cNvSpPr/>
            <p:nvPr/>
          </p:nvSpPr>
          <p:spPr>
            <a:xfrm>
              <a:off x="758880" y="3429000"/>
              <a:ext cx="978840" cy="983880"/>
            </a:xfrm>
            <a:custGeom>
              <a:avLst/>
              <a:gdLst>
                <a:gd name="textAreaLeft" fmla="*/ 0 w 978840"/>
                <a:gd name="textAreaRight" fmla="*/ 985680 w 978840"/>
                <a:gd name="textAreaTop" fmla="*/ 0 h 983880"/>
                <a:gd name="textAreaBottom" fmla="*/ 990720 h 983880"/>
              </a:gdLst>
              <a:ahLst/>
              <a:rect l="textAreaLeft" t="textAreaTop" r="textAreaRight" b="textAreaBottom"/>
              <a:pathLst>
                <a:path w="259" h="260">
                  <a:moveTo>
                    <a:pt x="259" y="260"/>
                  </a:moveTo>
                  <a:cubicBezTo>
                    <a:pt x="259" y="27"/>
                    <a:pt x="259" y="27"/>
                    <a:pt x="259" y="27"/>
                  </a:cubicBezTo>
                  <a:cubicBezTo>
                    <a:pt x="245" y="27"/>
                    <a:pt x="233" y="15"/>
                    <a:pt x="233" y="0"/>
                  </a:cubicBezTo>
                  <a:cubicBezTo>
                    <a:pt x="0" y="0"/>
                    <a:pt x="0" y="0"/>
                    <a:pt x="0" y="0"/>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06" name="Group 28"/>
            <p:cNvGrpSpPr/>
            <p:nvPr/>
          </p:nvGrpSpPr>
          <p:grpSpPr>
            <a:xfrm>
              <a:off x="1656720" y="4328280"/>
              <a:ext cx="163800" cy="163800"/>
              <a:chOff x="1656720" y="4328280"/>
              <a:chExt cx="163800" cy="163800"/>
            </a:xfrm>
          </p:grpSpPr>
          <p:sp>
            <p:nvSpPr>
              <p:cNvPr id="607" name="Oval 29"/>
              <p:cNvSpPr/>
              <p:nvPr/>
            </p:nvSpPr>
            <p:spPr>
              <a:xfrm>
                <a:off x="1656720" y="432828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08" name="Oval 28"/>
              <p:cNvSpPr/>
              <p:nvPr/>
            </p:nvSpPr>
            <p:spPr>
              <a:xfrm>
                <a:off x="1699560" y="437148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609" name="Group 31"/>
          <p:cNvGrpSpPr/>
          <p:nvPr/>
        </p:nvGrpSpPr>
        <p:grpSpPr>
          <a:xfrm>
            <a:off x="2833560" y="3432240"/>
            <a:ext cx="1168200" cy="1059840"/>
            <a:chOff x="2833560" y="3432240"/>
            <a:chExt cx="1168200" cy="1059840"/>
          </a:xfrm>
        </p:grpSpPr>
        <p:sp>
          <p:nvSpPr>
            <p:cNvPr id="610" name="Freeform 10"/>
            <p:cNvSpPr/>
            <p:nvPr/>
          </p:nvSpPr>
          <p:spPr>
            <a:xfrm>
              <a:off x="2833560" y="3432240"/>
              <a:ext cx="1080720" cy="980640"/>
            </a:xfrm>
            <a:custGeom>
              <a:avLst/>
              <a:gdLst>
                <a:gd name="textAreaLeft" fmla="*/ 0 w 1080720"/>
                <a:gd name="textAreaRight" fmla="*/ 1087560 w 1080720"/>
                <a:gd name="textAreaTop" fmla="*/ 0 h 980640"/>
                <a:gd name="textAreaBottom" fmla="*/ 987480 h 980640"/>
              </a:gdLst>
              <a:ahLst/>
              <a:rect l="textAreaLeft" t="textAreaTop" r="textAreaRight" b="textAreaBottom"/>
              <a:pathLst>
                <a:path w="286" h="259">
                  <a:moveTo>
                    <a:pt x="286" y="259"/>
                  </a:moveTo>
                  <a:cubicBezTo>
                    <a:pt x="286" y="26"/>
                    <a:pt x="286" y="26"/>
                    <a:pt x="286" y="26"/>
                  </a:cubicBezTo>
                  <a:cubicBezTo>
                    <a:pt x="271" y="26"/>
                    <a:pt x="260" y="14"/>
                    <a:pt x="260" y="0"/>
                  </a:cubicBezTo>
                  <a:cubicBezTo>
                    <a:pt x="27" y="0"/>
                    <a:pt x="27" y="0"/>
                    <a:pt x="27" y="0"/>
                  </a:cubicBezTo>
                  <a:cubicBezTo>
                    <a:pt x="27" y="14"/>
                    <a:pt x="15"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11" name="Group 33"/>
            <p:cNvGrpSpPr/>
            <p:nvPr/>
          </p:nvGrpSpPr>
          <p:grpSpPr>
            <a:xfrm>
              <a:off x="3837960" y="4328280"/>
              <a:ext cx="163800" cy="163800"/>
              <a:chOff x="3837960" y="4328280"/>
              <a:chExt cx="163800" cy="163800"/>
            </a:xfrm>
          </p:grpSpPr>
          <p:sp>
            <p:nvSpPr>
              <p:cNvPr id="612" name="Oval 34"/>
              <p:cNvSpPr/>
              <p:nvPr/>
            </p:nvSpPr>
            <p:spPr>
              <a:xfrm>
                <a:off x="3837960" y="432828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13" name="Oval 28"/>
              <p:cNvSpPr/>
              <p:nvPr/>
            </p:nvSpPr>
            <p:spPr>
              <a:xfrm>
                <a:off x="3880800" y="437148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614" name="Group 36"/>
          <p:cNvGrpSpPr/>
          <p:nvPr/>
        </p:nvGrpSpPr>
        <p:grpSpPr>
          <a:xfrm>
            <a:off x="5010120" y="3432240"/>
            <a:ext cx="1159200" cy="1059840"/>
            <a:chOff x="5010120" y="3432240"/>
            <a:chExt cx="1159200" cy="1059840"/>
          </a:xfrm>
        </p:grpSpPr>
        <p:sp>
          <p:nvSpPr>
            <p:cNvPr id="615" name="Freeform 11"/>
            <p:cNvSpPr/>
            <p:nvPr/>
          </p:nvSpPr>
          <p:spPr>
            <a:xfrm>
              <a:off x="5010120" y="3432240"/>
              <a:ext cx="1080720" cy="980640"/>
            </a:xfrm>
            <a:custGeom>
              <a:avLst/>
              <a:gdLst>
                <a:gd name="textAreaLeft" fmla="*/ 0 w 1080720"/>
                <a:gd name="textAreaRight" fmla="*/ 1087560 w 1080720"/>
                <a:gd name="textAreaTop" fmla="*/ 0 h 980640"/>
                <a:gd name="textAreaBottom" fmla="*/ 987480 h 980640"/>
              </a:gdLst>
              <a:ahLst/>
              <a:rect l="textAreaLeft" t="textAreaTop" r="textAreaRight" b="textAreaBottom"/>
              <a:pathLst>
                <a:path w="286" h="259">
                  <a:moveTo>
                    <a:pt x="286" y="259"/>
                  </a:moveTo>
                  <a:cubicBezTo>
                    <a:pt x="286" y="26"/>
                    <a:pt x="286" y="26"/>
                    <a:pt x="286" y="26"/>
                  </a:cubicBezTo>
                  <a:cubicBezTo>
                    <a:pt x="271" y="26"/>
                    <a:pt x="259" y="14"/>
                    <a:pt x="259" y="0"/>
                  </a:cubicBezTo>
                  <a:cubicBezTo>
                    <a:pt x="27" y="0"/>
                    <a:pt x="27" y="0"/>
                    <a:pt x="27" y="0"/>
                  </a:cubicBezTo>
                  <a:cubicBezTo>
                    <a:pt x="27" y="14"/>
                    <a:pt x="15"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16" name="Group 38"/>
            <p:cNvGrpSpPr/>
            <p:nvPr/>
          </p:nvGrpSpPr>
          <p:grpSpPr>
            <a:xfrm>
              <a:off x="6005520" y="4328280"/>
              <a:ext cx="163800" cy="163800"/>
              <a:chOff x="6005520" y="4328280"/>
              <a:chExt cx="163800" cy="163800"/>
            </a:xfrm>
          </p:grpSpPr>
          <p:sp>
            <p:nvSpPr>
              <p:cNvPr id="617" name="Oval 39"/>
              <p:cNvSpPr/>
              <p:nvPr/>
            </p:nvSpPr>
            <p:spPr>
              <a:xfrm>
                <a:off x="6005520" y="432828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18" name="Oval 28"/>
              <p:cNvSpPr/>
              <p:nvPr/>
            </p:nvSpPr>
            <p:spPr>
              <a:xfrm>
                <a:off x="6048720" y="437148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619" name="Group 41"/>
          <p:cNvGrpSpPr/>
          <p:nvPr/>
        </p:nvGrpSpPr>
        <p:grpSpPr>
          <a:xfrm>
            <a:off x="7186680" y="3432240"/>
            <a:ext cx="1156680" cy="1059840"/>
            <a:chOff x="7186680" y="3432240"/>
            <a:chExt cx="1156680" cy="1059840"/>
          </a:xfrm>
        </p:grpSpPr>
        <p:sp>
          <p:nvSpPr>
            <p:cNvPr id="620" name="Freeform 12"/>
            <p:cNvSpPr/>
            <p:nvPr/>
          </p:nvSpPr>
          <p:spPr>
            <a:xfrm>
              <a:off x="7186680" y="3432240"/>
              <a:ext cx="1080720" cy="980640"/>
            </a:xfrm>
            <a:custGeom>
              <a:avLst/>
              <a:gdLst>
                <a:gd name="textAreaLeft" fmla="*/ 0 w 1080720"/>
                <a:gd name="textAreaRight" fmla="*/ 1087560 w 1080720"/>
                <a:gd name="textAreaTop" fmla="*/ 0 h 980640"/>
                <a:gd name="textAreaBottom" fmla="*/ 987480 h 980640"/>
              </a:gdLst>
              <a:ahLst/>
              <a:rect l="textAreaLeft" t="textAreaTop" r="textAreaRight" b="textAreaBottom"/>
              <a:pathLst>
                <a:path w="286" h="259">
                  <a:moveTo>
                    <a:pt x="286" y="259"/>
                  </a:moveTo>
                  <a:cubicBezTo>
                    <a:pt x="286" y="26"/>
                    <a:pt x="286" y="26"/>
                    <a:pt x="286" y="26"/>
                  </a:cubicBezTo>
                  <a:cubicBezTo>
                    <a:pt x="271" y="26"/>
                    <a:pt x="259" y="14"/>
                    <a:pt x="259" y="0"/>
                  </a:cubicBezTo>
                  <a:cubicBezTo>
                    <a:pt x="27" y="0"/>
                    <a:pt x="27" y="0"/>
                    <a:pt x="27" y="0"/>
                  </a:cubicBezTo>
                  <a:cubicBezTo>
                    <a:pt x="27" y="14"/>
                    <a:pt x="15"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21" name="Group 43"/>
            <p:cNvGrpSpPr/>
            <p:nvPr/>
          </p:nvGrpSpPr>
          <p:grpSpPr>
            <a:xfrm>
              <a:off x="8179560" y="4328280"/>
              <a:ext cx="163800" cy="163800"/>
              <a:chOff x="8179560" y="4328280"/>
              <a:chExt cx="163800" cy="163800"/>
            </a:xfrm>
          </p:grpSpPr>
          <p:sp>
            <p:nvSpPr>
              <p:cNvPr id="622" name="Oval 44"/>
              <p:cNvSpPr/>
              <p:nvPr/>
            </p:nvSpPr>
            <p:spPr>
              <a:xfrm>
                <a:off x="8179560" y="432828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23" name="Oval 28"/>
              <p:cNvSpPr/>
              <p:nvPr/>
            </p:nvSpPr>
            <p:spPr>
              <a:xfrm>
                <a:off x="8222760" y="437148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624" name="Group 46"/>
          <p:cNvGrpSpPr/>
          <p:nvPr/>
        </p:nvGrpSpPr>
        <p:grpSpPr>
          <a:xfrm>
            <a:off x="1656720" y="3344760"/>
            <a:ext cx="163800" cy="163800"/>
            <a:chOff x="1656720" y="3344760"/>
            <a:chExt cx="163800" cy="163800"/>
          </a:xfrm>
        </p:grpSpPr>
        <p:sp>
          <p:nvSpPr>
            <p:cNvPr id="625" name="Oval 47"/>
            <p:cNvSpPr/>
            <p:nvPr/>
          </p:nvSpPr>
          <p:spPr>
            <a:xfrm>
              <a:off x="165672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26" name="Oval 28"/>
            <p:cNvSpPr/>
            <p:nvPr/>
          </p:nvSpPr>
          <p:spPr>
            <a:xfrm>
              <a:off x="169956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27" name="Group 49"/>
          <p:cNvGrpSpPr/>
          <p:nvPr/>
        </p:nvGrpSpPr>
        <p:grpSpPr>
          <a:xfrm>
            <a:off x="2746800" y="3344760"/>
            <a:ext cx="163800" cy="163800"/>
            <a:chOff x="2746800" y="3344760"/>
            <a:chExt cx="163800" cy="163800"/>
          </a:xfrm>
        </p:grpSpPr>
        <p:sp>
          <p:nvSpPr>
            <p:cNvPr id="628" name="Oval 50"/>
            <p:cNvSpPr/>
            <p:nvPr/>
          </p:nvSpPr>
          <p:spPr>
            <a:xfrm>
              <a:off x="274680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29" name="Oval 28"/>
            <p:cNvSpPr/>
            <p:nvPr/>
          </p:nvSpPr>
          <p:spPr>
            <a:xfrm>
              <a:off x="279000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30" name="Group 52"/>
          <p:cNvGrpSpPr/>
          <p:nvPr/>
        </p:nvGrpSpPr>
        <p:grpSpPr>
          <a:xfrm>
            <a:off x="3832200" y="3344760"/>
            <a:ext cx="163800" cy="163800"/>
            <a:chOff x="3832200" y="3344760"/>
            <a:chExt cx="163800" cy="163800"/>
          </a:xfrm>
        </p:grpSpPr>
        <p:sp>
          <p:nvSpPr>
            <p:cNvPr id="631" name="Oval 53"/>
            <p:cNvSpPr/>
            <p:nvPr/>
          </p:nvSpPr>
          <p:spPr>
            <a:xfrm>
              <a:off x="383220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32" name="Oval 28"/>
            <p:cNvSpPr/>
            <p:nvPr/>
          </p:nvSpPr>
          <p:spPr>
            <a:xfrm>
              <a:off x="387540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33" name="Group 55"/>
          <p:cNvGrpSpPr/>
          <p:nvPr/>
        </p:nvGrpSpPr>
        <p:grpSpPr>
          <a:xfrm>
            <a:off x="4921200" y="3344760"/>
            <a:ext cx="163800" cy="163800"/>
            <a:chOff x="4921200" y="3344760"/>
            <a:chExt cx="163800" cy="163800"/>
          </a:xfrm>
        </p:grpSpPr>
        <p:sp>
          <p:nvSpPr>
            <p:cNvPr id="634" name="Oval 56"/>
            <p:cNvSpPr/>
            <p:nvPr/>
          </p:nvSpPr>
          <p:spPr>
            <a:xfrm>
              <a:off x="492120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35" name="Oval 28"/>
            <p:cNvSpPr/>
            <p:nvPr/>
          </p:nvSpPr>
          <p:spPr>
            <a:xfrm>
              <a:off x="496440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36" name="Group 58"/>
          <p:cNvGrpSpPr/>
          <p:nvPr/>
        </p:nvGrpSpPr>
        <p:grpSpPr>
          <a:xfrm>
            <a:off x="6014880" y="3344760"/>
            <a:ext cx="163800" cy="163800"/>
            <a:chOff x="6014880" y="3344760"/>
            <a:chExt cx="163800" cy="163800"/>
          </a:xfrm>
        </p:grpSpPr>
        <p:sp>
          <p:nvSpPr>
            <p:cNvPr id="637" name="Oval 59"/>
            <p:cNvSpPr/>
            <p:nvPr/>
          </p:nvSpPr>
          <p:spPr>
            <a:xfrm>
              <a:off x="601488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38" name="Oval 28"/>
            <p:cNvSpPr/>
            <p:nvPr/>
          </p:nvSpPr>
          <p:spPr>
            <a:xfrm>
              <a:off x="605808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39" name="Group 61"/>
          <p:cNvGrpSpPr/>
          <p:nvPr/>
        </p:nvGrpSpPr>
        <p:grpSpPr>
          <a:xfrm>
            <a:off x="7098840" y="3344760"/>
            <a:ext cx="163800" cy="163800"/>
            <a:chOff x="7098840" y="3344760"/>
            <a:chExt cx="163800" cy="163800"/>
          </a:xfrm>
        </p:grpSpPr>
        <p:sp>
          <p:nvSpPr>
            <p:cNvPr id="640" name="Oval 62"/>
            <p:cNvSpPr/>
            <p:nvPr/>
          </p:nvSpPr>
          <p:spPr>
            <a:xfrm>
              <a:off x="709884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41" name="Oval 28"/>
            <p:cNvSpPr/>
            <p:nvPr/>
          </p:nvSpPr>
          <p:spPr>
            <a:xfrm>
              <a:off x="714204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42" name="Group 64"/>
          <p:cNvGrpSpPr/>
          <p:nvPr/>
        </p:nvGrpSpPr>
        <p:grpSpPr>
          <a:xfrm>
            <a:off x="8182800" y="3344760"/>
            <a:ext cx="163800" cy="163800"/>
            <a:chOff x="8182800" y="3344760"/>
            <a:chExt cx="163800" cy="163800"/>
          </a:xfrm>
        </p:grpSpPr>
        <p:sp>
          <p:nvSpPr>
            <p:cNvPr id="643" name="Oval 65"/>
            <p:cNvSpPr/>
            <p:nvPr/>
          </p:nvSpPr>
          <p:spPr>
            <a:xfrm>
              <a:off x="818280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44" name="Oval 28"/>
            <p:cNvSpPr/>
            <p:nvPr/>
          </p:nvSpPr>
          <p:spPr>
            <a:xfrm>
              <a:off x="822600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45" name="Group 67"/>
          <p:cNvGrpSpPr/>
          <p:nvPr/>
        </p:nvGrpSpPr>
        <p:grpSpPr>
          <a:xfrm>
            <a:off x="9363240" y="3432240"/>
            <a:ext cx="1160280" cy="1059840"/>
            <a:chOff x="9363240" y="3432240"/>
            <a:chExt cx="1160280" cy="1059840"/>
          </a:xfrm>
        </p:grpSpPr>
        <p:sp>
          <p:nvSpPr>
            <p:cNvPr id="646" name="Freeform 14"/>
            <p:cNvSpPr/>
            <p:nvPr/>
          </p:nvSpPr>
          <p:spPr>
            <a:xfrm>
              <a:off x="9363240" y="3432240"/>
              <a:ext cx="1082160" cy="980640"/>
            </a:xfrm>
            <a:custGeom>
              <a:avLst/>
              <a:gdLst>
                <a:gd name="textAreaLeft" fmla="*/ 0 w 1082160"/>
                <a:gd name="textAreaRight" fmla="*/ 1089000 w 1082160"/>
                <a:gd name="textAreaTop" fmla="*/ 0 h 980640"/>
                <a:gd name="textAreaBottom" fmla="*/ 987480 h 980640"/>
              </a:gdLst>
              <a:ahLst/>
              <a:rect l="textAreaLeft" t="textAreaTop" r="textAreaRight" b="textAreaBottom"/>
              <a:pathLst>
                <a:path w="286" h="259">
                  <a:moveTo>
                    <a:pt x="286" y="259"/>
                  </a:moveTo>
                  <a:cubicBezTo>
                    <a:pt x="286" y="26"/>
                    <a:pt x="286" y="26"/>
                    <a:pt x="286" y="26"/>
                  </a:cubicBezTo>
                  <a:cubicBezTo>
                    <a:pt x="271" y="26"/>
                    <a:pt x="259" y="14"/>
                    <a:pt x="259" y="0"/>
                  </a:cubicBezTo>
                  <a:cubicBezTo>
                    <a:pt x="26" y="0"/>
                    <a:pt x="26" y="0"/>
                    <a:pt x="26" y="0"/>
                  </a:cubicBezTo>
                  <a:cubicBezTo>
                    <a:pt x="26" y="14"/>
                    <a:pt x="14" y="26"/>
                    <a:pt x="0" y="26"/>
                  </a:cubicBezTo>
                </a:path>
              </a:pathLst>
            </a:custGeom>
            <a:noFill/>
            <a:ln cap="rnd" w="38100">
              <a:solidFill>
                <a:srgbClr val="334257"/>
              </a:solidFill>
              <a:round/>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647" name="Group 69"/>
            <p:cNvGrpSpPr/>
            <p:nvPr/>
          </p:nvGrpSpPr>
          <p:grpSpPr>
            <a:xfrm>
              <a:off x="10359720" y="4328280"/>
              <a:ext cx="163800" cy="163800"/>
              <a:chOff x="10359720" y="4328280"/>
              <a:chExt cx="163800" cy="163800"/>
            </a:xfrm>
          </p:grpSpPr>
          <p:sp>
            <p:nvSpPr>
              <p:cNvPr id="648" name="Oval 70"/>
              <p:cNvSpPr/>
              <p:nvPr/>
            </p:nvSpPr>
            <p:spPr>
              <a:xfrm>
                <a:off x="10359720" y="432828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49" name="Oval 28"/>
              <p:cNvSpPr/>
              <p:nvPr/>
            </p:nvSpPr>
            <p:spPr>
              <a:xfrm>
                <a:off x="10402920" y="437148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grpSp>
        <p:nvGrpSpPr>
          <p:cNvPr id="650" name="Group 72"/>
          <p:cNvGrpSpPr/>
          <p:nvPr/>
        </p:nvGrpSpPr>
        <p:grpSpPr>
          <a:xfrm>
            <a:off x="9272880" y="3344760"/>
            <a:ext cx="163800" cy="163800"/>
            <a:chOff x="9272880" y="3344760"/>
            <a:chExt cx="163800" cy="163800"/>
          </a:xfrm>
        </p:grpSpPr>
        <p:sp>
          <p:nvSpPr>
            <p:cNvPr id="651" name="Oval 73"/>
            <p:cNvSpPr/>
            <p:nvPr/>
          </p:nvSpPr>
          <p:spPr>
            <a:xfrm>
              <a:off x="927288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52" name="Oval 28"/>
            <p:cNvSpPr/>
            <p:nvPr/>
          </p:nvSpPr>
          <p:spPr>
            <a:xfrm>
              <a:off x="931608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53" name="Group 75"/>
          <p:cNvGrpSpPr/>
          <p:nvPr/>
        </p:nvGrpSpPr>
        <p:grpSpPr>
          <a:xfrm>
            <a:off x="10358640" y="3344760"/>
            <a:ext cx="163800" cy="163800"/>
            <a:chOff x="10358640" y="3344760"/>
            <a:chExt cx="163800" cy="163800"/>
          </a:xfrm>
        </p:grpSpPr>
        <p:sp>
          <p:nvSpPr>
            <p:cNvPr id="654" name="Oval 76"/>
            <p:cNvSpPr/>
            <p:nvPr/>
          </p:nvSpPr>
          <p:spPr>
            <a:xfrm>
              <a:off x="1035864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55" name="Oval 28"/>
            <p:cNvSpPr/>
            <p:nvPr/>
          </p:nvSpPr>
          <p:spPr>
            <a:xfrm>
              <a:off x="1040184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56" name="Group 78"/>
          <p:cNvGrpSpPr/>
          <p:nvPr/>
        </p:nvGrpSpPr>
        <p:grpSpPr>
          <a:xfrm>
            <a:off x="11351880" y="3344760"/>
            <a:ext cx="163800" cy="163800"/>
            <a:chOff x="11351880" y="3344760"/>
            <a:chExt cx="163800" cy="163800"/>
          </a:xfrm>
        </p:grpSpPr>
        <p:sp>
          <p:nvSpPr>
            <p:cNvPr id="657" name="Oval 79"/>
            <p:cNvSpPr/>
            <p:nvPr/>
          </p:nvSpPr>
          <p:spPr>
            <a:xfrm>
              <a:off x="1135188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58" name="Oval 28"/>
            <p:cNvSpPr/>
            <p:nvPr/>
          </p:nvSpPr>
          <p:spPr>
            <a:xfrm>
              <a:off x="1139508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grpSp>
        <p:nvGrpSpPr>
          <p:cNvPr id="659" name="Group 112"/>
          <p:cNvGrpSpPr/>
          <p:nvPr/>
        </p:nvGrpSpPr>
        <p:grpSpPr>
          <a:xfrm>
            <a:off x="673560" y="3344760"/>
            <a:ext cx="163800" cy="163800"/>
            <a:chOff x="673560" y="3344760"/>
            <a:chExt cx="163800" cy="163800"/>
          </a:xfrm>
        </p:grpSpPr>
        <p:sp>
          <p:nvSpPr>
            <p:cNvPr id="660" name="Oval 113"/>
            <p:cNvSpPr/>
            <p:nvPr/>
          </p:nvSpPr>
          <p:spPr>
            <a:xfrm>
              <a:off x="673560" y="3344760"/>
              <a:ext cx="163800" cy="16380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61" name="Oval 28"/>
            <p:cNvSpPr/>
            <p:nvPr/>
          </p:nvSpPr>
          <p:spPr>
            <a:xfrm>
              <a:off x="716760" y="3387960"/>
              <a:ext cx="75600" cy="74880"/>
            </a:xfrm>
            <a:prstGeom prst="ellipse">
              <a:avLst/>
            </a:prstGeom>
            <a:solidFill>
              <a:srgbClr val="c00000"/>
            </a:solidFill>
            <a:ln w="0">
              <a:noFill/>
            </a:ln>
          </p:spPr>
          <p:style>
            <a:lnRef idx="0"/>
            <a:fillRef idx="0"/>
            <a:effectRef idx="0"/>
            <a:fontRef idx="minor"/>
          </p:style>
          <p:txBody>
            <a:bodyPr numCol="1" spcCol="0" lIns="90000" rIns="90000" tIns="26640" bIns="26640" anchor="t">
              <a:noAutofit/>
            </a:bodyPr>
            <a:p>
              <a:pPr defTabSz="914400">
                <a:lnSpc>
                  <a:spcPct val="100000"/>
                </a:lnSpc>
              </a:pPr>
              <a:endParaRPr b="0" lang="ru-UA" sz="1800" spc="-1" strike="noStrike">
                <a:solidFill>
                  <a:schemeClr val="dk1"/>
                </a:solidFill>
                <a:latin typeface="Open Sans"/>
              </a:endParaRPr>
            </a:p>
          </p:txBody>
        </p:sp>
      </p:grpSp>
      <p:sp>
        <p:nvSpPr>
          <p:cNvPr id="66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6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6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66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666" name="Group 93"/>
          <p:cNvGrpSpPr/>
          <p:nvPr/>
        </p:nvGrpSpPr>
        <p:grpSpPr>
          <a:xfrm>
            <a:off x="554040" y="565200"/>
            <a:ext cx="1472760" cy="48960"/>
            <a:chOff x="554040" y="565200"/>
            <a:chExt cx="1472760" cy="48960"/>
          </a:xfrm>
        </p:grpSpPr>
        <p:sp>
          <p:nvSpPr>
            <p:cNvPr id="66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6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669" name="Rectangle 98"/>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1" r:id="rId2"/>
  </p:sldLayoutIdLst>
</p:sldMaster>
</file>

<file path=ppt/slideMasters/slideMaster2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67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67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E874028-01E8-416B-AEE1-527737D3A8B2}"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672" name="TextBox 9"/>
          <p:cNvSpPr/>
          <p:nvPr/>
        </p:nvSpPr>
        <p:spPr>
          <a:xfrm>
            <a:off x="4515120" y="4888800"/>
            <a:ext cx="34750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tr-TR" sz="1800" spc="-1" strike="noStrike">
                <a:solidFill>
                  <a:srgbClr val="ffffff"/>
                </a:solidFill>
                <a:latin typeface="Calibri"/>
              </a:rPr>
              <a:t>www.havelsan.com</a:t>
            </a:r>
            <a:endParaRPr b="0" lang="en-US" sz="1800" spc="-1" strike="noStrike">
              <a:solidFill>
                <a:srgbClr val="ffffff"/>
              </a:solidFill>
              <a:latin typeface="Arial"/>
            </a:endParaRPr>
          </a:p>
        </p:txBody>
      </p:sp>
      <p:sp>
        <p:nvSpPr>
          <p:cNvPr id="673" name="Grey_unpressed"/>
          <p:cNvSpPr/>
          <p:nvPr/>
        </p:nvSpPr>
        <p:spPr>
          <a:xfrm>
            <a:off x="2833920" y="2727720"/>
            <a:ext cx="6467760" cy="1515600"/>
          </a:xfrm>
          <a:custGeom>
            <a:avLst/>
            <a:gdLst>
              <a:gd name="textAreaLeft" fmla="*/ 0 w 6467760"/>
              <a:gd name="textAreaRight" fmla="*/ 6474600 w 6467760"/>
              <a:gd name="textAreaTop" fmla="*/ 0 h 1515600"/>
              <a:gd name="textAreaBottom" fmla="*/ 1522440 h 151560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674" name="Freeform 11"/>
          <p:cNvSpPr/>
          <p:nvPr/>
        </p:nvSpPr>
        <p:spPr>
          <a:xfrm>
            <a:off x="2435040" y="2589840"/>
            <a:ext cx="2433240" cy="2608200"/>
          </a:xfrm>
          <a:custGeom>
            <a:avLst/>
            <a:gdLst>
              <a:gd name="textAreaLeft" fmla="*/ 0 w 2433240"/>
              <a:gd name="textAreaRight" fmla="*/ 2440080 w 2433240"/>
              <a:gd name="textAreaTop" fmla="*/ 0 h 2608200"/>
              <a:gd name="textAreaBottom" fmla="*/ 2615040 h 260820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675" name="Oval 12"/>
          <p:cNvSpPr/>
          <p:nvPr/>
        </p:nvSpPr>
        <p:spPr>
          <a:xfrm>
            <a:off x="3103920" y="3080520"/>
            <a:ext cx="979920" cy="9799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76" name="TextBox 13"/>
          <p:cNvSpPr/>
          <p:nvPr/>
        </p:nvSpPr>
        <p:spPr>
          <a:xfrm>
            <a:off x="4591800" y="3215160"/>
            <a:ext cx="3398040" cy="699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tr-TR" sz="4000" spc="-1" strike="noStrike">
                <a:solidFill>
                  <a:srgbClr val="ffffff"/>
                </a:solidFill>
                <a:latin typeface="Arial"/>
              </a:rPr>
              <a:t>ARZ EDERİM</a:t>
            </a:r>
            <a:endParaRPr b="0" lang="en-US" sz="4000" spc="-1" strike="noStrike">
              <a:solidFill>
                <a:srgbClr val="ffffff"/>
              </a:solidFill>
              <a:latin typeface="Arial"/>
            </a:endParaRPr>
          </a:p>
        </p:txBody>
      </p:sp>
      <p:grpSp>
        <p:nvGrpSpPr>
          <p:cNvPr id="677" name="Group 14"/>
          <p:cNvGrpSpPr/>
          <p:nvPr/>
        </p:nvGrpSpPr>
        <p:grpSpPr>
          <a:xfrm>
            <a:off x="1717560" y="6498720"/>
            <a:ext cx="901080" cy="194400"/>
            <a:chOff x="1717560" y="6498720"/>
            <a:chExt cx="901080" cy="194400"/>
          </a:xfrm>
        </p:grpSpPr>
        <p:pic>
          <p:nvPicPr>
            <p:cNvPr id="678" name="Picture 15" descr=""/>
            <p:cNvPicPr/>
            <p:nvPr/>
          </p:nvPicPr>
          <p:blipFill>
            <a:blip r:embed="rId2"/>
            <a:srcRect l="24312" t="0" r="0" b="0"/>
            <a:stretch/>
          </p:blipFill>
          <p:spPr>
            <a:xfrm>
              <a:off x="1934640" y="6498720"/>
              <a:ext cx="684000" cy="183600"/>
            </a:xfrm>
            <a:prstGeom prst="rect">
              <a:avLst/>
            </a:prstGeom>
            <a:ln w="0">
              <a:noFill/>
            </a:ln>
          </p:spPr>
        </p:pic>
        <p:pic>
          <p:nvPicPr>
            <p:cNvPr id="679" name="Picture 16" descr=""/>
            <p:cNvPicPr/>
            <p:nvPr/>
          </p:nvPicPr>
          <p:blipFill>
            <a:blip r:embed="rId3"/>
            <a:srcRect l="0" t="0" r="76760" b="0"/>
            <a:stretch/>
          </p:blipFill>
          <p:spPr>
            <a:xfrm>
              <a:off x="1717560" y="6509520"/>
              <a:ext cx="205200" cy="183600"/>
            </a:xfrm>
            <a:prstGeom prst="rect">
              <a:avLst/>
            </a:prstGeom>
            <a:ln w="0">
              <a:noFill/>
            </a:ln>
          </p:spPr>
        </p:pic>
      </p:grpSp>
      <p:pic>
        <p:nvPicPr>
          <p:cNvPr id="680" name="Picture 4" descr=""/>
          <p:cNvPicPr/>
          <p:nvPr/>
        </p:nvPicPr>
        <p:blipFill>
          <a:blip r:embed="rId4"/>
          <a:stretch/>
        </p:blipFill>
        <p:spPr>
          <a:xfrm>
            <a:off x="169560" y="6469200"/>
            <a:ext cx="1329120" cy="253080"/>
          </a:xfrm>
          <a:prstGeom prst="rect">
            <a:avLst/>
          </a:prstGeom>
          <a:ln w="0">
            <a:noFill/>
          </a:ln>
        </p:spPr>
      </p:pic>
      <p:sp>
        <p:nvSpPr>
          <p:cNvPr id="681" name="TextBox 5"/>
          <p:cNvSpPr/>
          <p:nvPr/>
        </p:nvSpPr>
        <p:spPr>
          <a:xfrm>
            <a:off x="1585440" y="64987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682" name="TextBox 18"/>
          <p:cNvSpPr/>
          <p:nvPr/>
        </p:nvSpPr>
        <p:spPr>
          <a:xfrm>
            <a:off x="1585440" y="645480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683" name="TextBox 19"/>
          <p:cNvSpPr/>
          <p:nvPr/>
        </p:nvSpPr>
        <p:spPr>
          <a:xfrm>
            <a:off x="1585440" y="65095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684" name="TextBox 17"/>
          <p:cNvSpPr/>
          <p:nvPr/>
        </p:nvSpPr>
        <p:spPr>
          <a:xfrm>
            <a:off x="7392960" y="6313680"/>
            <a:ext cx="5704200" cy="3949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Bu belgenin içeriği HAVELSAN’ın mülkiyetindedir. HAVELSAN’ın izni olmadan bu</a:t>
            </a:r>
            <a:endParaRPr b="0" lang="en-US" sz="1000" spc="-1" strike="noStrike">
              <a:solidFill>
                <a:srgbClr val="ffffff"/>
              </a:solidFill>
              <a:latin typeface="Arial"/>
            </a:endParaRPr>
          </a:p>
          <a:p>
            <a:pPr defTabSz="914400">
              <a:lnSpc>
                <a:spcPct val="100000"/>
              </a:lnSpc>
              <a:tabLst>
                <a:tab algn="l" pos="0"/>
              </a:tabLst>
            </a:pPr>
            <a:r>
              <a:rPr b="0" lang="tr-TR" sz="1000" spc="-1" strike="noStrike">
                <a:solidFill>
                  <a:srgbClr val="ffffff"/>
                </a:solidFill>
                <a:latin typeface="Arial"/>
                <a:ea typeface="SF Pro Display"/>
              </a:rPr>
              <a:t> </a:t>
            </a:r>
            <a:r>
              <a:rPr b="0" lang="tr-TR" sz="1000" spc="-1" strike="noStrike">
                <a:solidFill>
                  <a:srgbClr val="ffffff"/>
                </a:solidFill>
                <a:latin typeface="Arial"/>
                <a:ea typeface="SF Pro Display"/>
              </a:rPr>
              <a:t>belgenin tamamını veya bir kısmını bir başkasına kopyalamak ve vermek yasaktır.</a:t>
            </a:r>
            <a:endParaRPr b="0" lang="en-US" sz="1000" spc="-1" strike="noStrike">
              <a:solidFill>
                <a:srgbClr val="ffffff"/>
              </a:solidFill>
              <a:latin typeface="Arial"/>
            </a:endParaRPr>
          </a:p>
        </p:txBody>
      </p:sp>
      <p:sp>
        <p:nvSpPr>
          <p:cNvPr id="685" name="Rectangle 1"/>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3" r:id="rId5"/>
  </p:sldLayoutIdLst>
</p:sldMaster>
</file>

<file path=ppt/slideMasters/slideMaster2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686"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68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AA4F6C8-372E-4705-93F8-DD1B99DEBDA7}"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688" name="Freeform 32"/>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689" name="Group 5"/>
          <p:cNvGrpSpPr/>
          <p:nvPr/>
        </p:nvGrpSpPr>
        <p:grpSpPr>
          <a:xfrm>
            <a:off x="837360" y="1394280"/>
            <a:ext cx="5003280" cy="1194480"/>
            <a:chOff x="837360" y="1394280"/>
            <a:chExt cx="5003280" cy="1194480"/>
          </a:xfrm>
        </p:grpSpPr>
        <p:sp>
          <p:nvSpPr>
            <p:cNvPr id="690" name="Freeform 6"/>
            <p:cNvSpPr/>
            <p:nvPr/>
          </p:nvSpPr>
          <p:spPr>
            <a:xfrm>
              <a:off x="837360" y="1397160"/>
              <a:ext cx="5003280" cy="1191600"/>
            </a:xfrm>
            <a:custGeom>
              <a:avLst/>
              <a:gdLst>
                <a:gd name="textAreaLeft" fmla="*/ 0 w 5003280"/>
                <a:gd name="textAreaRight" fmla="*/ 5010120 w 5003280"/>
                <a:gd name="textAreaTop" fmla="*/ 0 h 1191600"/>
                <a:gd name="textAreaBottom" fmla="*/ 1198440 h 119160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91" name="Freeform 6"/>
            <p:cNvSpPr/>
            <p:nvPr/>
          </p:nvSpPr>
          <p:spPr>
            <a:xfrm>
              <a:off x="837360" y="1394280"/>
              <a:ext cx="5003280" cy="1191600"/>
            </a:xfrm>
            <a:custGeom>
              <a:avLst/>
              <a:gdLst>
                <a:gd name="textAreaLeft" fmla="*/ 0 w 5003280"/>
                <a:gd name="textAreaRight" fmla="*/ 5010120 w 5003280"/>
                <a:gd name="textAreaTop" fmla="*/ 0 h 1191600"/>
                <a:gd name="textAreaBottom" fmla="*/ 1198440 h 119160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692" name="Group 8"/>
          <p:cNvGrpSpPr/>
          <p:nvPr/>
        </p:nvGrpSpPr>
        <p:grpSpPr>
          <a:xfrm>
            <a:off x="837360" y="2912040"/>
            <a:ext cx="5003280" cy="1194480"/>
            <a:chOff x="837360" y="2912040"/>
            <a:chExt cx="5003280" cy="1194480"/>
          </a:xfrm>
        </p:grpSpPr>
        <p:sp>
          <p:nvSpPr>
            <p:cNvPr id="693" name="Freeform 6"/>
            <p:cNvSpPr/>
            <p:nvPr/>
          </p:nvSpPr>
          <p:spPr>
            <a:xfrm>
              <a:off x="837360" y="2914920"/>
              <a:ext cx="5003280" cy="1191600"/>
            </a:xfrm>
            <a:custGeom>
              <a:avLst/>
              <a:gdLst>
                <a:gd name="textAreaLeft" fmla="*/ 0 w 5003280"/>
                <a:gd name="textAreaRight" fmla="*/ 5010120 w 5003280"/>
                <a:gd name="textAreaTop" fmla="*/ 0 h 1191600"/>
                <a:gd name="textAreaBottom" fmla="*/ 1198440 h 119160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94" name="Freeform 6"/>
            <p:cNvSpPr/>
            <p:nvPr/>
          </p:nvSpPr>
          <p:spPr>
            <a:xfrm>
              <a:off x="837360" y="2912040"/>
              <a:ext cx="5003280" cy="1191600"/>
            </a:xfrm>
            <a:custGeom>
              <a:avLst/>
              <a:gdLst>
                <a:gd name="textAreaLeft" fmla="*/ 0 w 5003280"/>
                <a:gd name="textAreaRight" fmla="*/ 5010120 w 5003280"/>
                <a:gd name="textAreaTop" fmla="*/ 0 h 1191600"/>
                <a:gd name="textAreaBottom" fmla="*/ 1198440 h 119160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695" name="Group 11"/>
          <p:cNvGrpSpPr/>
          <p:nvPr/>
        </p:nvGrpSpPr>
        <p:grpSpPr>
          <a:xfrm>
            <a:off x="837360" y="4462200"/>
            <a:ext cx="5003280" cy="1194840"/>
            <a:chOff x="837360" y="4462200"/>
            <a:chExt cx="5003280" cy="1194840"/>
          </a:xfrm>
        </p:grpSpPr>
        <p:sp>
          <p:nvSpPr>
            <p:cNvPr id="696" name="Freeform 6"/>
            <p:cNvSpPr/>
            <p:nvPr/>
          </p:nvSpPr>
          <p:spPr>
            <a:xfrm>
              <a:off x="837360" y="4465440"/>
              <a:ext cx="5003280" cy="1191600"/>
            </a:xfrm>
            <a:custGeom>
              <a:avLst/>
              <a:gdLst>
                <a:gd name="textAreaLeft" fmla="*/ 0 w 5003280"/>
                <a:gd name="textAreaRight" fmla="*/ 5010120 w 5003280"/>
                <a:gd name="textAreaTop" fmla="*/ 0 h 1191600"/>
                <a:gd name="textAreaBottom" fmla="*/ 1198440 h 119160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697" name="Freeform 6"/>
            <p:cNvSpPr/>
            <p:nvPr/>
          </p:nvSpPr>
          <p:spPr>
            <a:xfrm>
              <a:off x="837360" y="4462200"/>
              <a:ext cx="5003280" cy="1191600"/>
            </a:xfrm>
            <a:custGeom>
              <a:avLst/>
              <a:gdLst>
                <a:gd name="textAreaLeft" fmla="*/ 0 w 5003280"/>
                <a:gd name="textAreaRight" fmla="*/ 5010120 w 5003280"/>
                <a:gd name="textAreaTop" fmla="*/ 0 h 1191600"/>
                <a:gd name="textAreaBottom" fmla="*/ 1198440 h 1191600"/>
              </a:gdLst>
              <a:ahLst/>
              <a:rect l="textAreaLeft" t="textAreaTop" r="textAreaRight" b="textAreaBottom"/>
              <a:pathLst>
                <a:path w="1314" h="314">
                  <a:moveTo>
                    <a:pt x="1157" y="314"/>
                  </a:moveTo>
                  <a:cubicBezTo>
                    <a:pt x="157" y="314"/>
                    <a:pt x="157" y="314"/>
                    <a:pt x="157" y="314"/>
                  </a:cubicBezTo>
                  <a:cubicBezTo>
                    <a:pt x="70" y="314"/>
                    <a:pt x="0" y="244"/>
                    <a:pt x="0" y="157"/>
                  </a:cubicBezTo>
                  <a:cubicBezTo>
                    <a:pt x="0" y="71"/>
                    <a:pt x="70" y="0"/>
                    <a:pt x="157" y="0"/>
                  </a:cubicBezTo>
                  <a:cubicBezTo>
                    <a:pt x="1157" y="0"/>
                    <a:pt x="1157" y="0"/>
                    <a:pt x="1157" y="0"/>
                  </a:cubicBezTo>
                  <a:cubicBezTo>
                    <a:pt x="1244" y="0"/>
                    <a:pt x="1314" y="71"/>
                    <a:pt x="1314" y="157"/>
                  </a:cubicBezTo>
                  <a:cubicBezTo>
                    <a:pt x="1314" y="244"/>
                    <a:pt x="1244" y="314"/>
                    <a:pt x="1157" y="314"/>
                  </a:cubicBezTo>
                  <a:close/>
                </a:path>
              </a:pathLst>
            </a:cu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698" name="Group 18"/>
          <p:cNvGrpSpPr/>
          <p:nvPr/>
        </p:nvGrpSpPr>
        <p:grpSpPr>
          <a:xfrm>
            <a:off x="6685200" y="1352160"/>
            <a:ext cx="4685760" cy="4301640"/>
            <a:chOff x="6685200" y="1352160"/>
            <a:chExt cx="4685760" cy="4301640"/>
          </a:xfrm>
        </p:grpSpPr>
        <p:sp>
          <p:nvSpPr>
            <p:cNvPr id="699" name="Freeform 19"/>
            <p:cNvSpPr/>
            <p:nvPr/>
          </p:nvSpPr>
          <p:spPr>
            <a:xfrm>
              <a:off x="6685200" y="1352160"/>
              <a:ext cx="4685760" cy="4301640"/>
            </a:xfrm>
            <a:custGeom>
              <a:avLst/>
              <a:gdLst>
                <a:gd name="textAreaLeft" fmla="*/ 0 w 4685760"/>
                <a:gd name="textAreaRight" fmla="*/ 4692600 w 4685760"/>
                <a:gd name="textAreaTop" fmla="*/ 0 h 4301640"/>
                <a:gd name="textAreaBottom" fmla="*/ 4308480 h 430164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tl" blurRad="241200" dir="2700000" dist="164444"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00" name="Freeform 6"/>
            <p:cNvSpPr/>
            <p:nvPr/>
          </p:nvSpPr>
          <p:spPr>
            <a:xfrm>
              <a:off x="6685200" y="1352160"/>
              <a:ext cx="4685760" cy="4301640"/>
            </a:xfrm>
            <a:custGeom>
              <a:avLst/>
              <a:gdLst>
                <a:gd name="textAreaLeft" fmla="*/ 0 w 4685760"/>
                <a:gd name="textAreaRight" fmla="*/ 4692600 w 4685760"/>
                <a:gd name="textAreaTop" fmla="*/ 0 h 4301640"/>
                <a:gd name="textAreaBottom" fmla="*/ 4308480 h 4301640"/>
              </a:gdLst>
              <a:ahLst/>
              <a:rect l="textAreaLeft" t="textAreaTop" r="textAreaRight" b="textAreaBottom"/>
              <a:pathLst>
                <a:path w="1231" h="1399">
                  <a:moveTo>
                    <a:pt x="1091" y="1399"/>
                  </a:moveTo>
                  <a:cubicBezTo>
                    <a:pt x="139" y="1399"/>
                    <a:pt x="139" y="1399"/>
                    <a:pt x="139" y="1399"/>
                  </a:cubicBezTo>
                  <a:cubicBezTo>
                    <a:pt x="62" y="1399"/>
                    <a:pt x="0" y="1336"/>
                    <a:pt x="0" y="1259"/>
                  </a:cubicBezTo>
                  <a:cubicBezTo>
                    <a:pt x="0" y="139"/>
                    <a:pt x="0" y="139"/>
                    <a:pt x="0" y="139"/>
                  </a:cubicBezTo>
                  <a:cubicBezTo>
                    <a:pt x="0" y="62"/>
                    <a:pt x="62" y="0"/>
                    <a:pt x="139" y="0"/>
                  </a:cubicBezTo>
                  <a:cubicBezTo>
                    <a:pt x="1091" y="0"/>
                    <a:pt x="1091" y="0"/>
                    <a:pt x="1091" y="0"/>
                  </a:cubicBezTo>
                  <a:cubicBezTo>
                    <a:pt x="1168" y="0"/>
                    <a:pt x="1231" y="62"/>
                    <a:pt x="1231" y="139"/>
                  </a:cubicBezTo>
                  <a:cubicBezTo>
                    <a:pt x="1231" y="1259"/>
                    <a:pt x="1231" y="1259"/>
                    <a:pt x="1231" y="1259"/>
                  </a:cubicBezTo>
                  <a:cubicBezTo>
                    <a:pt x="1231" y="1336"/>
                    <a:pt x="1168" y="1399"/>
                    <a:pt x="1091" y="1399"/>
                  </a:cubicBezTo>
                  <a:close/>
                </a:path>
              </a:pathLst>
            </a:custGeom>
            <a:solidFill>
              <a:schemeClr val="bg2"/>
            </a:solidFill>
            <a:ln>
              <a:noFill/>
            </a:ln>
            <a:effectLst>
              <a:outerShdw algn="br" blurRad="203040" dir="13500000" dist="138479" rotWithShape="0">
                <a:schemeClr val="tx2">
                  <a:alpha val="74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01" name="Text Placeholder 6"/>
          <p:cNvSpPr/>
          <p:nvPr/>
        </p:nvSpPr>
        <p:spPr>
          <a:xfrm>
            <a:off x="6685200" y="1352160"/>
            <a:ext cx="4685760" cy="4301640"/>
          </a:xfrm>
          <a:prstGeom prst="roundRect">
            <a:avLst>
              <a:gd name="adj" fmla="val 10328"/>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sp>
        <p:nvSpPr>
          <p:cNvPr id="70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0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0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0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706" name="Group 28"/>
          <p:cNvGrpSpPr/>
          <p:nvPr/>
        </p:nvGrpSpPr>
        <p:grpSpPr>
          <a:xfrm>
            <a:off x="554040" y="565200"/>
            <a:ext cx="1472760" cy="48960"/>
            <a:chOff x="554040" y="565200"/>
            <a:chExt cx="1472760" cy="48960"/>
          </a:xfrm>
        </p:grpSpPr>
        <p:sp>
          <p:nvSpPr>
            <p:cNvPr id="70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0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09" name="Rectangle 33"/>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5" r:id="rId2"/>
  </p:sldLayoutIdLst>
</p:sldMaster>
</file>

<file path=ppt/slideMasters/slideMaster2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71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71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61B6FEF2-3E75-4926-83B2-5882915D9792}"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712" name="Freeform 55"/>
          <p:cNvSpPr/>
          <p:nvPr/>
        </p:nvSpPr>
        <p:spPr>
          <a:xfrm>
            <a:off x="-1935720" y="-101196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713" name="Line 6"/>
          <p:cNvSpPr/>
          <p:nvPr/>
        </p:nvSpPr>
        <p:spPr>
          <a:xfrm>
            <a:off x="2403720" y="3870720"/>
            <a:ext cx="7167600" cy="360"/>
          </a:xfrm>
          <a:prstGeom prst="line">
            <a:avLst/>
          </a:prstGeom>
          <a:ln w="69850">
            <a:solidFill>
              <a:srgbClr val="334257"/>
            </a:solidFill>
            <a:round/>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714" name="Group 6"/>
          <p:cNvGrpSpPr/>
          <p:nvPr/>
        </p:nvGrpSpPr>
        <p:grpSpPr>
          <a:xfrm>
            <a:off x="2272320" y="3737520"/>
            <a:ext cx="248760" cy="248760"/>
            <a:chOff x="2272320" y="3737520"/>
            <a:chExt cx="248760" cy="248760"/>
          </a:xfrm>
        </p:grpSpPr>
        <p:sp>
          <p:nvSpPr>
            <p:cNvPr id="715" name="Oval 7"/>
            <p:cNvSpPr/>
            <p:nvPr/>
          </p:nvSpPr>
          <p:spPr>
            <a:xfrm>
              <a:off x="2272320" y="373752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16" name="Oval 28"/>
            <p:cNvSpPr/>
            <p:nvPr/>
          </p:nvSpPr>
          <p:spPr>
            <a:xfrm>
              <a:off x="2336760" y="38023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17" name="Group 9"/>
          <p:cNvGrpSpPr/>
          <p:nvPr/>
        </p:nvGrpSpPr>
        <p:grpSpPr>
          <a:xfrm>
            <a:off x="4667040" y="3737520"/>
            <a:ext cx="248760" cy="248760"/>
            <a:chOff x="4667040" y="3737520"/>
            <a:chExt cx="248760" cy="248760"/>
          </a:xfrm>
        </p:grpSpPr>
        <p:sp>
          <p:nvSpPr>
            <p:cNvPr id="718" name="Oval 10"/>
            <p:cNvSpPr/>
            <p:nvPr/>
          </p:nvSpPr>
          <p:spPr>
            <a:xfrm>
              <a:off x="4667040" y="373752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19" name="Oval 28"/>
            <p:cNvSpPr/>
            <p:nvPr/>
          </p:nvSpPr>
          <p:spPr>
            <a:xfrm>
              <a:off x="4731480" y="38023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20" name="Group 12"/>
          <p:cNvGrpSpPr/>
          <p:nvPr/>
        </p:nvGrpSpPr>
        <p:grpSpPr>
          <a:xfrm>
            <a:off x="7063200" y="3737520"/>
            <a:ext cx="248760" cy="248760"/>
            <a:chOff x="7063200" y="3737520"/>
            <a:chExt cx="248760" cy="248760"/>
          </a:xfrm>
        </p:grpSpPr>
        <p:sp>
          <p:nvSpPr>
            <p:cNvPr id="721" name="Oval 13"/>
            <p:cNvSpPr/>
            <p:nvPr/>
          </p:nvSpPr>
          <p:spPr>
            <a:xfrm>
              <a:off x="7063200" y="373752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2" name="Oval 28"/>
            <p:cNvSpPr/>
            <p:nvPr/>
          </p:nvSpPr>
          <p:spPr>
            <a:xfrm>
              <a:off x="7128000" y="38023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23" name="Group 15"/>
          <p:cNvGrpSpPr/>
          <p:nvPr/>
        </p:nvGrpSpPr>
        <p:grpSpPr>
          <a:xfrm>
            <a:off x="9452520" y="3737520"/>
            <a:ext cx="248760" cy="248760"/>
            <a:chOff x="9452520" y="3737520"/>
            <a:chExt cx="248760" cy="248760"/>
          </a:xfrm>
        </p:grpSpPr>
        <p:sp>
          <p:nvSpPr>
            <p:cNvPr id="724" name="Oval 16"/>
            <p:cNvSpPr/>
            <p:nvPr/>
          </p:nvSpPr>
          <p:spPr>
            <a:xfrm>
              <a:off x="9452520" y="373752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5" name="Oval 28"/>
            <p:cNvSpPr/>
            <p:nvPr/>
          </p:nvSpPr>
          <p:spPr>
            <a:xfrm>
              <a:off x="9517320" y="38023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26" name="Group 19"/>
          <p:cNvGrpSpPr/>
          <p:nvPr/>
        </p:nvGrpSpPr>
        <p:grpSpPr>
          <a:xfrm>
            <a:off x="1460880" y="1296720"/>
            <a:ext cx="1890360" cy="1892520"/>
            <a:chOff x="1460880" y="1296720"/>
            <a:chExt cx="1890360" cy="1892520"/>
          </a:xfrm>
        </p:grpSpPr>
        <p:sp>
          <p:nvSpPr>
            <p:cNvPr id="727" name="Freeform 14"/>
            <p:cNvSpPr/>
            <p:nvPr/>
          </p:nvSpPr>
          <p:spPr>
            <a:xfrm>
              <a:off x="146088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28" name="Freeform 14"/>
            <p:cNvSpPr/>
            <p:nvPr/>
          </p:nvSpPr>
          <p:spPr>
            <a:xfrm>
              <a:off x="146088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29" name="Group 26"/>
          <p:cNvGrpSpPr/>
          <p:nvPr/>
        </p:nvGrpSpPr>
        <p:grpSpPr>
          <a:xfrm>
            <a:off x="3823920" y="1296720"/>
            <a:ext cx="1890360" cy="1892520"/>
            <a:chOff x="3823920" y="1296720"/>
            <a:chExt cx="1890360" cy="1892520"/>
          </a:xfrm>
        </p:grpSpPr>
        <p:sp>
          <p:nvSpPr>
            <p:cNvPr id="730" name="Freeform 14"/>
            <p:cNvSpPr/>
            <p:nvPr/>
          </p:nvSpPr>
          <p:spPr>
            <a:xfrm>
              <a:off x="382392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31" name="Freeform 14"/>
            <p:cNvSpPr/>
            <p:nvPr/>
          </p:nvSpPr>
          <p:spPr>
            <a:xfrm>
              <a:off x="382392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32" name="Group 33"/>
          <p:cNvGrpSpPr/>
          <p:nvPr/>
        </p:nvGrpSpPr>
        <p:grpSpPr>
          <a:xfrm>
            <a:off x="6215760" y="1296720"/>
            <a:ext cx="1890360" cy="1892520"/>
            <a:chOff x="6215760" y="1296720"/>
            <a:chExt cx="1890360" cy="1892520"/>
          </a:xfrm>
        </p:grpSpPr>
        <p:sp>
          <p:nvSpPr>
            <p:cNvPr id="733" name="Freeform 14"/>
            <p:cNvSpPr/>
            <p:nvPr/>
          </p:nvSpPr>
          <p:spPr>
            <a:xfrm>
              <a:off x="621576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34" name="Freeform 14"/>
            <p:cNvSpPr/>
            <p:nvPr/>
          </p:nvSpPr>
          <p:spPr>
            <a:xfrm>
              <a:off x="621576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35" name="Group 40"/>
          <p:cNvGrpSpPr/>
          <p:nvPr/>
        </p:nvGrpSpPr>
        <p:grpSpPr>
          <a:xfrm>
            <a:off x="8571240" y="1296720"/>
            <a:ext cx="1890360" cy="1892520"/>
            <a:chOff x="8571240" y="1296720"/>
            <a:chExt cx="1890360" cy="1892520"/>
          </a:xfrm>
        </p:grpSpPr>
        <p:sp>
          <p:nvSpPr>
            <p:cNvPr id="736" name="Freeform 14"/>
            <p:cNvSpPr/>
            <p:nvPr/>
          </p:nvSpPr>
          <p:spPr>
            <a:xfrm>
              <a:off x="857124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37" name="Freeform 14"/>
            <p:cNvSpPr/>
            <p:nvPr/>
          </p:nvSpPr>
          <p:spPr>
            <a:xfrm>
              <a:off x="8571240" y="129672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38" name="Text Placeholder 48"/>
          <p:cNvSpPr/>
          <p:nvPr/>
        </p:nvSpPr>
        <p:spPr>
          <a:xfrm>
            <a:off x="1460880" y="4126680"/>
            <a:ext cx="1889640" cy="164088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3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43" name="Text Placeholder 48"/>
          <p:cNvSpPr/>
          <p:nvPr/>
        </p:nvSpPr>
        <p:spPr>
          <a:xfrm>
            <a:off x="3823920" y="4136040"/>
            <a:ext cx="1889640" cy="164088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44" name="Text Placeholder 48"/>
          <p:cNvSpPr/>
          <p:nvPr/>
        </p:nvSpPr>
        <p:spPr>
          <a:xfrm>
            <a:off x="6208560" y="4126680"/>
            <a:ext cx="1889640" cy="164088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45" name="Text Placeholder 48"/>
          <p:cNvSpPr/>
          <p:nvPr/>
        </p:nvSpPr>
        <p:spPr>
          <a:xfrm>
            <a:off x="8571240" y="4136040"/>
            <a:ext cx="1889640" cy="1640880"/>
          </a:xfrm>
          <a:prstGeom prst="roundRect">
            <a:avLst>
              <a:gd name="adj" fmla="val 9153"/>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grpSp>
        <p:nvGrpSpPr>
          <p:cNvPr id="746" name="Group 49"/>
          <p:cNvGrpSpPr/>
          <p:nvPr/>
        </p:nvGrpSpPr>
        <p:grpSpPr>
          <a:xfrm>
            <a:off x="554040" y="565200"/>
            <a:ext cx="1472760" cy="48960"/>
            <a:chOff x="554040" y="565200"/>
            <a:chExt cx="1472760" cy="48960"/>
          </a:xfrm>
        </p:grpSpPr>
        <p:sp>
          <p:nvSpPr>
            <p:cNvPr id="74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4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49" name="Rectangle 56"/>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7" r:id="rId2"/>
  </p:sldLayoutIdLst>
</p:sldMaster>
</file>

<file path=ppt/slideMasters/slideMaster2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75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75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52122E55-64E3-4D99-8697-8A503F6567B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752" name="Freeform 44"/>
          <p:cNvSpPr/>
          <p:nvPr/>
        </p:nvSpPr>
        <p:spPr>
          <a:xfrm rot="370200">
            <a:off x="-2063520" y="-133200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753" name="Line 6"/>
          <p:cNvSpPr/>
          <p:nvPr/>
        </p:nvSpPr>
        <p:spPr>
          <a:xfrm>
            <a:off x="2509560" y="5557680"/>
            <a:ext cx="7167600" cy="360"/>
          </a:xfrm>
          <a:prstGeom prst="line">
            <a:avLst/>
          </a:prstGeom>
          <a:ln w="69850">
            <a:solidFill>
              <a:srgbClr val="334257"/>
            </a:solidFill>
            <a:round/>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grpSp>
        <p:nvGrpSpPr>
          <p:cNvPr id="754" name="Group 6"/>
          <p:cNvGrpSpPr/>
          <p:nvPr/>
        </p:nvGrpSpPr>
        <p:grpSpPr>
          <a:xfrm>
            <a:off x="2378160" y="5424480"/>
            <a:ext cx="248760" cy="248760"/>
            <a:chOff x="2378160" y="5424480"/>
            <a:chExt cx="248760" cy="248760"/>
          </a:xfrm>
        </p:grpSpPr>
        <p:sp>
          <p:nvSpPr>
            <p:cNvPr id="755" name="Oval 7"/>
            <p:cNvSpPr/>
            <p:nvPr/>
          </p:nvSpPr>
          <p:spPr>
            <a:xfrm>
              <a:off x="2378160" y="542448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56" name="Oval 28"/>
            <p:cNvSpPr/>
            <p:nvPr/>
          </p:nvSpPr>
          <p:spPr>
            <a:xfrm>
              <a:off x="2442600" y="54889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57" name="Group 9"/>
          <p:cNvGrpSpPr/>
          <p:nvPr/>
        </p:nvGrpSpPr>
        <p:grpSpPr>
          <a:xfrm>
            <a:off x="4772880" y="5424480"/>
            <a:ext cx="248760" cy="248760"/>
            <a:chOff x="4772880" y="5424480"/>
            <a:chExt cx="248760" cy="248760"/>
          </a:xfrm>
        </p:grpSpPr>
        <p:sp>
          <p:nvSpPr>
            <p:cNvPr id="758" name="Oval 10"/>
            <p:cNvSpPr/>
            <p:nvPr/>
          </p:nvSpPr>
          <p:spPr>
            <a:xfrm>
              <a:off x="4772880" y="542448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59" name="Oval 28"/>
            <p:cNvSpPr/>
            <p:nvPr/>
          </p:nvSpPr>
          <p:spPr>
            <a:xfrm>
              <a:off x="4837320" y="54889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60" name="Group 12"/>
          <p:cNvGrpSpPr/>
          <p:nvPr/>
        </p:nvGrpSpPr>
        <p:grpSpPr>
          <a:xfrm>
            <a:off x="7169040" y="5424480"/>
            <a:ext cx="248760" cy="248760"/>
            <a:chOff x="7169040" y="5424480"/>
            <a:chExt cx="248760" cy="248760"/>
          </a:xfrm>
        </p:grpSpPr>
        <p:sp>
          <p:nvSpPr>
            <p:cNvPr id="761" name="Oval 13"/>
            <p:cNvSpPr/>
            <p:nvPr/>
          </p:nvSpPr>
          <p:spPr>
            <a:xfrm>
              <a:off x="7169040" y="542448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62" name="Oval 28"/>
            <p:cNvSpPr/>
            <p:nvPr/>
          </p:nvSpPr>
          <p:spPr>
            <a:xfrm>
              <a:off x="7233840" y="54889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63" name="Group 15"/>
          <p:cNvGrpSpPr/>
          <p:nvPr/>
        </p:nvGrpSpPr>
        <p:grpSpPr>
          <a:xfrm>
            <a:off x="9558360" y="5424480"/>
            <a:ext cx="248760" cy="248760"/>
            <a:chOff x="9558360" y="5424480"/>
            <a:chExt cx="248760" cy="248760"/>
          </a:xfrm>
        </p:grpSpPr>
        <p:sp>
          <p:nvSpPr>
            <p:cNvPr id="764" name="Oval 16"/>
            <p:cNvSpPr/>
            <p:nvPr/>
          </p:nvSpPr>
          <p:spPr>
            <a:xfrm>
              <a:off x="9558360" y="5424480"/>
              <a:ext cx="248760" cy="24876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65" name="Oval 28"/>
            <p:cNvSpPr/>
            <p:nvPr/>
          </p:nvSpPr>
          <p:spPr>
            <a:xfrm>
              <a:off x="9622800" y="5488920"/>
              <a:ext cx="116640" cy="115560"/>
            </a:xfrm>
            <a:prstGeom prst="ellipse">
              <a:avLst/>
            </a:prstGeom>
            <a:solidFill>
              <a:srgbClr val="c00000"/>
            </a:solidFill>
            <a:ln w="0">
              <a:noFill/>
            </a:ln>
          </p:spPr>
          <p:style>
            <a:lnRef idx="0"/>
            <a:fillRef idx="0"/>
            <a:effectRef idx="0"/>
            <a:fontRef idx="minor"/>
          </p:style>
          <p:txBody>
            <a:bodyPr numCol="1" spcCol="0" lIns="90000" rIns="90000" tIns="40680" bIns="40680" anchor="t">
              <a:noAutofit/>
            </a:bodyPr>
            <a:p>
              <a:pPr defTabSz="914400">
                <a:lnSpc>
                  <a:spcPct val="100000"/>
                </a:lnSpc>
              </a:pPr>
              <a:endParaRPr b="0" lang="ru-UA" sz="1800" spc="-1" strike="noStrike">
                <a:solidFill>
                  <a:schemeClr val="dk1"/>
                </a:solidFill>
                <a:latin typeface="Open Sans"/>
              </a:endParaRPr>
            </a:p>
          </p:txBody>
        </p:sp>
      </p:grpSp>
      <p:grpSp>
        <p:nvGrpSpPr>
          <p:cNvPr id="766" name="Group 19"/>
          <p:cNvGrpSpPr/>
          <p:nvPr/>
        </p:nvGrpSpPr>
        <p:grpSpPr>
          <a:xfrm>
            <a:off x="1566720" y="2983680"/>
            <a:ext cx="1890360" cy="1892520"/>
            <a:chOff x="1566720" y="2983680"/>
            <a:chExt cx="1890360" cy="1892520"/>
          </a:xfrm>
        </p:grpSpPr>
        <p:sp>
          <p:nvSpPr>
            <p:cNvPr id="767" name="Freeform 14"/>
            <p:cNvSpPr/>
            <p:nvPr/>
          </p:nvSpPr>
          <p:spPr>
            <a:xfrm>
              <a:off x="156672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68" name="Freeform 14"/>
            <p:cNvSpPr/>
            <p:nvPr/>
          </p:nvSpPr>
          <p:spPr>
            <a:xfrm>
              <a:off x="156672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69" name="Group 26"/>
          <p:cNvGrpSpPr/>
          <p:nvPr/>
        </p:nvGrpSpPr>
        <p:grpSpPr>
          <a:xfrm>
            <a:off x="3929760" y="2983680"/>
            <a:ext cx="1890360" cy="1892520"/>
            <a:chOff x="3929760" y="2983680"/>
            <a:chExt cx="1890360" cy="1892520"/>
          </a:xfrm>
        </p:grpSpPr>
        <p:sp>
          <p:nvSpPr>
            <p:cNvPr id="770" name="Freeform 14"/>
            <p:cNvSpPr/>
            <p:nvPr/>
          </p:nvSpPr>
          <p:spPr>
            <a:xfrm>
              <a:off x="392976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71" name="Freeform 14"/>
            <p:cNvSpPr/>
            <p:nvPr/>
          </p:nvSpPr>
          <p:spPr>
            <a:xfrm>
              <a:off x="392976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72" name="Group 33"/>
          <p:cNvGrpSpPr/>
          <p:nvPr/>
        </p:nvGrpSpPr>
        <p:grpSpPr>
          <a:xfrm>
            <a:off x="6321600" y="2983680"/>
            <a:ext cx="1890360" cy="1892520"/>
            <a:chOff x="6321600" y="2983680"/>
            <a:chExt cx="1890360" cy="1892520"/>
          </a:xfrm>
        </p:grpSpPr>
        <p:sp>
          <p:nvSpPr>
            <p:cNvPr id="773" name="Freeform 14"/>
            <p:cNvSpPr/>
            <p:nvPr/>
          </p:nvSpPr>
          <p:spPr>
            <a:xfrm>
              <a:off x="632160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74" name="Freeform 14"/>
            <p:cNvSpPr/>
            <p:nvPr/>
          </p:nvSpPr>
          <p:spPr>
            <a:xfrm>
              <a:off x="632160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nvGrpSpPr>
          <p:cNvPr id="775" name="Group 40"/>
          <p:cNvGrpSpPr/>
          <p:nvPr/>
        </p:nvGrpSpPr>
        <p:grpSpPr>
          <a:xfrm>
            <a:off x="8677080" y="2983680"/>
            <a:ext cx="1890360" cy="1892520"/>
            <a:chOff x="8677080" y="2983680"/>
            <a:chExt cx="1890360" cy="1892520"/>
          </a:xfrm>
        </p:grpSpPr>
        <p:sp>
          <p:nvSpPr>
            <p:cNvPr id="776" name="Freeform 14"/>
            <p:cNvSpPr/>
            <p:nvPr/>
          </p:nvSpPr>
          <p:spPr>
            <a:xfrm>
              <a:off x="867708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br" blurRad="152280" dir="13500000" dist="138479"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77" name="Freeform 14"/>
            <p:cNvSpPr/>
            <p:nvPr/>
          </p:nvSpPr>
          <p:spPr>
            <a:xfrm>
              <a:off x="8677080" y="2983680"/>
              <a:ext cx="1890360" cy="1892520"/>
            </a:xfrm>
            <a:custGeom>
              <a:avLst/>
              <a:gdLst>
                <a:gd name="textAreaLeft" fmla="*/ 0 w 1890360"/>
                <a:gd name="textAreaRight" fmla="*/ 1897200 w 1890360"/>
                <a:gd name="textAreaTop" fmla="*/ 0 h 1892520"/>
                <a:gd name="textAreaBottom" fmla="*/ 1899360 h 1892520"/>
              </a:gdLst>
              <a:ahLst/>
              <a:rect l="textAreaLeft" t="textAreaTop" r="textAreaRight" b="textAreaBottom"/>
              <a:pathLst>
                <a:path w="349" h="349">
                  <a:moveTo>
                    <a:pt x="307" y="349"/>
                  </a:moveTo>
                  <a:cubicBezTo>
                    <a:pt x="42" y="349"/>
                    <a:pt x="42" y="349"/>
                    <a:pt x="42" y="349"/>
                  </a:cubicBezTo>
                  <a:cubicBezTo>
                    <a:pt x="19" y="349"/>
                    <a:pt x="0" y="330"/>
                    <a:pt x="0" y="307"/>
                  </a:cubicBezTo>
                  <a:cubicBezTo>
                    <a:pt x="0" y="42"/>
                    <a:pt x="0" y="42"/>
                    <a:pt x="0" y="42"/>
                  </a:cubicBezTo>
                  <a:cubicBezTo>
                    <a:pt x="0" y="19"/>
                    <a:pt x="19" y="0"/>
                    <a:pt x="42" y="0"/>
                  </a:cubicBezTo>
                  <a:cubicBezTo>
                    <a:pt x="307" y="0"/>
                    <a:pt x="307" y="0"/>
                    <a:pt x="307" y="0"/>
                  </a:cubicBezTo>
                  <a:cubicBezTo>
                    <a:pt x="330" y="0"/>
                    <a:pt x="349" y="19"/>
                    <a:pt x="349" y="42"/>
                  </a:cubicBezTo>
                  <a:cubicBezTo>
                    <a:pt x="349" y="307"/>
                    <a:pt x="349" y="307"/>
                    <a:pt x="349" y="307"/>
                  </a:cubicBezTo>
                  <a:cubicBezTo>
                    <a:pt x="349" y="330"/>
                    <a:pt x="330" y="349"/>
                    <a:pt x="307" y="349"/>
                  </a:cubicBezTo>
                  <a:close/>
                </a:path>
              </a:pathLst>
            </a:custGeom>
            <a:solidFill>
              <a:schemeClr val="bg2"/>
            </a:solidFill>
            <a:ln>
              <a:noFill/>
            </a:ln>
            <a:effectLst>
              <a:outerShdw algn="tl" blurRad="355680" dir="2700000" dist="177681"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78" name="Text Placeholder 51"/>
          <p:cNvSpPr/>
          <p:nvPr/>
        </p:nvSpPr>
        <p:spPr>
          <a:xfrm>
            <a:off x="1566720" y="2984400"/>
            <a:ext cx="1890360" cy="189180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79" name="Text Placeholder 51"/>
          <p:cNvSpPr/>
          <p:nvPr/>
        </p:nvSpPr>
        <p:spPr>
          <a:xfrm>
            <a:off x="3929760" y="2984400"/>
            <a:ext cx="1890360" cy="189180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80" name="Text Placeholder 51"/>
          <p:cNvSpPr/>
          <p:nvPr/>
        </p:nvSpPr>
        <p:spPr>
          <a:xfrm>
            <a:off x="6321600" y="2984400"/>
            <a:ext cx="1890360" cy="189180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81" name="Text Placeholder 51"/>
          <p:cNvSpPr/>
          <p:nvPr/>
        </p:nvSpPr>
        <p:spPr>
          <a:xfrm>
            <a:off x="8677440" y="2984400"/>
            <a:ext cx="1890360" cy="1891800"/>
          </a:xfrm>
          <a:prstGeom prst="roundRect">
            <a:avLst>
              <a:gd name="adj" fmla="val 14679"/>
            </a:avLst>
          </a:prstGeom>
          <a:noFill/>
          <a:ln w="0">
            <a:noFill/>
          </a:ln>
        </p:spPr>
        <p:style>
          <a:lnRef idx="0"/>
          <a:fillRef idx="0"/>
          <a:effectRef idx="0"/>
          <a:fontRef idx="minor"/>
        </p:style>
        <p:txBody>
          <a:bodyPr lIns="90000" rIns="90000" tIns="45000" bIns="45000" anchor="t">
            <a:normAutofit/>
          </a:bodyPr>
          <a:p>
            <a:pPr defTabSz="914400">
              <a:lnSpc>
                <a:spcPct val="90000"/>
              </a:lnSpc>
              <a:spcBef>
                <a:spcPts val="1001"/>
              </a:spcBef>
              <a:tabLst>
                <a:tab algn="l" pos="0"/>
              </a:tabLst>
            </a:pPr>
            <a:r>
              <a:rPr b="0" lang="en-US" sz="1400" spc="-1" strike="noStrike">
                <a:solidFill>
                  <a:schemeClr val="dk1">
                    <a:lumMod val="60000"/>
                    <a:lumOff val="40000"/>
                  </a:schemeClr>
                </a:solidFill>
                <a:latin typeface="Open Sans"/>
              </a:rPr>
              <a:t>Edit Master text styles</a:t>
            </a:r>
            <a:endParaRPr b="0" lang="en-US" sz="1400" spc="-1" strike="noStrike">
              <a:solidFill>
                <a:srgbClr val="ffffff"/>
              </a:solidFill>
              <a:latin typeface="Arial"/>
            </a:endParaRPr>
          </a:p>
        </p:txBody>
      </p:sp>
      <p:sp>
        <p:nvSpPr>
          <p:cNvPr id="78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8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8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8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grpSp>
        <p:nvGrpSpPr>
          <p:cNvPr id="786" name="Group 39"/>
          <p:cNvGrpSpPr/>
          <p:nvPr/>
        </p:nvGrpSpPr>
        <p:grpSpPr>
          <a:xfrm>
            <a:off x="554040" y="565200"/>
            <a:ext cx="1472760" cy="48960"/>
            <a:chOff x="554040" y="565200"/>
            <a:chExt cx="1472760" cy="48960"/>
          </a:xfrm>
        </p:grpSpPr>
        <p:sp>
          <p:nvSpPr>
            <p:cNvPr id="78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78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789" name="Rectangle 47"/>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699" r:id="rId2"/>
  </p:sldLayoutIdLst>
</p:sldMaster>
</file>

<file path=ppt/slideMasters/slideMaster2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79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7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A96BC6F6-B6F4-4F37-8AFD-3D2088529D30}"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792" name="Freeform 27"/>
          <p:cNvSpPr/>
          <p:nvPr/>
        </p:nvSpPr>
        <p:spPr>
          <a:xfrm rot="370200">
            <a:off x="-2220120" y="-101916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793" name="Freeform 7"/>
          <p:cNvSpPr/>
          <p:nvPr/>
        </p:nvSpPr>
        <p:spPr>
          <a:xfrm>
            <a:off x="6723000" y="1060560"/>
            <a:ext cx="4417560" cy="4443840"/>
          </a:xfrm>
          <a:custGeom>
            <a:avLst/>
            <a:gdLst>
              <a:gd name="textAreaLeft" fmla="*/ 0 w 4417560"/>
              <a:gd name="textAreaRight" fmla="*/ 4424400 w 4417560"/>
              <a:gd name="textAreaTop" fmla="*/ 0 h 4443840"/>
              <a:gd name="textAreaBottom" fmla="*/ 4450680 h 444384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794" name="Freeform 7"/>
          <p:cNvSpPr/>
          <p:nvPr/>
        </p:nvSpPr>
        <p:spPr>
          <a:xfrm>
            <a:off x="1149120" y="1060560"/>
            <a:ext cx="4417920" cy="4421520"/>
          </a:xfrm>
          <a:custGeom>
            <a:avLst/>
            <a:gdLst>
              <a:gd name="textAreaLeft" fmla="*/ 0 w 4417920"/>
              <a:gd name="textAreaRight" fmla="*/ 4424760 w 4417920"/>
              <a:gd name="textAreaTop" fmla="*/ 0 h 4421520"/>
              <a:gd name="textAreaBottom" fmla="*/ 4428360 h 4421520"/>
            </a:gdLst>
            <a:ahLst/>
            <a:rect l="textAreaLeft" t="textAreaTop" r="textAreaRight" b="textAreaBottom"/>
            <a:pathLst>
              <a:path w="500" h="500">
                <a:moveTo>
                  <a:pt x="449" y="500"/>
                </a:moveTo>
                <a:cubicBezTo>
                  <a:pt x="51" y="500"/>
                  <a:pt x="51" y="500"/>
                  <a:pt x="51" y="500"/>
                </a:cubicBezTo>
                <a:cubicBezTo>
                  <a:pt x="23" y="500"/>
                  <a:pt x="0" y="477"/>
                  <a:pt x="0" y="449"/>
                </a:cubicBezTo>
                <a:cubicBezTo>
                  <a:pt x="0" y="51"/>
                  <a:pt x="0" y="51"/>
                  <a:pt x="0" y="51"/>
                </a:cubicBezTo>
                <a:cubicBezTo>
                  <a:pt x="0" y="23"/>
                  <a:pt x="23" y="0"/>
                  <a:pt x="51" y="0"/>
                </a:cubicBezTo>
                <a:cubicBezTo>
                  <a:pt x="449" y="0"/>
                  <a:pt x="449" y="0"/>
                  <a:pt x="449" y="0"/>
                </a:cubicBezTo>
                <a:cubicBezTo>
                  <a:pt x="477" y="0"/>
                  <a:pt x="500" y="23"/>
                  <a:pt x="500" y="51"/>
                </a:cubicBezTo>
                <a:cubicBezTo>
                  <a:pt x="500" y="449"/>
                  <a:pt x="500" y="449"/>
                  <a:pt x="500" y="449"/>
                </a:cubicBezTo>
                <a:cubicBezTo>
                  <a:pt x="500" y="477"/>
                  <a:pt x="477" y="500"/>
                  <a:pt x="449" y="500"/>
                </a:cubicBezTo>
                <a:close/>
              </a:path>
            </a:pathLst>
          </a:custGeom>
          <a:gradFill rotWithShape="0">
            <a:gsLst>
              <a:gs pos="0">
                <a:srgbClr val="334257"/>
              </a:gs>
              <a:gs pos="100000">
                <a:srgbClr val="242e3d"/>
              </a:gs>
            </a:gsLst>
            <a:lin ang="10800000"/>
          </a:gradFill>
          <a:ln w="0">
            <a:noFill/>
          </a:ln>
          <a:effectLst>
            <a:innerShdw blurRad="1397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795"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6"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7"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8"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799" name="Freeform 28"/>
          <p:cNvSpPr/>
          <p:nvPr/>
        </p:nvSpPr>
        <p:spPr>
          <a:xfrm>
            <a:off x="-1855800" y="-133848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00" name="Group 19"/>
          <p:cNvGrpSpPr/>
          <p:nvPr/>
        </p:nvGrpSpPr>
        <p:grpSpPr>
          <a:xfrm>
            <a:off x="554040" y="565200"/>
            <a:ext cx="1472760" cy="48960"/>
            <a:chOff x="554040" y="565200"/>
            <a:chExt cx="1472760" cy="48960"/>
          </a:xfrm>
        </p:grpSpPr>
        <p:sp>
          <p:nvSpPr>
            <p:cNvPr id="801"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02"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03" name="Text Placeholder 14"/>
          <p:cNvSpPr/>
          <p:nvPr/>
        </p:nvSpPr>
        <p:spPr>
          <a:xfrm>
            <a:off x="6747120" y="1060560"/>
            <a:ext cx="4370040" cy="4422240"/>
          </a:xfrm>
          <a:prstGeom prst="roundRect">
            <a:avLst>
              <a:gd name="adj" fmla="val 10626"/>
            </a:avLst>
          </a:prstGeom>
          <a:noFill/>
          <a:ln w="0">
            <a:noFill/>
          </a:ln>
        </p:spPr>
        <p:style>
          <a:lnRef idx="0"/>
          <a:fillRef idx="0"/>
          <a:effectRef idx="0"/>
          <a:fontRef idx="minor"/>
        </p:style>
        <p:txBody>
          <a:bodyPr lIns="90000" rIns="90000" tIns="45000" bIns="45000" anchor="t">
            <a:noAutofit/>
          </a:bodyPr>
          <a:p>
            <a:pPr defTabSz="914400">
              <a:lnSpc>
                <a:spcPct val="90000"/>
              </a:lnSpc>
              <a:spcBef>
                <a:spcPts val="1001"/>
              </a:spcBef>
              <a:tabLst>
                <a:tab algn="l" pos="0"/>
              </a:tabLst>
            </a:pPr>
            <a:r>
              <a:rPr b="0" lang="en-US" sz="2400" spc="-1" strike="noStrike">
                <a:solidFill>
                  <a:schemeClr val="dk1">
                    <a:lumMod val="60000"/>
                    <a:lumOff val="40000"/>
                  </a:schemeClr>
                </a:solidFill>
                <a:latin typeface="Open Sans"/>
              </a:rPr>
              <a:t>Edit Master text styles</a:t>
            </a:r>
            <a:endParaRPr b="0" lang="en-US" sz="2400" spc="-1" strike="noStrike">
              <a:solidFill>
                <a:srgbClr val="ffffff"/>
              </a:solidFill>
              <a:latin typeface="Arial"/>
            </a:endParaRPr>
          </a:p>
          <a:p>
            <a:pPr lvl="1" marL="685800" indent="-228600" defTabSz="914400">
              <a:lnSpc>
                <a:spcPct val="90000"/>
              </a:lnSpc>
              <a:spcBef>
                <a:spcPts val="499"/>
              </a:spcBef>
              <a:buClr>
                <a:srgbClr val="10141a"/>
              </a:buClr>
              <a:buFont typeface="Arial"/>
              <a:buChar char="•"/>
              <a:tabLst>
                <a:tab algn="l" pos="0"/>
              </a:tabLst>
            </a:pPr>
            <a:r>
              <a:rPr b="0" lang="en-US" sz="2400" spc="-1" strike="noStrike">
                <a:solidFill>
                  <a:schemeClr val="dk1"/>
                </a:solidFill>
                <a:latin typeface="Open Sans"/>
              </a:rPr>
              <a:t>Second level</a:t>
            </a:r>
            <a:endParaRPr b="0" lang="en-US" sz="2400" spc="-1" strike="noStrike">
              <a:solidFill>
                <a:srgbClr val="ffffff"/>
              </a:solidFill>
              <a:latin typeface="Arial"/>
            </a:endParaRPr>
          </a:p>
          <a:p>
            <a:pPr lvl="2" marL="1143000" indent="-228600" defTabSz="914400">
              <a:lnSpc>
                <a:spcPct val="90000"/>
              </a:lnSpc>
              <a:spcBef>
                <a:spcPts val="499"/>
              </a:spcBef>
              <a:buClr>
                <a:srgbClr val="10141a"/>
              </a:buClr>
              <a:buFont typeface="Arial"/>
              <a:buChar char="•"/>
              <a:tabLst>
                <a:tab algn="l" pos="0"/>
              </a:tabLst>
            </a:pPr>
            <a:r>
              <a:rPr b="0" lang="en-US" sz="2000" spc="-1" strike="noStrike">
                <a:solidFill>
                  <a:schemeClr val="dk1"/>
                </a:solidFill>
                <a:latin typeface="Open Sans"/>
              </a:rPr>
              <a:t>Third level</a:t>
            </a:r>
            <a:endParaRPr b="0" lang="en-US" sz="2000" spc="-1" strike="noStrike">
              <a:solidFill>
                <a:srgbClr val="ffffff"/>
              </a:solidFill>
              <a:latin typeface="Arial"/>
            </a:endParaRPr>
          </a:p>
          <a:p>
            <a:pPr lvl="3" marL="16002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Fourth level</a:t>
            </a:r>
            <a:endParaRPr b="0" lang="en-US" sz="1800" spc="-1" strike="noStrike">
              <a:solidFill>
                <a:srgbClr val="ffffff"/>
              </a:solidFill>
              <a:latin typeface="Arial"/>
            </a:endParaRPr>
          </a:p>
          <a:p>
            <a:pPr lvl="4" marL="2057400" indent="-228600" defTabSz="914400">
              <a:lnSpc>
                <a:spcPct val="90000"/>
              </a:lnSpc>
              <a:spcBef>
                <a:spcPts val="499"/>
              </a:spcBef>
              <a:buClr>
                <a:srgbClr val="10141a"/>
              </a:buClr>
              <a:buFont typeface="Arial"/>
              <a:buChar char="•"/>
              <a:tabLst>
                <a:tab algn="l" pos="0"/>
              </a:tabLst>
            </a:pPr>
            <a:r>
              <a:rPr b="0" lang="en-US" sz="1800" spc="-1" strike="noStrike">
                <a:solidFill>
                  <a:schemeClr val="dk1"/>
                </a:solidFill>
                <a:latin typeface="Open Sans"/>
              </a:rPr>
              <a:t>Fifth level</a:t>
            </a:r>
            <a:endParaRPr b="0" lang="en-US" sz="1800" spc="-1" strike="noStrike">
              <a:solidFill>
                <a:srgbClr val="ffffff"/>
              </a:solidFill>
              <a:latin typeface="Arial"/>
            </a:endParaRPr>
          </a:p>
        </p:txBody>
      </p:sp>
      <p:sp>
        <p:nvSpPr>
          <p:cNvPr id="804" name="Rectangle 15"/>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1" r:id="rId2"/>
  </p:sldLayoutIdLst>
</p:sldMaster>
</file>

<file path=ppt/slideMasters/slideMaster2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05"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06"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F659572C-1CED-473F-BAF4-5230659F705F}"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807" name="Grey_unpressed"/>
          <p:cNvSpPr/>
          <p:nvPr/>
        </p:nvSpPr>
        <p:spPr>
          <a:xfrm>
            <a:off x="2833920" y="2727720"/>
            <a:ext cx="6467760" cy="1515600"/>
          </a:xfrm>
          <a:custGeom>
            <a:avLst/>
            <a:gdLst>
              <a:gd name="textAreaLeft" fmla="*/ 0 w 6467760"/>
              <a:gd name="textAreaRight" fmla="*/ 6474600 w 6467760"/>
              <a:gd name="textAreaTop" fmla="*/ 0 h 1515600"/>
              <a:gd name="textAreaBottom" fmla="*/ 1522440 h 151560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08" name="Freeform 6"/>
          <p:cNvSpPr/>
          <p:nvPr/>
        </p:nvSpPr>
        <p:spPr>
          <a:xfrm>
            <a:off x="2435040" y="2589840"/>
            <a:ext cx="2433240" cy="2608200"/>
          </a:xfrm>
          <a:custGeom>
            <a:avLst/>
            <a:gdLst>
              <a:gd name="textAreaLeft" fmla="*/ 0 w 2433240"/>
              <a:gd name="textAreaRight" fmla="*/ 2440080 w 2433240"/>
              <a:gd name="textAreaTop" fmla="*/ 0 h 2608200"/>
              <a:gd name="textAreaBottom" fmla="*/ 2615040 h 260820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809" name="Oval 7"/>
          <p:cNvSpPr/>
          <p:nvPr/>
        </p:nvSpPr>
        <p:spPr>
          <a:xfrm>
            <a:off x="3103920" y="3080520"/>
            <a:ext cx="979920" cy="9799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10" name="Group 8"/>
          <p:cNvGrpSpPr/>
          <p:nvPr/>
        </p:nvGrpSpPr>
        <p:grpSpPr>
          <a:xfrm>
            <a:off x="4008600" y="3031920"/>
            <a:ext cx="4118040" cy="907200"/>
            <a:chOff x="4008600" y="3031920"/>
            <a:chExt cx="4118040" cy="907200"/>
          </a:xfrm>
        </p:grpSpPr>
        <p:pic>
          <p:nvPicPr>
            <p:cNvPr id="811" name="Picture 9" descr=""/>
            <p:cNvPicPr/>
            <p:nvPr/>
          </p:nvPicPr>
          <p:blipFill>
            <a:blip r:embed="rId2"/>
            <a:srcRect l="24312" t="0" r="0" b="0"/>
            <a:stretch/>
          </p:blipFill>
          <p:spPr>
            <a:xfrm>
              <a:off x="4994640" y="3031920"/>
              <a:ext cx="3132000" cy="858600"/>
            </a:xfrm>
            <a:prstGeom prst="rect">
              <a:avLst/>
            </a:prstGeom>
            <a:ln w="0">
              <a:noFill/>
            </a:ln>
          </p:spPr>
        </p:pic>
        <p:pic>
          <p:nvPicPr>
            <p:cNvPr id="812" name="Picture 10" descr=""/>
            <p:cNvPicPr/>
            <p:nvPr/>
          </p:nvPicPr>
          <p:blipFill>
            <a:blip r:embed="rId3"/>
            <a:srcRect l="0" t="0" r="76760" b="0"/>
            <a:stretch/>
          </p:blipFill>
          <p:spPr>
            <a:xfrm>
              <a:off x="4008600" y="3080520"/>
              <a:ext cx="956880" cy="858600"/>
            </a:xfrm>
            <a:prstGeom prst="rect">
              <a:avLst/>
            </a:prstGeom>
            <a:ln w="0">
              <a:noFill/>
            </a:ln>
          </p:spPr>
        </p:pic>
      </p:grpSp>
      <p:sp>
        <p:nvSpPr>
          <p:cNvPr id="813" name="Rectangle 12"/>
          <p:cNvSpPr/>
          <p:nvPr/>
        </p:nvSpPr>
        <p:spPr>
          <a:xfrm>
            <a:off x="11271960" y="256320"/>
            <a:ext cx="676800" cy="48888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14" name="Group 11"/>
          <p:cNvGrpSpPr/>
          <p:nvPr/>
        </p:nvGrpSpPr>
        <p:grpSpPr>
          <a:xfrm>
            <a:off x="1527120" y="6498720"/>
            <a:ext cx="901080" cy="194400"/>
            <a:chOff x="1527120" y="6498720"/>
            <a:chExt cx="901080" cy="194400"/>
          </a:xfrm>
        </p:grpSpPr>
        <p:pic>
          <p:nvPicPr>
            <p:cNvPr id="815" name="Picture 13" descr=""/>
            <p:cNvPicPr/>
            <p:nvPr/>
          </p:nvPicPr>
          <p:blipFill>
            <a:blip r:embed="rId4"/>
            <a:srcRect l="24312" t="0" r="0" b="0"/>
            <a:stretch/>
          </p:blipFill>
          <p:spPr>
            <a:xfrm>
              <a:off x="1744200" y="6498720"/>
              <a:ext cx="684000" cy="183600"/>
            </a:xfrm>
            <a:prstGeom prst="rect">
              <a:avLst/>
            </a:prstGeom>
            <a:ln w="0">
              <a:noFill/>
            </a:ln>
          </p:spPr>
        </p:pic>
        <p:pic>
          <p:nvPicPr>
            <p:cNvPr id="816" name="Picture 14" descr=""/>
            <p:cNvPicPr/>
            <p:nvPr/>
          </p:nvPicPr>
          <p:blipFill>
            <a:blip r:embed="rId5"/>
            <a:srcRect l="0" t="0" r="76760" b="0"/>
            <a:stretch/>
          </p:blipFill>
          <p:spPr>
            <a:xfrm>
              <a:off x="1527120" y="6509520"/>
              <a:ext cx="205200" cy="183600"/>
            </a:xfrm>
            <a:prstGeom prst="rect">
              <a:avLst/>
            </a:prstGeom>
            <a:ln w="0">
              <a:noFill/>
            </a:ln>
          </p:spPr>
        </p:pic>
      </p:grpSp>
      <p:sp>
        <p:nvSpPr>
          <p:cNvPr id="817" name="TextBox 16"/>
          <p:cNvSpPr/>
          <p:nvPr/>
        </p:nvSpPr>
        <p:spPr>
          <a:xfrm>
            <a:off x="1395000" y="64987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18" name="TextBox 17"/>
          <p:cNvSpPr/>
          <p:nvPr/>
        </p:nvSpPr>
        <p:spPr>
          <a:xfrm>
            <a:off x="1395000" y="645480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19" name="TextBox 18"/>
          <p:cNvSpPr/>
          <p:nvPr/>
        </p:nvSpPr>
        <p:spPr>
          <a:xfrm>
            <a:off x="1395000" y="65095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20" name="TextBox 19"/>
          <p:cNvSpPr/>
          <p:nvPr/>
        </p:nvSpPr>
        <p:spPr>
          <a:xfrm>
            <a:off x="6386040" y="6313680"/>
            <a:ext cx="5704200" cy="40212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1000" spc="-1" strike="noStrike">
                <a:solidFill>
                  <a:schemeClr val="lt1"/>
                </a:solidFill>
                <a:latin typeface="Arial"/>
                <a:ea typeface="SF Pro Display"/>
              </a:rPr>
              <a:t>The content of this document is the intellectual property of HAVELSAN. It is forbidden to </a:t>
            </a:r>
            <a:endParaRPr b="0" lang="en-US" sz="1000" spc="-1" strike="noStrike">
              <a:solidFill>
                <a:srgbClr val="ffffff"/>
              </a:solidFill>
              <a:latin typeface="Arial"/>
            </a:endParaRPr>
          </a:p>
          <a:p>
            <a:pPr algn="r" defTabSz="914400">
              <a:lnSpc>
                <a:spcPct val="100000"/>
              </a:lnSpc>
            </a:pPr>
            <a:r>
              <a:rPr b="0" lang="en-US" sz="1000" spc="-1" strike="noStrike">
                <a:solidFill>
                  <a:schemeClr val="lt1"/>
                </a:solidFill>
                <a:latin typeface="Arial"/>
                <a:ea typeface="SF Pro Display"/>
              </a:rPr>
              <a:t>copy </a:t>
            </a:r>
            <a:r>
              <a:rPr b="0" lang="tr-TR" sz="1000" spc="-1" strike="noStrike">
                <a:solidFill>
                  <a:schemeClr val="lt1"/>
                </a:solidFill>
                <a:latin typeface="Arial"/>
                <a:ea typeface="SF Pro Display"/>
              </a:rPr>
              <a:t> </a:t>
            </a:r>
            <a:r>
              <a:rPr b="0" lang="en-US" sz="1000" spc="-1" strike="noStrike">
                <a:solidFill>
                  <a:schemeClr val="lt1"/>
                </a:solidFill>
                <a:latin typeface="Arial"/>
                <a:ea typeface="SF Pro Display"/>
              </a:rPr>
              <a:t>or give all or part of this document to someone else without HAVELSAN’s permission</a:t>
            </a:r>
            <a:r>
              <a:rPr b="0" lang="tr-TR" sz="1050" spc="-1" strike="noStrike">
                <a:solidFill>
                  <a:schemeClr val="dk1"/>
                </a:solidFill>
                <a:latin typeface="Open Sans"/>
                <a:ea typeface="SF Pro Display"/>
              </a:rPr>
              <a:t>.</a:t>
            </a:r>
            <a:endParaRPr b="0" lang="en-US" sz="1050" spc="-1" strike="noStrike">
              <a:solidFill>
                <a:srgbClr val="ffffff"/>
              </a:solidFill>
              <a:latin typeface="Arial"/>
            </a:endParaRPr>
          </a:p>
        </p:txBody>
      </p:sp>
      <p:pic>
        <p:nvPicPr>
          <p:cNvPr id="821" name="Picture 1" descr=""/>
          <p:cNvPicPr/>
          <p:nvPr/>
        </p:nvPicPr>
        <p:blipFill>
          <a:blip r:embed="rId6"/>
          <a:stretch/>
        </p:blipFill>
        <p:spPr>
          <a:xfrm>
            <a:off x="153000" y="6454800"/>
            <a:ext cx="1152720" cy="284760"/>
          </a:xfrm>
          <a:prstGeom prst="rect">
            <a:avLst/>
          </a:prstGeom>
          <a:ln w="0">
            <a:noFill/>
          </a:ln>
        </p:spPr>
      </p:pic>
    </p:spTree>
  </p:cSld>
  <p:clrMap bg1="lt1" bg2="lt2" tx1="dk1" tx2="dk2" accent1="accent1" accent2="accent2" accent3="accent3" accent4="accent4" accent5="accent5" accent6="accent6" hlink="hlink" folHlink="folHlink"/>
  <p:sldLayoutIdLst>
    <p:sldLayoutId id="2147483703" r:id="rId7"/>
  </p:sldLayoutIdLst>
</p:sldMaster>
</file>

<file path=ppt/slideMasters/slideMaster2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22"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2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1989E78-8AAC-4E1F-85DB-5EDD5DF427BF}"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824" name="TextBox 9"/>
          <p:cNvSpPr/>
          <p:nvPr/>
        </p:nvSpPr>
        <p:spPr>
          <a:xfrm>
            <a:off x="4515120" y="4888800"/>
            <a:ext cx="3475080" cy="3639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tabLst>
                <a:tab algn="l" pos="0"/>
              </a:tabLst>
            </a:pPr>
            <a:r>
              <a:rPr b="0" lang="tr-TR" sz="1800" spc="-1" strike="noStrike">
                <a:solidFill>
                  <a:srgbClr val="ffffff"/>
                </a:solidFill>
                <a:latin typeface="Calibri"/>
              </a:rPr>
              <a:t>www.havelsan.com</a:t>
            </a:r>
            <a:endParaRPr b="0" lang="en-US" sz="1800" spc="-1" strike="noStrike">
              <a:solidFill>
                <a:srgbClr val="ffffff"/>
              </a:solidFill>
              <a:latin typeface="Arial"/>
            </a:endParaRPr>
          </a:p>
        </p:txBody>
      </p:sp>
      <p:sp>
        <p:nvSpPr>
          <p:cNvPr id="825" name="Grey_unpressed"/>
          <p:cNvSpPr/>
          <p:nvPr/>
        </p:nvSpPr>
        <p:spPr>
          <a:xfrm>
            <a:off x="2833920" y="2727720"/>
            <a:ext cx="6467760" cy="1515600"/>
          </a:xfrm>
          <a:custGeom>
            <a:avLst/>
            <a:gdLst>
              <a:gd name="textAreaLeft" fmla="*/ 0 w 6467760"/>
              <a:gd name="textAreaRight" fmla="*/ 6474600 w 6467760"/>
              <a:gd name="textAreaTop" fmla="*/ 0 h 1515600"/>
              <a:gd name="textAreaBottom" fmla="*/ 1522440 h 1515600"/>
            </a:gdLst>
            <a:ahLst/>
            <a:rect l="textAreaLeft" t="textAreaTop" r="textAreaRight" b="textAreaBottom"/>
            <a:pathLst>
              <a:path w="2950" h="732">
                <a:moveTo>
                  <a:pt x="2584" y="732"/>
                </a:moveTo>
                <a:cubicBezTo>
                  <a:pt x="366" y="732"/>
                  <a:pt x="366" y="732"/>
                  <a:pt x="366" y="732"/>
                </a:cubicBezTo>
                <a:cubicBezTo>
                  <a:pt x="164" y="732"/>
                  <a:pt x="0" y="568"/>
                  <a:pt x="0" y="366"/>
                </a:cubicBezTo>
                <a:cubicBezTo>
                  <a:pt x="0" y="164"/>
                  <a:pt x="164" y="0"/>
                  <a:pt x="366" y="0"/>
                </a:cubicBezTo>
                <a:cubicBezTo>
                  <a:pt x="2584" y="0"/>
                  <a:pt x="2584" y="0"/>
                  <a:pt x="2584" y="0"/>
                </a:cubicBezTo>
                <a:cubicBezTo>
                  <a:pt x="2786" y="0"/>
                  <a:pt x="2950" y="164"/>
                  <a:pt x="2950" y="366"/>
                </a:cubicBezTo>
                <a:cubicBezTo>
                  <a:pt x="2950" y="568"/>
                  <a:pt x="2786" y="732"/>
                  <a:pt x="2584" y="732"/>
                </a:cubicBezTo>
                <a:close/>
              </a:path>
            </a:pathLst>
          </a:custGeom>
          <a:gradFill rotWithShape="0">
            <a:gsLst>
              <a:gs pos="0">
                <a:srgbClr val="334257"/>
              </a:gs>
              <a:gs pos="100000">
                <a:srgbClr val="242e3d"/>
              </a:gs>
            </a:gsLst>
            <a:lin ang="16200000"/>
          </a:gradFill>
          <a:ln w="0">
            <a:noFill/>
          </a:ln>
          <a:effectLst>
            <a:innerShdw blurRad="317500" dir="13200000" dist="889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26" name="Freeform 11"/>
          <p:cNvSpPr/>
          <p:nvPr/>
        </p:nvSpPr>
        <p:spPr>
          <a:xfrm>
            <a:off x="2435040" y="2589840"/>
            <a:ext cx="2433240" cy="2608200"/>
          </a:xfrm>
          <a:custGeom>
            <a:avLst/>
            <a:gdLst>
              <a:gd name="textAreaLeft" fmla="*/ 0 w 2433240"/>
              <a:gd name="textAreaRight" fmla="*/ 2440080 w 2433240"/>
              <a:gd name="textAreaTop" fmla="*/ 0 h 2608200"/>
              <a:gd name="textAreaBottom" fmla="*/ 2615040 h 2608200"/>
            </a:gdLst>
            <a:ahLst/>
            <a:rect l="textAreaLeft" t="textAreaTop" r="textAreaRight" b="textAreaBottom"/>
            <a:pathLst>
              <a:path w="10948959" h="2261142">
                <a:moveTo>
                  <a:pt x="359806" y="1656537"/>
                </a:moveTo>
                <a:cubicBezTo>
                  <a:pt x="513243" y="1972549"/>
                  <a:pt x="1555853" y="2062959"/>
                  <a:pt x="1891793" y="2152087"/>
                </a:cubicBezTo>
                <a:cubicBezTo>
                  <a:pt x="2227733" y="2241215"/>
                  <a:pt x="2255360" y="2176096"/>
                  <a:pt x="2375447" y="2191307"/>
                </a:cubicBezTo>
                <a:cubicBezTo>
                  <a:pt x="2495534" y="2206518"/>
                  <a:pt x="2499610" y="2299388"/>
                  <a:pt x="2612313" y="2243350"/>
                </a:cubicBezTo>
                <a:cubicBezTo>
                  <a:pt x="2725016" y="2187312"/>
                  <a:pt x="2857757" y="1866431"/>
                  <a:pt x="3051664" y="1855079"/>
                </a:cubicBezTo>
                <a:cubicBezTo>
                  <a:pt x="3245571" y="1843727"/>
                  <a:pt x="3579130" y="2137965"/>
                  <a:pt x="3775754" y="2175235"/>
                </a:cubicBezTo>
                <a:cubicBezTo>
                  <a:pt x="3972378" y="2212505"/>
                  <a:pt x="4084752" y="2067814"/>
                  <a:pt x="4231407" y="2078699"/>
                </a:cubicBezTo>
                <a:cubicBezTo>
                  <a:pt x="4378062" y="2089584"/>
                  <a:pt x="4415971" y="2275434"/>
                  <a:pt x="4655682" y="2240543"/>
                </a:cubicBezTo>
                <a:cubicBezTo>
                  <a:pt x="4895393" y="2205652"/>
                  <a:pt x="5234107" y="1927566"/>
                  <a:pt x="5669670" y="1869351"/>
                </a:cubicBezTo>
                <a:cubicBezTo>
                  <a:pt x="6105233" y="1811137"/>
                  <a:pt x="6594381" y="1926500"/>
                  <a:pt x="7269058" y="1891256"/>
                </a:cubicBezTo>
                <a:cubicBezTo>
                  <a:pt x="7943735" y="1856012"/>
                  <a:pt x="9180050" y="1740001"/>
                  <a:pt x="9717735" y="1657887"/>
                </a:cubicBezTo>
                <a:cubicBezTo>
                  <a:pt x="10255420" y="1575773"/>
                  <a:pt x="10441304" y="1656257"/>
                  <a:pt x="10495167" y="1398570"/>
                </a:cubicBezTo>
                <a:cubicBezTo>
                  <a:pt x="10549030" y="1140883"/>
                  <a:pt x="11735422" y="315468"/>
                  <a:pt x="10040915" y="111765"/>
                </a:cubicBezTo>
                <a:cubicBezTo>
                  <a:pt x="8346408" y="-91938"/>
                  <a:pt x="2584689" y="-1447"/>
                  <a:pt x="971171" y="256015"/>
                </a:cubicBezTo>
                <a:cubicBezTo>
                  <a:pt x="-642347" y="513477"/>
                  <a:pt x="206369" y="1340525"/>
                  <a:pt x="359806" y="1656537"/>
                </a:cubicBezTo>
                <a:close/>
              </a:path>
            </a:pathLst>
          </a:custGeom>
          <a:gradFill rotWithShape="0">
            <a:gsLst>
              <a:gs pos="31000">
                <a:srgbClr val="566eaa"/>
              </a:gs>
              <a:gs pos="75000">
                <a:srgbClr val="9e1231"/>
              </a:gs>
              <a:gs pos="100000">
                <a:srgbClr val="242e3d"/>
              </a:gs>
            </a:gsLst>
            <a:lin ang="13500000"/>
          </a:gradFill>
          <a:ln>
            <a:noFill/>
          </a:ln>
          <a:effectLst>
            <a:softEdge rad="67320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
        <p:nvSpPr>
          <p:cNvPr id="827" name="Oval 12"/>
          <p:cNvSpPr/>
          <p:nvPr/>
        </p:nvSpPr>
        <p:spPr>
          <a:xfrm>
            <a:off x="3103920" y="3080520"/>
            <a:ext cx="979920" cy="9799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28" name="TextBox 13"/>
          <p:cNvSpPr/>
          <p:nvPr/>
        </p:nvSpPr>
        <p:spPr>
          <a:xfrm>
            <a:off x="4606200" y="3220200"/>
            <a:ext cx="10182240" cy="6991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1" lang="tr-TR" sz="4000" spc="-1" strike="noStrike">
                <a:solidFill>
                  <a:srgbClr val="ffffff"/>
                </a:solidFill>
                <a:latin typeface="Arial"/>
              </a:rPr>
              <a:t>THANK YOU</a:t>
            </a:r>
            <a:endParaRPr b="0" lang="en-US" sz="4000" spc="-1" strike="noStrike">
              <a:solidFill>
                <a:srgbClr val="ffffff"/>
              </a:solidFill>
              <a:latin typeface="Arial"/>
            </a:endParaRPr>
          </a:p>
        </p:txBody>
      </p:sp>
      <p:grpSp>
        <p:nvGrpSpPr>
          <p:cNvPr id="829" name="Group 21"/>
          <p:cNvGrpSpPr/>
          <p:nvPr/>
        </p:nvGrpSpPr>
        <p:grpSpPr>
          <a:xfrm>
            <a:off x="1527120" y="6498720"/>
            <a:ext cx="901080" cy="194400"/>
            <a:chOff x="1527120" y="6498720"/>
            <a:chExt cx="901080" cy="194400"/>
          </a:xfrm>
        </p:grpSpPr>
        <p:pic>
          <p:nvPicPr>
            <p:cNvPr id="830" name="Picture 22" descr=""/>
            <p:cNvPicPr/>
            <p:nvPr/>
          </p:nvPicPr>
          <p:blipFill>
            <a:blip r:embed="rId2"/>
            <a:srcRect l="24312" t="0" r="0" b="0"/>
            <a:stretch/>
          </p:blipFill>
          <p:spPr>
            <a:xfrm>
              <a:off x="1744200" y="6498720"/>
              <a:ext cx="684000" cy="183600"/>
            </a:xfrm>
            <a:prstGeom prst="rect">
              <a:avLst/>
            </a:prstGeom>
            <a:ln w="0">
              <a:noFill/>
            </a:ln>
          </p:spPr>
        </p:pic>
        <p:pic>
          <p:nvPicPr>
            <p:cNvPr id="831" name="Picture 23" descr=""/>
            <p:cNvPicPr/>
            <p:nvPr/>
          </p:nvPicPr>
          <p:blipFill>
            <a:blip r:embed="rId3"/>
            <a:srcRect l="0" t="0" r="76760" b="0"/>
            <a:stretch/>
          </p:blipFill>
          <p:spPr>
            <a:xfrm>
              <a:off x="1527120" y="6509520"/>
              <a:ext cx="205200" cy="183600"/>
            </a:xfrm>
            <a:prstGeom prst="rect">
              <a:avLst/>
            </a:prstGeom>
            <a:ln w="0">
              <a:noFill/>
            </a:ln>
          </p:spPr>
        </p:pic>
      </p:grpSp>
      <p:sp>
        <p:nvSpPr>
          <p:cNvPr id="832" name="TextBox 24"/>
          <p:cNvSpPr/>
          <p:nvPr/>
        </p:nvSpPr>
        <p:spPr>
          <a:xfrm>
            <a:off x="1395000" y="64987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33" name="TextBox 25"/>
          <p:cNvSpPr/>
          <p:nvPr/>
        </p:nvSpPr>
        <p:spPr>
          <a:xfrm>
            <a:off x="1395000" y="645480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34" name="TextBox 26"/>
          <p:cNvSpPr/>
          <p:nvPr/>
        </p:nvSpPr>
        <p:spPr>
          <a:xfrm>
            <a:off x="1395000" y="6509520"/>
            <a:ext cx="40320" cy="25740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tr-TR" sz="1100" spc="-1" strike="noStrike">
                <a:solidFill>
                  <a:srgbClr val="ffffff"/>
                </a:solidFill>
                <a:latin typeface="Open Sans"/>
              </a:rPr>
              <a:t>I</a:t>
            </a:r>
            <a:endParaRPr b="0" lang="en-US" sz="1100" spc="-1" strike="noStrike">
              <a:solidFill>
                <a:srgbClr val="ffffff"/>
              </a:solidFill>
              <a:latin typeface="Arial"/>
            </a:endParaRPr>
          </a:p>
        </p:txBody>
      </p:sp>
      <p:sp>
        <p:nvSpPr>
          <p:cNvPr id="835" name="TextBox 27"/>
          <p:cNvSpPr/>
          <p:nvPr/>
        </p:nvSpPr>
        <p:spPr>
          <a:xfrm>
            <a:off x="6386040" y="6313680"/>
            <a:ext cx="5704200" cy="402120"/>
          </a:xfrm>
          <a:prstGeom prst="rect">
            <a:avLst/>
          </a:prstGeom>
          <a:noFill/>
          <a:ln w="0">
            <a:noFill/>
          </a:ln>
        </p:spPr>
        <p:style>
          <a:lnRef idx="0"/>
          <a:fillRef idx="0"/>
          <a:effectRef idx="0"/>
          <a:fontRef idx="minor"/>
        </p:style>
        <p:txBody>
          <a:bodyPr lIns="90000" rIns="90000" tIns="45000" bIns="45000" anchor="t">
            <a:spAutoFit/>
          </a:bodyPr>
          <a:p>
            <a:pPr algn="r" defTabSz="914400">
              <a:lnSpc>
                <a:spcPct val="100000"/>
              </a:lnSpc>
            </a:pPr>
            <a:r>
              <a:rPr b="0" lang="en-US" sz="1000" spc="-1" strike="noStrike">
                <a:solidFill>
                  <a:schemeClr val="lt1"/>
                </a:solidFill>
                <a:latin typeface="Arial"/>
                <a:ea typeface="SF Pro Display"/>
              </a:rPr>
              <a:t>The content of this document is the intellectual property of HAVELSAN. It is forbidden to </a:t>
            </a:r>
            <a:endParaRPr b="0" lang="en-US" sz="1000" spc="-1" strike="noStrike">
              <a:solidFill>
                <a:srgbClr val="ffffff"/>
              </a:solidFill>
              <a:latin typeface="Arial"/>
            </a:endParaRPr>
          </a:p>
          <a:p>
            <a:pPr algn="r" defTabSz="914400">
              <a:lnSpc>
                <a:spcPct val="100000"/>
              </a:lnSpc>
            </a:pPr>
            <a:r>
              <a:rPr b="0" lang="en-US" sz="1000" spc="-1" strike="noStrike">
                <a:solidFill>
                  <a:schemeClr val="lt1"/>
                </a:solidFill>
                <a:latin typeface="Arial"/>
                <a:ea typeface="SF Pro Display"/>
              </a:rPr>
              <a:t>copy </a:t>
            </a:r>
            <a:r>
              <a:rPr b="0" lang="tr-TR" sz="1000" spc="-1" strike="noStrike">
                <a:solidFill>
                  <a:schemeClr val="lt1"/>
                </a:solidFill>
                <a:latin typeface="Arial"/>
                <a:ea typeface="SF Pro Display"/>
              </a:rPr>
              <a:t> </a:t>
            </a:r>
            <a:r>
              <a:rPr b="0" lang="en-US" sz="1000" spc="-1" strike="noStrike">
                <a:solidFill>
                  <a:schemeClr val="lt1"/>
                </a:solidFill>
                <a:latin typeface="Arial"/>
                <a:ea typeface="SF Pro Display"/>
              </a:rPr>
              <a:t>or give all or part of this document to someone else without HAVELSAN’s permission</a:t>
            </a:r>
            <a:r>
              <a:rPr b="0" lang="tr-TR" sz="1050" spc="-1" strike="noStrike">
                <a:solidFill>
                  <a:schemeClr val="dk1"/>
                </a:solidFill>
                <a:latin typeface="Open Sans"/>
                <a:ea typeface="SF Pro Display"/>
              </a:rPr>
              <a:t>.</a:t>
            </a:r>
            <a:endParaRPr b="0" lang="en-US" sz="1050" spc="-1" strike="noStrike">
              <a:solidFill>
                <a:srgbClr val="ffffff"/>
              </a:solidFill>
              <a:latin typeface="Arial"/>
            </a:endParaRPr>
          </a:p>
        </p:txBody>
      </p:sp>
      <p:pic>
        <p:nvPicPr>
          <p:cNvPr id="836" name="Picture 28" descr=""/>
          <p:cNvPicPr/>
          <p:nvPr/>
        </p:nvPicPr>
        <p:blipFill>
          <a:blip r:embed="rId4"/>
          <a:stretch/>
        </p:blipFill>
        <p:spPr>
          <a:xfrm>
            <a:off x="153000" y="6454800"/>
            <a:ext cx="1152720" cy="284760"/>
          </a:xfrm>
          <a:prstGeom prst="rect">
            <a:avLst/>
          </a:prstGeom>
          <a:ln w="0">
            <a:noFill/>
          </a:ln>
        </p:spPr>
      </p:pic>
      <p:sp>
        <p:nvSpPr>
          <p:cNvPr id="837"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5" r:id="rId5"/>
  </p:sldLayoutIdLst>
</p:sldMaster>
</file>

<file path=ppt/slideMasters/slideMaster3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38"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3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EA715318-4FB5-448C-9C9F-59429717F9BB}"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840" name="Group 5"/>
          <p:cNvGrpSpPr/>
          <p:nvPr/>
        </p:nvGrpSpPr>
        <p:grpSpPr>
          <a:xfrm>
            <a:off x="5942880" y="1173240"/>
            <a:ext cx="4773600" cy="4778640"/>
            <a:chOff x="5942880" y="1173240"/>
            <a:chExt cx="4773600" cy="4778640"/>
          </a:xfrm>
        </p:grpSpPr>
        <p:sp>
          <p:nvSpPr>
            <p:cNvPr id="841" name="Oval 101"/>
            <p:cNvSpPr/>
            <p:nvPr/>
          </p:nvSpPr>
          <p:spPr>
            <a:xfrm>
              <a:off x="5942880" y="1173240"/>
              <a:ext cx="4773600" cy="4778640"/>
            </a:xfrm>
            <a:prstGeom prst="ellipse">
              <a:avLst/>
            </a:prstGeom>
            <a:gradFill rotWithShape="0">
              <a:gsLst>
                <a:gs pos="0">
                  <a:srgbClr val="2a3647"/>
                </a:gs>
                <a:gs pos="100000">
                  <a:srgbClr val="1e2633"/>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42" name="Group 7"/>
            <p:cNvGrpSpPr/>
            <p:nvPr/>
          </p:nvGrpSpPr>
          <p:grpSpPr>
            <a:xfrm>
              <a:off x="6314040" y="1564200"/>
              <a:ext cx="4003560" cy="4003560"/>
              <a:chOff x="6314040" y="1564200"/>
              <a:chExt cx="4003560" cy="4003560"/>
            </a:xfrm>
          </p:grpSpPr>
          <p:sp>
            <p:nvSpPr>
              <p:cNvPr id="843" name="Oval 8"/>
              <p:cNvSpPr/>
              <p:nvPr/>
            </p:nvSpPr>
            <p:spPr>
              <a:xfrm>
                <a:off x="6314040" y="1564200"/>
                <a:ext cx="4003560" cy="400356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44" name="Oval 9"/>
              <p:cNvSpPr/>
              <p:nvPr/>
            </p:nvSpPr>
            <p:spPr>
              <a:xfrm>
                <a:off x="6314040" y="1564200"/>
                <a:ext cx="4003560" cy="400356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aphicFrame>
        <p:nvGraphicFramePr>
          <p:cNvPr id="845" name="Chart 13"/>
          <p:cNvGraphicFramePr/>
          <p:nvPr/>
        </p:nvGraphicFramePr>
        <p:xfrm>
          <a:off x="4898880" y="1365840"/>
          <a:ext cx="6643080" cy="4201920"/>
        </p:xfrm>
        <a:graphic>
          <a:graphicData uri="http://schemas.openxmlformats.org/drawingml/2006/chart">
            <c:chart xmlns:c="http://schemas.openxmlformats.org/drawingml/2006/chart" xmlns:r="http://schemas.openxmlformats.org/officeDocument/2006/relationships" r:id="rId2"/>
          </a:graphicData>
        </a:graphic>
      </p:graphicFrame>
      <p:grpSp>
        <p:nvGrpSpPr>
          <p:cNvPr id="846" name="Group 10"/>
          <p:cNvGrpSpPr/>
          <p:nvPr/>
        </p:nvGrpSpPr>
        <p:grpSpPr>
          <a:xfrm>
            <a:off x="7685640" y="3174840"/>
            <a:ext cx="1400400" cy="897480"/>
            <a:chOff x="7685640" y="3174840"/>
            <a:chExt cx="1400400" cy="897480"/>
          </a:xfrm>
        </p:grpSpPr>
        <p:sp>
          <p:nvSpPr>
            <p:cNvPr id="847" name="Rectangle 114"/>
            <p:cNvSpPr/>
            <p:nvPr/>
          </p:nvSpPr>
          <p:spPr>
            <a:xfrm>
              <a:off x="7685640" y="3174840"/>
              <a:ext cx="1400400" cy="822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5400" spc="-1" strike="noStrike">
                  <a:solidFill>
                    <a:schemeClr val="accent1"/>
                  </a:solidFill>
                  <a:latin typeface="Arial Black"/>
                </a:rPr>
                <a:t>75</a:t>
              </a:r>
              <a:r>
                <a:rPr b="1" lang="ru-RU" sz="5400" spc="-1" strike="noStrike">
                  <a:solidFill>
                    <a:schemeClr val="accent1"/>
                  </a:solidFill>
                  <a:latin typeface="Arial Black"/>
                </a:rPr>
                <a:t>%</a:t>
              </a:r>
              <a:endParaRPr b="0" lang="en-US" sz="5400" spc="-1" strike="noStrike">
                <a:solidFill>
                  <a:srgbClr val="ffffff"/>
                </a:solidFill>
                <a:latin typeface="Arial"/>
              </a:endParaRPr>
            </a:p>
          </p:txBody>
        </p:sp>
        <p:sp>
          <p:nvSpPr>
            <p:cNvPr id="848" name="Rectangle 115"/>
            <p:cNvSpPr/>
            <p:nvPr/>
          </p:nvSpPr>
          <p:spPr>
            <a:xfrm>
              <a:off x="7781040" y="3904920"/>
              <a:ext cx="1252440" cy="1674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100" spc="-1" strike="noStrike">
                  <a:solidFill>
                    <a:schemeClr val="accent1"/>
                  </a:solidFill>
                  <a:latin typeface="Arial Black"/>
                </a:rPr>
                <a:t>Lorem ipsum dolor</a:t>
              </a:r>
              <a:endParaRPr b="0" lang="en-US" sz="1100" spc="-1" strike="noStrike">
                <a:solidFill>
                  <a:srgbClr val="ffffff"/>
                </a:solidFill>
                <a:latin typeface="Arial"/>
              </a:endParaRPr>
            </a:p>
          </p:txBody>
        </p:sp>
      </p:grpSp>
      <p:sp>
        <p:nvSpPr>
          <p:cNvPr id="849" name="object 384"/>
          <p:cNvSpPr/>
          <p:nvPr/>
        </p:nvSpPr>
        <p:spPr>
          <a:xfrm flipV="1">
            <a:off x="356760" y="671184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0" name="object 4"/>
          <p:cNvSpPr/>
          <p:nvPr/>
        </p:nvSpPr>
        <p:spPr>
          <a:xfrm>
            <a:off x="10477800" y="663120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1" name="object 384"/>
          <p:cNvSpPr/>
          <p:nvPr/>
        </p:nvSpPr>
        <p:spPr>
          <a:xfrm flipV="1" rot="10800000">
            <a:off x="6103080" y="671868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2" name="object 386"/>
          <p:cNvSpPr/>
          <p:nvPr/>
        </p:nvSpPr>
        <p:spPr>
          <a:xfrm>
            <a:off x="5927400" y="651744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53" name="Freeform 24"/>
          <p:cNvSpPr/>
          <p:nvPr/>
        </p:nvSpPr>
        <p:spPr>
          <a:xfrm>
            <a:off x="-1688040" y="-113904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54" name="Group 20"/>
          <p:cNvGrpSpPr/>
          <p:nvPr/>
        </p:nvGrpSpPr>
        <p:grpSpPr>
          <a:xfrm>
            <a:off x="554040" y="565200"/>
            <a:ext cx="1472760" cy="48960"/>
            <a:chOff x="554040" y="565200"/>
            <a:chExt cx="1472760" cy="48960"/>
          </a:xfrm>
        </p:grpSpPr>
        <p:sp>
          <p:nvSpPr>
            <p:cNvPr id="85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5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57" name="Rectangle 23"/>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7" r:id="rId3"/>
  </p:sldLayoutIdLst>
</p:sldMaster>
</file>

<file path=ppt/slideMasters/slideMaster3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58"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85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B68BF7A-3D5B-4247-AA55-AB05DA731A72}"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860" name="Group 10"/>
          <p:cNvGrpSpPr/>
          <p:nvPr/>
        </p:nvGrpSpPr>
        <p:grpSpPr>
          <a:xfrm>
            <a:off x="4579920" y="1447920"/>
            <a:ext cx="2939400" cy="2942640"/>
            <a:chOff x="4579920" y="1447920"/>
            <a:chExt cx="2939400" cy="2942640"/>
          </a:xfrm>
        </p:grpSpPr>
        <p:sp>
          <p:nvSpPr>
            <p:cNvPr id="861" name="Oval 101"/>
            <p:cNvSpPr/>
            <p:nvPr/>
          </p:nvSpPr>
          <p:spPr>
            <a:xfrm>
              <a:off x="4579920" y="1447920"/>
              <a:ext cx="2939400" cy="2942640"/>
            </a:xfrm>
            <a:prstGeom prst="ellipse">
              <a:avLst/>
            </a:prstGeom>
            <a:gradFill rotWithShape="0">
              <a:gsLst>
                <a:gs pos="0">
                  <a:srgbClr val="334257"/>
                </a:gs>
                <a:gs pos="100000">
                  <a:srgbClr val="202937"/>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62" name="Group 12"/>
            <p:cNvGrpSpPr/>
            <p:nvPr/>
          </p:nvGrpSpPr>
          <p:grpSpPr>
            <a:xfrm>
              <a:off x="4808880" y="1688760"/>
              <a:ext cx="2464920" cy="2464920"/>
              <a:chOff x="4808880" y="1688760"/>
              <a:chExt cx="2464920" cy="2464920"/>
            </a:xfrm>
          </p:grpSpPr>
          <p:sp>
            <p:nvSpPr>
              <p:cNvPr id="863" name="Oval 13"/>
              <p:cNvSpPr/>
              <p:nvPr/>
            </p:nvSpPr>
            <p:spPr>
              <a:xfrm>
                <a:off x="4808880" y="1688760"/>
                <a:ext cx="2464920" cy="246492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64" name="Oval 14"/>
              <p:cNvSpPr/>
              <p:nvPr/>
            </p:nvSpPr>
            <p:spPr>
              <a:xfrm>
                <a:off x="4808880" y="1688760"/>
                <a:ext cx="2464920" cy="246492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pSp>
        <p:nvGrpSpPr>
          <p:cNvPr id="865" name="Group 15"/>
          <p:cNvGrpSpPr/>
          <p:nvPr/>
        </p:nvGrpSpPr>
        <p:grpSpPr>
          <a:xfrm>
            <a:off x="1096920" y="1447920"/>
            <a:ext cx="2939400" cy="2942640"/>
            <a:chOff x="1096920" y="1447920"/>
            <a:chExt cx="2939400" cy="2942640"/>
          </a:xfrm>
        </p:grpSpPr>
        <p:sp>
          <p:nvSpPr>
            <p:cNvPr id="866" name="Oval 101"/>
            <p:cNvSpPr/>
            <p:nvPr/>
          </p:nvSpPr>
          <p:spPr>
            <a:xfrm>
              <a:off x="1096920" y="1447920"/>
              <a:ext cx="2939400" cy="2942640"/>
            </a:xfrm>
            <a:prstGeom prst="ellipse">
              <a:avLst/>
            </a:prstGeom>
            <a:gradFill rotWithShape="0">
              <a:gsLst>
                <a:gs pos="0">
                  <a:srgbClr val="334257"/>
                </a:gs>
                <a:gs pos="100000">
                  <a:srgbClr val="202937"/>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67" name="Group 17"/>
            <p:cNvGrpSpPr/>
            <p:nvPr/>
          </p:nvGrpSpPr>
          <p:grpSpPr>
            <a:xfrm>
              <a:off x="1325880" y="1688760"/>
              <a:ext cx="2464920" cy="2464920"/>
              <a:chOff x="1325880" y="1688760"/>
              <a:chExt cx="2464920" cy="2464920"/>
            </a:xfrm>
          </p:grpSpPr>
          <p:sp>
            <p:nvSpPr>
              <p:cNvPr id="868" name="Oval 18"/>
              <p:cNvSpPr/>
              <p:nvPr/>
            </p:nvSpPr>
            <p:spPr>
              <a:xfrm>
                <a:off x="1325880" y="1688760"/>
                <a:ext cx="2464920" cy="246492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69" name="Oval 19"/>
              <p:cNvSpPr/>
              <p:nvPr/>
            </p:nvSpPr>
            <p:spPr>
              <a:xfrm>
                <a:off x="1325880" y="1688760"/>
                <a:ext cx="2464920" cy="246492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aphicFrame>
        <p:nvGraphicFramePr>
          <p:cNvPr id="870" name="Chart 20"/>
          <p:cNvGraphicFramePr/>
          <p:nvPr/>
        </p:nvGraphicFramePr>
        <p:xfrm>
          <a:off x="525600" y="1632600"/>
          <a:ext cx="4089240" cy="2585880"/>
        </p:xfrm>
        <a:graphic>
          <a:graphicData uri="http://schemas.openxmlformats.org/drawingml/2006/chart">
            <c:chart xmlns:c="http://schemas.openxmlformats.org/drawingml/2006/chart" xmlns:r="http://schemas.openxmlformats.org/officeDocument/2006/relationships" r:id="rId2"/>
          </a:graphicData>
        </a:graphic>
      </p:graphicFrame>
      <p:sp>
        <p:nvSpPr>
          <p:cNvPr id="871" name="Rectangle 120"/>
          <p:cNvSpPr/>
          <p:nvPr/>
        </p:nvSpPr>
        <p:spPr>
          <a:xfrm>
            <a:off x="2180160" y="2752560"/>
            <a:ext cx="720720" cy="426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tr-TR" sz="2800" spc="-1" strike="noStrike">
                <a:solidFill>
                  <a:schemeClr val="accent1"/>
                </a:solidFill>
                <a:latin typeface="Open Sans"/>
              </a:rPr>
              <a:t>2</a:t>
            </a:r>
            <a:r>
              <a:rPr b="1" lang="en-US" sz="2800" spc="-1" strike="noStrike">
                <a:solidFill>
                  <a:schemeClr val="accent1"/>
                </a:solidFill>
                <a:latin typeface="Open Sans"/>
              </a:rPr>
              <a:t>0</a:t>
            </a:r>
            <a:r>
              <a:rPr b="1" lang="ru-RU" sz="2800" spc="-1" strike="noStrike">
                <a:solidFill>
                  <a:schemeClr val="accent1"/>
                </a:solidFill>
                <a:latin typeface="Open Sans"/>
              </a:rPr>
              <a:t>%</a:t>
            </a:r>
            <a:endParaRPr b="0" lang="en-US" sz="2800" spc="-1" strike="noStrike">
              <a:solidFill>
                <a:srgbClr val="ffffff"/>
              </a:solidFill>
              <a:latin typeface="Arial"/>
            </a:endParaRPr>
          </a:p>
        </p:txBody>
      </p:sp>
      <p:graphicFrame>
        <p:nvGraphicFramePr>
          <p:cNvPr id="872" name="Chart 22"/>
          <p:cNvGraphicFramePr/>
          <p:nvPr/>
        </p:nvGraphicFramePr>
        <p:xfrm>
          <a:off x="3995280" y="1632600"/>
          <a:ext cx="4089240" cy="2585880"/>
        </p:xfrm>
        <a:graphic>
          <a:graphicData uri="http://schemas.openxmlformats.org/drawingml/2006/chart">
            <c:chart xmlns:c="http://schemas.openxmlformats.org/drawingml/2006/chart" xmlns:r="http://schemas.openxmlformats.org/officeDocument/2006/relationships" r:id="rId3"/>
          </a:graphicData>
        </a:graphic>
      </p:graphicFrame>
      <p:sp>
        <p:nvSpPr>
          <p:cNvPr id="873" name="Rectangle 120"/>
          <p:cNvSpPr/>
          <p:nvPr/>
        </p:nvSpPr>
        <p:spPr>
          <a:xfrm>
            <a:off x="5719320" y="2759760"/>
            <a:ext cx="720720" cy="426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RU" sz="2800" spc="-1" strike="noStrike">
                <a:solidFill>
                  <a:schemeClr val="accent1"/>
                </a:solidFill>
                <a:latin typeface="Open Sans"/>
              </a:rPr>
              <a:t>6</a:t>
            </a:r>
            <a:r>
              <a:rPr b="1" lang="tr-TR" sz="2800" spc="-1" strike="noStrike">
                <a:solidFill>
                  <a:schemeClr val="accent1"/>
                </a:solidFill>
                <a:latin typeface="Open Sans"/>
              </a:rPr>
              <a:t>9</a:t>
            </a:r>
            <a:r>
              <a:rPr b="1" lang="ru-RU" sz="2800" spc="-1" strike="noStrike">
                <a:solidFill>
                  <a:schemeClr val="accent1"/>
                </a:solidFill>
                <a:latin typeface="Open Sans"/>
              </a:rPr>
              <a:t>%</a:t>
            </a:r>
            <a:endParaRPr b="0" lang="en-US" sz="2800" spc="-1" strike="noStrike">
              <a:solidFill>
                <a:srgbClr val="ffffff"/>
              </a:solidFill>
              <a:latin typeface="Arial"/>
            </a:endParaRPr>
          </a:p>
        </p:txBody>
      </p:sp>
      <p:sp>
        <p:nvSpPr>
          <p:cNvPr id="874" name="Freeform 119"/>
          <p:cNvSpPr/>
          <p:nvPr/>
        </p:nvSpPr>
        <p:spPr>
          <a:xfrm>
            <a:off x="1720800" y="4778280"/>
            <a:ext cx="1680840" cy="442440"/>
          </a:xfrm>
          <a:custGeom>
            <a:avLst/>
            <a:gdLst>
              <a:gd name="textAreaLeft" fmla="*/ 0 w 1680840"/>
              <a:gd name="textAreaRight" fmla="*/ 1687680 w 1680840"/>
              <a:gd name="textAreaTop" fmla="*/ 0 h 442440"/>
              <a:gd name="textAreaBottom" fmla="*/ 449280 h 442440"/>
            </a:gdLst>
            <a:ahLst/>
            <a:rect l="textAreaLeft" t="textAreaTop" r="textAreaRight" b="textAreaBottom"/>
            <a:pathLst>
              <a:path w="443" h="118">
                <a:moveTo>
                  <a:pt x="1" y="58"/>
                </a:moveTo>
                <a:cubicBezTo>
                  <a:pt x="0" y="91"/>
                  <a:pt x="27" y="118"/>
                  <a:pt x="61" y="118"/>
                </a:cubicBezTo>
                <a:cubicBezTo>
                  <a:pt x="383" y="118"/>
                  <a:pt x="383" y="118"/>
                  <a:pt x="383" y="118"/>
                </a:cubicBezTo>
                <a:cubicBezTo>
                  <a:pt x="415" y="118"/>
                  <a:pt x="442" y="93"/>
                  <a:pt x="443" y="60"/>
                </a:cubicBezTo>
                <a:cubicBezTo>
                  <a:pt x="443" y="27"/>
                  <a:pt x="416" y="0"/>
                  <a:pt x="384" y="0"/>
                </a:cubicBezTo>
                <a:cubicBezTo>
                  <a:pt x="60" y="0"/>
                  <a:pt x="60" y="0"/>
                  <a:pt x="60" y="0"/>
                </a:cubicBezTo>
                <a:cubicBezTo>
                  <a:pt x="27" y="0"/>
                  <a:pt x="1" y="26"/>
                  <a:pt x="1" y="58"/>
                </a:cubicBezTo>
                <a:close/>
              </a:path>
            </a:pathLst>
          </a:custGeom>
          <a:gradFill rotWithShape="0">
            <a:gsLst>
              <a:gs pos="0">
                <a:srgbClr val="334257"/>
              </a:gs>
              <a:gs pos="100000">
                <a:srgbClr val="242e3d"/>
              </a:gs>
            </a:gsLst>
            <a:lin ang="162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75" name="Rectangle 120"/>
          <p:cNvSpPr/>
          <p:nvPr/>
        </p:nvSpPr>
        <p:spPr>
          <a:xfrm>
            <a:off x="2077920" y="4852800"/>
            <a:ext cx="946080" cy="30456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2000" spc="-1" strike="noStrike">
                <a:solidFill>
                  <a:schemeClr val="accent1"/>
                </a:solidFill>
                <a:latin typeface="Arial Black"/>
              </a:rPr>
              <a:t>STEP 01</a:t>
            </a:r>
            <a:endParaRPr b="0" lang="en-US" sz="2000" spc="-1" strike="noStrike">
              <a:solidFill>
                <a:srgbClr val="ffffff"/>
              </a:solidFill>
              <a:latin typeface="Arial"/>
            </a:endParaRPr>
          </a:p>
        </p:txBody>
      </p:sp>
      <p:sp>
        <p:nvSpPr>
          <p:cNvPr id="876" name="Freeform 121"/>
          <p:cNvSpPr/>
          <p:nvPr/>
        </p:nvSpPr>
        <p:spPr>
          <a:xfrm>
            <a:off x="5224320" y="4778280"/>
            <a:ext cx="1679040" cy="442440"/>
          </a:xfrm>
          <a:custGeom>
            <a:avLst/>
            <a:gdLst>
              <a:gd name="textAreaLeft" fmla="*/ 0 w 1679040"/>
              <a:gd name="textAreaRight" fmla="*/ 1685880 w 1679040"/>
              <a:gd name="textAreaTop" fmla="*/ 0 h 442440"/>
              <a:gd name="textAreaBottom" fmla="*/ 449280 h 442440"/>
            </a:gdLst>
            <a:ahLst/>
            <a:rect l="textAreaLeft" t="textAreaTop" r="textAreaRight" b="textAreaBottom"/>
            <a:pathLst>
              <a:path w="443" h="118">
                <a:moveTo>
                  <a:pt x="1" y="58"/>
                </a:moveTo>
                <a:cubicBezTo>
                  <a:pt x="0" y="91"/>
                  <a:pt x="28" y="118"/>
                  <a:pt x="61" y="118"/>
                </a:cubicBezTo>
                <a:cubicBezTo>
                  <a:pt x="383" y="118"/>
                  <a:pt x="383" y="118"/>
                  <a:pt x="383" y="118"/>
                </a:cubicBezTo>
                <a:cubicBezTo>
                  <a:pt x="415" y="118"/>
                  <a:pt x="442" y="93"/>
                  <a:pt x="443" y="60"/>
                </a:cubicBezTo>
                <a:cubicBezTo>
                  <a:pt x="443" y="27"/>
                  <a:pt x="417" y="0"/>
                  <a:pt x="384" y="0"/>
                </a:cubicBezTo>
                <a:cubicBezTo>
                  <a:pt x="60" y="0"/>
                  <a:pt x="60" y="0"/>
                  <a:pt x="60" y="0"/>
                </a:cubicBezTo>
                <a:cubicBezTo>
                  <a:pt x="28" y="0"/>
                  <a:pt x="2" y="26"/>
                  <a:pt x="1" y="58"/>
                </a:cubicBezTo>
                <a:close/>
              </a:path>
            </a:pathLst>
          </a:custGeom>
          <a:gradFill rotWithShape="0">
            <a:gsLst>
              <a:gs pos="0">
                <a:srgbClr val="334257"/>
              </a:gs>
              <a:gs pos="100000">
                <a:srgbClr val="242e3d"/>
              </a:gs>
            </a:gsLst>
            <a:lin ang="162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77" name="Rectangle 122"/>
          <p:cNvSpPr/>
          <p:nvPr/>
        </p:nvSpPr>
        <p:spPr>
          <a:xfrm>
            <a:off x="5581440" y="4852800"/>
            <a:ext cx="946080" cy="30456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2000" spc="-1" strike="noStrike">
                <a:solidFill>
                  <a:schemeClr val="accent1"/>
                </a:solidFill>
                <a:latin typeface="Arial Black"/>
              </a:rPr>
              <a:t>STEP 02</a:t>
            </a:r>
            <a:endParaRPr b="0" lang="en-US" sz="2000" spc="-1" strike="noStrike">
              <a:solidFill>
                <a:srgbClr val="ffffff"/>
              </a:solidFill>
              <a:latin typeface="Arial"/>
            </a:endParaRPr>
          </a:p>
        </p:txBody>
      </p:sp>
      <p:sp>
        <p:nvSpPr>
          <p:cNvPr id="878" name="Freeform 123"/>
          <p:cNvSpPr/>
          <p:nvPr/>
        </p:nvSpPr>
        <p:spPr>
          <a:xfrm>
            <a:off x="8731080" y="4778280"/>
            <a:ext cx="1679040" cy="442440"/>
          </a:xfrm>
          <a:custGeom>
            <a:avLst/>
            <a:gdLst>
              <a:gd name="textAreaLeft" fmla="*/ 0 w 1679040"/>
              <a:gd name="textAreaRight" fmla="*/ 1685880 w 1679040"/>
              <a:gd name="textAreaTop" fmla="*/ 0 h 442440"/>
              <a:gd name="textAreaBottom" fmla="*/ 449280 h 442440"/>
            </a:gdLst>
            <a:ahLst/>
            <a:rect l="textAreaLeft" t="textAreaTop" r="textAreaRight" b="textAreaBottom"/>
            <a:pathLst>
              <a:path w="443" h="118">
                <a:moveTo>
                  <a:pt x="0" y="58"/>
                </a:moveTo>
                <a:cubicBezTo>
                  <a:pt x="0" y="91"/>
                  <a:pt x="27" y="118"/>
                  <a:pt x="60" y="118"/>
                </a:cubicBezTo>
                <a:cubicBezTo>
                  <a:pt x="382" y="118"/>
                  <a:pt x="382" y="118"/>
                  <a:pt x="382" y="118"/>
                </a:cubicBezTo>
                <a:cubicBezTo>
                  <a:pt x="414" y="118"/>
                  <a:pt x="442" y="93"/>
                  <a:pt x="442" y="60"/>
                </a:cubicBezTo>
                <a:cubicBezTo>
                  <a:pt x="443" y="27"/>
                  <a:pt x="416" y="0"/>
                  <a:pt x="383" y="0"/>
                </a:cubicBezTo>
                <a:cubicBezTo>
                  <a:pt x="59" y="0"/>
                  <a:pt x="59" y="0"/>
                  <a:pt x="59" y="0"/>
                </a:cubicBezTo>
                <a:cubicBezTo>
                  <a:pt x="27" y="0"/>
                  <a:pt x="1" y="26"/>
                  <a:pt x="0" y="58"/>
                </a:cubicBezTo>
                <a:close/>
              </a:path>
            </a:pathLst>
          </a:custGeom>
          <a:gradFill rotWithShape="0">
            <a:gsLst>
              <a:gs pos="0">
                <a:srgbClr val="334257"/>
              </a:gs>
              <a:gs pos="100000">
                <a:srgbClr val="242e3d"/>
              </a:gs>
            </a:gsLst>
            <a:lin ang="162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879" name="Rectangle 124"/>
          <p:cNvSpPr/>
          <p:nvPr/>
        </p:nvSpPr>
        <p:spPr>
          <a:xfrm>
            <a:off x="9083520" y="4852800"/>
            <a:ext cx="946080" cy="30456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2000" spc="-1" strike="noStrike">
                <a:solidFill>
                  <a:schemeClr val="accent1"/>
                </a:solidFill>
                <a:latin typeface="Arial Black"/>
              </a:rPr>
              <a:t>STEP 03</a:t>
            </a:r>
            <a:endParaRPr b="0" lang="en-US" sz="2000" spc="-1" strike="noStrike">
              <a:solidFill>
                <a:srgbClr val="ffffff"/>
              </a:solidFill>
              <a:latin typeface="Arial"/>
            </a:endParaRPr>
          </a:p>
        </p:txBody>
      </p:sp>
      <p:sp>
        <p:nvSpPr>
          <p:cNvPr id="880" name="TextBox 31"/>
          <p:cNvSpPr/>
          <p:nvPr/>
        </p:nvSpPr>
        <p:spPr>
          <a:xfrm>
            <a:off x="1469880" y="5349960"/>
            <a:ext cx="217656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200" spc="-1" strike="noStrike">
                <a:solidFill>
                  <a:schemeClr val="accent1"/>
                </a:solidFill>
                <a:latin typeface="Arial Black"/>
                <a:ea typeface="Open Sans"/>
              </a:rPr>
              <a:t>Lorem ipsum dolor sit amet, consectetur adipiscing elit, sed do</a:t>
            </a:r>
            <a:endParaRPr b="0" lang="en-US" sz="1200" spc="-1" strike="noStrike">
              <a:solidFill>
                <a:srgbClr val="ffffff"/>
              </a:solidFill>
              <a:latin typeface="Arial"/>
            </a:endParaRPr>
          </a:p>
        </p:txBody>
      </p:sp>
      <p:sp>
        <p:nvSpPr>
          <p:cNvPr id="881" name="TextBox 32"/>
          <p:cNvSpPr/>
          <p:nvPr/>
        </p:nvSpPr>
        <p:spPr>
          <a:xfrm>
            <a:off x="5029560" y="5349960"/>
            <a:ext cx="209628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200" spc="-1" strike="noStrike">
                <a:solidFill>
                  <a:schemeClr val="accent1"/>
                </a:solidFill>
                <a:latin typeface="Arial Black"/>
                <a:ea typeface="Open Sans"/>
              </a:rPr>
              <a:t>Lorem ipsum dolor sit amet, consectetur adipiscing elit, sed do</a:t>
            </a:r>
            <a:endParaRPr b="0" lang="en-US" sz="1200" spc="-1" strike="noStrike">
              <a:solidFill>
                <a:srgbClr val="ffffff"/>
              </a:solidFill>
              <a:latin typeface="Arial"/>
            </a:endParaRPr>
          </a:p>
        </p:txBody>
      </p:sp>
      <p:sp>
        <p:nvSpPr>
          <p:cNvPr id="882" name="TextBox 33"/>
          <p:cNvSpPr/>
          <p:nvPr/>
        </p:nvSpPr>
        <p:spPr>
          <a:xfrm>
            <a:off x="8561160" y="5349960"/>
            <a:ext cx="2082240" cy="6382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US" sz="1200" spc="-1" strike="noStrike">
                <a:solidFill>
                  <a:schemeClr val="accent1"/>
                </a:solidFill>
                <a:latin typeface="Arial Black"/>
                <a:ea typeface="Open Sans"/>
              </a:rPr>
              <a:t>Lorem ipsum dolor sit amet, consectetur adipiscing elit, sed do</a:t>
            </a:r>
            <a:endParaRPr b="0" lang="en-US" sz="1200" spc="-1" strike="noStrike">
              <a:solidFill>
                <a:srgbClr val="ffffff"/>
              </a:solidFill>
              <a:latin typeface="Arial"/>
            </a:endParaRPr>
          </a:p>
        </p:txBody>
      </p:sp>
      <p:grpSp>
        <p:nvGrpSpPr>
          <p:cNvPr id="883" name="Group 40"/>
          <p:cNvGrpSpPr/>
          <p:nvPr/>
        </p:nvGrpSpPr>
        <p:grpSpPr>
          <a:xfrm>
            <a:off x="8104680" y="1447920"/>
            <a:ext cx="2939400" cy="2942640"/>
            <a:chOff x="8104680" y="1447920"/>
            <a:chExt cx="2939400" cy="2942640"/>
          </a:xfrm>
        </p:grpSpPr>
        <p:sp>
          <p:nvSpPr>
            <p:cNvPr id="884" name="Oval 101"/>
            <p:cNvSpPr/>
            <p:nvPr/>
          </p:nvSpPr>
          <p:spPr>
            <a:xfrm>
              <a:off x="8104680" y="1447920"/>
              <a:ext cx="2939400" cy="2942640"/>
            </a:xfrm>
            <a:prstGeom prst="ellipse">
              <a:avLst/>
            </a:prstGeom>
            <a:gradFill rotWithShape="0">
              <a:gsLst>
                <a:gs pos="0">
                  <a:srgbClr val="334257"/>
                </a:gs>
                <a:gs pos="100000">
                  <a:srgbClr val="202937"/>
                </a:gs>
              </a:gsLst>
              <a:lin ang="13500000"/>
            </a:gra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nvGrpSpPr>
            <p:cNvPr id="885" name="Group 42"/>
            <p:cNvGrpSpPr/>
            <p:nvPr/>
          </p:nvGrpSpPr>
          <p:grpSpPr>
            <a:xfrm>
              <a:off x="8333640" y="1688760"/>
              <a:ext cx="2464920" cy="2464920"/>
              <a:chOff x="8333640" y="1688760"/>
              <a:chExt cx="2464920" cy="2464920"/>
            </a:xfrm>
          </p:grpSpPr>
          <p:sp>
            <p:nvSpPr>
              <p:cNvPr id="886" name="Oval 43"/>
              <p:cNvSpPr/>
              <p:nvPr/>
            </p:nvSpPr>
            <p:spPr>
              <a:xfrm>
                <a:off x="8333640" y="1688760"/>
                <a:ext cx="2464920" cy="2464920"/>
              </a:xfrm>
              <a:prstGeom prst="ellipse">
                <a:avLst/>
              </a:prstGeom>
              <a:solidFill>
                <a:schemeClr val="bg2"/>
              </a:solidFill>
              <a:ln>
                <a:noFill/>
              </a:ln>
              <a:effectLst>
                <a:outerShdw algn="tl" blurRad="177840" dir="2700000" dist="114042" rotWithShape="0">
                  <a:schemeClr val="tx1">
                    <a:alpha val="4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87" name="Oval 44"/>
              <p:cNvSpPr/>
              <p:nvPr/>
            </p:nvSpPr>
            <p:spPr>
              <a:xfrm>
                <a:off x="8333640" y="1688760"/>
                <a:ext cx="2464920" cy="2464920"/>
              </a:xfrm>
              <a:prstGeom prst="ellipse">
                <a:avLst/>
              </a:prstGeom>
              <a:solidFill>
                <a:schemeClr val="bg2"/>
              </a:solidFill>
              <a:ln>
                <a:noFill/>
              </a:ln>
              <a:effectLst>
                <a:outerShdw algn="br" blurRad="114480" dir="13500000" dist="114042" rotWithShape="0">
                  <a:schemeClr val="tx2">
                    <a:alpha val="56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grpSp>
      <p:graphicFrame>
        <p:nvGraphicFramePr>
          <p:cNvPr id="888" name="Chart 45"/>
          <p:cNvGraphicFramePr/>
          <p:nvPr/>
        </p:nvGraphicFramePr>
        <p:xfrm>
          <a:off x="7520040" y="1632600"/>
          <a:ext cx="4089240" cy="2585880"/>
        </p:xfrm>
        <a:graphic>
          <a:graphicData uri="http://schemas.openxmlformats.org/drawingml/2006/chart">
            <c:chart xmlns:c="http://schemas.openxmlformats.org/drawingml/2006/chart" xmlns:r="http://schemas.openxmlformats.org/officeDocument/2006/relationships" r:id="rId4"/>
          </a:graphicData>
        </a:graphic>
      </p:graphicFrame>
      <p:sp>
        <p:nvSpPr>
          <p:cNvPr id="889" name="Rectangle 120"/>
          <p:cNvSpPr/>
          <p:nvPr/>
        </p:nvSpPr>
        <p:spPr>
          <a:xfrm>
            <a:off x="9242280" y="2759760"/>
            <a:ext cx="723600" cy="42660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RU" sz="2800" spc="-1" strike="noStrike">
                <a:solidFill>
                  <a:schemeClr val="accent1"/>
                </a:solidFill>
                <a:latin typeface="Open Sans"/>
              </a:rPr>
              <a:t>65%</a:t>
            </a:r>
            <a:endParaRPr b="0" lang="en-US" sz="2800" spc="-1" strike="noStrike">
              <a:solidFill>
                <a:srgbClr val="ffffff"/>
              </a:solidFill>
              <a:latin typeface="Arial"/>
            </a:endParaRPr>
          </a:p>
        </p:txBody>
      </p:sp>
      <p:sp>
        <p:nvSpPr>
          <p:cNvPr id="890" name="object 384"/>
          <p:cNvSpPr/>
          <p:nvPr/>
        </p:nvSpPr>
        <p:spPr>
          <a:xfrm flipV="1">
            <a:off x="356760" y="671184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1" name="object 4"/>
          <p:cNvSpPr/>
          <p:nvPr/>
        </p:nvSpPr>
        <p:spPr>
          <a:xfrm>
            <a:off x="10477800" y="663120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2" name="object 384"/>
          <p:cNvSpPr/>
          <p:nvPr/>
        </p:nvSpPr>
        <p:spPr>
          <a:xfrm flipV="1" rot="10800000">
            <a:off x="6103080" y="671868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3" name="object 386"/>
          <p:cNvSpPr/>
          <p:nvPr/>
        </p:nvSpPr>
        <p:spPr>
          <a:xfrm>
            <a:off x="5927400" y="651744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894" name="Freeform 49"/>
          <p:cNvSpPr/>
          <p:nvPr/>
        </p:nvSpPr>
        <p:spPr>
          <a:xfrm rot="237600">
            <a:off x="-1342440" y="-920160"/>
            <a:ext cx="7397280" cy="6140880"/>
          </a:xfrm>
          <a:custGeom>
            <a:avLst/>
            <a:gdLst>
              <a:gd name="textAreaLeft" fmla="*/ 0 w 7397280"/>
              <a:gd name="textAreaRight" fmla="*/ 7404120 w 7397280"/>
              <a:gd name="textAreaTop" fmla="*/ 0 h 6140880"/>
              <a:gd name="textAreaBottom" fmla="*/ 6147720 h 614088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895" name="Group 38"/>
          <p:cNvGrpSpPr/>
          <p:nvPr/>
        </p:nvGrpSpPr>
        <p:grpSpPr>
          <a:xfrm>
            <a:off x="554040" y="565200"/>
            <a:ext cx="1472760" cy="48960"/>
            <a:chOff x="554040" y="565200"/>
            <a:chExt cx="1472760" cy="48960"/>
          </a:xfrm>
        </p:grpSpPr>
        <p:sp>
          <p:nvSpPr>
            <p:cNvPr id="89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89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898" name="Rectangle 50"/>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09" r:id="rId5"/>
  </p:sldLayoutIdLst>
</p:sldMaster>
</file>

<file path=ppt/slideMasters/slideMaster3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89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90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509465C6-D6FF-4103-91B7-CFB4B7354073}"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901" name="Line 6"/>
          <p:cNvSpPr/>
          <p:nvPr/>
        </p:nvSpPr>
        <p:spPr>
          <a:xfrm>
            <a:off x="2738160" y="11268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2" name="Line 7"/>
          <p:cNvSpPr/>
          <p:nvPr/>
        </p:nvSpPr>
        <p:spPr>
          <a:xfrm>
            <a:off x="2738160" y="15840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3" name="Line 8"/>
          <p:cNvSpPr/>
          <p:nvPr/>
        </p:nvSpPr>
        <p:spPr>
          <a:xfrm>
            <a:off x="2738160" y="204624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4" name="Line 9"/>
          <p:cNvSpPr/>
          <p:nvPr/>
        </p:nvSpPr>
        <p:spPr>
          <a:xfrm>
            <a:off x="2738160" y="250632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5" name="Line 10"/>
          <p:cNvSpPr/>
          <p:nvPr/>
        </p:nvSpPr>
        <p:spPr>
          <a:xfrm>
            <a:off x="2738160" y="296856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6" name="Line 11"/>
          <p:cNvSpPr/>
          <p:nvPr/>
        </p:nvSpPr>
        <p:spPr>
          <a:xfrm>
            <a:off x="2738160" y="34290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7" name="Line 12"/>
          <p:cNvSpPr/>
          <p:nvPr/>
        </p:nvSpPr>
        <p:spPr>
          <a:xfrm>
            <a:off x="2738160" y="38862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8" name="Line 13"/>
          <p:cNvSpPr/>
          <p:nvPr/>
        </p:nvSpPr>
        <p:spPr>
          <a:xfrm>
            <a:off x="2738160" y="434628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09" name="Line 14"/>
          <p:cNvSpPr/>
          <p:nvPr/>
        </p:nvSpPr>
        <p:spPr>
          <a:xfrm>
            <a:off x="2738160" y="480852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10" name="Line 15"/>
          <p:cNvSpPr/>
          <p:nvPr/>
        </p:nvSpPr>
        <p:spPr>
          <a:xfrm>
            <a:off x="2738160" y="526860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11" name="Line 16"/>
          <p:cNvSpPr/>
          <p:nvPr/>
        </p:nvSpPr>
        <p:spPr>
          <a:xfrm>
            <a:off x="2738160" y="5730840"/>
            <a:ext cx="6589800" cy="360"/>
          </a:xfrm>
          <a:prstGeom prst="line">
            <a:avLst/>
          </a:prstGeom>
          <a:ln cap="rnd" w="15875">
            <a:solidFill>
              <a:srgbClr val="202937"/>
            </a:solidFill>
            <a:miter/>
          </a:ln>
        </p:spPr>
        <p:style>
          <a:lnRef idx="0"/>
          <a:fillRef idx="0"/>
          <a:effectRef idx="0"/>
          <a:fontRef idx="minor"/>
        </p:style>
        <p:txBody>
          <a:bodyPr numCol="1" spcCol="0" lIns="90000" rIns="90000" tIns="0" bIns="0" anchor="t">
            <a:noAutofit/>
          </a:bodyPr>
          <a:p>
            <a:endParaRPr b="0" lang="ru-UA" sz="1800" spc="-1" strike="noStrike">
              <a:solidFill>
                <a:schemeClr val="dk1"/>
              </a:solidFill>
              <a:latin typeface="Open Sans"/>
            </a:endParaRPr>
          </a:p>
        </p:txBody>
      </p:sp>
      <p:sp>
        <p:nvSpPr>
          <p:cNvPr id="912" name="Freeform 17"/>
          <p:cNvSpPr/>
          <p:nvPr/>
        </p:nvSpPr>
        <p:spPr>
          <a:xfrm>
            <a:off x="3251160" y="1127160"/>
            <a:ext cx="537840" cy="4596840"/>
          </a:xfrm>
          <a:custGeom>
            <a:avLst/>
            <a:gdLst>
              <a:gd name="textAreaLeft" fmla="*/ 0 w 537840"/>
              <a:gd name="textAreaRight" fmla="*/ 544680 w 537840"/>
              <a:gd name="textAreaTop" fmla="*/ 0 h 4596840"/>
              <a:gd name="textAreaBottom" fmla="*/ 4603680 h 4596840"/>
            </a:gdLst>
            <a:ahLst/>
            <a:rect l="textAreaLeft" t="textAreaTop" r="textAreaRight" b="textAreaBottom"/>
            <a:pathLst>
              <a:path w="143"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1" y="0"/>
                  <a:pt x="143" y="31"/>
                  <a:pt x="143" y="71"/>
                </a:cubicBezTo>
                <a:cubicBezTo>
                  <a:pt x="143" y="1136"/>
                  <a:pt x="143" y="1136"/>
                  <a:pt x="143" y="1136"/>
                </a:cubicBezTo>
                <a:cubicBezTo>
                  <a:pt x="143" y="1176"/>
                  <a:pt x="111"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3" name="Freeform 18"/>
          <p:cNvSpPr/>
          <p:nvPr/>
        </p:nvSpPr>
        <p:spPr>
          <a:xfrm>
            <a:off x="3251160" y="3429000"/>
            <a:ext cx="537840" cy="2295000"/>
          </a:xfrm>
          <a:custGeom>
            <a:avLst/>
            <a:gdLst>
              <a:gd name="textAreaLeft" fmla="*/ 0 w 537840"/>
              <a:gd name="textAreaRight" fmla="*/ 544680 w 537840"/>
              <a:gd name="textAreaTop" fmla="*/ 0 h 2295000"/>
              <a:gd name="textAreaBottom" fmla="*/ 2301840 h 2295000"/>
            </a:gdLst>
            <a:ahLst/>
            <a:rect l="textAreaLeft" t="textAreaTop" r="textAreaRight" b="textAreaBottom"/>
            <a:pathLst>
              <a:path w="143" h="685">
                <a:moveTo>
                  <a:pt x="71" y="685"/>
                </a:moveTo>
                <a:cubicBezTo>
                  <a:pt x="32" y="685"/>
                  <a:pt x="0" y="653"/>
                  <a:pt x="0" y="613"/>
                </a:cubicBezTo>
                <a:cubicBezTo>
                  <a:pt x="0" y="71"/>
                  <a:pt x="0" y="71"/>
                  <a:pt x="0" y="71"/>
                </a:cubicBezTo>
                <a:cubicBezTo>
                  <a:pt x="0" y="32"/>
                  <a:pt x="32" y="0"/>
                  <a:pt x="71" y="0"/>
                </a:cubicBezTo>
                <a:cubicBezTo>
                  <a:pt x="111" y="0"/>
                  <a:pt x="143" y="32"/>
                  <a:pt x="143" y="71"/>
                </a:cubicBezTo>
                <a:cubicBezTo>
                  <a:pt x="143" y="613"/>
                  <a:pt x="143" y="613"/>
                  <a:pt x="143" y="613"/>
                </a:cubicBezTo>
                <a:cubicBezTo>
                  <a:pt x="143" y="653"/>
                  <a:pt x="111" y="685"/>
                  <a:pt x="71" y="685"/>
                </a:cubicBezTo>
                <a:close/>
              </a:path>
            </a:pathLst>
          </a:custGeom>
          <a:gradFill rotWithShape="0">
            <a:gsLst>
              <a:gs pos="100000">
                <a:srgbClr val="ff0000"/>
              </a:gs>
              <a:gs pos="100000">
                <a:srgbClr val="3123cd"/>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4" name="Freeform 19"/>
          <p:cNvSpPr/>
          <p:nvPr/>
        </p:nvSpPr>
        <p:spPr>
          <a:xfrm>
            <a:off x="4508640" y="1127160"/>
            <a:ext cx="532800" cy="4596840"/>
          </a:xfrm>
          <a:custGeom>
            <a:avLst/>
            <a:gdLst>
              <a:gd name="textAreaLeft" fmla="*/ 0 w 532800"/>
              <a:gd name="textAreaRight" fmla="*/ 539640 w 532800"/>
              <a:gd name="textAreaTop" fmla="*/ 0 h 4596840"/>
              <a:gd name="textAreaBottom" fmla="*/ 4603680 h 4596840"/>
            </a:gdLst>
            <a:ahLst/>
            <a:rect l="textAreaLeft" t="textAreaTop" r="textAreaRight" b="textAreaBottom"/>
            <a:pathLst>
              <a:path w="142"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1" y="0"/>
                  <a:pt x="142" y="31"/>
                  <a:pt x="142" y="71"/>
                </a:cubicBezTo>
                <a:cubicBezTo>
                  <a:pt x="142" y="1136"/>
                  <a:pt x="142" y="1136"/>
                  <a:pt x="142" y="1136"/>
                </a:cubicBezTo>
                <a:cubicBezTo>
                  <a:pt x="142" y="1176"/>
                  <a:pt x="111"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5" name="Freeform 20"/>
          <p:cNvSpPr/>
          <p:nvPr/>
        </p:nvSpPr>
        <p:spPr>
          <a:xfrm>
            <a:off x="4508640" y="2887560"/>
            <a:ext cx="532800" cy="2836440"/>
          </a:xfrm>
          <a:custGeom>
            <a:avLst/>
            <a:gdLst>
              <a:gd name="textAreaLeft" fmla="*/ 0 w 532800"/>
              <a:gd name="textAreaRight" fmla="*/ 539640 w 532800"/>
              <a:gd name="textAreaTop" fmla="*/ 0 h 2836440"/>
              <a:gd name="textAreaBottom" fmla="*/ 2843280 h 2836440"/>
            </a:gdLst>
            <a:ahLst/>
            <a:rect l="textAreaLeft" t="textAreaTop" r="textAreaRight" b="textAreaBottom"/>
            <a:pathLst>
              <a:path w="142" h="983">
                <a:moveTo>
                  <a:pt x="71" y="983"/>
                </a:moveTo>
                <a:cubicBezTo>
                  <a:pt x="32" y="983"/>
                  <a:pt x="0" y="951"/>
                  <a:pt x="0" y="911"/>
                </a:cubicBezTo>
                <a:cubicBezTo>
                  <a:pt x="0" y="72"/>
                  <a:pt x="0" y="72"/>
                  <a:pt x="0" y="72"/>
                </a:cubicBezTo>
                <a:cubicBezTo>
                  <a:pt x="0" y="32"/>
                  <a:pt x="32" y="0"/>
                  <a:pt x="71" y="0"/>
                </a:cubicBezTo>
                <a:cubicBezTo>
                  <a:pt x="111" y="0"/>
                  <a:pt x="142" y="32"/>
                  <a:pt x="142" y="72"/>
                </a:cubicBezTo>
                <a:cubicBezTo>
                  <a:pt x="142" y="911"/>
                  <a:pt x="142" y="911"/>
                  <a:pt x="142" y="911"/>
                </a:cubicBezTo>
                <a:cubicBezTo>
                  <a:pt x="142" y="951"/>
                  <a:pt x="111" y="983"/>
                  <a:pt x="71" y="983"/>
                </a:cubicBezTo>
                <a:close/>
              </a:path>
            </a:pathLst>
          </a:custGeom>
          <a:gradFill rotWithShape="0">
            <a:gsLst>
              <a:gs pos="0">
                <a:srgbClr val="685de3"/>
              </a:gs>
              <a:gs pos="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6" name="Freeform 21"/>
          <p:cNvSpPr/>
          <p:nvPr/>
        </p:nvSpPr>
        <p:spPr>
          <a:xfrm>
            <a:off x="5761080" y="1127160"/>
            <a:ext cx="537840" cy="4596840"/>
          </a:xfrm>
          <a:custGeom>
            <a:avLst/>
            <a:gdLst>
              <a:gd name="textAreaLeft" fmla="*/ 0 w 537840"/>
              <a:gd name="textAreaRight" fmla="*/ 544680 w 537840"/>
              <a:gd name="textAreaTop" fmla="*/ 0 h 4596840"/>
              <a:gd name="textAreaBottom" fmla="*/ 4603680 h 4596840"/>
            </a:gdLst>
            <a:ahLst/>
            <a:rect l="textAreaLeft" t="textAreaTop" r="textAreaRight" b="textAreaBottom"/>
            <a:pathLst>
              <a:path w="143" h="1208">
                <a:moveTo>
                  <a:pt x="72" y="1208"/>
                </a:moveTo>
                <a:cubicBezTo>
                  <a:pt x="72" y="1208"/>
                  <a:pt x="72" y="1208"/>
                  <a:pt x="72" y="1208"/>
                </a:cubicBezTo>
                <a:cubicBezTo>
                  <a:pt x="32" y="1208"/>
                  <a:pt x="0" y="1176"/>
                  <a:pt x="0" y="1136"/>
                </a:cubicBezTo>
                <a:cubicBezTo>
                  <a:pt x="0" y="71"/>
                  <a:pt x="0" y="71"/>
                  <a:pt x="0" y="71"/>
                </a:cubicBezTo>
                <a:cubicBezTo>
                  <a:pt x="0" y="31"/>
                  <a:pt x="32" y="0"/>
                  <a:pt x="72" y="0"/>
                </a:cubicBezTo>
                <a:cubicBezTo>
                  <a:pt x="72" y="0"/>
                  <a:pt x="72" y="0"/>
                  <a:pt x="72" y="0"/>
                </a:cubicBezTo>
                <a:cubicBezTo>
                  <a:pt x="111" y="0"/>
                  <a:pt x="143" y="31"/>
                  <a:pt x="143" y="71"/>
                </a:cubicBezTo>
                <a:cubicBezTo>
                  <a:pt x="143" y="1136"/>
                  <a:pt x="143" y="1136"/>
                  <a:pt x="143" y="1136"/>
                </a:cubicBezTo>
                <a:cubicBezTo>
                  <a:pt x="143" y="1176"/>
                  <a:pt x="111" y="1208"/>
                  <a:pt x="72"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7" name="Freeform 22"/>
          <p:cNvSpPr/>
          <p:nvPr/>
        </p:nvSpPr>
        <p:spPr>
          <a:xfrm>
            <a:off x="5761080" y="3813120"/>
            <a:ext cx="537840" cy="1910880"/>
          </a:xfrm>
          <a:custGeom>
            <a:avLst/>
            <a:gdLst>
              <a:gd name="textAreaLeft" fmla="*/ 0 w 537840"/>
              <a:gd name="textAreaRight" fmla="*/ 544680 w 537840"/>
              <a:gd name="textAreaTop" fmla="*/ 0 h 1910880"/>
              <a:gd name="textAreaBottom" fmla="*/ 1917720 h 1910880"/>
            </a:gdLst>
            <a:ahLst/>
            <a:rect l="textAreaLeft" t="textAreaTop" r="textAreaRight" b="textAreaBottom"/>
            <a:pathLst>
              <a:path w="143" h="503">
                <a:moveTo>
                  <a:pt x="72" y="503"/>
                </a:moveTo>
                <a:cubicBezTo>
                  <a:pt x="32" y="503"/>
                  <a:pt x="0" y="471"/>
                  <a:pt x="0" y="431"/>
                </a:cubicBezTo>
                <a:cubicBezTo>
                  <a:pt x="0" y="72"/>
                  <a:pt x="0" y="72"/>
                  <a:pt x="0" y="72"/>
                </a:cubicBezTo>
                <a:cubicBezTo>
                  <a:pt x="0" y="32"/>
                  <a:pt x="32" y="0"/>
                  <a:pt x="72" y="0"/>
                </a:cubicBezTo>
                <a:cubicBezTo>
                  <a:pt x="111" y="0"/>
                  <a:pt x="143" y="32"/>
                  <a:pt x="143" y="72"/>
                </a:cubicBezTo>
                <a:cubicBezTo>
                  <a:pt x="143" y="431"/>
                  <a:pt x="143" y="431"/>
                  <a:pt x="143" y="431"/>
                </a:cubicBezTo>
                <a:cubicBezTo>
                  <a:pt x="143" y="471"/>
                  <a:pt x="111" y="503"/>
                  <a:pt x="72" y="503"/>
                </a:cubicBezTo>
                <a:close/>
              </a:path>
            </a:pathLst>
          </a:custGeom>
          <a:gradFill rotWithShape="0">
            <a:gsLst>
              <a:gs pos="100000">
                <a:srgbClr val="ff0000"/>
              </a:gs>
              <a:gs pos="100000">
                <a:srgbClr val="1f67db"/>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8" name="Freeform 23"/>
          <p:cNvSpPr/>
          <p:nvPr/>
        </p:nvSpPr>
        <p:spPr>
          <a:xfrm>
            <a:off x="7016760" y="1127160"/>
            <a:ext cx="537840" cy="4596840"/>
          </a:xfrm>
          <a:custGeom>
            <a:avLst/>
            <a:gdLst>
              <a:gd name="textAreaLeft" fmla="*/ 0 w 537840"/>
              <a:gd name="textAreaRight" fmla="*/ 544680 w 537840"/>
              <a:gd name="textAreaTop" fmla="*/ 0 h 4596840"/>
              <a:gd name="textAreaBottom" fmla="*/ 4603680 h 4596840"/>
            </a:gdLst>
            <a:ahLst/>
            <a:rect l="textAreaLeft" t="textAreaTop" r="textAreaRight" b="textAreaBottom"/>
            <a:pathLst>
              <a:path w="143"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1" y="0"/>
                  <a:pt x="143" y="31"/>
                  <a:pt x="143" y="71"/>
                </a:cubicBezTo>
                <a:cubicBezTo>
                  <a:pt x="143" y="1136"/>
                  <a:pt x="143" y="1136"/>
                  <a:pt x="143" y="1136"/>
                </a:cubicBezTo>
                <a:cubicBezTo>
                  <a:pt x="143" y="1176"/>
                  <a:pt x="111"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19" name="Freeform 24"/>
          <p:cNvSpPr/>
          <p:nvPr/>
        </p:nvSpPr>
        <p:spPr>
          <a:xfrm>
            <a:off x="7016760" y="2887560"/>
            <a:ext cx="537840" cy="2836440"/>
          </a:xfrm>
          <a:custGeom>
            <a:avLst/>
            <a:gdLst>
              <a:gd name="textAreaLeft" fmla="*/ 0 w 537840"/>
              <a:gd name="textAreaRight" fmla="*/ 544680 w 537840"/>
              <a:gd name="textAreaTop" fmla="*/ 0 h 2836440"/>
              <a:gd name="textAreaBottom" fmla="*/ 2843280 h 2836440"/>
            </a:gdLst>
            <a:ahLst/>
            <a:rect l="textAreaLeft" t="textAreaTop" r="textAreaRight" b="textAreaBottom"/>
            <a:pathLst>
              <a:path w="143" h="746">
                <a:moveTo>
                  <a:pt x="71" y="746"/>
                </a:moveTo>
                <a:cubicBezTo>
                  <a:pt x="32" y="746"/>
                  <a:pt x="0" y="714"/>
                  <a:pt x="0" y="674"/>
                </a:cubicBezTo>
                <a:cubicBezTo>
                  <a:pt x="0" y="71"/>
                  <a:pt x="0" y="71"/>
                  <a:pt x="0" y="71"/>
                </a:cubicBezTo>
                <a:cubicBezTo>
                  <a:pt x="0" y="32"/>
                  <a:pt x="32" y="0"/>
                  <a:pt x="71" y="0"/>
                </a:cubicBezTo>
                <a:cubicBezTo>
                  <a:pt x="111" y="0"/>
                  <a:pt x="143" y="32"/>
                  <a:pt x="143" y="71"/>
                </a:cubicBezTo>
                <a:cubicBezTo>
                  <a:pt x="143" y="674"/>
                  <a:pt x="143" y="674"/>
                  <a:pt x="143" y="674"/>
                </a:cubicBezTo>
                <a:cubicBezTo>
                  <a:pt x="143" y="714"/>
                  <a:pt x="111" y="746"/>
                  <a:pt x="71" y="746"/>
                </a:cubicBezTo>
                <a:close/>
              </a:path>
            </a:pathLst>
          </a:custGeom>
          <a:gradFill rotWithShape="0">
            <a:gsLst>
              <a:gs pos="100000">
                <a:srgbClr val="ff0000"/>
              </a:gs>
              <a:gs pos="100000">
                <a:srgbClr val="1f67db"/>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20" name="Freeform 25"/>
          <p:cNvSpPr/>
          <p:nvPr/>
        </p:nvSpPr>
        <p:spPr>
          <a:xfrm>
            <a:off x="8273880" y="1127160"/>
            <a:ext cx="534600" cy="4596840"/>
          </a:xfrm>
          <a:custGeom>
            <a:avLst/>
            <a:gdLst>
              <a:gd name="textAreaLeft" fmla="*/ 0 w 534600"/>
              <a:gd name="textAreaRight" fmla="*/ 541440 w 534600"/>
              <a:gd name="textAreaTop" fmla="*/ 0 h 4596840"/>
              <a:gd name="textAreaBottom" fmla="*/ 4603680 h 4596840"/>
            </a:gdLst>
            <a:ahLst/>
            <a:rect l="textAreaLeft" t="textAreaTop" r="textAreaRight" b="textAreaBottom"/>
            <a:pathLst>
              <a:path w="142" h="1208">
                <a:moveTo>
                  <a:pt x="71" y="1208"/>
                </a:moveTo>
                <a:cubicBezTo>
                  <a:pt x="71" y="1208"/>
                  <a:pt x="71" y="1208"/>
                  <a:pt x="71" y="1208"/>
                </a:cubicBezTo>
                <a:cubicBezTo>
                  <a:pt x="32" y="1208"/>
                  <a:pt x="0" y="1176"/>
                  <a:pt x="0" y="1136"/>
                </a:cubicBezTo>
                <a:cubicBezTo>
                  <a:pt x="0" y="71"/>
                  <a:pt x="0" y="71"/>
                  <a:pt x="0" y="71"/>
                </a:cubicBezTo>
                <a:cubicBezTo>
                  <a:pt x="0" y="31"/>
                  <a:pt x="32" y="0"/>
                  <a:pt x="71" y="0"/>
                </a:cubicBezTo>
                <a:cubicBezTo>
                  <a:pt x="71" y="0"/>
                  <a:pt x="71" y="0"/>
                  <a:pt x="71" y="0"/>
                </a:cubicBezTo>
                <a:cubicBezTo>
                  <a:pt x="110" y="0"/>
                  <a:pt x="142" y="31"/>
                  <a:pt x="142" y="71"/>
                </a:cubicBezTo>
                <a:cubicBezTo>
                  <a:pt x="142" y="1136"/>
                  <a:pt x="142" y="1136"/>
                  <a:pt x="142" y="1136"/>
                </a:cubicBezTo>
                <a:cubicBezTo>
                  <a:pt x="142" y="1176"/>
                  <a:pt x="110" y="1208"/>
                  <a:pt x="71" y="1208"/>
                </a:cubicBezTo>
                <a:close/>
              </a:path>
            </a:pathLst>
          </a:custGeom>
          <a:gradFill rotWithShape="0">
            <a:gsLst>
              <a:gs pos="0">
                <a:srgbClr val="334257"/>
              </a:gs>
              <a:gs pos="23000">
                <a:srgbClr val="242e3d"/>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21" name="Freeform 26"/>
          <p:cNvSpPr/>
          <p:nvPr/>
        </p:nvSpPr>
        <p:spPr>
          <a:xfrm>
            <a:off x="8273880" y="1611360"/>
            <a:ext cx="534600" cy="4112640"/>
          </a:xfrm>
          <a:custGeom>
            <a:avLst/>
            <a:gdLst>
              <a:gd name="textAreaLeft" fmla="*/ 0 w 534600"/>
              <a:gd name="textAreaRight" fmla="*/ 541440 w 534600"/>
              <a:gd name="textAreaTop" fmla="*/ 0 h 4112640"/>
              <a:gd name="textAreaBottom" fmla="*/ 4119480 h 4112640"/>
            </a:gdLst>
            <a:ahLst/>
            <a:rect l="textAreaLeft" t="textAreaTop" r="textAreaRight" b="textAreaBottom"/>
            <a:pathLst>
              <a:path w="142" h="1081">
                <a:moveTo>
                  <a:pt x="71" y="1081"/>
                </a:moveTo>
                <a:cubicBezTo>
                  <a:pt x="32" y="1081"/>
                  <a:pt x="0" y="1049"/>
                  <a:pt x="0" y="1009"/>
                </a:cubicBezTo>
                <a:cubicBezTo>
                  <a:pt x="0" y="72"/>
                  <a:pt x="0" y="72"/>
                  <a:pt x="0" y="72"/>
                </a:cubicBezTo>
                <a:cubicBezTo>
                  <a:pt x="0" y="32"/>
                  <a:pt x="32" y="0"/>
                  <a:pt x="71" y="0"/>
                </a:cubicBezTo>
                <a:cubicBezTo>
                  <a:pt x="110" y="0"/>
                  <a:pt x="142" y="32"/>
                  <a:pt x="142" y="72"/>
                </a:cubicBezTo>
                <a:cubicBezTo>
                  <a:pt x="142" y="1009"/>
                  <a:pt x="142" y="1009"/>
                  <a:pt x="142" y="1009"/>
                </a:cubicBezTo>
                <a:cubicBezTo>
                  <a:pt x="142" y="1049"/>
                  <a:pt x="110" y="1081"/>
                  <a:pt x="71" y="1081"/>
                </a:cubicBezTo>
                <a:close/>
              </a:path>
            </a:pathLst>
          </a:custGeom>
          <a:gradFill rotWithShape="0">
            <a:gsLst>
              <a:gs pos="0">
                <a:srgbClr val="685de3"/>
              </a:gs>
              <a:gs pos="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nvGrpSpPr>
          <p:cNvPr id="922" name="Group 26"/>
          <p:cNvGrpSpPr/>
          <p:nvPr/>
        </p:nvGrpSpPr>
        <p:grpSpPr>
          <a:xfrm>
            <a:off x="3348360" y="5908680"/>
            <a:ext cx="5395680" cy="228240"/>
            <a:chOff x="3348360" y="5908680"/>
            <a:chExt cx="5395680" cy="228240"/>
          </a:xfrm>
        </p:grpSpPr>
        <p:sp>
          <p:nvSpPr>
            <p:cNvPr id="923" name="Rectangle 28"/>
            <p:cNvSpPr/>
            <p:nvPr/>
          </p:nvSpPr>
          <p:spPr>
            <a:xfrm>
              <a:off x="334836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55%</a:t>
              </a:r>
              <a:endParaRPr b="0" lang="en-US" sz="1500" spc="-1" strike="noStrike">
                <a:solidFill>
                  <a:srgbClr val="ffffff"/>
                </a:solidFill>
                <a:latin typeface="Arial"/>
              </a:endParaRPr>
            </a:p>
          </p:txBody>
        </p:sp>
        <p:sp>
          <p:nvSpPr>
            <p:cNvPr id="924" name="Rectangle 29"/>
            <p:cNvSpPr/>
            <p:nvPr/>
          </p:nvSpPr>
          <p:spPr>
            <a:xfrm>
              <a:off x="460548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80%</a:t>
              </a:r>
              <a:endParaRPr b="0" lang="en-US" sz="1500" spc="-1" strike="noStrike">
                <a:solidFill>
                  <a:srgbClr val="ffffff"/>
                </a:solidFill>
                <a:latin typeface="Arial"/>
              </a:endParaRPr>
            </a:p>
          </p:txBody>
        </p:sp>
        <p:sp>
          <p:nvSpPr>
            <p:cNvPr id="925" name="Rectangle 30"/>
            <p:cNvSpPr/>
            <p:nvPr/>
          </p:nvSpPr>
          <p:spPr>
            <a:xfrm>
              <a:off x="585792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40%</a:t>
              </a:r>
              <a:endParaRPr b="0" lang="en-US" sz="1500" spc="-1" strike="noStrike">
                <a:solidFill>
                  <a:srgbClr val="ffffff"/>
                </a:solidFill>
                <a:latin typeface="Arial"/>
              </a:endParaRPr>
            </a:p>
          </p:txBody>
        </p:sp>
        <p:sp>
          <p:nvSpPr>
            <p:cNvPr id="926" name="Rectangle 31"/>
            <p:cNvSpPr/>
            <p:nvPr/>
          </p:nvSpPr>
          <p:spPr>
            <a:xfrm>
              <a:off x="711396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60%</a:t>
              </a:r>
              <a:endParaRPr b="0" lang="en-US" sz="1500" spc="-1" strike="noStrike">
                <a:solidFill>
                  <a:srgbClr val="ffffff"/>
                </a:solidFill>
                <a:latin typeface="Arial"/>
              </a:endParaRPr>
            </a:p>
          </p:txBody>
        </p:sp>
        <p:sp>
          <p:nvSpPr>
            <p:cNvPr id="927" name="Rectangle 32"/>
            <p:cNvSpPr/>
            <p:nvPr/>
          </p:nvSpPr>
          <p:spPr>
            <a:xfrm>
              <a:off x="8371080" y="59086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88%</a:t>
              </a:r>
              <a:endParaRPr b="0" lang="en-US" sz="1500" spc="-1" strike="noStrike">
                <a:solidFill>
                  <a:srgbClr val="ffffff"/>
                </a:solidFill>
                <a:latin typeface="Arial"/>
              </a:endParaRPr>
            </a:p>
          </p:txBody>
        </p:sp>
      </p:grpSp>
      <p:grpSp>
        <p:nvGrpSpPr>
          <p:cNvPr id="928" name="Group 32"/>
          <p:cNvGrpSpPr/>
          <p:nvPr/>
        </p:nvGrpSpPr>
        <p:grpSpPr>
          <a:xfrm>
            <a:off x="2066040" y="988920"/>
            <a:ext cx="482760" cy="4854240"/>
            <a:chOff x="2066040" y="988920"/>
            <a:chExt cx="482760" cy="4854240"/>
          </a:xfrm>
        </p:grpSpPr>
        <p:sp>
          <p:nvSpPr>
            <p:cNvPr id="929" name="Rectangle 27"/>
            <p:cNvSpPr/>
            <p:nvPr/>
          </p:nvSpPr>
          <p:spPr>
            <a:xfrm>
              <a:off x="2273760" y="5614920"/>
              <a:ext cx="264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0%</a:t>
              </a:r>
              <a:endParaRPr b="0" lang="en-US" sz="1500" spc="-1" strike="noStrike">
                <a:solidFill>
                  <a:srgbClr val="ffffff"/>
                </a:solidFill>
                <a:latin typeface="Arial"/>
              </a:endParaRPr>
            </a:p>
          </p:txBody>
        </p:sp>
        <p:sp>
          <p:nvSpPr>
            <p:cNvPr id="930" name="Rectangle 33"/>
            <p:cNvSpPr/>
            <p:nvPr/>
          </p:nvSpPr>
          <p:spPr>
            <a:xfrm>
              <a:off x="2171880" y="514980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10%</a:t>
              </a:r>
              <a:endParaRPr b="0" lang="en-US" sz="1500" spc="-1" strike="noStrike">
                <a:solidFill>
                  <a:srgbClr val="ffffff"/>
                </a:solidFill>
                <a:latin typeface="Arial"/>
              </a:endParaRPr>
            </a:p>
          </p:txBody>
        </p:sp>
        <p:sp>
          <p:nvSpPr>
            <p:cNvPr id="931" name="Rectangle 34"/>
            <p:cNvSpPr/>
            <p:nvPr/>
          </p:nvSpPr>
          <p:spPr>
            <a:xfrm>
              <a:off x="2171880" y="468936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20%</a:t>
              </a:r>
              <a:endParaRPr b="0" lang="en-US" sz="1500" spc="-1" strike="noStrike">
                <a:solidFill>
                  <a:srgbClr val="ffffff"/>
                </a:solidFill>
                <a:latin typeface="Arial"/>
              </a:endParaRPr>
            </a:p>
          </p:txBody>
        </p:sp>
        <p:sp>
          <p:nvSpPr>
            <p:cNvPr id="932" name="Rectangle 35"/>
            <p:cNvSpPr/>
            <p:nvPr/>
          </p:nvSpPr>
          <p:spPr>
            <a:xfrm>
              <a:off x="2171880" y="42274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30%</a:t>
              </a:r>
              <a:endParaRPr b="0" lang="en-US" sz="1500" spc="-1" strike="noStrike">
                <a:solidFill>
                  <a:srgbClr val="ffffff"/>
                </a:solidFill>
                <a:latin typeface="Arial"/>
              </a:endParaRPr>
            </a:p>
          </p:txBody>
        </p:sp>
        <p:sp>
          <p:nvSpPr>
            <p:cNvPr id="933" name="Rectangle 36"/>
            <p:cNvSpPr/>
            <p:nvPr/>
          </p:nvSpPr>
          <p:spPr>
            <a:xfrm>
              <a:off x="2171880" y="376380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40%</a:t>
              </a:r>
              <a:endParaRPr b="0" lang="en-US" sz="1500" spc="-1" strike="noStrike">
                <a:solidFill>
                  <a:srgbClr val="ffffff"/>
                </a:solidFill>
                <a:latin typeface="Arial"/>
              </a:endParaRPr>
            </a:p>
          </p:txBody>
        </p:sp>
        <p:sp>
          <p:nvSpPr>
            <p:cNvPr id="934" name="Rectangle 37"/>
            <p:cNvSpPr/>
            <p:nvPr/>
          </p:nvSpPr>
          <p:spPr>
            <a:xfrm>
              <a:off x="2171880" y="330192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50%</a:t>
              </a:r>
              <a:endParaRPr b="0" lang="en-US" sz="1500" spc="-1" strike="noStrike">
                <a:solidFill>
                  <a:srgbClr val="ffffff"/>
                </a:solidFill>
                <a:latin typeface="Arial"/>
              </a:endParaRPr>
            </a:p>
          </p:txBody>
        </p:sp>
        <p:sp>
          <p:nvSpPr>
            <p:cNvPr id="935" name="Rectangle 38"/>
            <p:cNvSpPr/>
            <p:nvPr/>
          </p:nvSpPr>
          <p:spPr>
            <a:xfrm>
              <a:off x="2171880" y="28414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60%</a:t>
              </a:r>
              <a:endParaRPr b="0" lang="en-US" sz="1500" spc="-1" strike="noStrike">
                <a:solidFill>
                  <a:srgbClr val="ffffff"/>
                </a:solidFill>
                <a:latin typeface="Arial"/>
              </a:endParaRPr>
            </a:p>
          </p:txBody>
        </p:sp>
        <p:sp>
          <p:nvSpPr>
            <p:cNvPr id="936" name="Rectangle 39"/>
            <p:cNvSpPr/>
            <p:nvPr/>
          </p:nvSpPr>
          <p:spPr>
            <a:xfrm>
              <a:off x="2171880" y="237636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70%</a:t>
              </a:r>
              <a:endParaRPr b="0" lang="en-US" sz="1500" spc="-1" strike="noStrike">
                <a:solidFill>
                  <a:srgbClr val="ffffff"/>
                </a:solidFill>
                <a:latin typeface="Arial"/>
              </a:endParaRPr>
            </a:p>
          </p:txBody>
        </p:sp>
        <p:sp>
          <p:nvSpPr>
            <p:cNvPr id="937" name="Rectangle 40"/>
            <p:cNvSpPr/>
            <p:nvPr/>
          </p:nvSpPr>
          <p:spPr>
            <a:xfrm>
              <a:off x="2171880" y="191628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80%</a:t>
              </a:r>
              <a:endParaRPr b="0" lang="en-US" sz="1500" spc="-1" strike="noStrike">
                <a:solidFill>
                  <a:srgbClr val="ffffff"/>
                </a:solidFill>
                <a:latin typeface="Arial"/>
              </a:endParaRPr>
            </a:p>
          </p:txBody>
        </p:sp>
        <p:sp>
          <p:nvSpPr>
            <p:cNvPr id="938" name="Rectangle 41"/>
            <p:cNvSpPr/>
            <p:nvPr/>
          </p:nvSpPr>
          <p:spPr>
            <a:xfrm>
              <a:off x="2171880" y="1454040"/>
              <a:ext cx="3729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90%</a:t>
              </a:r>
              <a:endParaRPr b="0" lang="en-US" sz="1500" spc="-1" strike="noStrike">
                <a:solidFill>
                  <a:srgbClr val="ffffff"/>
                </a:solidFill>
                <a:latin typeface="Arial"/>
              </a:endParaRPr>
            </a:p>
          </p:txBody>
        </p:sp>
        <p:sp>
          <p:nvSpPr>
            <p:cNvPr id="939" name="Rectangle 42"/>
            <p:cNvSpPr/>
            <p:nvPr/>
          </p:nvSpPr>
          <p:spPr>
            <a:xfrm>
              <a:off x="2066040" y="988920"/>
              <a:ext cx="482760" cy="2282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0" lang="ru-UA" sz="1500" spc="-1" strike="noStrike">
                  <a:solidFill>
                    <a:schemeClr val="accent1"/>
                  </a:solidFill>
                  <a:latin typeface="Open Sans"/>
                </a:rPr>
                <a:t>100%</a:t>
              </a:r>
              <a:endParaRPr b="0" lang="en-US" sz="1500" spc="-1" strike="noStrike">
                <a:solidFill>
                  <a:srgbClr val="ffffff"/>
                </a:solidFill>
                <a:latin typeface="Arial"/>
              </a:endParaRPr>
            </a:p>
          </p:txBody>
        </p:sp>
      </p:grpSp>
      <p:sp>
        <p:nvSpPr>
          <p:cNvPr id="940" name="object 384"/>
          <p:cNvSpPr/>
          <p:nvPr/>
        </p:nvSpPr>
        <p:spPr>
          <a:xfrm flipV="1">
            <a:off x="356760" y="671184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1" name="object 4"/>
          <p:cNvSpPr/>
          <p:nvPr/>
        </p:nvSpPr>
        <p:spPr>
          <a:xfrm>
            <a:off x="10477800" y="663120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2" name="object 384"/>
          <p:cNvSpPr/>
          <p:nvPr/>
        </p:nvSpPr>
        <p:spPr>
          <a:xfrm flipV="1" rot="10800000">
            <a:off x="6103080" y="671868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3" name="object 386"/>
          <p:cNvSpPr/>
          <p:nvPr/>
        </p:nvSpPr>
        <p:spPr>
          <a:xfrm>
            <a:off x="5927400" y="651744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44" name="Freeform 52"/>
          <p:cNvSpPr/>
          <p:nvPr/>
        </p:nvSpPr>
        <p:spPr>
          <a:xfrm rot="370200">
            <a:off x="-1859040" y="-110592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945" name="Group 48"/>
          <p:cNvGrpSpPr/>
          <p:nvPr/>
        </p:nvGrpSpPr>
        <p:grpSpPr>
          <a:xfrm>
            <a:off x="554040" y="565200"/>
            <a:ext cx="1472760" cy="48960"/>
            <a:chOff x="554040" y="565200"/>
            <a:chExt cx="1472760" cy="48960"/>
          </a:xfrm>
        </p:grpSpPr>
        <p:sp>
          <p:nvSpPr>
            <p:cNvPr id="94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4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948" name="Rectangle 53"/>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11" r:id="rId2"/>
  </p:sldLayoutIdLst>
</p:sldMaster>
</file>

<file path=ppt/slideMasters/slideMaster3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94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gn="ctr" defTabSz="914400">
              <a:lnSpc>
                <a:spcPct val="100000"/>
              </a:lnSpc>
            </a:pPr>
            <a:endParaRPr b="0" lang="en-US" sz="650" spc="-1" strike="noStrike">
              <a:solidFill>
                <a:schemeClr val="lt1"/>
              </a:solidFill>
              <a:latin typeface="Lato Light"/>
            </a:endParaRPr>
          </a:p>
        </p:txBody>
      </p:sp>
      <p:sp>
        <p:nvSpPr>
          <p:cNvPr id="95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4C94C4C2-CD25-451F-B959-62D1CFC2A14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grpSp>
        <p:nvGrpSpPr>
          <p:cNvPr id="951" name="Group 5"/>
          <p:cNvGrpSpPr/>
          <p:nvPr/>
        </p:nvGrpSpPr>
        <p:grpSpPr>
          <a:xfrm>
            <a:off x="5370480" y="955800"/>
            <a:ext cx="96840" cy="4581000"/>
            <a:chOff x="5370480" y="955800"/>
            <a:chExt cx="96840" cy="4581000"/>
          </a:xfrm>
        </p:grpSpPr>
        <p:sp>
          <p:nvSpPr>
            <p:cNvPr id="952" name="Freeform 10"/>
            <p:cNvSpPr/>
            <p:nvPr/>
          </p:nvSpPr>
          <p:spPr>
            <a:xfrm>
              <a:off x="5370480" y="955800"/>
              <a:ext cx="92160" cy="4581000"/>
            </a:xfrm>
            <a:custGeom>
              <a:avLst/>
              <a:gdLst>
                <a:gd name="textAreaLeft" fmla="*/ 0 w 92160"/>
                <a:gd name="textAreaRight" fmla="*/ 99000 w 92160"/>
                <a:gd name="textAreaTop" fmla="*/ 0 h 4581000"/>
                <a:gd name="textAreaBottom" fmla="*/ 4587840 h 4581000"/>
              </a:gdLst>
              <a:ahLst/>
              <a:rect l="textAreaLeft" t="textAreaTop" r="textAreaRight" b="textAreaBottom"/>
              <a:pathLst>
                <a:path w="24" h="395">
                  <a:moveTo>
                    <a:pt x="12" y="395"/>
                  </a:moveTo>
                  <a:cubicBezTo>
                    <a:pt x="5" y="395"/>
                    <a:pt x="0" y="389"/>
                    <a:pt x="0" y="383"/>
                  </a:cubicBezTo>
                  <a:cubicBezTo>
                    <a:pt x="0" y="12"/>
                    <a:pt x="0" y="12"/>
                    <a:pt x="0" y="12"/>
                  </a:cubicBezTo>
                  <a:cubicBezTo>
                    <a:pt x="0" y="5"/>
                    <a:pt x="5" y="0"/>
                    <a:pt x="12" y="0"/>
                  </a:cubicBezTo>
                  <a:cubicBezTo>
                    <a:pt x="18" y="0"/>
                    <a:pt x="24" y="5"/>
                    <a:pt x="24" y="12"/>
                  </a:cubicBezTo>
                  <a:cubicBezTo>
                    <a:pt x="24" y="383"/>
                    <a:pt x="24" y="383"/>
                    <a:pt x="24" y="383"/>
                  </a:cubicBezTo>
                  <a:cubicBezTo>
                    <a:pt x="24" y="389"/>
                    <a:pt x="18" y="395"/>
                    <a:pt x="12" y="395"/>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53" name="Freeform 16"/>
            <p:cNvSpPr/>
            <p:nvPr/>
          </p:nvSpPr>
          <p:spPr>
            <a:xfrm>
              <a:off x="5370480" y="4232520"/>
              <a:ext cx="96840" cy="1304280"/>
            </a:xfrm>
            <a:custGeom>
              <a:avLst/>
              <a:gdLst>
                <a:gd name="textAreaLeft" fmla="*/ 0 w 96840"/>
                <a:gd name="textAreaRight" fmla="*/ 103680 w 96840"/>
                <a:gd name="textAreaTop" fmla="*/ 0 h 1304280"/>
                <a:gd name="textAreaBottom" fmla="*/ 1311120 h 1304280"/>
              </a:gdLst>
              <a:ahLst/>
              <a:rect l="textAreaLeft" t="textAreaTop" r="textAreaRight" b="textAreaBottom"/>
              <a:pathLst>
                <a:path w="24" h="833">
                  <a:moveTo>
                    <a:pt x="12" y="833"/>
                  </a:moveTo>
                  <a:cubicBezTo>
                    <a:pt x="5" y="833"/>
                    <a:pt x="0" y="827"/>
                    <a:pt x="0" y="821"/>
                  </a:cubicBezTo>
                  <a:cubicBezTo>
                    <a:pt x="0" y="12"/>
                    <a:pt x="0" y="12"/>
                    <a:pt x="0" y="12"/>
                  </a:cubicBezTo>
                  <a:cubicBezTo>
                    <a:pt x="0" y="5"/>
                    <a:pt x="5" y="0"/>
                    <a:pt x="12" y="0"/>
                  </a:cubicBezTo>
                  <a:cubicBezTo>
                    <a:pt x="18" y="0"/>
                    <a:pt x="24" y="5"/>
                    <a:pt x="24" y="12"/>
                  </a:cubicBezTo>
                  <a:cubicBezTo>
                    <a:pt x="24" y="821"/>
                    <a:pt x="24" y="821"/>
                    <a:pt x="24" y="821"/>
                  </a:cubicBezTo>
                  <a:cubicBezTo>
                    <a:pt x="24" y="827"/>
                    <a:pt x="18" y="833"/>
                    <a:pt x="12" y="833"/>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54" name="Group 8"/>
          <p:cNvGrpSpPr/>
          <p:nvPr/>
        </p:nvGrpSpPr>
        <p:grpSpPr>
          <a:xfrm>
            <a:off x="6394320" y="955800"/>
            <a:ext cx="103680" cy="4580640"/>
            <a:chOff x="6394320" y="955800"/>
            <a:chExt cx="103680" cy="4580640"/>
          </a:xfrm>
        </p:grpSpPr>
        <p:sp>
          <p:nvSpPr>
            <p:cNvPr id="955" name="Freeform 11"/>
            <p:cNvSpPr/>
            <p:nvPr/>
          </p:nvSpPr>
          <p:spPr>
            <a:xfrm>
              <a:off x="6394320" y="955800"/>
              <a:ext cx="103680" cy="4538520"/>
            </a:xfrm>
            <a:custGeom>
              <a:avLst/>
              <a:gdLst>
                <a:gd name="textAreaLeft" fmla="*/ 0 w 103680"/>
                <a:gd name="textAreaRight" fmla="*/ 110520 w 103680"/>
                <a:gd name="textAreaTop" fmla="*/ 0 h 4538520"/>
                <a:gd name="textAreaBottom" fmla="*/ 4545360 h 4538520"/>
              </a:gdLst>
              <a:ahLst/>
              <a:rect l="textAreaLeft" t="textAreaTop" r="textAreaRight" b="textAreaBottom"/>
              <a:pathLst>
                <a:path w="24" h="729">
                  <a:moveTo>
                    <a:pt x="12" y="729"/>
                  </a:moveTo>
                  <a:cubicBezTo>
                    <a:pt x="6" y="729"/>
                    <a:pt x="0" y="724"/>
                    <a:pt x="0" y="717"/>
                  </a:cubicBezTo>
                  <a:cubicBezTo>
                    <a:pt x="0" y="12"/>
                    <a:pt x="0" y="12"/>
                    <a:pt x="0" y="12"/>
                  </a:cubicBezTo>
                  <a:cubicBezTo>
                    <a:pt x="0" y="5"/>
                    <a:pt x="6" y="0"/>
                    <a:pt x="12" y="0"/>
                  </a:cubicBezTo>
                  <a:cubicBezTo>
                    <a:pt x="19" y="0"/>
                    <a:pt x="24" y="5"/>
                    <a:pt x="24" y="12"/>
                  </a:cubicBezTo>
                  <a:cubicBezTo>
                    <a:pt x="24" y="717"/>
                    <a:pt x="24" y="717"/>
                    <a:pt x="24" y="717"/>
                  </a:cubicBezTo>
                  <a:cubicBezTo>
                    <a:pt x="24" y="724"/>
                    <a:pt x="19" y="729"/>
                    <a:pt x="12" y="729"/>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56" name="Freeform 17"/>
            <p:cNvSpPr/>
            <p:nvPr/>
          </p:nvSpPr>
          <p:spPr>
            <a:xfrm>
              <a:off x="6394320" y="3753360"/>
              <a:ext cx="103680" cy="1783080"/>
            </a:xfrm>
            <a:custGeom>
              <a:avLst/>
              <a:gdLst>
                <a:gd name="textAreaLeft" fmla="*/ 0 w 103680"/>
                <a:gd name="textAreaRight" fmla="*/ 110520 w 103680"/>
                <a:gd name="textAreaTop" fmla="*/ 0 h 1783080"/>
                <a:gd name="textAreaBottom" fmla="*/ 1789920 h 1783080"/>
              </a:gdLst>
              <a:ahLst/>
              <a:rect l="textAreaLeft" t="textAreaTop" r="textAreaRight" b="textAreaBottom"/>
              <a:pathLst>
                <a:path w="24" h="499">
                  <a:moveTo>
                    <a:pt x="12" y="499"/>
                  </a:moveTo>
                  <a:cubicBezTo>
                    <a:pt x="6" y="499"/>
                    <a:pt x="0" y="493"/>
                    <a:pt x="0" y="487"/>
                  </a:cubicBezTo>
                  <a:cubicBezTo>
                    <a:pt x="0" y="12"/>
                    <a:pt x="0" y="12"/>
                    <a:pt x="0" y="12"/>
                  </a:cubicBezTo>
                  <a:cubicBezTo>
                    <a:pt x="0" y="5"/>
                    <a:pt x="6" y="0"/>
                    <a:pt x="12" y="0"/>
                  </a:cubicBezTo>
                  <a:cubicBezTo>
                    <a:pt x="19" y="0"/>
                    <a:pt x="24" y="5"/>
                    <a:pt x="24" y="12"/>
                  </a:cubicBezTo>
                  <a:cubicBezTo>
                    <a:pt x="24" y="487"/>
                    <a:pt x="24" y="487"/>
                    <a:pt x="24" y="487"/>
                  </a:cubicBezTo>
                  <a:cubicBezTo>
                    <a:pt x="24" y="493"/>
                    <a:pt x="19" y="499"/>
                    <a:pt x="12" y="499"/>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57" name="Group 11"/>
          <p:cNvGrpSpPr/>
          <p:nvPr/>
        </p:nvGrpSpPr>
        <p:grpSpPr>
          <a:xfrm>
            <a:off x="7423200" y="955800"/>
            <a:ext cx="78840" cy="4581000"/>
            <a:chOff x="7423200" y="955800"/>
            <a:chExt cx="78840" cy="4581000"/>
          </a:xfrm>
        </p:grpSpPr>
        <p:sp>
          <p:nvSpPr>
            <p:cNvPr id="958" name="Freeform 12"/>
            <p:cNvSpPr/>
            <p:nvPr/>
          </p:nvSpPr>
          <p:spPr>
            <a:xfrm>
              <a:off x="7423200" y="955800"/>
              <a:ext cx="78840" cy="4581000"/>
            </a:xfrm>
            <a:custGeom>
              <a:avLst/>
              <a:gdLst>
                <a:gd name="textAreaLeft" fmla="*/ 0 w 78840"/>
                <a:gd name="textAreaRight" fmla="*/ 85680 w 78840"/>
                <a:gd name="textAreaTop" fmla="*/ 0 h 4581000"/>
                <a:gd name="textAreaBottom" fmla="*/ 4587840 h 4581000"/>
              </a:gdLst>
              <a:ahLst/>
              <a:rect l="textAreaLeft" t="textAreaTop" r="textAreaRight" b="textAreaBottom"/>
              <a:pathLst>
                <a:path w="24" h="446">
                  <a:moveTo>
                    <a:pt x="12" y="446"/>
                  </a:moveTo>
                  <a:cubicBezTo>
                    <a:pt x="5" y="446"/>
                    <a:pt x="0" y="441"/>
                    <a:pt x="0" y="434"/>
                  </a:cubicBezTo>
                  <a:cubicBezTo>
                    <a:pt x="0" y="12"/>
                    <a:pt x="0" y="12"/>
                    <a:pt x="0" y="12"/>
                  </a:cubicBezTo>
                  <a:cubicBezTo>
                    <a:pt x="0" y="5"/>
                    <a:pt x="5" y="0"/>
                    <a:pt x="12" y="0"/>
                  </a:cubicBezTo>
                  <a:cubicBezTo>
                    <a:pt x="18" y="0"/>
                    <a:pt x="24" y="5"/>
                    <a:pt x="24" y="12"/>
                  </a:cubicBezTo>
                  <a:cubicBezTo>
                    <a:pt x="24" y="434"/>
                    <a:pt x="24" y="434"/>
                    <a:pt x="24" y="434"/>
                  </a:cubicBezTo>
                  <a:cubicBezTo>
                    <a:pt x="24" y="441"/>
                    <a:pt x="18" y="446"/>
                    <a:pt x="12" y="446"/>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59" name="Freeform 18"/>
            <p:cNvSpPr/>
            <p:nvPr/>
          </p:nvSpPr>
          <p:spPr>
            <a:xfrm>
              <a:off x="7423200" y="2684160"/>
              <a:ext cx="78840" cy="2852640"/>
            </a:xfrm>
            <a:custGeom>
              <a:avLst/>
              <a:gdLst>
                <a:gd name="textAreaLeft" fmla="*/ 0 w 78840"/>
                <a:gd name="textAreaRight" fmla="*/ 85680 w 78840"/>
                <a:gd name="textAreaTop" fmla="*/ 0 h 2852640"/>
                <a:gd name="textAreaBottom" fmla="*/ 2859480 h 2852640"/>
              </a:gdLst>
              <a:ahLst/>
              <a:rect l="textAreaLeft" t="textAreaTop" r="textAreaRight" b="textAreaBottom"/>
              <a:pathLst>
                <a:path w="24" h="782">
                  <a:moveTo>
                    <a:pt x="12" y="782"/>
                  </a:moveTo>
                  <a:cubicBezTo>
                    <a:pt x="5" y="782"/>
                    <a:pt x="0" y="776"/>
                    <a:pt x="0" y="770"/>
                  </a:cubicBezTo>
                  <a:cubicBezTo>
                    <a:pt x="0" y="12"/>
                    <a:pt x="0" y="12"/>
                    <a:pt x="0" y="12"/>
                  </a:cubicBezTo>
                  <a:cubicBezTo>
                    <a:pt x="0" y="6"/>
                    <a:pt x="5" y="0"/>
                    <a:pt x="12" y="0"/>
                  </a:cubicBezTo>
                  <a:cubicBezTo>
                    <a:pt x="18" y="0"/>
                    <a:pt x="24" y="6"/>
                    <a:pt x="24" y="12"/>
                  </a:cubicBezTo>
                  <a:cubicBezTo>
                    <a:pt x="24" y="770"/>
                    <a:pt x="24" y="770"/>
                    <a:pt x="24" y="770"/>
                  </a:cubicBezTo>
                  <a:cubicBezTo>
                    <a:pt x="24" y="776"/>
                    <a:pt x="18" y="782"/>
                    <a:pt x="12" y="782"/>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60" name="Group 14"/>
          <p:cNvGrpSpPr/>
          <p:nvPr/>
        </p:nvGrpSpPr>
        <p:grpSpPr>
          <a:xfrm>
            <a:off x="8447040" y="955800"/>
            <a:ext cx="79920" cy="4581000"/>
            <a:chOff x="8447040" y="955800"/>
            <a:chExt cx="79920" cy="4581000"/>
          </a:xfrm>
        </p:grpSpPr>
        <p:sp>
          <p:nvSpPr>
            <p:cNvPr id="961" name="Freeform 13"/>
            <p:cNvSpPr/>
            <p:nvPr/>
          </p:nvSpPr>
          <p:spPr>
            <a:xfrm>
              <a:off x="8447040" y="955800"/>
              <a:ext cx="79920" cy="4416840"/>
            </a:xfrm>
            <a:custGeom>
              <a:avLst/>
              <a:gdLst>
                <a:gd name="textAreaLeft" fmla="*/ 0 w 79920"/>
                <a:gd name="textAreaRight" fmla="*/ 86760 w 79920"/>
                <a:gd name="textAreaTop" fmla="*/ 0 h 4416840"/>
                <a:gd name="textAreaBottom" fmla="*/ 4423680 h 4416840"/>
              </a:gdLst>
              <a:ahLst/>
              <a:rect l="textAreaLeft" t="textAreaTop" r="textAreaRight" b="textAreaBottom"/>
              <a:pathLst>
                <a:path w="24" h="334">
                  <a:moveTo>
                    <a:pt x="12" y="334"/>
                  </a:moveTo>
                  <a:cubicBezTo>
                    <a:pt x="6" y="334"/>
                    <a:pt x="0" y="329"/>
                    <a:pt x="0" y="322"/>
                  </a:cubicBezTo>
                  <a:cubicBezTo>
                    <a:pt x="0" y="12"/>
                    <a:pt x="0" y="12"/>
                    <a:pt x="0" y="12"/>
                  </a:cubicBezTo>
                  <a:cubicBezTo>
                    <a:pt x="0" y="5"/>
                    <a:pt x="6" y="0"/>
                    <a:pt x="12" y="0"/>
                  </a:cubicBezTo>
                  <a:cubicBezTo>
                    <a:pt x="19" y="0"/>
                    <a:pt x="24" y="5"/>
                    <a:pt x="24" y="12"/>
                  </a:cubicBezTo>
                  <a:cubicBezTo>
                    <a:pt x="24" y="322"/>
                    <a:pt x="24" y="322"/>
                    <a:pt x="24" y="322"/>
                  </a:cubicBezTo>
                  <a:cubicBezTo>
                    <a:pt x="24" y="329"/>
                    <a:pt x="19" y="334"/>
                    <a:pt x="12" y="334"/>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62" name="Freeform 19"/>
            <p:cNvSpPr/>
            <p:nvPr/>
          </p:nvSpPr>
          <p:spPr>
            <a:xfrm>
              <a:off x="8447040" y="2304720"/>
              <a:ext cx="79920" cy="3232080"/>
            </a:xfrm>
            <a:custGeom>
              <a:avLst/>
              <a:gdLst>
                <a:gd name="textAreaLeft" fmla="*/ 0 w 79920"/>
                <a:gd name="textAreaRight" fmla="*/ 86760 w 79920"/>
                <a:gd name="textAreaTop" fmla="*/ 0 h 3232080"/>
                <a:gd name="textAreaBottom" fmla="*/ 3238920 h 3232080"/>
              </a:gdLst>
              <a:ahLst/>
              <a:rect l="textAreaLeft" t="textAreaTop" r="textAreaRight" b="textAreaBottom"/>
              <a:pathLst>
                <a:path w="24" h="894">
                  <a:moveTo>
                    <a:pt x="12" y="894"/>
                  </a:moveTo>
                  <a:cubicBezTo>
                    <a:pt x="6" y="894"/>
                    <a:pt x="0" y="888"/>
                    <a:pt x="0" y="882"/>
                  </a:cubicBezTo>
                  <a:cubicBezTo>
                    <a:pt x="0" y="12"/>
                    <a:pt x="0" y="12"/>
                    <a:pt x="0" y="12"/>
                  </a:cubicBezTo>
                  <a:cubicBezTo>
                    <a:pt x="0" y="6"/>
                    <a:pt x="6" y="0"/>
                    <a:pt x="12" y="0"/>
                  </a:cubicBezTo>
                  <a:cubicBezTo>
                    <a:pt x="19" y="0"/>
                    <a:pt x="24" y="6"/>
                    <a:pt x="24" y="12"/>
                  </a:cubicBezTo>
                  <a:cubicBezTo>
                    <a:pt x="24" y="882"/>
                    <a:pt x="24" y="882"/>
                    <a:pt x="24" y="882"/>
                  </a:cubicBezTo>
                  <a:cubicBezTo>
                    <a:pt x="24" y="888"/>
                    <a:pt x="19" y="894"/>
                    <a:pt x="12" y="894"/>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63" name="Group 17"/>
          <p:cNvGrpSpPr/>
          <p:nvPr/>
        </p:nvGrpSpPr>
        <p:grpSpPr>
          <a:xfrm>
            <a:off x="9474120" y="955800"/>
            <a:ext cx="85320" cy="4580640"/>
            <a:chOff x="9474120" y="955800"/>
            <a:chExt cx="85320" cy="4580640"/>
          </a:xfrm>
        </p:grpSpPr>
        <p:sp>
          <p:nvSpPr>
            <p:cNvPr id="964" name="Freeform 14"/>
            <p:cNvSpPr/>
            <p:nvPr/>
          </p:nvSpPr>
          <p:spPr>
            <a:xfrm>
              <a:off x="9474120" y="955800"/>
              <a:ext cx="85320" cy="4338000"/>
            </a:xfrm>
            <a:custGeom>
              <a:avLst/>
              <a:gdLst>
                <a:gd name="textAreaLeft" fmla="*/ 0 w 85320"/>
                <a:gd name="textAreaRight" fmla="*/ 92160 w 85320"/>
                <a:gd name="textAreaTop" fmla="*/ 0 h 4338000"/>
                <a:gd name="textAreaBottom" fmla="*/ 4344840 h 4338000"/>
              </a:gdLst>
              <a:ahLst/>
              <a:rect l="textAreaLeft" t="textAreaTop" r="textAreaRight" b="textAreaBottom"/>
              <a:pathLst>
                <a:path w="24" h="825">
                  <a:moveTo>
                    <a:pt x="12" y="825"/>
                  </a:moveTo>
                  <a:cubicBezTo>
                    <a:pt x="5" y="825"/>
                    <a:pt x="0" y="820"/>
                    <a:pt x="0" y="813"/>
                  </a:cubicBezTo>
                  <a:cubicBezTo>
                    <a:pt x="0" y="12"/>
                    <a:pt x="0" y="12"/>
                    <a:pt x="0" y="12"/>
                  </a:cubicBezTo>
                  <a:cubicBezTo>
                    <a:pt x="0" y="5"/>
                    <a:pt x="5" y="0"/>
                    <a:pt x="12" y="0"/>
                  </a:cubicBezTo>
                  <a:cubicBezTo>
                    <a:pt x="19" y="0"/>
                    <a:pt x="24" y="5"/>
                    <a:pt x="24" y="12"/>
                  </a:cubicBezTo>
                  <a:cubicBezTo>
                    <a:pt x="24" y="813"/>
                    <a:pt x="24" y="813"/>
                    <a:pt x="24" y="813"/>
                  </a:cubicBezTo>
                  <a:cubicBezTo>
                    <a:pt x="24" y="820"/>
                    <a:pt x="19" y="825"/>
                    <a:pt x="12" y="825"/>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65" name="Freeform 20"/>
            <p:cNvSpPr/>
            <p:nvPr/>
          </p:nvSpPr>
          <p:spPr>
            <a:xfrm>
              <a:off x="9474120" y="4072320"/>
              <a:ext cx="85320" cy="1464120"/>
            </a:xfrm>
            <a:custGeom>
              <a:avLst/>
              <a:gdLst>
                <a:gd name="textAreaLeft" fmla="*/ 0 w 85320"/>
                <a:gd name="textAreaRight" fmla="*/ 92160 w 85320"/>
                <a:gd name="textAreaTop" fmla="*/ 0 h 1464120"/>
                <a:gd name="textAreaBottom" fmla="*/ 1470960 h 1464120"/>
              </a:gdLst>
              <a:ahLst/>
              <a:rect l="textAreaLeft" t="textAreaTop" r="textAreaRight" b="textAreaBottom"/>
              <a:pathLst>
                <a:path w="24" h="403">
                  <a:moveTo>
                    <a:pt x="12" y="403"/>
                  </a:moveTo>
                  <a:cubicBezTo>
                    <a:pt x="5" y="403"/>
                    <a:pt x="0" y="397"/>
                    <a:pt x="0" y="391"/>
                  </a:cubicBezTo>
                  <a:cubicBezTo>
                    <a:pt x="0" y="12"/>
                    <a:pt x="0" y="12"/>
                    <a:pt x="0" y="12"/>
                  </a:cubicBezTo>
                  <a:cubicBezTo>
                    <a:pt x="0" y="6"/>
                    <a:pt x="5" y="0"/>
                    <a:pt x="12" y="0"/>
                  </a:cubicBezTo>
                  <a:cubicBezTo>
                    <a:pt x="19" y="0"/>
                    <a:pt x="24" y="6"/>
                    <a:pt x="24" y="12"/>
                  </a:cubicBezTo>
                  <a:cubicBezTo>
                    <a:pt x="24" y="391"/>
                    <a:pt x="24" y="391"/>
                    <a:pt x="24" y="391"/>
                  </a:cubicBezTo>
                  <a:cubicBezTo>
                    <a:pt x="24" y="397"/>
                    <a:pt x="19" y="403"/>
                    <a:pt x="12" y="403"/>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grpSp>
        <p:nvGrpSpPr>
          <p:cNvPr id="966" name="Group 20"/>
          <p:cNvGrpSpPr/>
          <p:nvPr/>
        </p:nvGrpSpPr>
        <p:grpSpPr>
          <a:xfrm>
            <a:off x="10503000" y="955800"/>
            <a:ext cx="83520" cy="4581000"/>
            <a:chOff x="10503000" y="955800"/>
            <a:chExt cx="83520" cy="4581000"/>
          </a:xfrm>
        </p:grpSpPr>
        <p:sp>
          <p:nvSpPr>
            <p:cNvPr id="967" name="Freeform 15"/>
            <p:cNvSpPr/>
            <p:nvPr/>
          </p:nvSpPr>
          <p:spPr>
            <a:xfrm>
              <a:off x="10503000" y="955800"/>
              <a:ext cx="83520" cy="4456800"/>
            </a:xfrm>
            <a:custGeom>
              <a:avLst/>
              <a:gdLst>
                <a:gd name="textAreaLeft" fmla="*/ 0 w 83520"/>
                <a:gd name="textAreaRight" fmla="*/ 90360 w 83520"/>
                <a:gd name="textAreaTop" fmla="*/ 0 h 4456800"/>
                <a:gd name="textAreaBottom" fmla="*/ 4463640 h 4456800"/>
              </a:gdLst>
              <a:ahLst/>
              <a:rect l="textAreaLeft" t="textAreaTop" r="textAreaRight" b="textAreaBottom"/>
              <a:pathLst>
                <a:path w="24" h="616">
                  <a:moveTo>
                    <a:pt x="12" y="616"/>
                  </a:moveTo>
                  <a:cubicBezTo>
                    <a:pt x="5" y="616"/>
                    <a:pt x="0" y="610"/>
                    <a:pt x="0" y="604"/>
                  </a:cubicBezTo>
                  <a:cubicBezTo>
                    <a:pt x="0" y="12"/>
                    <a:pt x="0" y="12"/>
                    <a:pt x="0" y="12"/>
                  </a:cubicBezTo>
                  <a:cubicBezTo>
                    <a:pt x="0" y="5"/>
                    <a:pt x="5" y="0"/>
                    <a:pt x="12" y="0"/>
                  </a:cubicBezTo>
                  <a:cubicBezTo>
                    <a:pt x="18" y="0"/>
                    <a:pt x="24" y="5"/>
                    <a:pt x="24" y="12"/>
                  </a:cubicBezTo>
                  <a:cubicBezTo>
                    <a:pt x="24" y="604"/>
                    <a:pt x="24" y="604"/>
                    <a:pt x="24" y="604"/>
                  </a:cubicBezTo>
                  <a:cubicBezTo>
                    <a:pt x="24" y="610"/>
                    <a:pt x="18" y="616"/>
                    <a:pt x="12" y="616"/>
                  </a:cubicBezTo>
                  <a:close/>
                </a:path>
              </a:pathLst>
            </a:custGeom>
            <a:gradFill rotWithShape="0">
              <a:gsLst>
                <a:gs pos="0">
                  <a:srgbClr val="334257"/>
                </a:gs>
                <a:gs pos="100000">
                  <a:srgbClr val="242e3d"/>
                </a:gs>
              </a:gsLst>
              <a:lin ang="10800000"/>
            </a:gradFill>
            <a:ln w="0">
              <a:noFill/>
            </a:ln>
            <a:effectLst>
              <a:innerShdw blurRad="63500" dir="13200000" dist="50800">
                <a:schemeClr val="tx1">
                  <a:alpha val="50000"/>
                </a:schemeClr>
              </a:innerShdw>
            </a:effectLst>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sp>
          <p:nvSpPr>
            <p:cNvPr id="968" name="Freeform 21"/>
            <p:cNvSpPr/>
            <p:nvPr/>
          </p:nvSpPr>
          <p:spPr>
            <a:xfrm>
              <a:off x="10503000" y="3309840"/>
              <a:ext cx="83520" cy="2226960"/>
            </a:xfrm>
            <a:custGeom>
              <a:avLst/>
              <a:gdLst>
                <a:gd name="textAreaLeft" fmla="*/ 0 w 83520"/>
                <a:gd name="textAreaRight" fmla="*/ 90360 w 83520"/>
                <a:gd name="textAreaTop" fmla="*/ 0 h 2226960"/>
                <a:gd name="textAreaBottom" fmla="*/ 2233800 h 2226960"/>
              </a:gdLst>
              <a:ahLst/>
              <a:rect l="textAreaLeft" t="textAreaTop" r="textAreaRight" b="textAreaBottom"/>
              <a:pathLst>
                <a:path w="24" h="612">
                  <a:moveTo>
                    <a:pt x="12" y="612"/>
                  </a:moveTo>
                  <a:cubicBezTo>
                    <a:pt x="5" y="612"/>
                    <a:pt x="0" y="606"/>
                    <a:pt x="0" y="600"/>
                  </a:cubicBezTo>
                  <a:cubicBezTo>
                    <a:pt x="0" y="12"/>
                    <a:pt x="0" y="12"/>
                    <a:pt x="0" y="12"/>
                  </a:cubicBezTo>
                  <a:cubicBezTo>
                    <a:pt x="0" y="5"/>
                    <a:pt x="5" y="0"/>
                    <a:pt x="12" y="0"/>
                  </a:cubicBezTo>
                  <a:cubicBezTo>
                    <a:pt x="18" y="0"/>
                    <a:pt x="24" y="5"/>
                    <a:pt x="24" y="12"/>
                  </a:cubicBezTo>
                  <a:cubicBezTo>
                    <a:pt x="24" y="600"/>
                    <a:pt x="24" y="600"/>
                    <a:pt x="24" y="600"/>
                  </a:cubicBezTo>
                  <a:cubicBezTo>
                    <a:pt x="24" y="606"/>
                    <a:pt x="18" y="612"/>
                    <a:pt x="12" y="612"/>
                  </a:cubicBezTo>
                  <a:close/>
                </a:path>
              </a:pathLst>
            </a:custGeom>
            <a:gradFill rotWithShape="0">
              <a:gsLst>
                <a:gs pos="0">
                  <a:srgbClr val="1f67db"/>
                </a:gs>
                <a:gs pos="100000">
                  <a:srgbClr val="ff0000"/>
                </a:gs>
              </a:gsLst>
              <a:lin ang="5400000"/>
            </a:gradFill>
            <a:ln w="0">
              <a:noFill/>
            </a:ln>
          </p:spPr>
          <p:style>
            <a:lnRef idx="0"/>
            <a:fillRef idx="0"/>
            <a:effectRef idx="0"/>
            <a:fontRef idx="minor"/>
          </p:style>
          <p:txBody>
            <a:bodyPr numCol="1" spcCol="0" lIns="90000" rIns="90000" tIns="45000" bIns="45000" anchor="t">
              <a:noAutofit/>
            </a:bodyPr>
            <a:p>
              <a:pPr defTabSz="914400">
                <a:lnSpc>
                  <a:spcPct val="100000"/>
                </a:lnSpc>
              </a:pPr>
              <a:endParaRPr b="0" lang="ru-UA" sz="1800" spc="-1" strike="noStrike">
                <a:solidFill>
                  <a:schemeClr val="dk1"/>
                </a:solidFill>
                <a:latin typeface="Open Sans"/>
              </a:endParaRPr>
            </a:p>
          </p:txBody>
        </p:sp>
      </p:grpSp>
      <p:sp>
        <p:nvSpPr>
          <p:cNvPr id="969" name="Rectangle 22"/>
          <p:cNvSpPr/>
          <p:nvPr/>
        </p:nvSpPr>
        <p:spPr>
          <a:xfrm>
            <a:off x="520524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68%</a:t>
            </a:r>
            <a:endParaRPr b="0" lang="en-US" sz="1700" spc="-1" strike="noStrike">
              <a:solidFill>
                <a:srgbClr val="ffffff"/>
              </a:solidFill>
              <a:latin typeface="Arial"/>
            </a:endParaRPr>
          </a:p>
        </p:txBody>
      </p:sp>
      <p:sp>
        <p:nvSpPr>
          <p:cNvPr id="970" name="Rectangle 23"/>
          <p:cNvSpPr/>
          <p:nvPr/>
        </p:nvSpPr>
        <p:spPr>
          <a:xfrm>
            <a:off x="623232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30%</a:t>
            </a:r>
            <a:endParaRPr b="0" lang="en-US" sz="1700" spc="-1" strike="noStrike">
              <a:solidFill>
                <a:srgbClr val="ffffff"/>
              </a:solidFill>
              <a:latin typeface="Arial"/>
            </a:endParaRPr>
          </a:p>
        </p:txBody>
      </p:sp>
      <p:sp>
        <p:nvSpPr>
          <p:cNvPr id="971" name="Rectangle 24"/>
          <p:cNvSpPr/>
          <p:nvPr/>
        </p:nvSpPr>
        <p:spPr>
          <a:xfrm>
            <a:off x="725616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65%</a:t>
            </a:r>
            <a:endParaRPr b="0" lang="en-US" sz="1700" spc="-1" strike="noStrike">
              <a:solidFill>
                <a:srgbClr val="ffffff"/>
              </a:solidFill>
              <a:latin typeface="Arial"/>
            </a:endParaRPr>
          </a:p>
        </p:txBody>
      </p:sp>
      <p:sp>
        <p:nvSpPr>
          <p:cNvPr id="972" name="Rectangle 25"/>
          <p:cNvSpPr/>
          <p:nvPr/>
        </p:nvSpPr>
        <p:spPr>
          <a:xfrm>
            <a:off x="828504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70%</a:t>
            </a:r>
            <a:endParaRPr b="0" lang="en-US" sz="1700" spc="-1" strike="noStrike">
              <a:solidFill>
                <a:srgbClr val="ffffff"/>
              </a:solidFill>
              <a:latin typeface="Arial"/>
            </a:endParaRPr>
          </a:p>
        </p:txBody>
      </p:sp>
      <p:sp>
        <p:nvSpPr>
          <p:cNvPr id="973" name="Rectangle 26"/>
          <p:cNvSpPr/>
          <p:nvPr/>
        </p:nvSpPr>
        <p:spPr>
          <a:xfrm>
            <a:off x="930888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25%</a:t>
            </a:r>
            <a:endParaRPr b="0" lang="en-US" sz="1700" spc="-1" strike="noStrike">
              <a:solidFill>
                <a:srgbClr val="ffffff"/>
              </a:solidFill>
              <a:latin typeface="Arial"/>
            </a:endParaRPr>
          </a:p>
        </p:txBody>
      </p:sp>
      <p:sp>
        <p:nvSpPr>
          <p:cNvPr id="974" name="Rectangle 27"/>
          <p:cNvSpPr/>
          <p:nvPr/>
        </p:nvSpPr>
        <p:spPr>
          <a:xfrm>
            <a:off x="10335960" y="5878440"/>
            <a:ext cx="432360" cy="258840"/>
          </a:xfrm>
          <a:prstGeom prst="rect">
            <a:avLst/>
          </a:prstGeom>
          <a:noFill/>
          <a:ln w="0">
            <a:noFill/>
          </a:ln>
        </p:spPr>
        <p:style>
          <a:lnRef idx="0"/>
          <a:fillRef idx="0"/>
          <a:effectRef idx="0"/>
          <a:fontRef idx="minor"/>
        </p:style>
        <p:txBody>
          <a:bodyPr numCol="1" spcCol="0" wrap="none" lIns="0" rIns="0" tIns="0" bIns="0" anchor="t">
            <a:spAutoFit/>
          </a:bodyPr>
          <a:p>
            <a:pPr algn="ctr" defTabSz="914400">
              <a:lnSpc>
                <a:spcPct val="100000"/>
              </a:lnSpc>
              <a:tabLst>
                <a:tab algn="l" pos="0"/>
              </a:tabLst>
            </a:pPr>
            <a:r>
              <a:rPr b="1" lang="ru-UA" sz="1700" spc="-1" strike="noStrike">
                <a:solidFill>
                  <a:schemeClr val="accent1"/>
                </a:solidFill>
                <a:latin typeface="Open Sans Semibold"/>
              </a:rPr>
              <a:t>35%</a:t>
            </a:r>
            <a:endParaRPr b="0" lang="en-US" sz="1700" spc="-1" strike="noStrike">
              <a:solidFill>
                <a:srgbClr val="ffffff"/>
              </a:solidFill>
              <a:latin typeface="Arial"/>
            </a:endParaRPr>
          </a:p>
        </p:txBody>
      </p:sp>
      <p:sp>
        <p:nvSpPr>
          <p:cNvPr id="975" name="Oval 29"/>
          <p:cNvSpPr/>
          <p:nvPr/>
        </p:nvSpPr>
        <p:spPr>
          <a:xfrm>
            <a:off x="5168520" y="3993120"/>
            <a:ext cx="472320" cy="4723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6" name="Oval 30"/>
          <p:cNvSpPr/>
          <p:nvPr/>
        </p:nvSpPr>
        <p:spPr>
          <a:xfrm>
            <a:off x="6189480" y="3402720"/>
            <a:ext cx="472320" cy="4723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7" name="Oval 31"/>
          <p:cNvSpPr/>
          <p:nvPr/>
        </p:nvSpPr>
        <p:spPr>
          <a:xfrm>
            <a:off x="7231680" y="2304720"/>
            <a:ext cx="472320" cy="4723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8" name="Oval 32"/>
          <p:cNvSpPr/>
          <p:nvPr/>
        </p:nvSpPr>
        <p:spPr>
          <a:xfrm>
            <a:off x="8253720" y="1885680"/>
            <a:ext cx="472320" cy="4723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79" name="Oval 33"/>
          <p:cNvSpPr/>
          <p:nvPr/>
        </p:nvSpPr>
        <p:spPr>
          <a:xfrm>
            <a:off x="9279000" y="3753360"/>
            <a:ext cx="472320" cy="4723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80" name="Oval 34"/>
          <p:cNvSpPr/>
          <p:nvPr/>
        </p:nvSpPr>
        <p:spPr>
          <a:xfrm>
            <a:off x="10297800" y="2969640"/>
            <a:ext cx="472320" cy="472320"/>
          </a:xfrm>
          <a:prstGeom prst="ellipse">
            <a:avLst/>
          </a:prstGeom>
          <a:gradFill rotWithShape="0">
            <a:gsLst>
              <a:gs pos="0">
                <a:srgbClr val="10141a"/>
              </a:gs>
              <a:gs pos="100000">
                <a:srgbClr val="334257"/>
              </a:gs>
            </a:gsLst>
            <a:lin ang="13500000"/>
          </a:gradFill>
          <a:ln>
            <a:noFill/>
          </a:ln>
          <a:effectLst>
            <a:outerShdw algn="tl" blurRad="177840" dir="2700000" dist="126260" rotWithShape="0">
              <a:schemeClr val="tx1">
                <a:alpha val="72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81" name="object 384"/>
          <p:cNvSpPr/>
          <p:nvPr/>
        </p:nvSpPr>
        <p:spPr>
          <a:xfrm flipV="1">
            <a:off x="356760" y="671184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2" name="object 4"/>
          <p:cNvSpPr/>
          <p:nvPr/>
        </p:nvSpPr>
        <p:spPr>
          <a:xfrm>
            <a:off x="10477800" y="663120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3" name="object 384"/>
          <p:cNvSpPr/>
          <p:nvPr/>
        </p:nvSpPr>
        <p:spPr>
          <a:xfrm flipV="1" rot="10800000">
            <a:off x="6103080" y="671868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4" name="object 386"/>
          <p:cNvSpPr/>
          <p:nvPr/>
        </p:nvSpPr>
        <p:spPr>
          <a:xfrm>
            <a:off x="5927400" y="651744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tabLst>
                <a:tab algn="l" pos="0"/>
              </a:tabLst>
            </a:pPr>
            <a:endParaRPr b="0" lang="ru-RU" sz="1800" spc="-1" strike="noStrike">
              <a:solidFill>
                <a:srgbClr val="000000"/>
              </a:solidFill>
              <a:latin typeface="Calibri"/>
            </a:endParaRPr>
          </a:p>
        </p:txBody>
      </p:sp>
      <p:sp>
        <p:nvSpPr>
          <p:cNvPr id="985" name="Freeform 44"/>
          <p:cNvSpPr/>
          <p:nvPr/>
        </p:nvSpPr>
        <p:spPr>
          <a:xfrm>
            <a:off x="-2063880" y="-1115280"/>
            <a:ext cx="7422840" cy="3800520"/>
          </a:xfrm>
          <a:custGeom>
            <a:avLst/>
            <a:gdLst>
              <a:gd name="textAreaLeft" fmla="*/ 0 w 7422840"/>
              <a:gd name="textAreaRight" fmla="*/ 7429680 w 7422840"/>
              <a:gd name="textAreaTop" fmla="*/ 0 h 3800520"/>
              <a:gd name="textAreaBottom" fmla="*/ 3807360 h 3800520"/>
            </a:gdLst>
            <a:ahLst/>
            <a:rect l="textAreaLeft" t="textAreaTop" r="textAreaRight" b="textAreaBottom"/>
            <a:pathLst>
              <a:path w="9640455" h="2104193">
                <a:moveTo>
                  <a:pt x="826935" y="1317321"/>
                </a:moveTo>
                <a:cubicBezTo>
                  <a:pt x="669230" y="1615834"/>
                  <a:pt x="61526" y="1874860"/>
                  <a:pt x="5175" y="1994212"/>
                </a:cubicBezTo>
                <a:cubicBezTo>
                  <a:pt x="-51176" y="2113564"/>
                  <a:pt x="368742" y="2018221"/>
                  <a:pt x="488829" y="2033432"/>
                </a:cubicBezTo>
                <a:cubicBezTo>
                  <a:pt x="608916" y="2048643"/>
                  <a:pt x="609509" y="2143780"/>
                  <a:pt x="725695" y="2085475"/>
                </a:cubicBezTo>
                <a:cubicBezTo>
                  <a:pt x="841881" y="2027170"/>
                  <a:pt x="1200801" y="1920987"/>
                  <a:pt x="1394708" y="1909635"/>
                </a:cubicBezTo>
                <a:cubicBezTo>
                  <a:pt x="1588615" y="1898283"/>
                  <a:pt x="1730789" y="2015495"/>
                  <a:pt x="1889136" y="2017360"/>
                </a:cubicBezTo>
                <a:cubicBezTo>
                  <a:pt x="2047483" y="2019225"/>
                  <a:pt x="2198134" y="1909939"/>
                  <a:pt x="2344789" y="1920824"/>
                </a:cubicBezTo>
                <a:cubicBezTo>
                  <a:pt x="2491444" y="1931709"/>
                  <a:pt x="2529353" y="2117559"/>
                  <a:pt x="2769064" y="2082668"/>
                </a:cubicBezTo>
                <a:cubicBezTo>
                  <a:pt x="3008775" y="2047777"/>
                  <a:pt x="3416387" y="1808046"/>
                  <a:pt x="3783052" y="1711476"/>
                </a:cubicBezTo>
                <a:cubicBezTo>
                  <a:pt x="4149717" y="1614906"/>
                  <a:pt x="4516383" y="1562094"/>
                  <a:pt x="4969056" y="1503246"/>
                </a:cubicBezTo>
                <a:cubicBezTo>
                  <a:pt x="5421729" y="1444398"/>
                  <a:pt x="5892510" y="1402148"/>
                  <a:pt x="6499092" y="1358390"/>
                </a:cubicBezTo>
                <a:cubicBezTo>
                  <a:pt x="7105674" y="1314632"/>
                  <a:pt x="8214000" y="1447995"/>
                  <a:pt x="8608549" y="1240695"/>
                </a:cubicBezTo>
                <a:cubicBezTo>
                  <a:pt x="9003098" y="1033395"/>
                  <a:pt x="10560897" y="318295"/>
                  <a:pt x="8866390" y="114592"/>
                </a:cubicBezTo>
                <a:cubicBezTo>
                  <a:pt x="7171883" y="-89111"/>
                  <a:pt x="2291312" y="2677"/>
                  <a:pt x="951403" y="203132"/>
                </a:cubicBezTo>
                <a:cubicBezTo>
                  <a:pt x="-388506" y="403587"/>
                  <a:pt x="984640" y="1018808"/>
                  <a:pt x="826935" y="1317321"/>
                </a:cubicBezTo>
                <a:close/>
              </a:path>
            </a:pathLst>
          </a:custGeom>
          <a:gradFill rotWithShape="0">
            <a:gsLst>
              <a:gs pos="34000">
                <a:srgbClr val="566eaa"/>
              </a:gs>
              <a:gs pos="76000">
                <a:srgbClr val="9e1231"/>
              </a:gs>
              <a:gs pos="100000">
                <a:srgbClr val="242e3d"/>
              </a:gs>
            </a:gsLst>
            <a:lin ang="13500000"/>
          </a:gradFill>
          <a:ln>
            <a:noFill/>
          </a:ln>
          <a:effectLst>
            <a:softEdge rad="12063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grpSp>
        <p:nvGrpSpPr>
          <p:cNvPr id="986" name="Group 40"/>
          <p:cNvGrpSpPr/>
          <p:nvPr/>
        </p:nvGrpSpPr>
        <p:grpSpPr>
          <a:xfrm>
            <a:off x="554040" y="565200"/>
            <a:ext cx="1472760" cy="48960"/>
            <a:chOff x="554040" y="565200"/>
            <a:chExt cx="1472760" cy="48960"/>
          </a:xfrm>
        </p:grpSpPr>
        <p:sp>
          <p:nvSpPr>
            <p:cNvPr id="98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sp>
          <p:nvSpPr>
            <p:cNvPr id="98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ru-UA" sz="1800" spc="-1" strike="noStrike">
                <a:solidFill>
                  <a:schemeClr val="lt1"/>
                </a:solidFill>
                <a:latin typeface="Open Sans"/>
              </a:endParaRPr>
            </a:p>
          </p:txBody>
        </p:sp>
      </p:grpSp>
      <p:sp>
        <p:nvSpPr>
          <p:cNvPr id="989" name="Rectangle 45"/>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tr-TR" sz="1800" spc="-1" strike="noStrike">
              <a:solidFill>
                <a:schemeClr val="lt1"/>
              </a:solidFill>
              <a:latin typeface="Open Sans"/>
            </a:endParaRPr>
          </a:p>
        </p:txBody>
      </p:sp>
    </p:spTree>
  </p:cSld>
  <p:clrMap bg1="lt1" bg2="lt2" tx1="dk1" tx2="dk2" accent1="accent1" accent2="accent2" accent3="accent3" accent4="accent4" accent5="accent5" accent6="accent6" hlink="hlink" folHlink="folHlink"/>
  <p:sldLayoutIdLst>
    <p:sldLayoutId id="2147483713" r:id="rId2"/>
  </p:sldLayoutIdLst>
</p:sldMaster>
</file>

<file path=ppt/slideMasters/slideMaster3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99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defTabSz="914400">
              <a:lnSpc>
                <a:spcPct val="100000"/>
              </a:lnSpc>
            </a:pPr>
            <a:endParaRPr b="0" lang="en-US" sz="650" spc="-1" strike="noStrike">
              <a:solidFill>
                <a:schemeClr val="lt1"/>
              </a:solidFill>
              <a:latin typeface="Lato Light"/>
            </a:endParaRPr>
          </a:p>
        </p:txBody>
      </p:sp>
      <p:sp>
        <p:nvSpPr>
          <p:cNvPr id="99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06309EC6-8885-4553-801B-7B15285F112C}"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992"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tr-TR" sz="1800" spc="-1" strike="noStrike">
              <a:solidFill>
                <a:schemeClr val="lt1"/>
              </a:solidFill>
              <a:latin typeface="Open Sans"/>
            </a:endParaRPr>
          </a:p>
        </p:txBody>
      </p:sp>
      <p:sp>
        <p:nvSpPr>
          <p:cNvPr id="993"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sp>
        <p:nvSpPr>
          <p:cNvPr id="994"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sp>
        <p:nvSpPr>
          <p:cNvPr id="995"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sp>
        <p:nvSpPr>
          <p:cNvPr id="996"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defTabSz="914400">
              <a:lnSpc>
                <a:spcPct val="100000"/>
              </a:lnSpc>
            </a:pPr>
            <a:endParaRPr b="0" lang="ru-RU" sz="1800" spc="-1" strike="noStrike">
              <a:solidFill>
                <a:srgbClr val="000000"/>
              </a:solidFill>
              <a:latin typeface="Calibri"/>
            </a:endParaRPr>
          </a:p>
        </p:txBody>
      </p:sp>
      <p:grpSp>
        <p:nvGrpSpPr>
          <p:cNvPr id="997" name="Group 9"/>
          <p:cNvGrpSpPr/>
          <p:nvPr/>
        </p:nvGrpSpPr>
        <p:grpSpPr>
          <a:xfrm>
            <a:off x="554040" y="565200"/>
            <a:ext cx="1472760" cy="48960"/>
            <a:chOff x="554040" y="565200"/>
            <a:chExt cx="1472760" cy="48960"/>
          </a:xfrm>
        </p:grpSpPr>
        <p:sp>
          <p:nvSpPr>
            <p:cNvPr id="99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ru-UA" sz="1800" spc="-1" strike="noStrike">
                <a:solidFill>
                  <a:schemeClr val="lt1"/>
                </a:solidFill>
                <a:latin typeface="Open Sans"/>
              </a:endParaRPr>
            </a:p>
          </p:txBody>
        </p:sp>
        <p:sp>
          <p:nvSpPr>
            <p:cNvPr id="99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ru-UA" sz="1800" spc="-1" strike="noStrike">
                <a:solidFill>
                  <a:schemeClr val="lt1"/>
                </a:solidFill>
                <a:latin typeface="Open Sans"/>
              </a:endParaRPr>
            </a:p>
          </p:txBody>
        </p:sp>
      </p:grpSp>
      <p:sp>
        <p:nvSpPr>
          <p:cNvPr id="1000"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defTabSz="914400">
              <a:lnSpc>
                <a:spcPct val="100000"/>
              </a:lnSpc>
            </a:pPr>
            <a:endParaRPr b="0" lang="tr-TR" sz="1800" spc="-1" strike="noStrike">
              <a:solidFill>
                <a:schemeClr val="lt1"/>
              </a:solidFill>
              <a:latin typeface="Open Sans"/>
            </a:endParaRPr>
          </a:p>
        </p:txBody>
      </p:sp>
      <p:sp>
        <p:nvSpPr>
          <p:cNvPr id="100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02"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15" r:id="rId2"/>
  </p:sldLayoutIdLst>
</p:sldMaster>
</file>

<file path=ppt/slideMasters/slideMaster3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03"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0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8119B0F-5C0F-4DCD-9908-7117981C3905}"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05"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06"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07"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08"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09"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10" name="Group 9"/>
          <p:cNvGrpSpPr/>
          <p:nvPr/>
        </p:nvGrpSpPr>
        <p:grpSpPr>
          <a:xfrm>
            <a:off x="554040" y="565200"/>
            <a:ext cx="1472760" cy="48960"/>
            <a:chOff x="554040" y="565200"/>
            <a:chExt cx="1472760" cy="48960"/>
          </a:xfrm>
        </p:grpSpPr>
        <p:sp>
          <p:nvSpPr>
            <p:cNvPr id="1011"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12"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13"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1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1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17" r:id="rId2"/>
  </p:sldLayoutIdLst>
</p:sldMaster>
</file>

<file path=ppt/slideMasters/slideMaster3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16"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1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867A285-6165-4473-A428-F4DCBBFA37F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18"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1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2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2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2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23" name="Group 9"/>
          <p:cNvGrpSpPr/>
          <p:nvPr/>
        </p:nvGrpSpPr>
        <p:grpSpPr>
          <a:xfrm>
            <a:off x="554040" y="565200"/>
            <a:ext cx="1472760" cy="48960"/>
            <a:chOff x="554040" y="565200"/>
            <a:chExt cx="1472760" cy="48960"/>
          </a:xfrm>
        </p:grpSpPr>
        <p:sp>
          <p:nvSpPr>
            <p:cNvPr id="102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2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26"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2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2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19" r:id="rId2"/>
  </p:sldLayoutIdLst>
</p:sldMaster>
</file>

<file path=ppt/slideMasters/slideMaster3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2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3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24268B45-BF24-4459-BC26-435510C782D9}"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31"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3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3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3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3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36" name="Group 9"/>
          <p:cNvGrpSpPr/>
          <p:nvPr/>
        </p:nvGrpSpPr>
        <p:grpSpPr>
          <a:xfrm>
            <a:off x="554040" y="565200"/>
            <a:ext cx="1472760" cy="48960"/>
            <a:chOff x="554040" y="565200"/>
            <a:chExt cx="1472760" cy="48960"/>
          </a:xfrm>
        </p:grpSpPr>
        <p:sp>
          <p:nvSpPr>
            <p:cNvPr id="103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3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39"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4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4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1" r:id="rId2"/>
  </p:sldLayoutIdLst>
</p:sldMaster>
</file>

<file path=ppt/slideMasters/slideMaster3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42"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43"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E49ECE6-2E74-4946-BCAA-68F846BD544D}"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44"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45"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46"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47"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48"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49" name="Group 9"/>
          <p:cNvGrpSpPr/>
          <p:nvPr/>
        </p:nvGrpSpPr>
        <p:grpSpPr>
          <a:xfrm>
            <a:off x="554040" y="565200"/>
            <a:ext cx="1472760" cy="48960"/>
            <a:chOff x="554040" y="565200"/>
            <a:chExt cx="1472760" cy="48960"/>
          </a:xfrm>
        </p:grpSpPr>
        <p:sp>
          <p:nvSpPr>
            <p:cNvPr id="1050"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51"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52"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53"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54"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3" r:id="rId2"/>
  </p:sldLayoutIdLst>
</p:sldMaster>
</file>

<file path=ppt/slideMasters/slideMaster3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55"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56"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E8EEA474-EF14-4B77-A57F-2EC1C03011D4}"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57"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58"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59"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60"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61"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62" name="Group 9"/>
          <p:cNvGrpSpPr/>
          <p:nvPr/>
        </p:nvGrpSpPr>
        <p:grpSpPr>
          <a:xfrm>
            <a:off x="554040" y="565200"/>
            <a:ext cx="1472760" cy="48960"/>
            <a:chOff x="554040" y="565200"/>
            <a:chExt cx="1472760" cy="48960"/>
          </a:xfrm>
        </p:grpSpPr>
        <p:sp>
          <p:nvSpPr>
            <p:cNvPr id="1063"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6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65"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66"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67"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5" r:id="rId2"/>
  </p:sldLayoutIdLst>
</p:sldMaster>
</file>

<file path=ppt/slideMasters/slideMaster4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68"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pPr>
              <a:lnSpc>
                <a:spcPct val="100000"/>
              </a:lnSpc>
            </a:pPr>
            <a:endParaRPr b="0" lang="en-US" sz="650" spc="-1" strike="noStrike">
              <a:solidFill>
                <a:schemeClr val="lt1"/>
              </a:solidFill>
              <a:latin typeface="Lato Light"/>
            </a:endParaRPr>
          </a:p>
        </p:txBody>
      </p:sp>
      <p:sp>
        <p:nvSpPr>
          <p:cNvPr id="1069"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D38AC063-C1E3-4D09-81C2-C5B0843A5384}"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70"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71"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72"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73"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sp>
        <p:nvSpPr>
          <p:cNvPr id="1074"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pPr>
              <a:lnSpc>
                <a:spcPct val="100000"/>
              </a:lnSpc>
            </a:pPr>
            <a:endParaRPr b="0" lang="ru-RU" sz="1800" spc="-1" strike="noStrike">
              <a:solidFill>
                <a:srgbClr val="000000"/>
              </a:solidFill>
              <a:latin typeface="Calibri"/>
            </a:endParaRPr>
          </a:p>
        </p:txBody>
      </p:sp>
      <p:grpSp>
        <p:nvGrpSpPr>
          <p:cNvPr id="1075" name="Group 9"/>
          <p:cNvGrpSpPr/>
          <p:nvPr/>
        </p:nvGrpSpPr>
        <p:grpSpPr>
          <a:xfrm>
            <a:off x="554040" y="565200"/>
            <a:ext cx="1472760" cy="48960"/>
            <a:chOff x="554040" y="565200"/>
            <a:chExt cx="1472760" cy="48960"/>
          </a:xfrm>
        </p:grpSpPr>
        <p:sp>
          <p:nvSpPr>
            <p:cNvPr id="107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sp>
          <p:nvSpPr>
            <p:cNvPr id="107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ru-UA" sz="1800" spc="-1" strike="noStrike">
                <a:solidFill>
                  <a:schemeClr val="lt1"/>
                </a:solidFill>
                <a:latin typeface="Open Sans"/>
              </a:endParaRPr>
            </a:p>
          </p:txBody>
        </p:sp>
      </p:grpSp>
      <p:sp>
        <p:nvSpPr>
          <p:cNvPr id="1078"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nSpc>
                <a:spcPct val="100000"/>
              </a:lnSpc>
            </a:pPr>
            <a:endParaRPr b="0" lang="tr-TR" sz="1800" spc="-1" strike="noStrike">
              <a:solidFill>
                <a:schemeClr val="lt1"/>
              </a:solidFill>
              <a:latin typeface="Open Sans"/>
            </a:endParaRPr>
          </a:p>
        </p:txBody>
      </p:sp>
      <p:sp>
        <p:nvSpPr>
          <p:cNvPr id="1079"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80"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Lst>
</p:sldMaster>
</file>

<file path=ppt/slideMasters/slideMaster4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81"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082"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CB414199-5EDA-4DDA-959B-26B89406B30E}"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83"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084"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085"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086"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087"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088" name="Group 9"/>
          <p:cNvGrpSpPr/>
          <p:nvPr/>
        </p:nvGrpSpPr>
        <p:grpSpPr>
          <a:xfrm>
            <a:off x="554040" y="565200"/>
            <a:ext cx="1472760" cy="48960"/>
            <a:chOff x="554040" y="565200"/>
            <a:chExt cx="1472760" cy="48960"/>
          </a:xfrm>
        </p:grpSpPr>
        <p:sp>
          <p:nvSpPr>
            <p:cNvPr id="108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090"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091"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092"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093"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29" r:id="rId2"/>
  </p:sldLayoutIdLst>
</p:sldMaster>
</file>

<file path=ppt/slideMasters/slideMaster4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094"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095"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CD8BFBE8-12C6-42B8-AB56-BF1BC30F8973}"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096"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097"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098"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099"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00"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01" name="Group 9"/>
          <p:cNvGrpSpPr/>
          <p:nvPr/>
        </p:nvGrpSpPr>
        <p:grpSpPr>
          <a:xfrm>
            <a:off x="554040" y="565200"/>
            <a:ext cx="1472760" cy="48960"/>
            <a:chOff x="554040" y="565200"/>
            <a:chExt cx="1472760" cy="48960"/>
          </a:xfrm>
        </p:grpSpPr>
        <p:sp>
          <p:nvSpPr>
            <p:cNvPr id="1102"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03"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04"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05"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06"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1" r:id="rId2"/>
  </p:sldLayoutIdLst>
</p:sldMaster>
</file>

<file path=ppt/slideMasters/slideMaster4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07"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08"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1664E97B-0D30-48B6-A321-3E957485F676}"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09"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10"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11"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12"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13"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14" name="Group 9"/>
          <p:cNvGrpSpPr/>
          <p:nvPr/>
        </p:nvGrpSpPr>
        <p:grpSpPr>
          <a:xfrm>
            <a:off x="554040" y="565200"/>
            <a:ext cx="1472760" cy="48960"/>
            <a:chOff x="554040" y="565200"/>
            <a:chExt cx="1472760" cy="48960"/>
          </a:xfrm>
        </p:grpSpPr>
        <p:sp>
          <p:nvSpPr>
            <p:cNvPr id="111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16"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17"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18"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19"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3" r:id="rId2"/>
  </p:sldLayoutIdLst>
</p:sldMaster>
</file>

<file path=ppt/slideMasters/slideMaster4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20"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21"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E17334E-B31F-475B-BEAD-A390CE31F7EA}"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22"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23"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24"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25"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26"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27" name="Group 9"/>
          <p:cNvGrpSpPr/>
          <p:nvPr/>
        </p:nvGrpSpPr>
        <p:grpSpPr>
          <a:xfrm>
            <a:off x="554040" y="565200"/>
            <a:ext cx="1472760" cy="48960"/>
            <a:chOff x="554040" y="565200"/>
            <a:chExt cx="1472760" cy="48960"/>
          </a:xfrm>
        </p:grpSpPr>
        <p:sp>
          <p:nvSpPr>
            <p:cNvPr id="112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29"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30"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31"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32"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5" r:id="rId2"/>
  </p:sldLayoutIdLst>
</p:sldMaster>
</file>

<file path=ppt/slideMasters/slideMaster4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33"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34"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3AD8F3CC-5AA1-45B4-8C2A-A652D558ABA4}"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35"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36"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37"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38"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39"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40" name="Group 9"/>
          <p:cNvGrpSpPr/>
          <p:nvPr/>
        </p:nvGrpSpPr>
        <p:grpSpPr>
          <a:xfrm>
            <a:off x="554040" y="565200"/>
            <a:ext cx="1472760" cy="48960"/>
            <a:chOff x="554040" y="565200"/>
            <a:chExt cx="1472760" cy="48960"/>
          </a:xfrm>
        </p:grpSpPr>
        <p:sp>
          <p:nvSpPr>
            <p:cNvPr id="1141"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42"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43"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44"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45"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7" r:id="rId2"/>
  </p:sldLayoutIdLst>
</p:sldMaster>
</file>

<file path=ppt/slideMasters/slideMaster4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46"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47"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82833CD0-984E-4A5A-863E-DBBF9ACD6BF8}"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48"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49"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50"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51"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52"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53" name="Group 9"/>
          <p:cNvGrpSpPr/>
          <p:nvPr/>
        </p:nvGrpSpPr>
        <p:grpSpPr>
          <a:xfrm>
            <a:off x="554040" y="565200"/>
            <a:ext cx="1472760" cy="48960"/>
            <a:chOff x="554040" y="565200"/>
            <a:chExt cx="1472760" cy="48960"/>
          </a:xfrm>
        </p:grpSpPr>
        <p:sp>
          <p:nvSpPr>
            <p:cNvPr id="1154"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55"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56"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57"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58"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39" r:id="rId2"/>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242e3d"/>
        </a:solidFill>
      </p:bgPr>
    </p:bg>
    <p:spTree>
      <p:nvGrpSpPr>
        <p:cNvPr id="1" name=""/>
        <p:cNvGrpSpPr/>
        <p:nvPr/>
      </p:nvGrpSpPr>
      <p:grpSpPr>
        <a:xfrm>
          <a:off x="0" y="0"/>
          <a:ext cx="0" cy="0"/>
          <a:chOff x="0" y="0"/>
          <a:chExt cx="0" cy="0"/>
        </a:xfrm>
      </p:grpSpPr>
      <p:sp>
        <p:nvSpPr>
          <p:cNvPr id="1159" name="Oval 6"/>
          <p:cNvSpPr/>
          <p:nvPr/>
        </p:nvSpPr>
        <p:spPr>
          <a:xfrm>
            <a:off x="11513880" y="273600"/>
            <a:ext cx="342360" cy="340560"/>
          </a:xfrm>
          <a:prstGeom prst="ellipse">
            <a:avLst/>
          </a:prstGeom>
          <a:solidFill>
            <a:schemeClr val="tx1"/>
          </a:solidFill>
          <a:ln>
            <a:noFill/>
          </a:ln>
        </p:spPr>
        <p:style>
          <a:lnRef idx="1">
            <a:schemeClr val="accent1"/>
          </a:lnRef>
          <a:fillRef idx="3">
            <a:schemeClr val="accent1"/>
          </a:fillRef>
          <a:effectRef idx="2">
            <a:schemeClr val="accent1"/>
          </a:effectRef>
          <a:fontRef idx="minor"/>
        </p:style>
        <p:txBody>
          <a:bodyPr lIns="37080" rIns="37080" tIns="18720" bIns="18720" anchor="ctr">
            <a:noAutofit/>
          </a:bodyPr>
          <a:p>
            <a:endParaRPr b="0" lang="en-US" sz="650" spc="-1" strike="noStrike">
              <a:solidFill>
                <a:schemeClr val="lt1"/>
              </a:solidFill>
              <a:latin typeface="Lato Light"/>
            </a:endParaRPr>
          </a:p>
        </p:txBody>
      </p:sp>
      <p:sp>
        <p:nvSpPr>
          <p:cNvPr id="1160" name="Rectangle 7"/>
          <p:cNvSpPr/>
          <p:nvPr/>
        </p:nvSpPr>
        <p:spPr>
          <a:xfrm>
            <a:off x="11216520" y="315720"/>
            <a:ext cx="958320" cy="297000"/>
          </a:xfrm>
          <a:prstGeom prst="rect">
            <a:avLst/>
          </a:prstGeom>
          <a:noFill/>
          <a:ln w="0">
            <a:noFill/>
          </a:ln>
        </p:spPr>
        <p:style>
          <a:lnRef idx="0"/>
          <a:fillRef idx="0"/>
          <a:effectRef idx="0"/>
          <a:fontRef idx="minor"/>
        </p:style>
        <p:txBody>
          <a:bodyPr wrap="none" lIns="90000" rIns="90000" tIns="45000" bIns="45000" anchor="t">
            <a:spAutoFit/>
          </a:bodyPr>
          <a:p>
            <a:pPr algn="ctr" defTabSz="914400">
              <a:lnSpc>
                <a:spcPct val="100000"/>
              </a:lnSpc>
            </a:pPr>
            <a:fld id="{CDBB7769-DD89-40BD-9DEF-31DEDD408323}" type="slidenum">
              <a:rPr b="1" lang="ru-RU" sz="1200" spc="-1" strike="noStrike">
                <a:solidFill>
                  <a:schemeClr val="lt1"/>
                </a:solidFill>
                <a:latin typeface="Open Sans"/>
              </a:rPr>
              <a:t>&lt;number&gt;</a:t>
            </a:fld>
            <a:endParaRPr b="0" lang="en-US" sz="1200" spc="-1" strike="noStrike">
              <a:solidFill>
                <a:srgbClr val="ffffff"/>
              </a:solidFill>
              <a:latin typeface="Arial"/>
            </a:endParaRPr>
          </a:p>
        </p:txBody>
      </p:sp>
      <p:sp>
        <p:nvSpPr>
          <p:cNvPr id="1161" name="Freeform 13"/>
          <p:cNvSpPr/>
          <p:nvPr/>
        </p:nvSpPr>
        <p:spPr>
          <a:xfrm rot="370200">
            <a:off x="-1922400" y="-906480"/>
            <a:ext cx="12067200" cy="5605560"/>
          </a:xfrm>
          <a:custGeom>
            <a:avLst/>
            <a:gdLst>
              <a:gd name="textAreaLeft" fmla="*/ 0 w 12067200"/>
              <a:gd name="textAreaRight" fmla="*/ 12074040 w 12067200"/>
              <a:gd name="textAreaTop" fmla="*/ 0 h 5605560"/>
              <a:gd name="textAreaBottom" fmla="*/ 5612400 h 5605560"/>
            </a:gdLst>
            <a:ahLst/>
            <a:rect l="textAreaLeft" t="textAreaTop" r="textAreaRight" b="textAreaBottom"/>
            <a:pathLst>
              <a:path w="11768757" h="6204745">
                <a:moveTo>
                  <a:pt x="1502772" y="5863317"/>
                </a:moveTo>
                <a:cubicBezTo>
                  <a:pt x="1727600" y="6712834"/>
                  <a:pt x="1751742" y="5726007"/>
                  <a:pt x="1901124" y="5591714"/>
                </a:cubicBezTo>
                <a:cubicBezTo>
                  <a:pt x="2050506" y="5457421"/>
                  <a:pt x="2199889" y="5311056"/>
                  <a:pt x="2399065" y="5057559"/>
                </a:cubicBezTo>
                <a:cubicBezTo>
                  <a:pt x="2598241" y="4804062"/>
                  <a:pt x="2904549" y="4330264"/>
                  <a:pt x="3096181" y="4070731"/>
                </a:cubicBezTo>
                <a:cubicBezTo>
                  <a:pt x="3287813" y="3811198"/>
                  <a:pt x="3355714" y="3691995"/>
                  <a:pt x="3548855" y="3500363"/>
                </a:cubicBezTo>
                <a:cubicBezTo>
                  <a:pt x="3741996" y="3308731"/>
                  <a:pt x="4033215" y="3077868"/>
                  <a:pt x="4255025" y="2920941"/>
                </a:cubicBezTo>
                <a:cubicBezTo>
                  <a:pt x="4476835" y="2764014"/>
                  <a:pt x="4606601" y="2681025"/>
                  <a:pt x="4879714" y="2558803"/>
                </a:cubicBezTo>
                <a:cubicBezTo>
                  <a:pt x="5152827" y="2436581"/>
                  <a:pt x="5527037" y="2284181"/>
                  <a:pt x="5893702" y="2187611"/>
                </a:cubicBezTo>
                <a:cubicBezTo>
                  <a:pt x="6260367" y="2091041"/>
                  <a:pt x="6627033" y="2038229"/>
                  <a:pt x="7079706" y="1979381"/>
                </a:cubicBezTo>
                <a:cubicBezTo>
                  <a:pt x="7532379" y="1920533"/>
                  <a:pt x="8003160" y="1878283"/>
                  <a:pt x="8609742" y="1834525"/>
                </a:cubicBezTo>
                <a:cubicBezTo>
                  <a:pt x="9216324" y="1790767"/>
                  <a:pt x="10320847" y="1959765"/>
                  <a:pt x="10719199" y="1716830"/>
                </a:cubicBezTo>
                <a:cubicBezTo>
                  <a:pt x="11117551" y="1473895"/>
                  <a:pt x="12694364" y="580620"/>
                  <a:pt x="10999857" y="376917"/>
                </a:cubicBezTo>
                <a:cubicBezTo>
                  <a:pt x="9305350" y="173214"/>
                  <a:pt x="2138023" y="-418278"/>
                  <a:pt x="552158" y="494613"/>
                </a:cubicBezTo>
                <a:cubicBezTo>
                  <a:pt x="-1033707" y="1407504"/>
                  <a:pt x="1277944" y="5013800"/>
                  <a:pt x="1502772" y="5863317"/>
                </a:cubicBezTo>
                <a:close/>
              </a:path>
            </a:pathLst>
          </a:custGeom>
          <a:gradFill rotWithShape="0">
            <a:gsLst>
              <a:gs pos="0">
                <a:srgbClr val="9e1231"/>
              </a:gs>
              <a:gs pos="38000">
                <a:srgbClr val="566eaa"/>
              </a:gs>
              <a:gs pos="82000">
                <a:srgbClr val="18386a"/>
              </a:gs>
              <a:gs pos="94000">
                <a:srgbClr val="242e3d"/>
              </a:gs>
            </a:gsLst>
            <a:lin ang="13500000"/>
          </a:gradFill>
          <a:ln>
            <a:noFill/>
          </a:ln>
          <a:effectLst>
            <a:softEdge rad="952560"/>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62" name="object 384"/>
          <p:cNvSpPr/>
          <p:nvPr/>
        </p:nvSpPr>
        <p:spPr>
          <a:xfrm flipV="1">
            <a:off x="356760" y="6701760"/>
            <a:ext cx="5705280" cy="38880"/>
          </a:xfrm>
          <a:custGeom>
            <a:avLst/>
            <a:gdLst>
              <a:gd name="textAreaLeft" fmla="*/ 0 w 5705280"/>
              <a:gd name="textAreaRight" fmla="*/ 5712120 w 570528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63" name="object 4"/>
          <p:cNvSpPr/>
          <p:nvPr/>
        </p:nvSpPr>
        <p:spPr>
          <a:xfrm>
            <a:off x="10477800" y="6621120"/>
            <a:ext cx="1387080" cy="167400"/>
          </a:xfrm>
          <a:custGeom>
            <a:avLst/>
            <a:gdLst>
              <a:gd name="textAreaLeft" fmla="*/ 0 w 1387080"/>
              <a:gd name="textAreaRight" fmla="*/ 1393920 w 1387080"/>
              <a:gd name="textAreaTop" fmla="*/ 0 h 167400"/>
              <a:gd name="textAreaBottom" fmla="*/ 174240 h 167400"/>
            </a:gdLst>
            <a:ahLst/>
            <a:rect l="textAreaLeft" t="textAreaTop" r="textAreaRight" b="textAreaBottom"/>
            <a:pathLst>
              <a:path w="5323840" h="665479">
                <a:moveTo>
                  <a:pt x="5018851" y="206402"/>
                </a:moveTo>
                <a:lnTo>
                  <a:pt x="4848229" y="206402"/>
                </a:lnTo>
                <a:lnTo>
                  <a:pt x="5100043" y="605206"/>
                </a:lnTo>
                <a:lnTo>
                  <a:pt x="5127195" y="637191"/>
                </a:lnTo>
                <a:lnTo>
                  <a:pt x="5186222" y="663514"/>
                </a:lnTo>
                <a:lnTo>
                  <a:pt x="5214343" y="665414"/>
                </a:lnTo>
                <a:lnTo>
                  <a:pt x="5259766" y="658111"/>
                </a:lnTo>
                <a:lnTo>
                  <a:pt x="5294122" y="637191"/>
                </a:lnTo>
                <a:lnTo>
                  <a:pt x="5315869" y="604131"/>
                </a:lnTo>
                <a:lnTo>
                  <a:pt x="5323460" y="560412"/>
                </a:lnTo>
                <a:lnTo>
                  <a:pt x="5323460" y="453986"/>
                </a:lnTo>
                <a:lnTo>
                  <a:pt x="5175266" y="453986"/>
                </a:lnTo>
                <a:lnTo>
                  <a:pt x="5018851" y="206402"/>
                </a:lnTo>
                <a:close/>
              </a:path>
              <a:path w="5323840" h="665479">
                <a:moveTo>
                  <a:pt x="4811801" y="0"/>
                </a:moveTo>
                <a:lnTo>
                  <a:pt x="4765246" y="7058"/>
                </a:lnTo>
                <a:lnTo>
                  <a:pt x="4730062" y="27281"/>
                </a:lnTo>
                <a:lnTo>
                  <a:pt x="4707809" y="59246"/>
                </a:lnTo>
                <a:lnTo>
                  <a:pt x="4700045" y="101525"/>
                </a:lnTo>
                <a:lnTo>
                  <a:pt x="4700045" y="658419"/>
                </a:lnTo>
                <a:lnTo>
                  <a:pt x="4848229" y="658419"/>
                </a:lnTo>
                <a:lnTo>
                  <a:pt x="4848229" y="206402"/>
                </a:lnTo>
                <a:lnTo>
                  <a:pt x="5018851" y="206402"/>
                </a:lnTo>
                <a:lnTo>
                  <a:pt x="4924446" y="56972"/>
                </a:lnTo>
                <a:lnTo>
                  <a:pt x="4904300" y="31672"/>
                </a:lnTo>
                <a:lnTo>
                  <a:pt x="4879138" y="13910"/>
                </a:lnTo>
                <a:lnTo>
                  <a:pt x="4848469" y="3436"/>
                </a:lnTo>
                <a:lnTo>
                  <a:pt x="4811801" y="0"/>
                </a:lnTo>
                <a:close/>
              </a:path>
              <a:path w="5323840" h="665479">
                <a:moveTo>
                  <a:pt x="5323460" y="7058"/>
                </a:moveTo>
                <a:lnTo>
                  <a:pt x="5175266" y="7058"/>
                </a:lnTo>
                <a:lnTo>
                  <a:pt x="5175266" y="453986"/>
                </a:lnTo>
                <a:lnTo>
                  <a:pt x="5323460" y="453986"/>
                </a:lnTo>
                <a:lnTo>
                  <a:pt x="5323460" y="7058"/>
                </a:lnTo>
                <a:close/>
              </a:path>
              <a:path w="5323840" h="665479">
                <a:moveTo>
                  <a:pt x="4259064" y="0"/>
                </a:moveTo>
                <a:lnTo>
                  <a:pt x="4218258" y="4219"/>
                </a:lnTo>
                <a:lnTo>
                  <a:pt x="4161906" y="42853"/>
                </a:lnTo>
                <a:lnTo>
                  <a:pt x="4141591" y="80521"/>
                </a:lnTo>
                <a:lnTo>
                  <a:pt x="3899682" y="658419"/>
                </a:lnTo>
                <a:lnTo>
                  <a:pt x="4060766" y="658419"/>
                </a:lnTo>
                <a:lnTo>
                  <a:pt x="4259064" y="156005"/>
                </a:lnTo>
                <a:lnTo>
                  <a:pt x="4408056" y="156005"/>
                </a:lnTo>
                <a:lnTo>
                  <a:pt x="4376456" y="80521"/>
                </a:lnTo>
                <a:lnTo>
                  <a:pt x="4356195" y="43440"/>
                </a:lnTo>
                <a:lnTo>
                  <a:pt x="4331050" y="18504"/>
                </a:lnTo>
                <a:lnTo>
                  <a:pt x="4299251" y="4425"/>
                </a:lnTo>
                <a:lnTo>
                  <a:pt x="4259064" y="0"/>
                </a:lnTo>
                <a:close/>
              </a:path>
              <a:path w="5323840" h="665479">
                <a:moveTo>
                  <a:pt x="4408056" y="156005"/>
                </a:moveTo>
                <a:lnTo>
                  <a:pt x="4259064" y="156005"/>
                </a:lnTo>
                <a:lnTo>
                  <a:pt x="4457246" y="658419"/>
                </a:lnTo>
                <a:lnTo>
                  <a:pt x="4618382" y="658419"/>
                </a:lnTo>
                <a:lnTo>
                  <a:pt x="4408056" y="156005"/>
                </a:lnTo>
                <a:close/>
              </a:path>
              <a:path w="5323840" h="665479">
                <a:moveTo>
                  <a:pt x="3828490" y="7015"/>
                </a:moveTo>
                <a:lnTo>
                  <a:pt x="3534080" y="7015"/>
                </a:lnTo>
                <a:lnTo>
                  <a:pt x="3483078" y="7800"/>
                </a:lnTo>
                <a:lnTo>
                  <a:pt x="3444427" y="10418"/>
                </a:lnTo>
                <a:lnTo>
                  <a:pt x="3389477" y="22742"/>
                </a:lnTo>
                <a:lnTo>
                  <a:pt x="3353109" y="42972"/>
                </a:lnTo>
                <a:lnTo>
                  <a:pt x="3322943" y="72759"/>
                </a:lnTo>
                <a:lnTo>
                  <a:pt x="3300058" y="110340"/>
                </a:lnTo>
                <a:lnTo>
                  <a:pt x="3285536" y="153953"/>
                </a:lnTo>
                <a:lnTo>
                  <a:pt x="3280455" y="201836"/>
                </a:lnTo>
                <a:lnTo>
                  <a:pt x="3284885" y="245004"/>
                </a:lnTo>
                <a:lnTo>
                  <a:pt x="3297787" y="284991"/>
                </a:lnTo>
                <a:lnTo>
                  <a:pt x="3318577" y="320494"/>
                </a:lnTo>
                <a:lnTo>
                  <a:pt x="3346672" y="350209"/>
                </a:lnTo>
                <a:lnTo>
                  <a:pt x="3410852" y="380937"/>
                </a:lnTo>
                <a:lnTo>
                  <a:pt x="3454329" y="388421"/>
                </a:lnTo>
                <a:lnTo>
                  <a:pt x="3506312" y="390878"/>
                </a:lnTo>
                <a:lnTo>
                  <a:pt x="3596832" y="390878"/>
                </a:lnTo>
                <a:lnTo>
                  <a:pt x="3619026" y="391624"/>
                </a:lnTo>
                <a:lnTo>
                  <a:pt x="3665019" y="402720"/>
                </a:lnTo>
                <a:lnTo>
                  <a:pt x="3698482" y="445043"/>
                </a:lnTo>
                <a:lnTo>
                  <a:pt x="3700976" y="464551"/>
                </a:lnTo>
                <a:lnTo>
                  <a:pt x="3699022" y="481706"/>
                </a:lnTo>
                <a:lnTo>
                  <a:pt x="3670191" y="519083"/>
                </a:lnTo>
                <a:lnTo>
                  <a:pt x="3613198" y="531777"/>
                </a:lnTo>
                <a:lnTo>
                  <a:pt x="3580613" y="532538"/>
                </a:lnTo>
                <a:lnTo>
                  <a:pt x="3311030" y="532538"/>
                </a:lnTo>
                <a:lnTo>
                  <a:pt x="3311030" y="658419"/>
                </a:lnTo>
                <a:lnTo>
                  <a:pt x="3610298" y="658419"/>
                </a:lnTo>
                <a:lnTo>
                  <a:pt x="3675020" y="656972"/>
                </a:lnTo>
                <a:lnTo>
                  <a:pt x="3722427" y="652073"/>
                </a:lnTo>
                <a:lnTo>
                  <a:pt x="3784806" y="628567"/>
                </a:lnTo>
                <a:lnTo>
                  <a:pt x="3817732" y="598093"/>
                </a:lnTo>
                <a:lnTo>
                  <a:pt x="3842625" y="559065"/>
                </a:lnTo>
                <a:lnTo>
                  <a:pt x="3858375" y="513783"/>
                </a:lnTo>
                <a:lnTo>
                  <a:pt x="3863871" y="464551"/>
                </a:lnTo>
                <a:lnTo>
                  <a:pt x="3860078" y="420273"/>
                </a:lnTo>
                <a:lnTo>
                  <a:pt x="3849300" y="379019"/>
                </a:lnTo>
                <a:lnTo>
                  <a:pt x="3832442" y="343278"/>
                </a:lnTo>
                <a:lnTo>
                  <a:pt x="3778852" y="292090"/>
                </a:lnTo>
                <a:lnTo>
                  <a:pt x="3740129" y="276436"/>
                </a:lnTo>
                <a:lnTo>
                  <a:pt x="3691052" y="267693"/>
                </a:lnTo>
                <a:lnTo>
                  <a:pt x="3628434" y="264976"/>
                </a:lnTo>
                <a:lnTo>
                  <a:pt x="3553211" y="264976"/>
                </a:lnTo>
                <a:lnTo>
                  <a:pt x="3522440" y="264289"/>
                </a:lnTo>
                <a:lnTo>
                  <a:pt x="3482027" y="257908"/>
                </a:lnTo>
                <a:lnTo>
                  <a:pt x="3449175" y="229040"/>
                </a:lnTo>
                <a:lnTo>
                  <a:pt x="3442324" y="197973"/>
                </a:lnTo>
                <a:lnTo>
                  <a:pt x="3444167" y="179688"/>
                </a:lnTo>
                <a:lnTo>
                  <a:pt x="3470721" y="141870"/>
                </a:lnTo>
                <a:lnTo>
                  <a:pt x="3527056" y="133317"/>
                </a:lnTo>
                <a:lnTo>
                  <a:pt x="3564708" y="132896"/>
                </a:lnTo>
                <a:lnTo>
                  <a:pt x="3828490" y="132896"/>
                </a:lnTo>
                <a:lnTo>
                  <a:pt x="3828490" y="7015"/>
                </a:lnTo>
                <a:close/>
              </a:path>
              <a:path w="5323840" h="665479">
                <a:moveTo>
                  <a:pt x="2861284" y="7015"/>
                </a:moveTo>
                <a:lnTo>
                  <a:pt x="2709582" y="7015"/>
                </a:lnTo>
                <a:lnTo>
                  <a:pt x="2709582" y="548077"/>
                </a:lnTo>
                <a:lnTo>
                  <a:pt x="2716491" y="595767"/>
                </a:lnTo>
                <a:lnTo>
                  <a:pt x="2736962" y="630314"/>
                </a:lnTo>
                <a:lnTo>
                  <a:pt x="2770608" y="651328"/>
                </a:lnTo>
                <a:lnTo>
                  <a:pt x="2817045" y="658419"/>
                </a:lnTo>
                <a:lnTo>
                  <a:pt x="3234812" y="658419"/>
                </a:lnTo>
                <a:lnTo>
                  <a:pt x="3234812" y="530057"/>
                </a:lnTo>
                <a:lnTo>
                  <a:pt x="2887200" y="530057"/>
                </a:lnTo>
                <a:lnTo>
                  <a:pt x="2877112" y="528019"/>
                </a:lnTo>
                <a:lnTo>
                  <a:pt x="2868874" y="522463"/>
                </a:lnTo>
                <a:lnTo>
                  <a:pt x="2863321" y="514225"/>
                </a:lnTo>
                <a:lnTo>
                  <a:pt x="2861284" y="504141"/>
                </a:lnTo>
                <a:lnTo>
                  <a:pt x="2861284" y="7015"/>
                </a:lnTo>
                <a:close/>
              </a:path>
              <a:path w="5323840" h="665479">
                <a:moveTo>
                  <a:pt x="2598852" y="7015"/>
                </a:moveTo>
                <a:lnTo>
                  <a:pt x="2181912" y="7015"/>
                </a:lnTo>
                <a:lnTo>
                  <a:pt x="2135488" y="14102"/>
                </a:lnTo>
                <a:lnTo>
                  <a:pt x="2101860" y="35108"/>
                </a:lnTo>
                <a:lnTo>
                  <a:pt x="2081404" y="69654"/>
                </a:lnTo>
                <a:lnTo>
                  <a:pt x="2074502" y="117357"/>
                </a:lnTo>
                <a:lnTo>
                  <a:pt x="2074502" y="548077"/>
                </a:lnTo>
                <a:lnTo>
                  <a:pt x="2081404" y="595767"/>
                </a:lnTo>
                <a:lnTo>
                  <a:pt x="2101860" y="630314"/>
                </a:lnTo>
                <a:lnTo>
                  <a:pt x="2135488" y="651328"/>
                </a:lnTo>
                <a:lnTo>
                  <a:pt x="2181912" y="658419"/>
                </a:lnTo>
                <a:lnTo>
                  <a:pt x="2602329" y="658419"/>
                </a:lnTo>
                <a:lnTo>
                  <a:pt x="2602329" y="530057"/>
                </a:lnTo>
                <a:lnTo>
                  <a:pt x="2252067" y="530057"/>
                </a:lnTo>
                <a:lnTo>
                  <a:pt x="2241979" y="528019"/>
                </a:lnTo>
                <a:lnTo>
                  <a:pt x="2233742" y="522463"/>
                </a:lnTo>
                <a:lnTo>
                  <a:pt x="2228188" y="514225"/>
                </a:lnTo>
                <a:lnTo>
                  <a:pt x="2226152" y="504141"/>
                </a:lnTo>
                <a:lnTo>
                  <a:pt x="2226152" y="390281"/>
                </a:lnTo>
                <a:lnTo>
                  <a:pt x="2590099" y="390281"/>
                </a:lnTo>
                <a:lnTo>
                  <a:pt x="2590099" y="261939"/>
                </a:lnTo>
                <a:lnTo>
                  <a:pt x="2226152" y="261939"/>
                </a:lnTo>
                <a:lnTo>
                  <a:pt x="2226152" y="161345"/>
                </a:lnTo>
                <a:lnTo>
                  <a:pt x="2228192" y="151242"/>
                </a:lnTo>
                <a:lnTo>
                  <a:pt x="2233756" y="142991"/>
                </a:lnTo>
                <a:lnTo>
                  <a:pt x="2242010" y="137428"/>
                </a:lnTo>
                <a:lnTo>
                  <a:pt x="2252119" y="135388"/>
                </a:lnTo>
                <a:lnTo>
                  <a:pt x="2598852" y="135388"/>
                </a:lnTo>
                <a:lnTo>
                  <a:pt x="2598852" y="7015"/>
                </a:lnTo>
                <a:close/>
              </a:path>
              <a:path w="5323840" h="665479">
                <a:moveTo>
                  <a:pt x="1462845" y="7015"/>
                </a:moveTo>
                <a:lnTo>
                  <a:pt x="1298285" y="7015"/>
                </a:lnTo>
                <a:lnTo>
                  <a:pt x="1530972" y="587332"/>
                </a:lnTo>
                <a:lnTo>
                  <a:pt x="1549754" y="621695"/>
                </a:lnTo>
                <a:lnTo>
                  <a:pt x="1575163" y="646073"/>
                </a:lnTo>
                <a:lnTo>
                  <a:pt x="1607406" y="660601"/>
                </a:lnTo>
                <a:lnTo>
                  <a:pt x="1646682" y="665414"/>
                </a:lnTo>
                <a:lnTo>
                  <a:pt x="1685994" y="660601"/>
                </a:lnTo>
                <a:lnTo>
                  <a:pt x="1718261" y="646073"/>
                </a:lnTo>
                <a:lnTo>
                  <a:pt x="1743689" y="621695"/>
                </a:lnTo>
                <a:lnTo>
                  <a:pt x="1762480" y="587332"/>
                </a:lnTo>
                <a:lnTo>
                  <a:pt x="1795322" y="505408"/>
                </a:lnTo>
                <a:lnTo>
                  <a:pt x="1646682" y="505408"/>
                </a:lnTo>
                <a:lnTo>
                  <a:pt x="1462845" y="7015"/>
                </a:lnTo>
                <a:close/>
              </a:path>
              <a:path w="5323840" h="665479">
                <a:moveTo>
                  <a:pt x="1024921" y="0"/>
                </a:moveTo>
                <a:lnTo>
                  <a:pt x="984146" y="4219"/>
                </a:lnTo>
                <a:lnTo>
                  <a:pt x="927815" y="42853"/>
                </a:lnTo>
                <a:lnTo>
                  <a:pt x="907501" y="80521"/>
                </a:lnTo>
                <a:lnTo>
                  <a:pt x="665539" y="658419"/>
                </a:lnTo>
                <a:lnTo>
                  <a:pt x="826676" y="658419"/>
                </a:lnTo>
                <a:lnTo>
                  <a:pt x="1024921" y="156005"/>
                </a:lnTo>
                <a:lnTo>
                  <a:pt x="1173960" y="156005"/>
                </a:lnTo>
                <a:lnTo>
                  <a:pt x="1142366" y="80521"/>
                </a:lnTo>
                <a:lnTo>
                  <a:pt x="1122104" y="43440"/>
                </a:lnTo>
                <a:lnTo>
                  <a:pt x="1096953" y="18504"/>
                </a:lnTo>
                <a:lnTo>
                  <a:pt x="1065139" y="4425"/>
                </a:lnTo>
                <a:lnTo>
                  <a:pt x="1024921" y="0"/>
                </a:lnTo>
                <a:close/>
              </a:path>
              <a:path w="5323840" h="665479">
                <a:moveTo>
                  <a:pt x="1173960" y="156005"/>
                </a:moveTo>
                <a:lnTo>
                  <a:pt x="1024921" y="156005"/>
                </a:lnTo>
                <a:lnTo>
                  <a:pt x="1223156" y="658419"/>
                </a:lnTo>
                <a:lnTo>
                  <a:pt x="1384240" y="658419"/>
                </a:lnTo>
                <a:lnTo>
                  <a:pt x="1173960" y="156005"/>
                </a:lnTo>
                <a:close/>
              </a:path>
              <a:path w="5323840" h="665479">
                <a:moveTo>
                  <a:pt x="1995122" y="7015"/>
                </a:moveTo>
                <a:lnTo>
                  <a:pt x="1830614" y="7015"/>
                </a:lnTo>
                <a:lnTo>
                  <a:pt x="1646682" y="505408"/>
                </a:lnTo>
                <a:lnTo>
                  <a:pt x="1795322" y="505408"/>
                </a:lnTo>
                <a:lnTo>
                  <a:pt x="1995122" y="7015"/>
                </a:lnTo>
                <a:close/>
              </a:path>
              <a:path w="5323840" h="665479">
                <a:moveTo>
                  <a:pt x="151649" y="7015"/>
                </a:moveTo>
                <a:lnTo>
                  <a:pt x="0" y="7015"/>
                </a:lnTo>
                <a:lnTo>
                  <a:pt x="0" y="658419"/>
                </a:lnTo>
                <a:lnTo>
                  <a:pt x="151649" y="658419"/>
                </a:lnTo>
                <a:lnTo>
                  <a:pt x="151649" y="387663"/>
                </a:lnTo>
                <a:lnTo>
                  <a:pt x="586578" y="387663"/>
                </a:lnTo>
                <a:lnTo>
                  <a:pt x="586578" y="259321"/>
                </a:lnTo>
                <a:lnTo>
                  <a:pt x="151649" y="259321"/>
                </a:lnTo>
                <a:lnTo>
                  <a:pt x="151649" y="7015"/>
                </a:lnTo>
                <a:close/>
              </a:path>
              <a:path w="5323840" h="665479">
                <a:moveTo>
                  <a:pt x="586578" y="387663"/>
                </a:moveTo>
                <a:lnTo>
                  <a:pt x="434918" y="387663"/>
                </a:lnTo>
                <a:lnTo>
                  <a:pt x="434918" y="658419"/>
                </a:lnTo>
                <a:lnTo>
                  <a:pt x="586578" y="658419"/>
                </a:lnTo>
                <a:lnTo>
                  <a:pt x="586578" y="387663"/>
                </a:lnTo>
                <a:close/>
              </a:path>
              <a:path w="5323840" h="665479">
                <a:moveTo>
                  <a:pt x="586578" y="7015"/>
                </a:moveTo>
                <a:lnTo>
                  <a:pt x="434918" y="7015"/>
                </a:lnTo>
                <a:lnTo>
                  <a:pt x="434918" y="259321"/>
                </a:lnTo>
                <a:lnTo>
                  <a:pt x="586578" y="259321"/>
                </a:lnTo>
                <a:lnTo>
                  <a:pt x="586578" y="7015"/>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64" name="object 384"/>
          <p:cNvSpPr/>
          <p:nvPr/>
        </p:nvSpPr>
        <p:spPr>
          <a:xfrm flipV="1" rot="10800000">
            <a:off x="6103080" y="6708600"/>
            <a:ext cx="4311360" cy="38880"/>
          </a:xfrm>
          <a:custGeom>
            <a:avLst/>
            <a:gdLst>
              <a:gd name="textAreaLeft" fmla="*/ 0 w 4311360"/>
              <a:gd name="textAreaRight" fmla="*/ 4318200 w 4311360"/>
              <a:gd name="textAreaTop" fmla="*/ 3600 h 38880"/>
              <a:gd name="textAreaBottom" fmla="*/ 49320 h 38880"/>
            </a:gdLst>
            <a:ahLst/>
            <a:rect l="textAreaLeft" t="textAreaTop" r="textAreaRight" b="textAreaBottom"/>
            <a:pathLst>
              <a:path w="9206865" h="52704">
                <a:moveTo>
                  <a:pt x="0" y="0"/>
                </a:moveTo>
                <a:lnTo>
                  <a:pt x="0" y="52354"/>
                </a:lnTo>
                <a:lnTo>
                  <a:pt x="9206693" y="26177"/>
                </a:lnTo>
                <a:lnTo>
                  <a:pt x="0" y="0"/>
                </a:lnTo>
                <a:close/>
              </a:path>
            </a:pathLst>
          </a:custGeom>
          <a:solidFill>
            <a:srgbClr val="ff0000"/>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sp>
        <p:nvSpPr>
          <p:cNvPr id="1165" name="object 386"/>
          <p:cNvSpPr/>
          <p:nvPr/>
        </p:nvSpPr>
        <p:spPr>
          <a:xfrm>
            <a:off x="5927400" y="6507720"/>
            <a:ext cx="330120" cy="315000"/>
          </a:xfrm>
          <a:custGeom>
            <a:avLst/>
            <a:gdLst>
              <a:gd name="textAreaLeft" fmla="*/ 0 w 330120"/>
              <a:gd name="textAreaRight" fmla="*/ 336960 w 330120"/>
              <a:gd name="textAreaTop" fmla="*/ 0 h 315000"/>
              <a:gd name="textAreaBottom" fmla="*/ 321840 h 315000"/>
            </a:gdLst>
            <a:ahLst/>
            <a:rect l="textAreaLeft" t="textAreaTop" r="textAreaRight" b="textAreaBottom"/>
            <a:pathLst>
              <a:path w="491490" h="469265">
                <a:moveTo>
                  <a:pt x="260972" y="348259"/>
                </a:moveTo>
                <a:lnTo>
                  <a:pt x="256552" y="342226"/>
                </a:lnTo>
                <a:lnTo>
                  <a:pt x="252171" y="336194"/>
                </a:lnTo>
                <a:lnTo>
                  <a:pt x="243700" y="334848"/>
                </a:lnTo>
                <a:lnTo>
                  <a:pt x="128854" y="418630"/>
                </a:lnTo>
                <a:lnTo>
                  <a:pt x="165950" y="305181"/>
                </a:lnTo>
                <a:lnTo>
                  <a:pt x="167474" y="297014"/>
                </a:lnTo>
                <a:lnTo>
                  <a:pt x="166789" y="286867"/>
                </a:lnTo>
                <a:lnTo>
                  <a:pt x="162547" y="276186"/>
                </a:lnTo>
                <a:lnTo>
                  <a:pt x="153390" y="266471"/>
                </a:lnTo>
                <a:lnTo>
                  <a:pt x="56667" y="196507"/>
                </a:lnTo>
                <a:lnTo>
                  <a:pt x="198831" y="196786"/>
                </a:lnTo>
                <a:lnTo>
                  <a:pt x="204901" y="190728"/>
                </a:lnTo>
                <a:lnTo>
                  <a:pt x="204939" y="175755"/>
                </a:lnTo>
                <a:lnTo>
                  <a:pt x="198856" y="169672"/>
                </a:lnTo>
                <a:lnTo>
                  <a:pt x="11163" y="169583"/>
                </a:lnTo>
                <a:lnTo>
                  <a:pt x="7048" y="171475"/>
                </a:lnTo>
                <a:lnTo>
                  <a:pt x="0" y="181190"/>
                </a:lnTo>
                <a:lnTo>
                  <a:pt x="1346" y="189649"/>
                </a:lnTo>
                <a:lnTo>
                  <a:pt x="141236" y="291160"/>
                </a:lnTo>
                <a:lnTo>
                  <a:pt x="140550" y="295325"/>
                </a:lnTo>
                <a:lnTo>
                  <a:pt x="88138" y="456780"/>
                </a:lnTo>
                <a:lnTo>
                  <a:pt x="92011" y="464426"/>
                </a:lnTo>
                <a:lnTo>
                  <a:pt x="103428" y="468134"/>
                </a:lnTo>
                <a:lnTo>
                  <a:pt x="107873" y="467233"/>
                </a:lnTo>
                <a:lnTo>
                  <a:pt x="259664" y="356755"/>
                </a:lnTo>
                <a:lnTo>
                  <a:pt x="260972" y="348259"/>
                </a:lnTo>
                <a:close/>
              </a:path>
              <a:path w="491490" h="469265">
                <a:moveTo>
                  <a:pt x="261010" y="185915"/>
                </a:moveTo>
                <a:lnTo>
                  <a:pt x="229146" y="87807"/>
                </a:lnTo>
                <a:lnTo>
                  <a:pt x="221488" y="83921"/>
                </a:lnTo>
                <a:lnTo>
                  <a:pt x="212991" y="86677"/>
                </a:lnTo>
                <a:lnTo>
                  <a:pt x="211721" y="87337"/>
                </a:lnTo>
                <a:lnTo>
                  <a:pt x="205968" y="91516"/>
                </a:lnTo>
                <a:lnTo>
                  <a:pt x="203822" y="97574"/>
                </a:lnTo>
                <a:lnTo>
                  <a:pt x="235229" y="194297"/>
                </a:lnTo>
                <a:lnTo>
                  <a:pt x="242887" y="198183"/>
                </a:lnTo>
                <a:lnTo>
                  <a:pt x="257124" y="193573"/>
                </a:lnTo>
                <a:lnTo>
                  <a:pt x="261010" y="185915"/>
                </a:lnTo>
                <a:close/>
              </a:path>
              <a:path w="491490" h="469265">
                <a:moveTo>
                  <a:pt x="332206" y="405066"/>
                </a:moveTo>
                <a:lnTo>
                  <a:pt x="329907" y="397941"/>
                </a:lnTo>
                <a:lnTo>
                  <a:pt x="302602" y="313918"/>
                </a:lnTo>
                <a:lnTo>
                  <a:pt x="300418" y="307136"/>
                </a:lnTo>
                <a:lnTo>
                  <a:pt x="300304" y="306806"/>
                </a:lnTo>
                <a:lnTo>
                  <a:pt x="292646" y="302920"/>
                </a:lnTo>
                <a:lnTo>
                  <a:pt x="284124" y="305676"/>
                </a:lnTo>
                <a:lnTo>
                  <a:pt x="282879" y="306336"/>
                </a:lnTo>
                <a:lnTo>
                  <a:pt x="281736" y="307136"/>
                </a:lnTo>
                <a:lnTo>
                  <a:pt x="277114" y="310502"/>
                </a:lnTo>
                <a:lnTo>
                  <a:pt x="274967" y="316572"/>
                </a:lnTo>
                <a:lnTo>
                  <a:pt x="306438" y="413435"/>
                </a:lnTo>
                <a:lnTo>
                  <a:pt x="314071" y="417334"/>
                </a:lnTo>
                <a:lnTo>
                  <a:pt x="328333" y="412711"/>
                </a:lnTo>
                <a:lnTo>
                  <a:pt x="332206" y="405066"/>
                </a:lnTo>
                <a:close/>
              </a:path>
              <a:path w="491490" h="469265">
                <a:moveTo>
                  <a:pt x="491363" y="181190"/>
                </a:moveTo>
                <a:lnTo>
                  <a:pt x="486956" y="175133"/>
                </a:lnTo>
                <a:lnTo>
                  <a:pt x="484314" y="171475"/>
                </a:lnTo>
                <a:lnTo>
                  <a:pt x="480161" y="169583"/>
                </a:lnTo>
                <a:lnTo>
                  <a:pt x="310972" y="169494"/>
                </a:lnTo>
                <a:lnTo>
                  <a:pt x="309041" y="165696"/>
                </a:lnTo>
                <a:lnTo>
                  <a:pt x="256400" y="3886"/>
                </a:lnTo>
                <a:lnTo>
                  <a:pt x="248754" y="0"/>
                </a:lnTo>
                <a:lnTo>
                  <a:pt x="240245" y="2755"/>
                </a:lnTo>
                <a:lnTo>
                  <a:pt x="237845" y="4229"/>
                </a:lnTo>
                <a:lnTo>
                  <a:pt x="233222" y="7594"/>
                </a:lnTo>
                <a:lnTo>
                  <a:pt x="231063" y="13665"/>
                </a:lnTo>
                <a:lnTo>
                  <a:pt x="282752" y="172694"/>
                </a:lnTo>
                <a:lnTo>
                  <a:pt x="286321" y="180174"/>
                </a:lnTo>
                <a:lnTo>
                  <a:pt x="292849" y="187972"/>
                </a:lnTo>
                <a:lnTo>
                  <a:pt x="302552" y="194106"/>
                </a:lnTo>
                <a:lnTo>
                  <a:pt x="315658" y="196583"/>
                </a:lnTo>
                <a:lnTo>
                  <a:pt x="434695" y="196469"/>
                </a:lnTo>
                <a:lnTo>
                  <a:pt x="338315" y="266319"/>
                </a:lnTo>
                <a:lnTo>
                  <a:pt x="332295" y="272046"/>
                </a:lnTo>
                <a:lnTo>
                  <a:pt x="326898" y="280657"/>
                </a:lnTo>
                <a:lnTo>
                  <a:pt x="324065" y="291769"/>
                </a:lnTo>
                <a:lnTo>
                  <a:pt x="325742" y="305003"/>
                </a:lnTo>
                <a:lnTo>
                  <a:pt x="377786" y="465150"/>
                </a:lnTo>
                <a:lnTo>
                  <a:pt x="385432" y="469036"/>
                </a:lnTo>
                <a:lnTo>
                  <a:pt x="399669" y="464426"/>
                </a:lnTo>
                <a:lnTo>
                  <a:pt x="403529" y="456768"/>
                </a:lnTo>
                <a:lnTo>
                  <a:pt x="350075" y="292176"/>
                </a:lnTo>
                <a:lnTo>
                  <a:pt x="353098" y="289179"/>
                </a:lnTo>
                <a:lnTo>
                  <a:pt x="490016" y="189661"/>
                </a:lnTo>
                <a:lnTo>
                  <a:pt x="491363" y="181190"/>
                </a:lnTo>
                <a:close/>
              </a:path>
            </a:pathLst>
          </a:custGeom>
          <a:solidFill>
            <a:srgbClr val="ffffff"/>
          </a:solidFill>
          <a:ln w="0">
            <a:noFill/>
          </a:ln>
        </p:spPr>
        <p:style>
          <a:lnRef idx="0"/>
          <a:fillRef idx="0"/>
          <a:effectRef idx="0"/>
          <a:fontRef idx="minor"/>
        </p:style>
        <p:txBody>
          <a:bodyPr lIns="0" rIns="0" tIns="0" bIns="0" anchor="t">
            <a:noAutofit/>
          </a:bodyPr>
          <a:p>
            <a:endParaRPr b="0" lang="ru-RU" sz="1800" spc="-1" strike="noStrike">
              <a:solidFill>
                <a:srgbClr val="000000"/>
              </a:solidFill>
              <a:latin typeface="Calibri"/>
            </a:endParaRPr>
          </a:p>
        </p:txBody>
      </p:sp>
      <p:grpSp>
        <p:nvGrpSpPr>
          <p:cNvPr id="1166" name="Group 9"/>
          <p:cNvGrpSpPr/>
          <p:nvPr/>
        </p:nvGrpSpPr>
        <p:grpSpPr>
          <a:xfrm>
            <a:off x="554040" y="565200"/>
            <a:ext cx="1472760" cy="48960"/>
            <a:chOff x="554040" y="565200"/>
            <a:chExt cx="1472760" cy="48960"/>
          </a:xfrm>
        </p:grpSpPr>
        <p:sp>
          <p:nvSpPr>
            <p:cNvPr id="1167"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solidFill>
              <a:schemeClr val="bg2"/>
            </a:solidFill>
            <a:ln>
              <a:noFill/>
            </a:ln>
            <a:effectLst>
              <a:outerShdw algn="tl" blurRad="63360" dir="4309672" dist="49635" rotWithShape="0" sx="103000" sy="103000">
                <a:schemeClr val="tx1">
                  <a:alpha val="69000"/>
                </a:schemeClr>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sp>
          <p:nvSpPr>
            <p:cNvPr id="1168" name="Freeform 7"/>
            <p:cNvSpPr/>
            <p:nvPr/>
          </p:nvSpPr>
          <p:spPr>
            <a:xfrm flipV="1" rot="16200000">
              <a:off x="1265760" y="-146520"/>
              <a:ext cx="48960" cy="1472760"/>
            </a:xfrm>
            <a:custGeom>
              <a:avLst/>
              <a:gdLst>
                <a:gd name="textAreaLeft" fmla="*/ 0 w 48960"/>
                <a:gd name="textAreaRight" fmla="*/ 55800 w 48960"/>
                <a:gd name="textAreaTop" fmla="*/ -3600 h 1472760"/>
                <a:gd name="textAreaBottom" fmla="*/ 1476000 h 1472760"/>
              </a:gdLst>
              <a:ahLst/>
              <a:rect l="textAreaLeft" t="textAreaTop" r="textAreaRight" b="textAreaBottom"/>
              <a:pathLst>
                <a:path w="15" h="364">
                  <a:moveTo>
                    <a:pt x="7" y="364"/>
                  </a:moveTo>
                  <a:cubicBezTo>
                    <a:pt x="3" y="364"/>
                    <a:pt x="0" y="360"/>
                    <a:pt x="0" y="356"/>
                  </a:cubicBezTo>
                  <a:cubicBezTo>
                    <a:pt x="0" y="7"/>
                    <a:pt x="0" y="7"/>
                    <a:pt x="0" y="7"/>
                  </a:cubicBezTo>
                  <a:cubicBezTo>
                    <a:pt x="0" y="3"/>
                    <a:pt x="3" y="0"/>
                    <a:pt x="7" y="0"/>
                  </a:cubicBezTo>
                  <a:cubicBezTo>
                    <a:pt x="12" y="0"/>
                    <a:pt x="15" y="3"/>
                    <a:pt x="15" y="7"/>
                  </a:cubicBezTo>
                  <a:cubicBezTo>
                    <a:pt x="15" y="356"/>
                    <a:pt x="15" y="356"/>
                    <a:pt x="15" y="356"/>
                  </a:cubicBezTo>
                  <a:cubicBezTo>
                    <a:pt x="15" y="360"/>
                    <a:pt x="12" y="364"/>
                    <a:pt x="7" y="364"/>
                  </a:cubicBezTo>
                  <a:close/>
                </a:path>
              </a:pathLst>
            </a:custGeom>
            <a:gradFill rotWithShape="0">
              <a:gsLst>
                <a:gs pos="0">
                  <a:srgbClr val="334257"/>
                </a:gs>
                <a:gs pos="100000">
                  <a:srgbClr val="19212b"/>
                </a:gs>
              </a:gsLst>
              <a:lin ang="5400000"/>
            </a:gradFill>
            <a:ln>
              <a:noFill/>
            </a:ln>
            <a:effectLst>
              <a:outerShdw algn="br" blurRad="127080" dir="13206055" dist="62595" rotWithShape="0">
                <a:schemeClr val="tx2"/>
              </a:outerShdw>
            </a:effectLst>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ru-UA" sz="1800" spc="-1" strike="noStrike">
                <a:solidFill>
                  <a:schemeClr val="lt1"/>
                </a:solidFill>
                <a:latin typeface="Open Sans"/>
              </a:endParaRPr>
            </a:p>
          </p:txBody>
        </p:sp>
      </p:grpSp>
      <p:sp>
        <p:nvSpPr>
          <p:cNvPr id="1169" name="Rectangle 14"/>
          <p:cNvSpPr/>
          <p:nvPr/>
        </p:nvSpPr>
        <p:spPr>
          <a:xfrm>
            <a:off x="11441880" y="168480"/>
            <a:ext cx="510480" cy="534600"/>
          </a:xfrm>
          <a:prstGeom prst="rect">
            <a:avLst/>
          </a:prstGeom>
          <a:solidFill>
            <a:srgbClr val="242e3d"/>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tr-TR" sz="1800" spc="-1" strike="noStrike">
              <a:solidFill>
                <a:schemeClr val="lt1"/>
              </a:solidFill>
              <a:latin typeface="Open Sans"/>
            </a:endParaRPr>
          </a:p>
        </p:txBody>
      </p:sp>
      <p:sp>
        <p:nvSpPr>
          <p:cNvPr id="1170" name="PlaceHolder 1"/>
          <p:cNvSpPr>
            <a:spLocks noGrp="1"/>
          </p:cNvSpPr>
          <p:nvPr>
            <p:ph type="title"/>
          </p:nvPr>
        </p:nvSpPr>
        <p:spPr>
          <a:xfrm>
            <a:off x="609480" y="273600"/>
            <a:ext cx="10972440" cy="1144800"/>
          </a:xfrm>
          <a:prstGeom prst="rect">
            <a:avLst/>
          </a:prstGeom>
          <a:noFill/>
          <a:ln w="0">
            <a:noFill/>
          </a:ln>
        </p:spPr>
        <p:txBody>
          <a:bodyPr lIns="0" rIns="0" tIns="0" bIns="0" anchor="ctr">
            <a:noAutofit/>
          </a:bodyPr>
          <a:p>
            <a:pPr indent="0" algn="ctr">
              <a:buNone/>
            </a:pPr>
            <a:r>
              <a:rPr b="0" lang="en-US" sz="4400" spc="-1" strike="noStrike">
                <a:solidFill>
                  <a:srgbClr val="ffffff"/>
                </a:solidFill>
                <a:latin typeface="Arial"/>
              </a:rPr>
              <a:t>Click to edit the title text format</a:t>
            </a:r>
            <a:endParaRPr b="0" lang="en-US" sz="4400" spc="-1" strike="noStrike">
              <a:solidFill>
                <a:srgbClr val="ffffff"/>
              </a:solidFill>
              <a:latin typeface="Arial"/>
            </a:endParaRPr>
          </a:p>
        </p:txBody>
      </p:sp>
      <p:sp>
        <p:nvSpPr>
          <p:cNvPr id="1171" name="PlaceHolder 2"/>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ffffff"/>
              </a:buClr>
              <a:buSzPct val="45000"/>
              <a:buFont typeface="Wingdings" charset="2"/>
              <a:buChar char=""/>
            </a:pPr>
            <a:r>
              <a:rPr b="0" lang="en-US" sz="3200" spc="-1" strike="noStrike">
                <a:solidFill>
                  <a:srgbClr val="ffffff"/>
                </a:solidFill>
                <a:latin typeface="Arial"/>
              </a:rPr>
              <a:t>Click to edit the outline text format</a:t>
            </a:r>
            <a:endParaRPr b="0" lang="en-US" sz="3200" spc="-1" strike="noStrike">
              <a:solidFill>
                <a:srgbClr val="ffffff"/>
              </a:solidFill>
              <a:latin typeface="Arial"/>
            </a:endParaRPr>
          </a:p>
          <a:p>
            <a:pPr lvl="1" marL="864000" indent="-324000">
              <a:spcBef>
                <a:spcPts val="1134"/>
              </a:spcBef>
              <a:buClr>
                <a:srgbClr val="ffffff"/>
              </a:buClr>
              <a:buSzPct val="75000"/>
              <a:buFont typeface="Symbol" charset="2"/>
              <a:buChar char=""/>
            </a:pPr>
            <a:r>
              <a:rPr b="0" lang="en-US" sz="2800" spc="-1" strike="noStrike">
                <a:solidFill>
                  <a:srgbClr val="ffffff"/>
                </a:solidFill>
                <a:latin typeface="Arial"/>
              </a:rPr>
              <a:t>Second Outline Level</a:t>
            </a:r>
            <a:endParaRPr b="0" lang="en-US" sz="2800" spc="-1" strike="noStrike">
              <a:solidFill>
                <a:srgbClr val="ffffff"/>
              </a:solidFill>
              <a:latin typeface="Arial"/>
            </a:endParaRPr>
          </a:p>
          <a:p>
            <a:pPr lvl="2" marL="1296000" indent="-288000">
              <a:spcBef>
                <a:spcPts val="850"/>
              </a:spcBef>
              <a:buClr>
                <a:srgbClr val="ffffff"/>
              </a:buClr>
              <a:buSzPct val="45000"/>
              <a:buFont typeface="Wingdings" charset="2"/>
              <a:buChar char=""/>
            </a:pPr>
            <a:r>
              <a:rPr b="0" lang="en-US" sz="2400" spc="-1" strike="noStrike">
                <a:solidFill>
                  <a:srgbClr val="ffffff"/>
                </a:solidFill>
                <a:latin typeface="Arial"/>
              </a:rPr>
              <a:t>Third Outline Level</a:t>
            </a:r>
            <a:endParaRPr b="0" lang="en-US" sz="2400" spc="-1" strike="noStrike">
              <a:solidFill>
                <a:srgbClr val="ffffff"/>
              </a:solidFill>
              <a:latin typeface="Arial"/>
            </a:endParaRPr>
          </a:p>
          <a:p>
            <a:pPr lvl="3" marL="1728000" indent="-216000">
              <a:spcBef>
                <a:spcPts val="567"/>
              </a:spcBef>
              <a:buClr>
                <a:srgbClr val="ffffff"/>
              </a:buClr>
              <a:buSzPct val="75000"/>
              <a:buFont typeface="Symbol" charset="2"/>
              <a:buChar char=""/>
            </a:pPr>
            <a:r>
              <a:rPr b="0" lang="en-US" sz="2000" spc="-1" strike="noStrike">
                <a:solidFill>
                  <a:srgbClr val="ffffff"/>
                </a:solidFill>
                <a:latin typeface="Arial"/>
              </a:rPr>
              <a:t>Fourth Outline Level</a:t>
            </a:r>
            <a:endParaRPr b="0" lang="en-US" sz="2000" spc="-1" strike="noStrike">
              <a:solidFill>
                <a:srgbClr val="ffffff"/>
              </a:solidFill>
              <a:latin typeface="Arial"/>
            </a:endParaRPr>
          </a:p>
          <a:p>
            <a:pPr lvl="4" marL="2160000" indent="-216000">
              <a:spcBef>
                <a:spcPts val="283"/>
              </a:spcBef>
              <a:buClr>
                <a:srgbClr val="ffffff"/>
              </a:buClr>
              <a:buSzPct val="45000"/>
              <a:buFont typeface="Wingdings" charset="2"/>
              <a:buChar char=""/>
            </a:pPr>
            <a:r>
              <a:rPr b="0" lang="en-US" sz="2000" spc="-1" strike="noStrike">
                <a:solidFill>
                  <a:srgbClr val="ffffff"/>
                </a:solidFill>
                <a:latin typeface="Arial"/>
              </a:rPr>
              <a:t>Fifth Outline Level</a:t>
            </a:r>
            <a:endParaRPr b="0" lang="en-US" sz="2000" spc="-1" strike="noStrike">
              <a:solidFill>
                <a:srgbClr val="ffffff"/>
              </a:solidFill>
              <a:latin typeface="Arial"/>
            </a:endParaRPr>
          </a:p>
          <a:p>
            <a:pPr lvl="5" marL="2592000" indent="-216000">
              <a:spcBef>
                <a:spcPts val="283"/>
              </a:spcBef>
              <a:buClr>
                <a:srgbClr val="ffffff"/>
              </a:buClr>
              <a:buSzPct val="45000"/>
              <a:buFont typeface="Wingdings" charset="2"/>
              <a:buChar char=""/>
            </a:pPr>
            <a:r>
              <a:rPr b="0" lang="en-US" sz="2000" spc="-1" strike="noStrike">
                <a:solidFill>
                  <a:srgbClr val="ffffff"/>
                </a:solidFill>
                <a:latin typeface="Arial"/>
              </a:rPr>
              <a:t>Sixth Outline Level</a:t>
            </a:r>
            <a:endParaRPr b="0" lang="en-US" sz="2000" spc="-1" strike="noStrike">
              <a:solidFill>
                <a:srgbClr val="ffffff"/>
              </a:solidFill>
              <a:latin typeface="Arial"/>
            </a:endParaRPr>
          </a:p>
          <a:p>
            <a:pPr lvl="6" marL="3024000" indent="-216000">
              <a:spcBef>
                <a:spcPts val="283"/>
              </a:spcBef>
              <a:buClr>
                <a:srgbClr val="ffffff"/>
              </a:buClr>
              <a:buSzPct val="45000"/>
              <a:buFont typeface="Wingdings" charset="2"/>
              <a:buChar char=""/>
            </a:pPr>
            <a:r>
              <a:rPr b="0" lang="en-US" sz="2000" spc="-1" strike="noStrike">
                <a:solidFill>
                  <a:srgbClr val="ffffff"/>
                </a:solidFill>
                <a:latin typeface="Arial"/>
              </a:rPr>
              <a:t>Seventh Outline Level</a:t>
            </a:r>
            <a:endParaRPr b="0" lang="en-US" sz="2000" spc="-1" strike="noStrike">
              <a:solidFill>
                <a:srgbClr val="ffffff"/>
              </a:solidFill>
              <a:latin typeface="Arial"/>
            </a:endParaRPr>
          </a:p>
        </p:txBody>
      </p:sp>
    </p:spTree>
  </p:cSld>
  <p:clrMap bg1="lt1" bg2="lt2" tx1="dk1" tx2="dk2" accent1="accent1" accent2="accent2" accent3="accent3" accent4="accent4" accent5="accent5" accent6="accent6" hlink="hlink" folHlink="folHlink"/>
  <p:sldLayoutIdLst>
    <p:sldLayoutId id="2147483741"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4.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3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6.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35.xml"/>
</Relationships>
</file>

<file path=ppt/slides/_rels/slide7.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36.xml"/>
</Relationships>
</file>

<file path=ppt/slides/_rels/slide8.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37.xml"/>
</Relationships>
</file>

<file path=ppt/slides/_rels/slide9.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38.xml"/>
</Relationships>
</file>

<file path=ppt/slides/_rels/slide10.xml.rels><?xml version="1.0" encoding="UTF-8"?>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39.xml"/>
</Relationships>
</file>

<file path=ppt/slides/_rels/slide11.xml.rels><?xml version="1.0" encoding="UTF-8"?>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9.xml"/>
</Relationships>
</file>

<file path=ppt/slides/_rels/slide12.xml.rels><?xml version="1.0" encoding="UTF-8"?>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0.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14.xml.rels><?xml version="1.0" encoding="UTF-8"?>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35.xml"/>
</Relationships>
</file>

<file path=ppt/slides/_rels/slide15.xml.rels><?xml version="1.0" encoding="UTF-8"?>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37.xml"/>
</Relationships>
</file>

<file path=ppt/slides/_rels/slide16.xml.rels><?xml version="1.0" encoding="UTF-8"?>
<Relationships xmlns="http://schemas.openxmlformats.org/package/2006/relationships"><Relationship Id="rId1" Type="http://schemas.openxmlformats.org/officeDocument/2006/relationships/image" Target="../media/image15.jpeg"/><Relationship Id="rId2" Type="http://schemas.openxmlformats.org/officeDocument/2006/relationships/slideLayout" Target="../slideLayouts/slideLayout38.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18.xml.rels><?xml version="1.0" encoding="UTF-8"?>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35.xml"/>
</Relationships>
</file>

<file path=ppt/slides/_rels/slide19.xml.rels><?xml version="1.0" encoding="UTF-8"?>
<Relationships xmlns="http://schemas.openxmlformats.org/package/2006/relationships"><Relationship Id="rId1" Type="http://schemas.openxmlformats.org/officeDocument/2006/relationships/image" Target="../media/image17.png"/><Relationship Id="rId2" Type="http://schemas.openxmlformats.org/officeDocument/2006/relationships/slideLayout" Target="../slideLayouts/slideLayout35.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36.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38.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39.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0.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41.xml"/>
</Relationships>
</file>

<file path=ppt/slides/_rels/slide26.xml.rels><?xml version="1.0" encoding="UTF-8"?>
<Relationships xmlns="http://schemas.openxmlformats.org/package/2006/relationships"><Relationship Id="rId1" Type="http://schemas.openxmlformats.org/officeDocument/2006/relationships/image" Target="../media/image18.png"/><Relationship Id="rId2" Type="http://schemas.openxmlformats.org/officeDocument/2006/relationships/slideLayout" Target="../slideLayouts/slideLayout42.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43.xml"/>
</Relationships>
</file>

<file path=ppt/slides/_rels/slide28.xml.rels><?xml version="1.0" encoding="UTF-8"?>
<Relationships xmlns="http://schemas.openxmlformats.org/package/2006/relationships"><Relationship Id="rId1" Type="http://schemas.openxmlformats.org/officeDocument/2006/relationships/image" Target="../media/image19.png"/><Relationship Id="rId2" Type="http://schemas.openxmlformats.org/officeDocument/2006/relationships/slideLayout" Target="../slideLayouts/slideLayout44.xml"/>
</Relationships>
</file>

<file path=ppt/slides/_rels/slide29.xml.rels><?xml version="1.0" encoding="UTF-8"?>
<Relationships xmlns="http://schemas.openxmlformats.org/package/2006/relationships"><Relationship Id="rId1" Type="http://schemas.openxmlformats.org/officeDocument/2006/relationships/image" Target="../media/image20.png"/><Relationship Id="rId2" Type="http://schemas.openxmlformats.org/officeDocument/2006/relationships/slideLayout" Target="../slideLayouts/slideLayout45.xml"/>
</Relationships>
</file>

<file path=ppt/slides/_rels/slide30.xml.rels><?xml version="1.0" encoding="UTF-8"?>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3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12.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8" name="TextBox 1"/>
          <p:cNvSpPr/>
          <p:nvPr/>
        </p:nvSpPr>
        <p:spPr>
          <a:xfrm>
            <a:off x="5482080" y="6479640"/>
            <a:ext cx="911520" cy="24228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tr-TR" sz="1000" spc="-1" strike="noStrike">
                <a:solidFill>
                  <a:srgbClr val="ffffff"/>
                </a:solidFill>
                <a:latin typeface="Arial"/>
                <a:ea typeface="SF Pro Display"/>
              </a:rPr>
              <a:t>versiyon 3.2</a:t>
            </a:r>
            <a:endParaRPr b="0" lang="en-US" sz="1000" spc="-1" strike="noStrike">
              <a:solidFill>
                <a:srgbClr val="ffffff"/>
              </a:solidFill>
              <a:latin typeface="Arial"/>
            </a:endParaRPr>
          </a:p>
        </p:txBody>
      </p:sp>
      <p:sp>
        <p:nvSpPr>
          <p:cNvPr id="1179" name="Text Placeholder 10"/>
          <p:cNvSpPr/>
          <p:nvPr/>
        </p:nvSpPr>
        <p:spPr>
          <a:xfrm>
            <a:off x="2046600" y="4454640"/>
            <a:ext cx="8295840" cy="1254240"/>
          </a:xfrm>
          <a:prstGeom prst="rect">
            <a:avLst/>
          </a:prstGeom>
          <a:noFill/>
          <a:ln w="0">
            <a:noFill/>
          </a:ln>
        </p:spPr>
        <p:style>
          <a:lnRef idx="0"/>
          <a:fillRef idx="0"/>
          <a:effectRef idx="0"/>
          <a:fontRef idx="minor"/>
        </p:style>
        <p:txBody>
          <a:bodyPr lIns="90000" rIns="90000" tIns="45000" bIns="45000" anchor="t">
            <a:normAutofit fontScale="40000"/>
          </a:bodyPr>
          <a:p>
            <a:pPr algn="ctr" defTabSz="914400">
              <a:lnSpc>
                <a:spcPct val="90000"/>
              </a:lnSpc>
              <a:spcBef>
                <a:spcPts val="1001"/>
              </a:spcBef>
              <a:tabLst>
                <a:tab algn="l" pos="0"/>
              </a:tabLst>
            </a:pPr>
            <a:r>
              <a:rPr b="1" lang="tr-TR" sz="4400" spc="-1" strike="noStrike">
                <a:solidFill>
                  <a:srgbClr val="ebecf0"/>
                </a:solidFill>
                <a:latin typeface="Arial Black"/>
              </a:rPr>
              <a:t>AI for Software Engineers Course </a:t>
            </a:r>
            <a:endParaRPr b="0" lang="en-US" sz="4400" spc="-1" strike="noStrike">
              <a:solidFill>
                <a:srgbClr val="ffffff"/>
              </a:solidFill>
              <a:latin typeface="Arial"/>
            </a:endParaRPr>
          </a:p>
          <a:p>
            <a:pPr algn="ctr" defTabSz="914400">
              <a:lnSpc>
                <a:spcPct val="90000"/>
              </a:lnSpc>
              <a:spcBef>
                <a:spcPts val="1001"/>
              </a:spcBef>
              <a:tabLst>
                <a:tab algn="l" pos="0"/>
              </a:tabLst>
            </a:pPr>
            <a:r>
              <a:rPr b="0" lang="en-US" sz="3200" spc="-1" strike="noStrike">
                <a:solidFill>
                  <a:srgbClr val="ffffff"/>
                </a:solidFill>
                <a:latin typeface="Arial"/>
              </a:rPr>
              <a:t> </a:t>
            </a:r>
            <a:r>
              <a:rPr b="0" lang="en-US" sz="3200" spc="-1" strike="noStrike">
                <a:solidFill>
                  <a:srgbClr val="ffffff"/>
                </a:solidFill>
                <a:latin typeface="Arial"/>
              </a:rPr>
              <a:t>Building AI Systems + Production + Real Use Cases</a:t>
            </a:r>
            <a:endParaRPr b="0" lang="en-US" sz="3200" spc="-1" strike="noStrike">
              <a:solidFill>
                <a:srgbClr val="ffffff"/>
              </a:solidFill>
              <a:latin typeface="Arial"/>
            </a:endParaRPr>
          </a:p>
          <a:p>
            <a:pPr algn="ctr" defTabSz="914400">
              <a:lnSpc>
                <a:spcPct val="90000"/>
              </a:lnSpc>
              <a:spcBef>
                <a:spcPts val="1001"/>
              </a:spcBef>
              <a:tabLst>
                <a:tab algn="l" pos="0"/>
              </a:tabLst>
            </a:pPr>
            <a:r>
              <a:rPr b="0" lang="en-US" sz="3200" spc="-1" strike="noStrike">
                <a:solidFill>
                  <a:srgbClr val="ffffff"/>
                </a:solidFill>
                <a:latin typeface="Arial"/>
              </a:rPr>
              <a:t>https://github.com/havelsan/YZ_EGITIM</a:t>
            </a:r>
            <a:endParaRPr b="0" lang="en-US" sz="3200" spc="-1" strike="noStrike">
              <a:solidFill>
                <a:srgbClr val="ffffff"/>
              </a:solidFill>
              <a:latin typeface="Arial"/>
            </a:endParaRPr>
          </a:p>
          <a:p>
            <a:pPr algn="ctr" defTabSz="914400">
              <a:lnSpc>
                <a:spcPct val="90000"/>
              </a:lnSpc>
              <a:spcBef>
                <a:spcPts val="1001"/>
              </a:spcBef>
              <a:tabLst>
                <a:tab algn="l" pos="0"/>
              </a:tabLst>
            </a:pPr>
            <a:r>
              <a:rPr b="1" lang="tr-TR" sz="3200" spc="-1" strike="noStrike">
                <a:solidFill>
                  <a:srgbClr val="ebecf0"/>
                </a:solidFill>
                <a:latin typeface="Arial Black"/>
              </a:rPr>
              <a:t>Mehmet PEKMEZCİ</a:t>
            </a:r>
            <a:endParaRPr b="0" lang="en-US" sz="3200" spc="-1" strike="noStrike">
              <a:solidFill>
                <a:srgbClr val="ffffff"/>
              </a:solidFill>
              <a:latin typeface="Arial"/>
            </a:endParaRPr>
          </a:p>
          <a:p>
            <a:pPr algn="ctr" defTabSz="914400">
              <a:lnSpc>
                <a:spcPct val="90000"/>
              </a:lnSpc>
              <a:spcBef>
                <a:spcPts val="1001"/>
              </a:spcBef>
              <a:tabLst>
                <a:tab algn="l" pos="0"/>
              </a:tabLst>
            </a:pPr>
            <a:endParaRPr b="0" lang="en-US" sz="32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0" name="PlaceHolder 1"/>
          <p:cNvSpPr>
            <a:spLocks noGrp="1"/>
          </p:cNvSpPr>
          <p:nvPr>
            <p:ph/>
          </p:nvPr>
        </p:nvSpPr>
        <p:spPr>
          <a:xfrm>
            <a:off x="255240" y="343800"/>
            <a:ext cx="11629080" cy="302760"/>
          </a:xfrm>
          <a:prstGeom prst="rect">
            <a:avLst/>
          </a:prstGeom>
          <a:noFill/>
          <a:ln w="0">
            <a:noFill/>
          </a:ln>
        </p:spPr>
        <p:txBody>
          <a:bodyPr lIns="91440" rIns="91440" tIns="45720" bIns="45720" anchor="t">
            <a:normAutofit fontScale="93333"/>
          </a:bodyPr>
          <a:p>
            <a:pPr indent="0" defTabSz="914400">
              <a:lnSpc>
                <a:spcPct val="100000"/>
              </a:lnSpc>
              <a:spcBef>
                <a:spcPts val="1001"/>
              </a:spcBef>
              <a:buNone/>
              <a:tabLst>
                <a:tab algn="l" pos="0"/>
              </a:tabLst>
            </a:pPr>
            <a:r>
              <a:rPr b="1" lang="tr-TR" sz="1600" spc="-1" strike="noStrike">
                <a:solidFill>
                  <a:schemeClr val="lt1"/>
                </a:solidFill>
                <a:latin typeface="Arial Black"/>
              </a:rPr>
              <a:t>Breakthrough</a:t>
            </a:r>
            <a:endParaRPr b="0" lang="en-US" sz="1600" spc="-1" strike="noStrike">
              <a:solidFill>
                <a:srgbClr val="ffffff"/>
              </a:solidFill>
              <a:latin typeface="Arial"/>
            </a:endParaRPr>
          </a:p>
        </p:txBody>
      </p:sp>
      <p:sp>
        <p:nvSpPr>
          <p:cNvPr id="1181" name="Text 1"/>
          <p:cNvSpPr/>
          <p:nvPr/>
        </p:nvSpPr>
        <p:spPr>
          <a:xfrm>
            <a:off x="456480" y="831600"/>
            <a:ext cx="11416320" cy="5471280"/>
          </a:xfrm>
          <a:prstGeom prst="rect">
            <a:avLst/>
          </a:prstGeom>
          <a:noFill/>
          <a:ln w="0">
            <a:noFill/>
          </a:ln>
        </p:spPr>
        <p:style>
          <a:lnRef idx="0"/>
          <a:fillRef idx="0"/>
          <a:effectRef idx="0"/>
          <a:fontRef idx="minor"/>
        </p:style>
        <p:txBody>
          <a:bodyPr lIns="0" rIns="0" tIns="0" bIns="0" anchor="ctr">
            <a:noAutofit/>
          </a:bodyPr>
          <a:p>
            <a:pPr marL="216000" indent="-216000" defTabSz="914400">
              <a:lnSpc>
                <a:spcPct val="100000"/>
              </a:lnSpc>
              <a:spcBef>
                <a:spcPts val="3600"/>
              </a:spcBef>
              <a:buClr>
                <a:srgbClr val="38bdf8"/>
              </a:buClr>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ReAct: Synergizing Reasoning and Acting in Language Models</a:t>
            </a:r>
            <a:r>
              <a:rPr b="0" i="1" lang="tr-TR" sz="2000" spc="-1" strike="noStrike">
                <a:solidFill>
                  <a:srgbClr val="ffffff"/>
                </a:solidFill>
                <a:latin typeface="arial"/>
                <a:ea typeface="Calibri"/>
              </a:rPr>
              <a:t> - 2022</a:t>
            </a:r>
            <a:endParaRPr b="0" lang="en-US" sz="20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Google :</a:t>
            </a:r>
            <a:r>
              <a:rPr b="0" i="1" lang="tr-TR" sz="2000" spc="-1" strike="noStrike">
                <a:solidFill>
                  <a:srgbClr val="ffffff"/>
                </a:solidFill>
                <a:latin typeface="arial"/>
                <a:ea typeface="Calibri"/>
              </a:rPr>
              <a:t> Shunyu Yao et al.</a:t>
            </a:r>
            <a:endParaRPr b="0" lang="en-US" sz="20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Reasoning + Acting </a:t>
            </a:r>
            <a:endParaRPr b="0" lang="en-US" sz="2000" spc="-1" strike="noStrike">
              <a:solidFill>
                <a:srgbClr val="ffffff"/>
              </a:solidFill>
              <a:latin typeface="Arial"/>
            </a:endParaRPr>
          </a:p>
          <a:p>
            <a:pPr lvl="1" marL="432000" indent="-216000" defTabSz="914400">
              <a:lnSpc>
                <a:spcPct val="100000"/>
              </a:lnSpc>
              <a:spcBef>
                <a:spcPts val="3600"/>
              </a:spcBef>
              <a:buClr>
                <a:srgbClr val="ffffff"/>
              </a:buClr>
              <a:buSzPct val="45000"/>
              <a:buFont typeface="Wingdings" charset="2"/>
              <a:buChar char=""/>
              <a:tabLst>
                <a:tab algn="l" pos="0"/>
              </a:tabLst>
            </a:pPr>
            <a:r>
              <a:rPr b="0" i="1" lang="en-US" sz="2000" spc="-1" strike="noStrike">
                <a:solidFill>
                  <a:srgbClr val="ffffff"/>
                </a:solidFill>
                <a:latin typeface="arial"/>
                <a:ea typeface="Calibri"/>
              </a:rPr>
              <a:t> </a:t>
            </a:r>
            <a:r>
              <a:rPr b="0" i="1" lang="en-US" sz="2000" spc="-1" strike="noStrike">
                <a:solidFill>
                  <a:srgbClr val="ffffff"/>
                </a:solidFill>
                <a:latin typeface="arial"/>
                <a:ea typeface="Calibri"/>
              </a:rPr>
              <a:t>LLM agent loop (think-act-observe) Parallelism</a:t>
            </a:r>
            <a:endParaRPr b="0" lang="en-US" sz="20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2"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Building AI Systems + Production + Real Use Cases </a:t>
            </a:r>
            <a:endParaRPr b="0" lang="en-US" sz="2400" spc="-1" strike="noStrike">
              <a:solidFill>
                <a:srgbClr val="ffffff"/>
              </a:solidFill>
              <a:latin typeface="Arial"/>
            </a:endParaRPr>
          </a:p>
        </p:txBody>
      </p:sp>
      <p:sp>
        <p:nvSpPr>
          <p:cNvPr id="1183" name="Text 18"/>
          <p:cNvSpPr/>
          <p:nvPr/>
        </p:nvSpPr>
        <p:spPr>
          <a:xfrm>
            <a:off x="459720" y="1414440"/>
            <a:ext cx="11426400" cy="315648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AI in real software architecture</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LLM application patterns</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AI agents (modern topic)</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MLOps &amp; LLMOps (important for engineers)</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Example code generator environment</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Cost, latency, and scaling</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Security and risks (engineering angle)</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Homeworks (2)</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84" name="" descr=""/>
          <p:cNvPicPr/>
          <p:nvPr/>
        </p:nvPicPr>
        <p:blipFill>
          <a:blip r:embed="rId1"/>
          <a:stretch/>
        </p:blipFill>
        <p:spPr>
          <a:xfrm>
            <a:off x="1066680" y="0"/>
            <a:ext cx="10286280" cy="685692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5"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 AI in real software architecture</a:t>
            </a:r>
            <a:endParaRPr b="0" lang="en-US" sz="2800" spc="-1" strike="noStrike">
              <a:solidFill>
                <a:srgbClr val="ffffff"/>
              </a:solidFill>
              <a:latin typeface="Arial"/>
            </a:endParaRPr>
          </a:p>
        </p:txBody>
      </p:sp>
      <p:sp>
        <p:nvSpPr>
          <p:cNvPr id="1186" name="Text 18"/>
          <p:cNvSpPr/>
          <p:nvPr/>
        </p:nvSpPr>
        <p:spPr>
          <a:xfrm>
            <a:off x="457920" y="1232280"/>
            <a:ext cx="11426400" cy="190692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Technology Stack</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Where AI sits in system design</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API-based AI integration</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Microservices with LLMs</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7"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 1. Technology Stack</a:t>
            </a:r>
            <a:endParaRPr b="0" lang="en-US" sz="2800" spc="-1" strike="noStrike">
              <a:solidFill>
                <a:srgbClr val="ffffff"/>
              </a:solidFill>
              <a:latin typeface="Arial"/>
            </a:endParaRPr>
          </a:p>
        </p:txBody>
      </p:sp>
      <p:pic>
        <p:nvPicPr>
          <p:cNvPr id="1188" name="" descr=""/>
          <p:cNvPicPr/>
          <p:nvPr/>
        </p:nvPicPr>
        <p:blipFill>
          <a:blip r:embed="rId1"/>
          <a:stretch/>
        </p:blipFill>
        <p:spPr>
          <a:xfrm>
            <a:off x="567000" y="725040"/>
            <a:ext cx="11056680" cy="6030000"/>
          </a:xfrm>
          <a:prstGeom prst="rect">
            <a:avLst/>
          </a:prstGeom>
          <a:ln w="0">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89"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1.2. Where AI Sits In System Design : AI -Enabled</a:t>
            </a:r>
            <a:endParaRPr b="0" lang="en-US" sz="2800" spc="-1" strike="noStrike">
              <a:solidFill>
                <a:srgbClr val="ffffff"/>
              </a:solidFill>
              <a:latin typeface="Arial"/>
            </a:endParaRPr>
          </a:p>
        </p:txBody>
      </p:sp>
      <p:pic>
        <p:nvPicPr>
          <p:cNvPr id="1190" name="" descr=""/>
          <p:cNvPicPr/>
          <p:nvPr/>
        </p:nvPicPr>
        <p:blipFill>
          <a:blip r:embed="rId1"/>
          <a:stretch/>
        </p:blipFill>
        <p:spPr>
          <a:xfrm>
            <a:off x="1500480" y="732960"/>
            <a:ext cx="9189720" cy="6125760"/>
          </a:xfrm>
          <a:prstGeom prst="rect">
            <a:avLst/>
          </a:prstGeom>
          <a:ln w="0">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1"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1.2. Where AI Sits In System Design : AI -Native</a:t>
            </a:r>
            <a:endParaRPr b="0" lang="en-US" sz="2800" spc="-1" strike="noStrike">
              <a:solidFill>
                <a:srgbClr val="ffffff"/>
              </a:solidFill>
              <a:latin typeface="Arial"/>
            </a:endParaRPr>
          </a:p>
        </p:txBody>
      </p:sp>
      <p:pic>
        <p:nvPicPr>
          <p:cNvPr id="1192" name="" descr=""/>
          <p:cNvPicPr/>
          <p:nvPr/>
        </p:nvPicPr>
        <p:blipFill>
          <a:blip r:embed="rId1"/>
          <a:stretch/>
        </p:blipFill>
        <p:spPr>
          <a:xfrm>
            <a:off x="1386360" y="580680"/>
            <a:ext cx="9418320" cy="6278040"/>
          </a:xfrm>
          <a:prstGeom prst="rect">
            <a:avLst/>
          </a:prstGeom>
          <a:ln w="0">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3"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1.2. Where AI Sits In System Design :  Example</a:t>
            </a:r>
            <a:endParaRPr b="0" lang="en-US" sz="2800" spc="-1" strike="noStrike">
              <a:solidFill>
                <a:srgbClr val="ffffff"/>
              </a:solidFill>
              <a:latin typeface="Arial"/>
            </a:endParaRPr>
          </a:p>
        </p:txBody>
      </p:sp>
      <p:pic>
        <p:nvPicPr>
          <p:cNvPr id="1194" name="" descr=""/>
          <p:cNvPicPr/>
          <p:nvPr/>
        </p:nvPicPr>
        <p:blipFill>
          <a:blip r:embed="rId1"/>
          <a:stretch/>
        </p:blipFill>
        <p:spPr>
          <a:xfrm>
            <a:off x="452880" y="600120"/>
            <a:ext cx="11285280" cy="6154920"/>
          </a:xfrm>
          <a:prstGeom prst="rect">
            <a:avLst/>
          </a:prstGeom>
          <a:ln w="0">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5"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1.2. Where AI Sits In System Design :  Design Considerations</a:t>
            </a:r>
            <a:endParaRPr b="0" lang="en-US" sz="2800" spc="-1" strike="noStrike">
              <a:solidFill>
                <a:srgbClr val="ffffff"/>
              </a:solidFill>
              <a:latin typeface="Arial"/>
            </a:endParaRPr>
          </a:p>
        </p:txBody>
      </p:sp>
      <p:pic>
        <p:nvPicPr>
          <p:cNvPr id="1196" name="" descr=""/>
          <p:cNvPicPr/>
          <p:nvPr/>
        </p:nvPicPr>
        <p:blipFill>
          <a:blip r:embed="rId1"/>
          <a:stretch/>
        </p:blipFill>
        <p:spPr>
          <a:xfrm>
            <a:off x="1614960" y="654840"/>
            <a:ext cx="8961120" cy="5973480"/>
          </a:xfrm>
          <a:prstGeom prst="rect">
            <a:avLst/>
          </a:prstGeom>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7"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1.3. API Based AI Integration</a:t>
            </a:r>
            <a:endParaRPr b="0" lang="en-US" sz="2800" spc="-1" strike="noStrike">
              <a:solidFill>
                <a:srgbClr val="ffffff"/>
              </a:solidFill>
              <a:latin typeface="Arial"/>
            </a:endParaRPr>
          </a:p>
        </p:txBody>
      </p:sp>
      <p:pic>
        <p:nvPicPr>
          <p:cNvPr id="1198" name="" descr=""/>
          <p:cNvPicPr/>
          <p:nvPr/>
        </p:nvPicPr>
        <p:blipFill>
          <a:blip r:embed="rId1"/>
          <a:stretch/>
        </p:blipFill>
        <p:spPr>
          <a:xfrm>
            <a:off x="567000" y="725040"/>
            <a:ext cx="11056680" cy="6030000"/>
          </a:xfrm>
          <a:prstGeom prst="rect">
            <a:avLst/>
          </a:prstGeom>
          <a:ln w="0">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9"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fontScale="89999"/>
          </a:bodyPr>
          <a:p>
            <a:pPr marL="228600" indent="0" defTabSz="914400">
              <a:lnSpc>
                <a:spcPct val="90000"/>
              </a:lnSpc>
              <a:spcBef>
                <a:spcPts val="1001"/>
              </a:spcBef>
              <a:buNone/>
              <a:tabLst>
                <a:tab algn="l" pos="0"/>
              </a:tabLst>
            </a:pPr>
            <a:r>
              <a:rPr b="1" lang="tr-TR" sz="2800" spc="-1" strike="noStrike">
                <a:solidFill>
                  <a:schemeClr val="lt1"/>
                </a:solidFill>
                <a:latin typeface="Arial Black"/>
              </a:rPr>
              <a:t>1.4. Microservices with LLMs</a:t>
            </a:r>
            <a:endParaRPr b="0" lang="en-US" sz="2800" spc="-1" strike="noStrike">
              <a:solidFill>
                <a:srgbClr val="ffffff"/>
              </a:solidFill>
              <a:latin typeface="Arial"/>
            </a:endParaRPr>
          </a:p>
        </p:txBody>
      </p:sp>
      <p:pic>
        <p:nvPicPr>
          <p:cNvPr id="1200" name="" descr=""/>
          <p:cNvPicPr/>
          <p:nvPr/>
        </p:nvPicPr>
        <p:blipFill>
          <a:blip r:embed="rId1"/>
          <a:stretch/>
        </p:blipFill>
        <p:spPr>
          <a:xfrm>
            <a:off x="356760" y="622800"/>
            <a:ext cx="11478240" cy="6234840"/>
          </a:xfrm>
          <a:prstGeom prst="rect">
            <a:avLst/>
          </a:prstGeom>
          <a:ln w="0">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1"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2. LLM application patterns</a:t>
            </a:r>
            <a:endParaRPr b="0" lang="en-US" sz="2400" spc="-1" strike="noStrike">
              <a:solidFill>
                <a:srgbClr val="ffffff"/>
              </a:solidFill>
              <a:latin typeface="Arial"/>
            </a:endParaRPr>
          </a:p>
        </p:txBody>
      </p:sp>
      <p:sp>
        <p:nvSpPr>
          <p:cNvPr id="1202" name="Text 18"/>
          <p:cNvSpPr/>
          <p:nvPr/>
        </p:nvSpPr>
        <p:spPr>
          <a:xfrm>
            <a:off x="255240" y="983520"/>
            <a:ext cx="11426400" cy="22158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Chatbots</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Copilots</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Agents (basic intro) (Langgraph)</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Function calling / tool use ( API / MCP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3"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2. LLM application patterns</a:t>
            </a:r>
            <a:endParaRPr b="0" lang="en-US" sz="2400" spc="-1" strike="noStrike">
              <a:solidFill>
                <a:srgbClr val="ffffff"/>
              </a:solidFill>
              <a:latin typeface="Arial"/>
            </a:endParaRPr>
          </a:p>
        </p:txBody>
      </p:sp>
      <p:pic>
        <p:nvPicPr>
          <p:cNvPr id="1204" name="" descr=""/>
          <p:cNvPicPr/>
          <p:nvPr/>
        </p:nvPicPr>
        <p:blipFill>
          <a:blip r:embed="rId1"/>
          <a:stretch/>
        </p:blipFill>
        <p:spPr>
          <a:xfrm>
            <a:off x="567000" y="724680"/>
            <a:ext cx="11057040" cy="6030720"/>
          </a:xfrm>
          <a:prstGeom prst="rect">
            <a:avLst/>
          </a:prstGeom>
          <a:ln w="0">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5"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2. LLM application patterns</a:t>
            </a:r>
            <a:endParaRPr b="0" lang="en-US" sz="2400" spc="-1" strike="noStrike">
              <a:solidFill>
                <a:srgbClr val="ffffff"/>
              </a:solidFill>
              <a:latin typeface="Arial"/>
            </a:endParaRPr>
          </a:p>
        </p:txBody>
      </p:sp>
      <p:pic>
        <p:nvPicPr>
          <p:cNvPr id="1206" name="" descr=""/>
          <p:cNvPicPr/>
          <p:nvPr/>
        </p:nvPicPr>
        <p:blipFill>
          <a:blip r:embed="rId1"/>
          <a:stretch/>
        </p:blipFill>
        <p:spPr>
          <a:xfrm>
            <a:off x="452880" y="611640"/>
            <a:ext cx="11286000" cy="6130440"/>
          </a:xfrm>
          <a:prstGeom prst="rect">
            <a:avLst/>
          </a:prstGeom>
          <a:ln w="0">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7"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2. LLM application patterns</a:t>
            </a:r>
            <a:endParaRPr b="0" lang="en-US" sz="2400" spc="-1" strike="noStrike">
              <a:solidFill>
                <a:srgbClr val="ffffff"/>
              </a:solidFill>
              <a:latin typeface="Arial"/>
            </a:endParaRPr>
          </a:p>
        </p:txBody>
      </p:sp>
      <p:pic>
        <p:nvPicPr>
          <p:cNvPr id="1208" name="" descr=""/>
          <p:cNvPicPr/>
          <p:nvPr/>
        </p:nvPicPr>
        <p:blipFill>
          <a:blip r:embed="rId1"/>
          <a:stretch/>
        </p:blipFill>
        <p:spPr>
          <a:xfrm>
            <a:off x="646920" y="685800"/>
            <a:ext cx="10897920" cy="5943600"/>
          </a:xfrm>
          <a:prstGeom prst="rect">
            <a:avLst/>
          </a:prstGeom>
          <a:ln w="0">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09"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 AI agents (modern topic)</a:t>
            </a:r>
            <a:endParaRPr b="0" lang="en-US" sz="2400" spc="-1" strike="noStrike">
              <a:solidFill>
                <a:srgbClr val="ffffff"/>
              </a:solidFill>
              <a:latin typeface="Arial"/>
            </a:endParaRPr>
          </a:p>
        </p:txBody>
      </p:sp>
      <p:sp>
        <p:nvSpPr>
          <p:cNvPr id="1210" name="Text 18"/>
          <p:cNvSpPr/>
          <p:nvPr/>
        </p:nvSpPr>
        <p:spPr>
          <a:xfrm>
            <a:off x="255240" y="1143000"/>
            <a:ext cx="11426400" cy="206460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What is an agent loop:</a:t>
            </a:r>
            <a:r>
              <a:rPr b="0" lang="tr-TR" sz="1800" spc="-1" strike="noStrike">
                <a:solidFill>
                  <a:srgbClr val="ffffff"/>
                </a:solidFill>
                <a:latin typeface="Arial"/>
              </a:rPr>
              <a:t> p</a:t>
            </a:r>
            <a:r>
              <a:rPr b="0" lang="en-US" sz="1800" spc="-1" strike="noStrike">
                <a:solidFill>
                  <a:srgbClr val="ffffff"/>
                </a:solidFill>
                <a:latin typeface="Arial"/>
              </a:rPr>
              <a:t>lan → act → observe → repeat</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When agents work / fail</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Agentic RAG</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Agent frameworks (LangCahin/Graph, LlamaIndex)</a:t>
            </a: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endParaRPr b="0" lang="en-US" sz="18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800" spc="-1" strike="noStrike">
                <a:solidFill>
                  <a:srgbClr val="ffffff"/>
                </a:solidFill>
                <a:latin typeface="Arial"/>
              </a:rPr>
              <a:t>Multi Agent Systems</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1"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 AI agents (modern topic)</a:t>
            </a:r>
            <a:endParaRPr b="0" lang="en-US" sz="2400" spc="-1" strike="noStrike">
              <a:solidFill>
                <a:srgbClr val="ffffff"/>
              </a:solidFill>
              <a:latin typeface="Arial"/>
            </a:endParaRPr>
          </a:p>
        </p:txBody>
      </p:sp>
      <p:pic>
        <p:nvPicPr>
          <p:cNvPr id="1212" name="" descr=""/>
          <p:cNvPicPr/>
          <p:nvPr/>
        </p:nvPicPr>
        <p:blipFill>
          <a:blip r:embed="rId1"/>
          <a:stretch/>
        </p:blipFill>
        <p:spPr>
          <a:xfrm>
            <a:off x="478080" y="685800"/>
            <a:ext cx="11235600" cy="6085440"/>
          </a:xfrm>
          <a:prstGeom prst="rect">
            <a:avLst/>
          </a:prstGeom>
          <a:ln w="0">
            <a:noFill/>
          </a:ln>
        </p:spPr>
      </p:pic>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3"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3.1.  What is an Agent Loop : ACT -&gt; OBSERVER -&gt; REPEAT</a:t>
            </a:r>
            <a:endParaRPr b="0" lang="en-US" sz="2400" spc="-1" strike="noStrike">
              <a:solidFill>
                <a:srgbClr val="ffffff"/>
              </a:solidFill>
              <a:latin typeface="Arial"/>
            </a:endParaRPr>
          </a:p>
        </p:txBody>
      </p:sp>
      <p:pic>
        <p:nvPicPr>
          <p:cNvPr id="1214" name="" descr=""/>
          <p:cNvPicPr/>
          <p:nvPr/>
        </p:nvPicPr>
        <p:blipFill>
          <a:blip r:embed="rId1"/>
          <a:stretch/>
        </p:blipFill>
        <p:spPr>
          <a:xfrm>
            <a:off x="520920" y="685800"/>
            <a:ext cx="11149560" cy="605628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5"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3.1.  What is an Agent Loop : ACT -&gt; OBSERVER -&gt; REPEAT</a:t>
            </a:r>
            <a:endParaRPr b="0" lang="en-US" sz="2400" spc="-1" strike="noStrike">
              <a:solidFill>
                <a:srgbClr val="ffffff"/>
              </a:solidFill>
              <a:latin typeface="Arial"/>
            </a:endParaRPr>
          </a:p>
        </p:txBody>
      </p:sp>
      <p:sp>
        <p:nvSpPr>
          <p:cNvPr id="1216" name=""/>
          <p:cNvSpPr/>
          <p:nvPr/>
        </p:nvSpPr>
        <p:spPr>
          <a:xfrm>
            <a:off x="228600" y="2079720"/>
            <a:ext cx="11837520" cy="4549320"/>
          </a:xfrm>
          <a:prstGeom prst="rect">
            <a:avLst/>
          </a:prstGeom>
          <a:noFill/>
          <a:ln w="0">
            <a:solidFill>
              <a:srgbClr val="3465a4"/>
            </a:solid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ffffff"/>
                </a:solidFill>
                <a:latin typeface="Arial"/>
              </a:rPr>
              <a:t>from fastapi import FastAPI</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from pydantic import BaseModel</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from langchain_openai import ChatOpenAI</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from langchain_core.messages import HumanMessage</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from langgraph.graph import StateGraph, START, END</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from typing_extensions import TypedDict</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app = FastAPI()</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llm = ChatOpenAI(base_url="http://localhost:8000/v1", api_key="k", model="mistralai/Mistral-7B-Instruct-v0.3", temperature=0.1)</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class AgentState(TypedDict):</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text: str</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lines: int</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loops: int</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class TextRequest(BaseModel):</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text: str</a:t>
            </a:r>
            <a:endParaRPr b="0" lang="en-US" sz="16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p:txBody>
      </p:sp>
      <p:sp>
        <p:nvSpPr>
          <p:cNvPr id="1217" name=""/>
          <p:cNvSpPr/>
          <p:nvPr/>
        </p:nvSpPr>
        <p:spPr>
          <a:xfrm>
            <a:off x="228600" y="768600"/>
            <a:ext cx="11837520" cy="1218600"/>
          </a:xfrm>
          <a:prstGeom prst="rect">
            <a:avLst/>
          </a:prstGeom>
          <a:noFill/>
          <a:ln w="0">
            <a:solidFill>
              <a:srgbClr val="3465a4"/>
            </a:solid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ffffff"/>
                </a:solidFill>
                <a:latin typeface="Arial"/>
              </a:rPr>
              <a:t>curl -X POST "http://localhost:5000/summarize" \ -H "Content-Type: application/json" \ -d '{ "text": "AI tools are completely flawless and have zero percent operational errors across all businesses. However, AI is totally unreliable, constantly fails, and causes companies to go bankrupt immediately. Remote work multiplies employee productivity by 200% and creates unmatched team synergy and bonding. Conversely, working from home breeds ultimate laziness and destroys communication, ruining all company operations. " }'</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8"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3.1.  What is an Agent Loop : ACT -&gt; OBSERVER -&gt; REPEAT</a:t>
            </a:r>
            <a:endParaRPr b="0" lang="en-US" sz="2400" spc="-1" strike="noStrike">
              <a:solidFill>
                <a:srgbClr val="ffffff"/>
              </a:solidFill>
              <a:latin typeface="Arial"/>
            </a:endParaRPr>
          </a:p>
        </p:txBody>
      </p:sp>
      <p:sp>
        <p:nvSpPr>
          <p:cNvPr id="1219" name=""/>
          <p:cNvSpPr/>
          <p:nvPr/>
        </p:nvSpPr>
        <p:spPr>
          <a:xfrm>
            <a:off x="277920" y="667440"/>
            <a:ext cx="11608920" cy="5733000"/>
          </a:xfrm>
          <a:prstGeom prst="rect">
            <a:avLst/>
          </a:prstGeom>
          <a:noFill/>
          <a:ln w="0">
            <a:solidFill>
              <a:srgbClr val="3465a4"/>
            </a:solidFill>
          </a:ln>
        </p:spPr>
        <p:style>
          <a:lnRef idx="0"/>
          <a:fillRef idx="0"/>
          <a:effectRef idx="0"/>
          <a:fontRef idx="minor"/>
        </p:style>
        <p:txBody>
          <a:bodyPr lIns="90000" rIns="90000" tIns="45000" bIns="45000" anchor="t">
            <a:noAutofit/>
          </a:bodyPr>
          <a:p>
            <a:pPr>
              <a:lnSpc>
                <a:spcPct val="100000"/>
              </a:lnSpc>
            </a:pPr>
            <a:r>
              <a:rPr b="0" lang="en-US" sz="1600" spc="-1" strike="noStrike">
                <a:solidFill>
                  <a:srgbClr val="ffffff"/>
                </a:solidFill>
                <a:latin typeface="Arial"/>
              </a:rPr>
              <a:t>def summarize_node(state: AgentState) -&gt; dict:</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prompt = f"Summarize the following text to make it shorter. Completely remove and clean up any contradictory, inconsistent, or illogical expressions within the text:\n\n{state['text']}"</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res = llm.invoke([HumanMessage(content=prompt)]).content.strip()</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line_list = [l for l in res.splitlines() if l.strip()]</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return {"text": "\n".join(line_list), "lines": len(line_list), "loops": state["loops"] + 1}</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def route_condition(state: AgentState) -&gt; str:</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return END if state["lines"] &lt; 50 or state["loops"] &gt;= 5 else "summarize"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workflow = StateGraph(AgentState)</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workflow.add_node("summarize", summarize_node)</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workflow.add_edge(START, "summarize")</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workflow.add_conditional_edges("summarize", route_condition)</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agent_graph = workflow.compile()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@app.post("/summarize")</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async def run_summarizer(req: TextRequest):</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init_lines = len([l for l in req.text.splitlines() if l.strip()])</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final = await agent_graph.ainvoke({"text": req.text, "lines": init_lines, "loops": 0})</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return {"lines": final["lines"], "loops": final["loops"], "result": final["text"]}</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if __name__ == "__main__":</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import uvicorn</a:t>
            </a:r>
            <a:endParaRPr b="0" lang="en-US" sz="1600" spc="-1" strike="noStrike">
              <a:solidFill>
                <a:srgbClr val="ffffff"/>
              </a:solidFill>
              <a:latin typeface="Arial"/>
            </a:endParaRPr>
          </a:p>
          <a:p>
            <a:pPr>
              <a:lnSpc>
                <a:spcPct val="100000"/>
              </a:lnSpc>
            </a:pPr>
            <a:r>
              <a:rPr b="0" lang="en-US" sz="1600" spc="-1" strike="noStrike">
                <a:solidFill>
                  <a:srgbClr val="ffffff"/>
                </a:solidFill>
                <a:latin typeface="Arial"/>
              </a:rPr>
              <a:t>    </a:t>
            </a:r>
            <a:r>
              <a:rPr b="0" lang="en-US" sz="1600" spc="-1" strike="noStrike">
                <a:solidFill>
                  <a:srgbClr val="ffffff"/>
                </a:solidFill>
                <a:latin typeface="Arial"/>
              </a:rPr>
              <a:t>uvicorn.run(app, host="0.0.0.0", port=5000)</a:t>
            </a:r>
            <a:endParaRPr b="0" lang="en-US" sz="16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0"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3.2.  When Agents Work/Fail</a:t>
            </a:r>
            <a:endParaRPr b="0" lang="en-US" sz="2400" spc="-1" strike="noStrike">
              <a:solidFill>
                <a:srgbClr val="ffffff"/>
              </a:solidFill>
              <a:latin typeface="Arial"/>
            </a:endParaRPr>
          </a:p>
        </p:txBody>
      </p:sp>
      <p:graphicFrame>
        <p:nvGraphicFramePr>
          <p:cNvPr id="1221" name=""/>
          <p:cNvGraphicFramePr/>
          <p:nvPr/>
        </p:nvGraphicFramePr>
        <p:xfrm>
          <a:off x="114840" y="947160"/>
          <a:ext cx="11886840" cy="5117400"/>
        </p:xfrm>
        <a:graphic>
          <a:graphicData uri="http://schemas.openxmlformats.org/drawingml/2006/table">
            <a:tbl>
              <a:tblPr/>
              <a:tblGrid>
                <a:gridCol w="2304360"/>
                <a:gridCol w="4134600"/>
                <a:gridCol w="5448240"/>
              </a:tblGrid>
              <a:tr h="735840">
                <a:tc>
                  <a:txBody>
                    <a:bodyPr lIns="36000" rIns="36000" anchor="t">
                      <a:noAutofit/>
                    </a:bodyPr>
                    <a:p>
                      <a:pPr>
                        <a:lnSpc>
                          <a:spcPct val="100000"/>
                        </a:lnSpc>
                      </a:pPr>
                      <a:r>
                        <a:rPr b="1" lang="en-US" sz="1800" spc="-1" strike="noStrike">
                          <a:solidFill>
                            <a:srgbClr val="ffffff"/>
                          </a:solidFill>
                          <a:latin typeface="Times New Roman"/>
                        </a:rPr>
                        <a:t>Feature</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000000"/>
                    </a:solidFill>
                  </a:tcPr>
                </a:tc>
                <a:tc>
                  <a:txBody>
                    <a:bodyPr lIns="36000" rIns="36000" anchor="t">
                      <a:noAutofit/>
                    </a:bodyPr>
                    <a:p>
                      <a:pPr>
                        <a:lnSpc>
                          <a:spcPct val="100000"/>
                        </a:lnSpc>
                      </a:pPr>
                      <a:r>
                        <a:rPr b="1" lang="en-US" sz="1800" spc="-1" strike="noStrike">
                          <a:solidFill>
                            <a:srgbClr val="ffffff"/>
                          </a:solidFill>
                          <a:latin typeface="Times New Roman"/>
                        </a:rPr>
                        <a:t>Where Agents Work Well</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000000"/>
                    </a:solidFill>
                  </a:tcPr>
                </a:tc>
                <a:tc>
                  <a:txBody>
                    <a:bodyPr lIns="36000" rIns="36000" anchor="t">
                      <a:noAutofit/>
                    </a:bodyPr>
                    <a:p>
                      <a:pPr>
                        <a:lnSpc>
                          <a:spcPct val="100000"/>
                        </a:lnSpc>
                      </a:pPr>
                      <a:r>
                        <a:rPr b="1" lang="en-US" sz="1800" spc="-1" strike="noStrike">
                          <a:solidFill>
                            <a:srgbClr val="ffffff"/>
                          </a:solidFill>
                          <a:latin typeface="Times New Roman"/>
                        </a:rPr>
                        <a:t>Where Agents Tend to Fail</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000000"/>
                    </a:solidFill>
                  </a:tcPr>
                </a:tc>
              </a:tr>
              <a:tr h="876240">
                <a:tc>
                  <a:txBody>
                    <a:bodyPr lIns="36000" rIns="36000" anchor="t">
                      <a:noAutofit/>
                    </a:bodyPr>
                    <a:p>
                      <a:pPr>
                        <a:lnSpc>
                          <a:spcPct val="100000"/>
                        </a:lnSpc>
                      </a:pPr>
                      <a:r>
                        <a:rPr b="1" lang="en-US" sz="1800" spc="-1" strike="noStrike">
                          <a:solidFill>
                            <a:srgbClr val="ffffff"/>
                          </a:solidFill>
                          <a:latin typeface="Times New Roman"/>
                        </a:rPr>
                        <a:t>Task Complexity</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c>
                  <a:txBody>
                    <a:bodyPr lIns="36000" rIns="36000" anchor="t">
                      <a:noAutofit/>
                    </a:bodyPr>
                    <a:p>
                      <a:pPr>
                        <a:lnSpc>
                          <a:spcPct val="100000"/>
                        </a:lnSpc>
                      </a:pPr>
                      <a:r>
                        <a:rPr b="0" lang="en-US" sz="1800" spc="-1" strike="noStrike">
                          <a:solidFill>
                            <a:srgbClr val="ffffff"/>
                          </a:solidFill>
                          <a:latin typeface="Times New Roman"/>
                        </a:rPr>
                        <a:t>Open-ended, multi-step tasks requiring reasoning and adaptation [1.2.1, 1.2.2].</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c>
                  <a:txBody>
                    <a:bodyPr lIns="36000" rIns="36000" anchor="t">
                      <a:noAutofit/>
                    </a:bodyPr>
                    <a:p>
                      <a:pPr>
                        <a:lnSpc>
                          <a:spcPct val="100000"/>
                        </a:lnSpc>
                      </a:pPr>
                      <a:r>
                        <a:rPr b="0" lang="en-US" sz="1800" spc="-1" strike="noStrike">
                          <a:solidFill>
                            <a:srgbClr val="ffffff"/>
                          </a:solidFill>
                          <a:latin typeface="Times New Roman"/>
                        </a:rPr>
                        <a:t>Highly repetitive, deterministic tasks where speed and 100% accuracy are required [1.2.2].</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r>
              <a:tr h="876240">
                <a:tc>
                  <a:txBody>
                    <a:bodyPr lIns="36000" rIns="36000" anchor="t">
                      <a:noAutofit/>
                    </a:bodyPr>
                    <a:p>
                      <a:pPr>
                        <a:lnSpc>
                          <a:spcPct val="100000"/>
                        </a:lnSpc>
                      </a:pPr>
                      <a:r>
                        <a:rPr b="1" lang="en-US" sz="1800" spc="-1" strike="noStrike">
                          <a:solidFill>
                            <a:srgbClr val="000000"/>
                          </a:solidFill>
                          <a:latin typeface="Times New Roman"/>
                        </a:rPr>
                        <a:t>Environment</a:t>
                      </a:r>
                      <a:endParaRPr b="0" lang="en-US" sz="1800" spc="-1" strike="noStrike">
                        <a:solidFill>
                          <a:srgbClr val="000000"/>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cccccc"/>
                    </a:solidFill>
                  </a:tcPr>
                </a:tc>
                <a:tc>
                  <a:txBody>
                    <a:bodyPr lIns="36000" rIns="36000" anchor="t">
                      <a:noAutofit/>
                    </a:bodyPr>
                    <a:p>
                      <a:pPr>
                        <a:lnSpc>
                          <a:spcPct val="100000"/>
                        </a:lnSpc>
                      </a:pPr>
                      <a:r>
                        <a:rPr b="0" lang="en-US" sz="1800" spc="-1" strike="noStrike">
                          <a:solidFill>
                            <a:srgbClr val="000000"/>
                          </a:solidFill>
                          <a:latin typeface="Times New Roman"/>
                        </a:rPr>
                        <a:t>Dynamic/changing environments where fixed rules cannot cover every scenario [1.2.1, 1.2.2].</a:t>
                      </a:r>
                      <a:endParaRPr b="0" lang="en-US" sz="1800" spc="-1" strike="noStrike">
                        <a:solidFill>
                          <a:srgbClr val="000000"/>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cccccc"/>
                    </a:solidFill>
                  </a:tcPr>
                </a:tc>
                <a:tc>
                  <a:txBody>
                    <a:bodyPr lIns="36000" rIns="36000" anchor="t">
                      <a:noAutofit/>
                    </a:bodyPr>
                    <a:p>
                      <a:pPr>
                        <a:lnSpc>
                          <a:spcPct val="100000"/>
                        </a:lnSpc>
                      </a:pPr>
                      <a:r>
                        <a:rPr b="0" lang="en-US" sz="1800" spc="-1" strike="noStrike">
                          <a:solidFill>
                            <a:srgbClr val="000000"/>
                          </a:solidFill>
                          <a:latin typeface="Times New Roman"/>
                        </a:rPr>
                        <a:t>Static systems where high-precision, hard-coded API integrations are safer [1.2.2, 1.3.3].</a:t>
                      </a:r>
                      <a:endParaRPr b="0" lang="en-US" sz="1800" spc="-1" strike="noStrike">
                        <a:solidFill>
                          <a:srgbClr val="000000"/>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cccccc"/>
                    </a:solidFill>
                  </a:tcPr>
                </a:tc>
              </a:tr>
              <a:tr h="876240">
                <a:tc>
                  <a:txBody>
                    <a:bodyPr lIns="36000" rIns="36000" anchor="t">
                      <a:noAutofit/>
                    </a:bodyPr>
                    <a:p>
                      <a:pPr>
                        <a:lnSpc>
                          <a:spcPct val="100000"/>
                        </a:lnSpc>
                      </a:pPr>
                      <a:r>
                        <a:rPr b="1" lang="en-US" sz="1800" spc="-1" strike="noStrike">
                          <a:solidFill>
                            <a:srgbClr val="ffffff"/>
                          </a:solidFill>
                          <a:latin typeface="Times New Roman"/>
                        </a:rPr>
                        <a:t>Logic &amp; Reasoning</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c>
                  <a:txBody>
                    <a:bodyPr lIns="36000" rIns="36000" anchor="t">
                      <a:noAutofit/>
                    </a:bodyPr>
                    <a:p>
                      <a:pPr>
                        <a:lnSpc>
                          <a:spcPct val="100000"/>
                        </a:lnSpc>
                      </a:pPr>
                      <a:r>
                        <a:rPr b="0" lang="en-US" sz="1800" spc="-1" strike="noStrike">
                          <a:solidFill>
                            <a:srgbClr val="ffffff"/>
                          </a:solidFill>
                          <a:latin typeface="Times New Roman"/>
                        </a:rPr>
                        <a:t>Handling exceptions or tasks that require "common sense" judgment [1.2.1, 1.3.2].</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c>
                  <a:txBody>
                    <a:bodyPr lIns="36000" rIns="36000" anchor="t">
                      <a:noAutofit/>
                    </a:bodyPr>
                    <a:p>
                      <a:pPr>
                        <a:lnSpc>
                          <a:spcPct val="100000"/>
                        </a:lnSpc>
                      </a:pPr>
                      <a:r>
                        <a:rPr b="0" lang="en-US" sz="1800" spc="-1" strike="noStrike">
                          <a:solidFill>
                            <a:srgbClr val="ffffff"/>
                          </a:solidFill>
                          <a:latin typeface="Times New Roman"/>
                        </a:rPr>
                        <a:t>Scenarios requiring strict, long-term adherence to ambiguous or complex instructions [1.4.2, 1.4.3].</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r>
              <a:tr h="876240">
                <a:tc>
                  <a:txBody>
                    <a:bodyPr lIns="36000" rIns="36000" anchor="t">
                      <a:noAutofit/>
                    </a:bodyPr>
                    <a:p>
                      <a:pPr>
                        <a:lnSpc>
                          <a:spcPct val="100000"/>
                        </a:lnSpc>
                      </a:pPr>
                      <a:r>
                        <a:rPr b="1" lang="en-US" sz="1800" spc="-1" strike="noStrike">
                          <a:solidFill>
                            <a:srgbClr val="000000"/>
                          </a:solidFill>
                          <a:latin typeface="Times New Roman"/>
                        </a:rPr>
                        <a:t>Workflow</a:t>
                      </a:r>
                      <a:endParaRPr b="0" lang="en-US" sz="1800" spc="-1" strike="noStrike">
                        <a:solidFill>
                          <a:srgbClr val="000000"/>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cccccc"/>
                    </a:solidFill>
                  </a:tcPr>
                </a:tc>
                <a:tc>
                  <a:txBody>
                    <a:bodyPr lIns="36000" rIns="36000" anchor="t">
                      <a:noAutofit/>
                    </a:bodyPr>
                    <a:p>
                      <a:pPr>
                        <a:lnSpc>
                          <a:spcPct val="100000"/>
                        </a:lnSpc>
                      </a:pPr>
                      <a:r>
                        <a:rPr b="0" lang="en-US" sz="1800" spc="-1" strike="noStrike">
                          <a:solidFill>
                            <a:srgbClr val="000000"/>
                          </a:solidFill>
                          <a:latin typeface="Times New Roman"/>
                        </a:rPr>
                        <a:t>Orchestrating sub-tasks, searching for data, and synthesizing information [1.2.1, 1.2.2].</a:t>
                      </a:r>
                      <a:endParaRPr b="0" lang="en-US" sz="1800" spc="-1" strike="noStrike">
                        <a:solidFill>
                          <a:srgbClr val="000000"/>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cccccc"/>
                    </a:solidFill>
                  </a:tcPr>
                </a:tc>
                <a:tc>
                  <a:txBody>
                    <a:bodyPr lIns="36000" rIns="36000" anchor="t">
                      <a:noAutofit/>
                    </a:bodyPr>
                    <a:p>
                      <a:pPr>
                        <a:lnSpc>
                          <a:spcPct val="100000"/>
                        </a:lnSpc>
                      </a:pPr>
                      <a:r>
                        <a:rPr b="0" lang="en-US" sz="1800" spc="-1" strike="noStrike">
                          <a:solidFill>
                            <a:srgbClr val="000000"/>
                          </a:solidFill>
                          <a:latin typeface="Times New Roman"/>
                        </a:rPr>
                        <a:t>Long, multi-hop chains where context "rot" or errors compound at each step [1.1.2, 1.4.1].</a:t>
                      </a:r>
                      <a:endParaRPr b="0" lang="en-US" sz="1800" spc="-1" strike="noStrike">
                        <a:solidFill>
                          <a:srgbClr val="000000"/>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cccccc"/>
                    </a:solidFill>
                  </a:tcPr>
                </a:tc>
              </a:tr>
              <a:tr h="876600">
                <a:tc>
                  <a:txBody>
                    <a:bodyPr lIns="36000" rIns="36000" anchor="t">
                      <a:noAutofit/>
                    </a:bodyPr>
                    <a:p>
                      <a:pPr>
                        <a:lnSpc>
                          <a:spcPct val="100000"/>
                        </a:lnSpc>
                      </a:pPr>
                      <a:r>
                        <a:rPr b="1" lang="en-US" sz="1800" spc="-1" strike="noStrike">
                          <a:solidFill>
                            <a:srgbClr val="ffffff"/>
                          </a:solidFill>
                          <a:latin typeface="Times New Roman"/>
                        </a:rPr>
                        <a:t>Failure Mode</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c>
                  <a:txBody>
                    <a:bodyPr lIns="36000" rIns="36000" anchor="t">
                      <a:noAutofit/>
                    </a:bodyPr>
                    <a:p>
                      <a:pPr>
                        <a:lnSpc>
                          <a:spcPct val="100000"/>
                        </a:lnSpc>
                      </a:pPr>
                      <a:r>
                        <a:rPr b="0" lang="en-US" sz="1800" spc="-1" strike="noStrike">
                          <a:solidFill>
                            <a:srgbClr val="ffffff"/>
                          </a:solidFill>
                          <a:latin typeface="Times New Roman"/>
                        </a:rPr>
                        <a:t>Self-correction in non-critical, exploratory, or low-risk environments [1.2.2].</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c>
                  <a:txBody>
                    <a:bodyPr lIns="36000" rIns="36000" anchor="t">
                      <a:noAutofit/>
                    </a:bodyPr>
                    <a:p>
                      <a:pPr>
                        <a:lnSpc>
                          <a:spcPct val="100000"/>
                        </a:lnSpc>
                      </a:pPr>
                      <a:r>
                        <a:rPr b="0" lang="en-US" sz="1800" spc="-1" strike="noStrike">
                          <a:solidFill>
                            <a:srgbClr val="ffffff"/>
                          </a:solidFill>
                          <a:latin typeface="Times New Roman"/>
                        </a:rPr>
                        <a:t>High-stakes decision-making (e.g., financial/legal) where "silent failures" are unacceptable [1.3.2, 1.4.1].</a:t>
                      </a:r>
                      <a:endParaRPr b="0" lang="en-US" sz="1800" spc="-1" strike="noStrike">
                        <a:solidFill>
                          <a:srgbClr val="ffffff"/>
                        </a:solidFill>
                        <a:latin typeface="Arial"/>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999999"/>
                    </a:solidFill>
                  </a:tcPr>
                </a:tc>
              </a:tr>
            </a:tbl>
          </a:graphicData>
        </a:graphic>
      </p:graphicFrame>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2"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3.2.  When Agents Work/Fail</a:t>
            </a:r>
            <a:endParaRPr b="0" lang="en-US" sz="2400" spc="-1" strike="noStrike">
              <a:solidFill>
                <a:srgbClr val="ffffff"/>
              </a:solidFill>
              <a:latin typeface="Arial"/>
            </a:endParaRPr>
          </a:p>
        </p:txBody>
      </p:sp>
      <p:graphicFrame>
        <p:nvGraphicFramePr>
          <p:cNvPr id="1223" name=""/>
          <p:cNvGraphicFramePr/>
          <p:nvPr/>
        </p:nvGraphicFramePr>
        <p:xfrm>
          <a:off x="131400" y="822240"/>
          <a:ext cx="11890080" cy="5414760"/>
        </p:xfrm>
        <a:graphic>
          <a:graphicData uri="http://schemas.openxmlformats.org/drawingml/2006/table">
            <a:tbl>
              <a:tblPr/>
              <a:tblGrid>
                <a:gridCol w="2376720"/>
                <a:gridCol w="2376720"/>
                <a:gridCol w="2376720"/>
                <a:gridCol w="2376720"/>
                <a:gridCol w="2383200"/>
              </a:tblGrid>
              <a:tr h="450720">
                <a:tc>
                  <a:txBody>
                    <a:bodyPr lIns="36000" rIns="36000" tIns="36000" bIns="36000" anchor="t">
                      <a:noAutofit/>
                    </a:bodyPr>
                    <a:p>
                      <a:pPr algn="ctr"/>
                      <a:r>
                        <a:rPr b="1" lang="en-US" sz="1800" spc="-1" strike="noStrike">
                          <a:solidFill>
                            <a:srgbClr val="ffffff"/>
                          </a:solidFill>
                          <a:latin typeface="Times New Roman"/>
                        </a:rPr>
                        <a:t>Situation</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a:noFill/>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Agents Work Well</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Why They Succeed</a:t>
                      </a:r>
                      <a:endParaRPr b="1" lang="en-US" sz="1800" spc="-1" strike="noStrike">
                        <a:solidFill>
                          <a:srgbClr val="ffffff"/>
                        </a:solidFill>
                        <a:latin typeface="Times New Roman"/>
                        <a:ea typeface="Times New Roman"/>
                      </a:endParaRPr>
                    </a:p>
                  </a:txBody>
                  <a:tcPr anchor="t" marL="36000" marR="36000">
                    <a:lnL>
                      <a:noFill/>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When They Fail</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Why They Fail</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Multi-step workflows</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Breaking a complex task </a:t>
                      </a:r>
                      <a:r>
                        <a:rPr b="0" lang="en-US" sz="1800" spc="-1" strike="noStrike">
                          <a:solidFill>
                            <a:srgbClr val="ffffff"/>
                          </a:solidFill>
                          <a:latin typeface="Times New Roman"/>
                        </a:rPr>
                        <a:t>into smaller subtasks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Planning and memory </a:t>
                      </a:r>
                      <a:r>
                        <a:rPr b="0" lang="en-US" sz="1800" spc="-1" strike="noStrike">
                          <a:solidFill>
                            <a:srgbClr val="ffffff"/>
                          </a:solidFill>
                          <a:latin typeface="Times New Roman"/>
                        </a:rPr>
                        <a:t>reduce cognitive load</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Very long workflows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Error accumulation </a:t>
                      </a:r>
                      <a:r>
                        <a:rPr b="0" lang="en-US" sz="1800" spc="-1" strike="noStrike">
                          <a:solidFill>
                            <a:srgbClr val="ffffff"/>
                          </a:solidFill>
                          <a:latin typeface="Times New Roman"/>
                        </a:rPr>
                        <a:t>across many steps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Information gathering</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Searching multiple </a:t>
                      </a:r>
                      <a:r>
                        <a:rPr b="0" lang="en-US" sz="1800" spc="-1" strike="noStrike">
                          <a:solidFill>
                            <a:srgbClr val="ffffff"/>
                          </a:solidFill>
                          <a:latin typeface="Times New Roman"/>
                        </a:rPr>
                        <a:t>sources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Parallel retrieval and </a:t>
                      </a:r>
                      <a:r>
                        <a:rPr b="0" lang="en-US" sz="1800" spc="-1" strike="noStrike">
                          <a:solidFill>
                            <a:srgbClr val="ffffff"/>
                          </a:solidFill>
                          <a:latin typeface="Times New Roman"/>
                        </a:rPr>
                        <a:t>synthesis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Poor or missing sources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Garbage in, garbage out</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Repetitive office tasks</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Scheduling, email </a:t>
                      </a:r>
                      <a:r>
                        <a:rPr b="0" lang="en-US" sz="1800" spc="-1" strike="noStrike">
                          <a:solidFill>
                            <a:srgbClr val="ffffff"/>
                          </a:solidFill>
                          <a:latin typeface="Times New Roman"/>
                        </a:rPr>
                        <a:t>drafting, reporting</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Rule-based automation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Ambiguous business </a:t>
                      </a:r>
                      <a:r>
                        <a:rPr b="0" lang="en-US" sz="1800" spc="-1" strike="noStrike">
                          <a:solidFill>
                            <a:srgbClr val="ffffff"/>
                          </a:solidFill>
                          <a:latin typeface="Times New Roman"/>
                        </a:rPr>
                        <a:t>rules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Incorrect assumptions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Software engineering</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Writing boilerplate, </a:t>
                      </a:r>
                      <a:r>
                        <a:rPr b="0" lang="en-US" sz="1800" spc="-1" strike="noStrike">
                          <a:solidFill>
                            <a:srgbClr val="ffffff"/>
                          </a:solidFill>
                          <a:latin typeface="Times New Roman"/>
                        </a:rPr>
                        <a:t>debugging common </a:t>
                      </a:r>
                      <a:r>
                        <a:rPr b="0" lang="en-US" sz="1800" spc="-1" strike="noStrike">
                          <a:solidFill>
                            <a:srgbClr val="ffffff"/>
                          </a:solidFill>
                          <a:latin typeface="Times New Roman"/>
                        </a:rPr>
                        <a:t>issues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Large programming </a:t>
                      </a:r>
                      <a:r>
                        <a:rPr b="0" lang="en-US" sz="1800" spc="-1" strike="noStrike">
                          <a:solidFill>
                            <a:srgbClr val="ffffff"/>
                          </a:solidFill>
                          <a:latin typeface="Times New Roman"/>
                        </a:rPr>
                        <a:t>knowledge</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Large unfamiliar </a:t>
                      </a:r>
                      <a:r>
                        <a:rPr b="0" lang="en-US" sz="1800" spc="-1" strike="noStrike">
                          <a:solidFill>
                            <a:srgbClr val="ffffff"/>
                          </a:solidFill>
                          <a:latin typeface="Times New Roman"/>
                        </a:rPr>
                        <a:t>codebases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Context window </a:t>
                      </a:r>
                      <a:r>
                        <a:rPr b="0" lang="en-US" sz="1800" spc="-1" strike="noStrike">
                          <a:solidFill>
                            <a:srgbClr val="ffffff"/>
                          </a:solidFill>
                          <a:latin typeface="Times New Roman"/>
                        </a:rPr>
                        <a:t>limitations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Customer support</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FAQ answering</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Consistent responses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Novel or emotional situations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Hallucinations or poor empathy</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Data analysis</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Cleaning data, summaries, SQL generation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Pattern recognition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Statistical inference requiring rigor</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Incorrect calculations or assumptions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Scientific research</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Literature review, hypothesis generation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Fast synthesis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Original discoveries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Cannot replace experimentation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bl>
          </a:graphicData>
        </a:graphic>
      </p:graphicFrame>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4"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3.2.  When Agents Work/Fail</a:t>
            </a:r>
            <a:endParaRPr b="0" lang="en-US" sz="2400" spc="-1" strike="noStrike">
              <a:solidFill>
                <a:srgbClr val="ffffff"/>
              </a:solidFill>
              <a:latin typeface="Arial"/>
            </a:endParaRPr>
          </a:p>
        </p:txBody>
      </p:sp>
      <p:graphicFrame>
        <p:nvGraphicFramePr>
          <p:cNvPr id="1225" name=""/>
          <p:cNvGraphicFramePr/>
          <p:nvPr/>
        </p:nvGraphicFramePr>
        <p:xfrm>
          <a:off x="131400" y="822240"/>
          <a:ext cx="11890080" cy="5414760"/>
        </p:xfrm>
        <a:graphic>
          <a:graphicData uri="http://schemas.openxmlformats.org/drawingml/2006/table">
            <a:tbl>
              <a:tblPr/>
              <a:tblGrid>
                <a:gridCol w="2376720"/>
                <a:gridCol w="2376720"/>
                <a:gridCol w="2376720"/>
                <a:gridCol w="2376720"/>
                <a:gridCol w="2383200"/>
              </a:tblGrid>
              <a:tr h="450720">
                <a:tc>
                  <a:txBody>
                    <a:bodyPr lIns="36000" rIns="36000" tIns="36000" bIns="36000" anchor="t">
                      <a:noAutofit/>
                    </a:bodyPr>
                    <a:p>
                      <a:pPr algn="ctr"/>
                      <a:r>
                        <a:rPr b="1" lang="en-US" sz="1800" spc="-1" strike="noStrike">
                          <a:solidFill>
                            <a:srgbClr val="ffffff"/>
                          </a:solidFill>
                          <a:latin typeface="Times New Roman"/>
                        </a:rPr>
                        <a:t>Situation</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a:noFill/>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Agents Work Well</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Why They Succeed</a:t>
                      </a:r>
                      <a:endParaRPr b="1" lang="en-US" sz="1800" spc="-1" strike="noStrike">
                        <a:solidFill>
                          <a:srgbClr val="ffffff"/>
                        </a:solidFill>
                        <a:latin typeface="Times New Roman"/>
                        <a:ea typeface="Times New Roman"/>
                      </a:endParaRPr>
                    </a:p>
                  </a:txBody>
                  <a:tcPr anchor="t" marL="36000" marR="36000">
                    <a:lnL>
                      <a:noFill/>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When They Fail</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pPr algn="ctr"/>
                      <a:r>
                        <a:rPr b="1" lang="en-US" sz="1800" spc="-1" strike="noStrike">
                          <a:solidFill>
                            <a:srgbClr val="ffffff"/>
                          </a:solidFill>
                          <a:latin typeface="Times New Roman"/>
                        </a:rPr>
                        <a:t>Why They Fail</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Creative writing</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Brainstorming, drafting</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Strong language generation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Maintaining long-term consistency</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Character or plot drift</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Robotics</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High-level planning</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Flexible decision making</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Precise low-level control</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Latency and uncertainty</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450720">
                <a:tc>
                  <a:txBody>
                    <a:bodyPr lIns="36000" rIns="36000" tIns="36000" bIns="36000" anchor="t">
                      <a:noAutofit/>
                    </a:bodyPr>
                    <a:p>
                      <a:r>
                        <a:rPr b="1" lang="en-US" sz="1800" spc="-1" strike="noStrike">
                          <a:solidFill>
                            <a:srgbClr val="ffffff"/>
                          </a:solidFill>
                          <a:latin typeface="Times New Roman"/>
                        </a:rPr>
                        <a:t>Decision support</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a:noFill/>
                    </a:lnB>
                    <a:solidFill>
                      <a:srgbClr val="355269"/>
                    </a:solidFill>
                  </a:tcPr>
                </a:tc>
                <a:tc>
                  <a:txBody>
                    <a:bodyPr lIns="36000" rIns="36000" tIns="36000" bIns="36000" anchor="t">
                      <a:noAutofit/>
                    </a:bodyPr>
                    <a:p>
                      <a:r>
                        <a:rPr b="0" lang="en-US" sz="1800" spc="-1" strike="noStrike">
                          <a:solidFill>
                            <a:srgbClr val="ffffff"/>
                          </a:solidFill>
                          <a:latin typeface="Times New Roman"/>
                        </a:rPr>
                        <a:t>Comparing alternatives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Can evaluate many factors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High-stakes autonomous decisions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Reliability and accountability concerns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r>
              <a:tr h="456840">
                <a:tc>
                  <a:txBody>
                    <a:bodyPr lIns="36000" rIns="36000" tIns="36000" bIns="36000" anchor="t">
                      <a:noAutofit/>
                    </a:bodyPr>
                    <a:p>
                      <a:r>
                        <a:rPr b="1" lang="en-US" sz="1800" spc="-1" strike="noStrike">
                          <a:solidFill>
                            <a:srgbClr val="ffffff"/>
                          </a:solidFill>
                          <a:latin typeface="Times New Roman"/>
                        </a:rPr>
                        <a:t>Monitoring systems</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Detecting anomalies from logs</a:t>
                      </a:r>
                      <a:endParaRPr b="0" lang="en-US" sz="1800" spc="-1" strike="noStrike">
                        <a:solidFill>
                          <a:srgbClr val="ffffff"/>
                        </a:solidFill>
                        <a:latin typeface="Times New Roman"/>
                        <a:ea typeface="Times New Roman"/>
                      </a:endParaRPr>
                    </a:p>
                  </a:txBody>
                  <a:tcPr anchor="t" marL="36000" marR="36000">
                    <a:lnL>
                      <a:noFill/>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Continuous observation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Rare edge cases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False positives/negatives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w="7200">
                      <a:solidFill>
                        <a:srgbClr val="ffffff"/>
                      </a:solidFill>
                      <a:prstDash val="solid"/>
                    </a:lnT>
                    <a:lnB w="7200">
                      <a:solidFill>
                        <a:srgbClr val="ffffff"/>
                      </a:solidFill>
                      <a:prstDash val="solid"/>
                    </a:lnB>
                    <a:solidFill>
                      <a:srgbClr val="355269"/>
                    </a:solidFill>
                  </a:tcPr>
                </a:tc>
              </a:tr>
              <a:tr h="861480">
                <a:tc>
                  <a:txBody>
                    <a:bodyPr lIns="36000" rIns="36000" tIns="36000" bIns="36000" anchor="t">
                      <a:noAutofit/>
                    </a:bodyPr>
                    <a:p>
                      <a:r>
                        <a:rPr b="1" lang="en-US" sz="1800" spc="-1" strike="noStrike">
                          <a:solidFill>
                            <a:srgbClr val="ffffff"/>
                          </a:solidFill>
                          <a:latin typeface="Times New Roman"/>
                        </a:rPr>
                        <a:t>Human collaboration</a:t>
                      </a:r>
                      <a:endParaRPr b="1"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Acting as an assistant</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Interactive clarification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Fully replacing humans</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c>
                  <a:txBody>
                    <a:bodyPr lIns="36000" rIns="36000" tIns="36000" bIns="36000" anchor="t">
                      <a:noAutofit/>
                    </a:bodyPr>
                    <a:p>
                      <a:r>
                        <a:rPr b="0" lang="en-US" sz="1800" spc="-1" strike="noStrike">
                          <a:solidFill>
                            <a:srgbClr val="ffffff"/>
                          </a:solidFill>
                          <a:latin typeface="Times New Roman"/>
                        </a:rPr>
                        <a:t>Judgment and responsibility remain human</a:t>
                      </a:r>
                      <a:endParaRPr b="0" lang="en-US" sz="1800" spc="-1" strike="noStrike">
                        <a:solidFill>
                          <a:srgbClr val="ffffff"/>
                        </a:solidFill>
                        <a:latin typeface="Times New Roman"/>
                        <a:ea typeface="Times New Roman"/>
                      </a:endParaRPr>
                    </a:p>
                  </a:txBody>
                  <a:tcPr anchor="t" marL="36000" marR="36000">
                    <a:lnL w="7200">
                      <a:solidFill>
                        <a:srgbClr val="ffffff"/>
                      </a:solidFill>
                      <a:prstDash val="solid"/>
                    </a:lnL>
                    <a:lnR w="7200">
                      <a:solidFill>
                        <a:srgbClr val="ffffff"/>
                      </a:solidFill>
                      <a:prstDash val="solid"/>
                    </a:lnR>
                    <a:lnT>
                      <a:noFill/>
                    </a:lnT>
                    <a:lnB w="7200">
                      <a:solidFill>
                        <a:srgbClr val="ffffff"/>
                      </a:solidFill>
                      <a:prstDash val="solid"/>
                    </a:lnB>
                    <a:solidFill>
                      <a:srgbClr val="355269"/>
                    </a:solidFill>
                  </a:tcPr>
                </a:tc>
              </a:tr>
            </a:tbl>
          </a:graphicData>
        </a:graphic>
      </p:graphicFrame>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6"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3.2.  When Agents Work/Fail</a:t>
            </a:r>
            <a:endParaRPr b="0" lang="en-US" sz="2400" spc="-1" strike="noStrike">
              <a:solidFill>
                <a:srgbClr val="ffffff"/>
              </a:solidFill>
              <a:latin typeface="Arial"/>
            </a:endParaRPr>
          </a:p>
        </p:txBody>
      </p:sp>
      <p:sp>
        <p:nvSpPr>
          <p:cNvPr id="1227" name=""/>
          <p:cNvSpPr txBox="1"/>
          <p:nvPr/>
        </p:nvSpPr>
        <p:spPr>
          <a:xfrm>
            <a:off x="521640" y="806400"/>
            <a:ext cx="5257800" cy="5715000"/>
          </a:xfrm>
          <a:prstGeom prst="rect">
            <a:avLst/>
          </a:prstGeom>
          <a:noFill/>
          <a:ln w="0">
            <a:solidFill>
              <a:srgbClr val="ffffff"/>
            </a:solidFill>
          </a:ln>
        </p:spPr>
        <p:txBody>
          <a:bodyPr lIns="90000" rIns="90000" tIns="45000" bIns="45000" anchor="t">
            <a:noAutofit/>
          </a:bodyPr>
          <a:p>
            <a:r>
              <a:rPr b="1" lang="en-US" sz="1800" spc="-1" strike="noStrike">
                <a:solidFill>
                  <a:srgbClr val="ffffff"/>
                </a:solidFill>
                <a:latin typeface="Arial"/>
              </a:rPr>
              <a:t>Agents excel at :</a:t>
            </a:r>
            <a:endParaRPr b="0" lang="en-US" sz="1800" spc="-1" strike="noStrike">
              <a:solidFill>
                <a:srgbClr val="ffffff"/>
              </a:solidFill>
              <a:latin typeface="Arial"/>
            </a:endParaRPr>
          </a:p>
          <a:p>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Repetitive automation</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Multi-step workflows</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Tool orchestration</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Large-scale information processing</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Parallel task execution</a:t>
            </a:r>
            <a:r>
              <a:rPr b="0" lang="en-US" sz="1800" spc="-1" strike="noStrike">
                <a:solidFill>
                  <a:srgbClr val="ffffff"/>
                </a:solidFill>
                <a:latin typeface="Arial"/>
              </a:rPr>
              <a:t>	</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Planning with feedback</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Human assistance</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Pattern recognition</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Software automation</a:t>
            </a:r>
            <a:endParaRPr b="0" lang="en-US" sz="1800" spc="-1" strike="noStrike">
              <a:solidFill>
                <a:srgbClr val="ffffff"/>
              </a:solidFill>
              <a:latin typeface="Arial"/>
            </a:endParaRPr>
          </a:p>
          <a:p>
            <a:endParaRPr b="0" lang="en-US" sz="1800" spc="-1" strike="noStrike">
              <a:solidFill>
                <a:srgbClr val="ffffff"/>
              </a:solidFill>
              <a:latin typeface="Arial"/>
            </a:endParaRPr>
          </a:p>
        </p:txBody>
      </p:sp>
      <p:sp>
        <p:nvSpPr>
          <p:cNvPr id="1228" name=""/>
          <p:cNvSpPr txBox="1"/>
          <p:nvPr/>
        </p:nvSpPr>
        <p:spPr>
          <a:xfrm>
            <a:off x="6499440" y="806400"/>
            <a:ext cx="5257800" cy="5715000"/>
          </a:xfrm>
          <a:prstGeom prst="rect">
            <a:avLst/>
          </a:prstGeom>
          <a:noFill/>
          <a:ln w="0">
            <a:solidFill>
              <a:srgbClr val="ffffff"/>
            </a:solidFill>
          </a:ln>
        </p:spPr>
        <p:txBody>
          <a:bodyPr lIns="90000" rIns="90000" tIns="45000" bIns="45000" anchor="t">
            <a:noAutofit/>
          </a:bodyPr>
          <a:p>
            <a:r>
              <a:rPr b="1" lang="en-US" sz="1800" spc="-1" strike="noStrike">
                <a:solidFill>
                  <a:srgbClr val="ffffff"/>
                </a:solidFill>
                <a:latin typeface="Arial"/>
              </a:rPr>
              <a:t>Agents struggle with :</a:t>
            </a:r>
            <a:endParaRPr b="0" lang="en-US" sz="1800" spc="-1" strike="noStrike">
              <a:solidFill>
                <a:srgbClr val="ffffff"/>
              </a:solidFill>
              <a:latin typeface="Arial"/>
            </a:endParaRPr>
          </a:p>
          <a:p>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Ambiguous objectives</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Long chains of reasoning</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Missing or incorrect information</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Novel situations</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Dynamic environments</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High-stakes autonomous decisions</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Replacing human judgment</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Common-sense reasoning beyond available context</a:t>
            </a:r>
            <a:endParaRPr b="0" lang="en-US" sz="1800" spc="-1" strike="noStrike">
              <a:solidFill>
                <a:srgbClr val="ffffff"/>
              </a:solidFill>
              <a:latin typeface="Arial"/>
            </a:endParaRPr>
          </a:p>
          <a:p>
            <a:pPr marL="216000" indent="-216000">
              <a:buClr>
                <a:srgbClr val="ffffff"/>
              </a:buClr>
              <a:buSzPct val="45000"/>
              <a:buFont typeface="Wingdings" charset="2"/>
              <a:buChar char=""/>
            </a:pPr>
            <a:r>
              <a:rPr b="0" lang="en-US" sz="1800" spc="-1" strike="noStrike">
                <a:solidFill>
                  <a:srgbClr val="ffffff"/>
                </a:solidFill>
                <a:latin typeface="Arial"/>
              </a:rPr>
              <a:t>Accountability and ethical decisions</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9"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3.3.  Agentic RAG</a:t>
            </a:r>
            <a:endParaRPr b="0" lang="en-US" sz="2400" spc="-1" strike="noStrike">
              <a:solidFill>
                <a:srgbClr val="ffffff"/>
              </a:solidFill>
              <a:latin typeface="Arial"/>
            </a:endParaRPr>
          </a:p>
        </p:txBody>
      </p:sp>
      <p:pic>
        <p:nvPicPr>
          <p:cNvPr id="1230" name="" descr=""/>
          <p:cNvPicPr/>
          <p:nvPr/>
        </p:nvPicPr>
        <p:blipFill>
          <a:blip r:embed="rId1"/>
          <a:stretch/>
        </p:blipFill>
        <p:spPr>
          <a:xfrm>
            <a:off x="452880" y="762840"/>
            <a:ext cx="11286360" cy="5802120"/>
          </a:xfrm>
          <a:prstGeom prst="rect">
            <a:avLst/>
          </a:prstGeom>
          <a:ln w="0">
            <a:noFill/>
          </a:ln>
        </p:spPr>
      </p:pic>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1"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3.3.  Agentic RAG</a:t>
            </a:r>
            <a:endParaRPr b="0" lang="en-US" sz="2400" spc="-1" strike="noStrike">
              <a:solidFill>
                <a:srgbClr val="ffffff"/>
              </a:solidFill>
              <a:latin typeface="Arial"/>
            </a:endParaRPr>
          </a:p>
        </p:txBody>
      </p:sp>
      <p:sp>
        <p:nvSpPr>
          <p:cNvPr id="1232" name=""/>
          <p:cNvSpPr txBox="1"/>
          <p:nvPr/>
        </p:nvSpPr>
        <p:spPr>
          <a:xfrm>
            <a:off x="457200" y="914400"/>
            <a:ext cx="11430000" cy="5486400"/>
          </a:xfrm>
          <a:prstGeom prst="rect">
            <a:avLst/>
          </a:prstGeom>
          <a:noFill/>
          <a:ln w="0">
            <a:noFill/>
          </a:ln>
        </p:spPr>
        <p:txBody>
          <a:bodyPr lIns="90000" rIns="90000" tIns="45000" bIns="45000" anchor="t">
            <a:noAutofit/>
          </a:bodyPr>
          <a:p>
            <a:r>
              <a:rPr b="1" lang="en-US" sz="1800" spc="-1" strike="noStrike">
                <a:solidFill>
                  <a:srgbClr val="ffffff"/>
                </a:solidFill>
                <a:latin typeface="Arial"/>
              </a:rPr>
              <a:t>Realistic Example:</a:t>
            </a:r>
            <a:endParaRPr b="0" lang="en-US" sz="1800" spc="-1" strike="noStrike">
              <a:solidFill>
                <a:srgbClr val="ffffff"/>
              </a:solidFill>
              <a:latin typeface="Arial"/>
            </a:endParaRPr>
          </a:p>
          <a:p>
            <a:endParaRPr b="0" lang="en-US" sz="1800" spc="-1" strike="noStrike">
              <a:solidFill>
                <a:srgbClr val="ffffff"/>
              </a:solidFill>
              <a:latin typeface="Arial"/>
            </a:endParaRPr>
          </a:p>
          <a:p>
            <a:r>
              <a:rPr b="0" lang="en-US" sz="1800" spc="-1" strike="noStrike">
                <a:solidFill>
                  <a:srgbClr val="ffffff"/>
                </a:solidFill>
                <a:latin typeface="Arial"/>
              </a:rPr>
              <a:t>A user asks: “Is it safe for a fintech app to use LLMs for loan approvals under Indian regulations?”</a:t>
            </a:r>
            <a:endParaRPr b="0" lang="en-US" sz="1800" spc="-1" strike="noStrike">
              <a:solidFill>
                <a:srgbClr val="ffffff"/>
              </a:solidFill>
              <a:latin typeface="Arial"/>
            </a:endParaRPr>
          </a:p>
          <a:p>
            <a:endParaRPr b="0" lang="en-US" sz="1800" spc="-1" strike="noStrike">
              <a:solidFill>
                <a:srgbClr val="ffffff"/>
              </a:solidFill>
              <a:latin typeface="Arial"/>
            </a:endParaRPr>
          </a:p>
          <a:p>
            <a:r>
              <a:rPr b="1" lang="en-US" sz="1800" spc="-1" strike="noStrike">
                <a:solidFill>
                  <a:srgbClr val="ffffff"/>
                </a:solidFill>
                <a:latin typeface="Arial"/>
              </a:rPr>
              <a:t>Agentic RAG might:</a:t>
            </a:r>
            <a:endParaRPr b="0" lang="en-US" sz="1800" spc="-1" strike="noStrike">
              <a:solidFill>
                <a:srgbClr val="ffffff"/>
              </a:solidFill>
              <a:latin typeface="Arial"/>
            </a:endParaRPr>
          </a:p>
          <a:p>
            <a:endParaRPr b="0" lang="en-US" sz="1800" spc="-1" strike="noStrike">
              <a:solidFill>
                <a:srgbClr val="ffffff"/>
              </a:solidFill>
              <a:latin typeface="Arial"/>
            </a:endParaRPr>
          </a:p>
          <a:p>
            <a:r>
              <a:rPr b="0" lang="en-US" sz="1800" spc="-1" strike="noStrike">
                <a:solidFill>
                  <a:srgbClr val="ffffff"/>
                </a:solidFill>
                <a:latin typeface="Arial"/>
              </a:rPr>
              <a:t>1. Detect this is a regulatory + policy + risk question</a:t>
            </a:r>
            <a:endParaRPr b="0" lang="en-US" sz="1800" spc="-1" strike="noStrike">
              <a:solidFill>
                <a:srgbClr val="ffffff"/>
              </a:solidFill>
              <a:latin typeface="Arial"/>
            </a:endParaRPr>
          </a:p>
          <a:p>
            <a:r>
              <a:rPr b="0" lang="en-US" sz="1800" spc="-1" strike="noStrike">
                <a:solidFill>
                  <a:srgbClr val="ffffff"/>
                </a:solidFill>
                <a:latin typeface="Arial"/>
              </a:rPr>
              <a:t>2. Search RBI guidelines via web tools</a:t>
            </a:r>
            <a:endParaRPr b="0" lang="en-US" sz="1800" spc="-1" strike="noStrike">
              <a:solidFill>
                <a:srgbClr val="ffffff"/>
              </a:solidFill>
              <a:latin typeface="Arial"/>
            </a:endParaRPr>
          </a:p>
          <a:p>
            <a:r>
              <a:rPr b="0" lang="en-US" sz="1800" spc="-1" strike="noStrike">
                <a:solidFill>
                  <a:srgbClr val="ffffff"/>
                </a:solidFill>
                <a:latin typeface="Arial"/>
              </a:rPr>
              <a:t>3. Retrieve internal compliance documents</a:t>
            </a:r>
            <a:endParaRPr b="0" lang="en-US" sz="1800" spc="-1" strike="noStrike">
              <a:solidFill>
                <a:srgbClr val="ffffff"/>
              </a:solidFill>
              <a:latin typeface="Arial"/>
            </a:endParaRPr>
          </a:p>
          <a:p>
            <a:r>
              <a:rPr b="0" lang="en-US" sz="1800" spc="-1" strike="noStrike">
                <a:solidFill>
                  <a:srgbClr val="ffffff"/>
                </a:solidFill>
                <a:latin typeface="Arial"/>
              </a:rPr>
              <a:t>4. Cross-check recent regulatory updates</a:t>
            </a:r>
            <a:endParaRPr b="0" lang="en-US" sz="1800" spc="-1" strike="noStrike">
              <a:solidFill>
                <a:srgbClr val="ffffff"/>
              </a:solidFill>
              <a:latin typeface="Arial"/>
            </a:endParaRPr>
          </a:p>
          <a:p>
            <a:r>
              <a:rPr b="0" lang="en-US" sz="1800" spc="-1" strike="noStrike">
                <a:solidFill>
                  <a:srgbClr val="ffffff"/>
                </a:solidFill>
                <a:latin typeface="Arial"/>
              </a:rPr>
              <a:t>5. Synthesize a structured answer with citations and caveats</a:t>
            </a:r>
            <a:endParaRPr b="0" lang="en-US" sz="1800" spc="-1" strike="noStrike">
              <a:solidFill>
                <a:srgbClr val="ffffff"/>
              </a:solidFill>
              <a:latin typeface="Arial"/>
            </a:endParaRPr>
          </a:p>
          <a:p>
            <a:endParaRPr b="0" lang="en-US" sz="1800" spc="-1" strike="noStrike">
              <a:solidFill>
                <a:srgbClr val="ffffff"/>
              </a:solidFill>
              <a:latin typeface="Arial"/>
            </a:endParaRPr>
          </a:p>
          <a:p>
            <a:endParaRPr b="0" lang="en-US" sz="1800" spc="-1" strike="noStrike">
              <a:solidFill>
                <a:srgbClr val="ffffff"/>
              </a:solidFill>
              <a:latin typeface="Arial"/>
            </a:endParaRPr>
          </a:p>
          <a:p>
            <a:r>
              <a:rPr b="1" lang="en-US" sz="1800" spc="-1" strike="noStrike">
                <a:solidFill>
                  <a:srgbClr val="ffffff"/>
                </a:solidFill>
                <a:latin typeface="Arial"/>
              </a:rPr>
              <a:t>A traditional RAG </a:t>
            </a:r>
            <a:r>
              <a:rPr b="0" lang="en-US" sz="1800" spc="-1" strike="noStrike">
                <a:solidFill>
                  <a:srgbClr val="ffffff"/>
                </a:solidFill>
                <a:latin typeface="Arial"/>
              </a:rPr>
              <a:t>would likely just retrieve semantically similar documents and</a:t>
            </a:r>
            <a:endParaRPr b="0" lang="en-US" sz="1800" spc="-1" strike="noStrike">
              <a:solidFill>
                <a:srgbClr val="ffffff"/>
              </a:solidFill>
              <a:latin typeface="Arial"/>
            </a:endParaRPr>
          </a:p>
          <a:p>
            <a:r>
              <a:rPr b="0" lang="en-US" sz="1800" spc="-1" strike="noStrike">
                <a:solidFill>
                  <a:srgbClr val="ffffff"/>
                </a:solidFill>
                <a:latin typeface="Arial"/>
              </a:rPr>
              <a:t>answer once.</a:t>
            </a:r>
            <a:endParaRPr b="0" lang="en-US" sz="1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3"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3.4.  Agent Frameworks ( Langchain / Langgraph / LlamaIndex ) </a:t>
            </a:r>
            <a:endParaRPr b="0" lang="en-US" sz="2400" spc="-1" strike="noStrike">
              <a:solidFill>
                <a:srgbClr val="ffffff"/>
              </a:solidFill>
              <a:latin typeface="Arial"/>
            </a:endParaRPr>
          </a:p>
        </p:txBody>
      </p:sp>
      <p:pic>
        <p:nvPicPr>
          <p:cNvPr id="1234" name="" descr=""/>
          <p:cNvPicPr/>
          <p:nvPr/>
        </p:nvPicPr>
        <p:blipFill>
          <a:blip r:embed="rId1"/>
          <a:stretch/>
        </p:blipFill>
        <p:spPr>
          <a:xfrm>
            <a:off x="452880" y="611640"/>
            <a:ext cx="11286360" cy="6130800"/>
          </a:xfrm>
          <a:prstGeom prst="rect">
            <a:avLst/>
          </a:prstGeom>
          <a:ln w="0">
            <a:noFill/>
          </a:ln>
        </p:spPr>
      </p:pic>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5"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3.4.  Agent Frameworks ( Langchain / Langgraph / LlamaIndex ) </a:t>
            </a:r>
            <a:endParaRPr b="0" lang="en-US" sz="2400" spc="-1" strike="noStrike">
              <a:solidFill>
                <a:srgbClr val="ffffff"/>
              </a:solidFill>
              <a:latin typeface="Arial"/>
            </a:endParaRPr>
          </a:p>
        </p:txBody>
      </p:sp>
      <p:pic>
        <p:nvPicPr>
          <p:cNvPr id="1236" name="" descr=""/>
          <p:cNvPicPr/>
          <p:nvPr/>
        </p:nvPicPr>
        <p:blipFill>
          <a:blip r:embed="rId1"/>
          <a:stretch/>
        </p:blipFill>
        <p:spPr>
          <a:xfrm>
            <a:off x="567000" y="735840"/>
            <a:ext cx="11057760" cy="6006600"/>
          </a:xfrm>
          <a:prstGeom prst="rect">
            <a:avLst/>
          </a:prstGeom>
          <a:ln w="0">
            <a:noFill/>
          </a:ln>
        </p:spPr>
      </p:pic>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7" name="PlaceHolder 1"/>
          <p:cNvSpPr>
            <a:spLocks noGrp="1"/>
          </p:cNvSpPr>
          <p:nvPr>
            <p:ph/>
          </p:nvPr>
        </p:nvSpPr>
        <p:spPr>
          <a:xfrm>
            <a:off x="255240" y="228600"/>
            <a:ext cx="11629080" cy="4179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2400" spc="-1" strike="noStrike">
                <a:solidFill>
                  <a:schemeClr val="lt1"/>
                </a:solidFill>
                <a:latin typeface="Arial Black"/>
              </a:rPr>
              <a:t>3.4.  Agent Frameworks ( Langchain / Langgraph / LlamaIndex ) </a:t>
            </a:r>
            <a:endParaRPr b="0" lang="en-US" sz="2400" spc="-1" strike="noStrike">
              <a:solidFill>
                <a:srgbClr val="ffffff"/>
              </a:solidFill>
              <a:latin typeface="Arial"/>
            </a:endParaRPr>
          </a:p>
        </p:txBody>
      </p:sp>
      <p:pic>
        <p:nvPicPr>
          <p:cNvPr id="1238" name="" descr=""/>
          <p:cNvPicPr/>
          <p:nvPr/>
        </p:nvPicPr>
        <p:blipFill>
          <a:blip r:embed="rId1"/>
          <a:stretch/>
        </p:blipFill>
        <p:spPr>
          <a:xfrm>
            <a:off x="795600" y="985680"/>
            <a:ext cx="10600560" cy="5754600"/>
          </a:xfrm>
          <a:prstGeom prst="rect">
            <a:avLst/>
          </a:prstGeom>
          <a:ln w="0">
            <a:noFill/>
          </a:ln>
        </p:spPr>
      </p:pic>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39" name="Rectangle 1078"/>
          <p:cNvSpPr/>
          <p:nvPr/>
        </p:nvSpPr>
        <p:spPr>
          <a:xfrm>
            <a:off x="1786680" y="705240"/>
            <a:ext cx="10081440" cy="711360"/>
          </a:xfrm>
          <a:prstGeom prst="rect">
            <a:avLst/>
          </a:prstGeom>
          <a:solidFill>
            <a:srgbClr val="00b0f0">
              <a:alpha val="14000"/>
            </a:srgb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GB" sz="1800" spc="-1" strike="noStrike">
              <a:solidFill>
                <a:schemeClr val="lt1"/>
              </a:solidFill>
              <a:latin typeface="Open Sans"/>
            </a:endParaRPr>
          </a:p>
        </p:txBody>
      </p:sp>
      <p:sp>
        <p:nvSpPr>
          <p:cNvPr id="1240" name="Rectangle 2"/>
          <p:cNvSpPr/>
          <p:nvPr/>
        </p:nvSpPr>
        <p:spPr>
          <a:xfrm>
            <a:off x="1786680" y="4240800"/>
            <a:ext cx="2094120" cy="1227600"/>
          </a:xfrm>
          <a:prstGeom prst="rect">
            <a:avLst/>
          </a:prstGeom>
          <a:solidFill>
            <a:schemeClr val="accent1">
              <a:alpha val="22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GB" sz="1800" spc="-1" strike="noStrike">
              <a:solidFill>
                <a:schemeClr val="lt1"/>
              </a:solidFill>
              <a:latin typeface="Open Sans"/>
            </a:endParaRPr>
          </a:p>
        </p:txBody>
      </p:sp>
      <p:sp>
        <p:nvSpPr>
          <p:cNvPr id="1241" name="Rectangle 4"/>
          <p:cNvSpPr/>
          <p:nvPr/>
        </p:nvSpPr>
        <p:spPr>
          <a:xfrm>
            <a:off x="1786680" y="725760"/>
            <a:ext cx="2094120" cy="3371040"/>
          </a:xfrm>
          <a:prstGeom prst="rect">
            <a:avLst/>
          </a:prstGeom>
          <a:solidFill>
            <a:schemeClr val="accent1">
              <a:alpha val="22000"/>
            </a:scheme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GB" sz="1800" spc="-1" strike="noStrike">
              <a:solidFill>
                <a:schemeClr val="lt1"/>
              </a:solidFill>
              <a:latin typeface="Open Sans"/>
            </a:endParaRPr>
          </a:p>
        </p:txBody>
      </p:sp>
      <p:sp>
        <p:nvSpPr>
          <p:cNvPr id="1242" name="Rectangle 24"/>
          <p:cNvSpPr/>
          <p:nvPr/>
        </p:nvSpPr>
        <p:spPr>
          <a:xfrm>
            <a:off x="415800" y="2967120"/>
            <a:ext cx="1214280" cy="82872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PLANNER</a:t>
            </a:r>
            <a:endParaRPr b="0" lang="en-US" sz="1200" spc="-1" strike="noStrike">
              <a:solidFill>
                <a:srgbClr val="ffffff"/>
              </a:solidFill>
              <a:latin typeface="Arial"/>
            </a:endParaRPr>
          </a:p>
          <a:p>
            <a:pPr algn="ctr" defTabSz="914400">
              <a:lnSpc>
                <a:spcPct val="100000"/>
              </a:lnSpc>
            </a:pPr>
            <a:r>
              <a:rPr b="0" lang="en-GB" sz="1200" spc="-1" strike="noStrike">
                <a:solidFill>
                  <a:schemeClr val="lt1"/>
                </a:solidFill>
                <a:latin typeface="Open Sans"/>
              </a:rPr>
              <a:t>AGENT</a:t>
            </a:r>
            <a:endParaRPr b="0" lang="en-US" sz="1200" spc="-1" strike="noStrike">
              <a:solidFill>
                <a:srgbClr val="ffffff"/>
              </a:solidFill>
              <a:latin typeface="Arial"/>
            </a:endParaRPr>
          </a:p>
          <a:p>
            <a:pPr algn="ctr" defTabSz="914400">
              <a:lnSpc>
                <a:spcPct val="100000"/>
              </a:lnSpc>
            </a:pPr>
            <a:r>
              <a:rPr b="0" lang="en-GB" sz="1200" spc="-1" strike="noStrike">
                <a:solidFill>
                  <a:schemeClr val="lt1"/>
                </a:solidFill>
                <a:latin typeface="Open Sans"/>
              </a:rPr>
              <a:t>(AGENTIC WORKFLOW)</a:t>
            </a:r>
            <a:endParaRPr b="0" lang="en-US" sz="1200" spc="-1" strike="noStrike">
              <a:solidFill>
                <a:srgbClr val="ffffff"/>
              </a:solidFill>
              <a:latin typeface="Arial"/>
            </a:endParaRPr>
          </a:p>
        </p:txBody>
      </p:sp>
      <p:sp>
        <p:nvSpPr>
          <p:cNvPr id="1243" name="Rectangle 25"/>
          <p:cNvSpPr/>
          <p:nvPr/>
        </p:nvSpPr>
        <p:spPr>
          <a:xfrm>
            <a:off x="2210040" y="824040"/>
            <a:ext cx="148284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TRACK MANAGEMENT </a:t>
            </a:r>
            <a:r>
              <a:rPr b="1" lang="en-GB" sz="1200" spc="-1" strike="noStrike">
                <a:solidFill>
                  <a:srgbClr val="ff0000"/>
                </a:solidFill>
                <a:latin typeface="Open Sans"/>
              </a:rPr>
              <a:t>AGENT</a:t>
            </a:r>
            <a:endParaRPr b="0" lang="en-US" sz="1200" spc="-1" strike="noStrike">
              <a:solidFill>
                <a:srgbClr val="ffffff"/>
              </a:solidFill>
              <a:latin typeface="Arial"/>
            </a:endParaRPr>
          </a:p>
        </p:txBody>
      </p:sp>
      <p:cxnSp>
        <p:nvCxnSpPr>
          <p:cNvPr id="1244" name="Straight Arrow Connector 5"/>
          <p:cNvCxnSpPr>
            <a:endCxn id="1242" idx="1"/>
          </p:cNvCxnSpPr>
          <p:nvPr/>
        </p:nvCxnSpPr>
        <p:spPr>
          <a:xfrm>
            <a:off x="92160" y="3381480"/>
            <a:ext cx="324000" cy="360"/>
          </a:xfrm>
          <a:prstGeom prst="straightConnector1">
            <a:avLst/>
          </a:prstGeom>
          <a:ln>
            <a:solidFill>
              <a:srgbClr val="ffffff"/>
            </a:solidFill>
            <a:tailEnd len="med" type="triangle" w="med"/>
          </a:ln>
        </p:spPr>
      </p:cxnSp>
      <p:cxnSp>
        <p:nvCxnSpPr>
          <p:cNvPr id="1245" name="Elbow Connector 4"/>
          <p:cNvCxnSpPr>
            <a:stCxn id="1242" idx="3"/>
            <a:endCxn id="1243" idx="1"/>
          </p:cNvCxnSpPr>
          <p:nvPr/>
        </p:nvCxnSpPr>
        <p:spPr>
          <a:xfrm flipV="1">
            <a:off x="1630080" y="1083960"/>
            <a:ext cx="580320" cy="2297880"/>
          </a:xfrm>
          <a:prstGeom prst="bentConnector3">
            <a:avLst>
              <a:gd name="adj1" fmla="val 50031"/>
            </a:avLst>
          </a:prstGeom>
          <a:ln>
            <a:solidFill>
              <a:srgbClr val="ffffff"/>
            </a:solidFill>
            <a:tailEnd len="med" type="triangle" w="med"/>
          </a:ln>
        </p:spPr>
      </p:cxnSp>
      <p:cxnSp>
        <p:nvCxnSpPr>
          <p:cNvPr id="1246" name="Straight Connector 2"/>
          <p:cNvCxnSpPr/>
          <p:nvPr/>
        </p:nvCxnSpPr>
        <p:spPr>
          <a:xfrm>
            <a:off x="2946960" y="1431720"/>
            <a:ext cx="4680" cy="2091600"/>
          </a:xfrm>
          <a:prstGeom prst="straightConnector1">
            <a:avLst/>
          </a:prstGeom>
          <a:ln>
            <a:solidFill>
              <a:srgbClr val="ffffff"/>
            </a:solidFill>
            <a:prstDash val="dash"/>
          </a:ln>
        </p:spPr>
      </p:cxnSp>
      <p:cxnSp>
        <p:nvCxnSpPr>
          <p:cNvPr id="1247" name="Elbow Connector 5"/>
          <p:cNvCxnSpPr>
            <a:stCxn id="1242" idx="3"/>
          </p:cNvCxnSpPr>
          <p:nvPr/>
        </p:nvCxnSpPr>
        <p:spPr>
          <a:xfrm>
            <a:off x="1630080" y="3381480"/>
            <a:ext cx="580320" cy="361440"/>
          </a:xfrm>
          <a:prstGeom prst="bentConnector3">
            <a:avLst>
              <a:gd name="adj1" fmla="val 50031"/>
            </a:avLst>
          </a:prstGeom>
          <a:ln>
            <a:solidFill>
              <a:srgbClr val="ffffff"/>
            </a:solidFill>
            <a:tailEnd len="med" type="triangle" w="med"/>
          </a:ln>
        </p:spPr>
      </p:cxnSp>
      <p:sp>
        <p:nvSpPr>
          <p:cNvPr id="1248" name="TextBox 5"/>
          <p:cNvSpPr/>
          <p:nvPr/>
        </p:nvSpPr>
        <p:spPr>
          <a:xfrm>
            <a:off x="1920240" y="2036880"/>
            <a:ext cx="1911600" cy="66888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0" lang="en-GB" sz="1800" spc="-1" strike="noStrike">
                <a:solidFill>
                  <a:schemeClr val="lt1"/>
                </a:solidFill>
                <a:latin typeface="Open Sans"/>
              </a:rPr>
              <a:t>Agents for each CSCI (</a:t>
            </a:r>
            <a:r>
              <a:rPr b="0" lang="en-GB" sz="2000" spc="-1" strike="noStrike">
                <a:solidFill>
                  <a:schemeClr val="lt1"/>
                </a:solidFill>
                <a:latin typeface="Open Sans"/>
              </a:rPr>
              <a:t>~</a:t>
            </a:r>
            <a:r>
              <a:rPr b="0" lang="en-GB" sz="1800" spc="-1" strike="noStrike">
                <a:solidFill>
                  <a:schemeClr val="lt1"/>
                </a:solidFill>
                <a:latin typeface="Open Sans"/>
              </a:rPr>
              <a:t>180)</a:t>
            </a:r>
            <a:endParaRPr b="0" lang="en-US" sz="1800" spc="-1" strike="noStrike">
              <a:solidFill>
                <a:srgbClr val="ffffff"/>
              </a:solidFill>
              <a:latin typeface="Arial"/>
            </a:endParaRPr>
          </a:p>
        </p:txBody>
      </p:sp>
      <p:cxnSp>
        <p:nvCxnSpPr>
          <p:cNvPr id="1249" name="Elbow Connector 6"/>
          <p:cNvCxnSpPr>
            <a:stCxn id="1242" idx="3"/>
          </p:cNvCxnSpPr>
          <p:nvPr/>
        </p:nvCxnSpPr>
        <p:spPr>
          <a:xfrm>
            <a:off x="1630080" y="3381480"/>
            <a:ext cx="580320" cy="1441080"/>
          </a:xfrm>
          <a:prstGeom prst="bentConnector3">
            <a:avLst>
              <a:gd name="adj1" fmla="val 50031"/>
            </a:avLst>
          </a:prstGeom>
          <a:ln>
            <a:solidFill>
              <a:srgbClr val="ffffff"/>
            </a:solidFill>
            <a:tailEnd len="med" type="triangle" w="med"/>
          </a:ln>
        </p:spPr>
      </p:cxnSp>
      <p:sp>
        <p:nvSpPr>
          <p:cNvPr id="1250" name="Rectangle 26"/>
          <p:cNvSpPr/>
          <p:nvPr/>
        </p:nvSpPr>
        <p:spPr>
          <a:xfrm>
            <a:off x="341640" y="5981400"/>
            <a:ext cx="11526480" cy="50220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800" spc="-1" strike="noStrike">
                <a:solidFill>
                  <a:schemeClr val="lt1"/>
                </a:solidFill>
                <a:latin typeface="Open Sans"/>
              </a:rPr>
              <a:t>GENERATIVE WORLD (VECTOR DB and MODELS)</a:t>
            </a:r>
            <a:endParaRPr b="0" lang="en-US" sz="1800" spc="-1" strike="noStrike">
              <a:solidFill>
                <a:srgbClr val="ffffff"/>
              </a:solidFill>
              <a:latin typeface="Arial"/>
            </a:endParaRPr>
          </a:p>
        </p:txBody>
      </p:sp>
      <p:cxnSp>
        <p:nvCxnSpPr>
          <p:cNvPr id="1251" name="Straight Arrow Connector 17"/>
          <p:cNvCxnSpPr/>
          <p:nvPr/>
        </p:nvCxnSpPr>
        <p:spPr>
          <a:xfrm flipH="1">
            <a:off x="960480" y="3962520"/>
            <a:ext cx="9360" cy="1911960"/>
          </a:xfrm>
          <a:prstGeom prst="straightConnector1">
            <a:avLst/>
          </a:prstGeom>
          <a:ln w="25400">
            <a:solidFill>
              <a:srgbClr val="ffffff"/>
            </a:solidFill>
            <a:headEnd len="med" type="triangle" w="med"/>
            <a:tailEnd len="med" type="triangle" w="med"/>
          </a:ln>
        </p:spPr>
      </p:cxnSp>
      <p:cxnSp>
        <p:nvCxnSpPr>
          <p:cNvPr id="1252" name="Straight Arrow Connector 18"/>
          <p:cNvCxnSpPr/>
          <p:nvPr/>
        </p:nvCxnSpPr>
        <p:spPr>
          <a:xfrm flipH="1">
            <a:off x="2946960" y="5575320"/>
            <a:ext cx="4680" cy="391320"/>
          </a:xfrm>
          <a:prstGeom prst="straightConnector1">
            <a:avLst/>
          </a:prstGeom>
          <a:ln w="25400">
            <a:solidFill>
              <a:srgbClr val="ffffff"/>
            </a:solidFill>
            <a:headEnd len="med" type="triangle" w="med"/>
            <a:tailEnd len="med" type="triangle" w="med"/>
          </a:ln>
        </p:spPr>
      </p:cxnSp>
      <p:sp>
        <p:nvSpPr>
          <p:cNvPr id="1253" name="Rectangle 27"/>
          <p:cNvSpPr/>
          <p:nvPr/>
        </p:nvSpPr>
        <p:spPr>
          <a:xfrm>
            <a:off x="4094640" y="82404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TRACK MANAGEMENT </a:t>
            </a:r>
            <a:r>
              <a:rPr b="1" lang="en-GB" sz="1200" spc="-1" strike="noStrike">
                <a:solidFill>
                  <a:srgbClr val="ff0000"/>
                </a:solidFill>
                <a:latin typeface="Open Sans"/>
              </a:rPr>
              <a:t>TOOLS</a:t>
            </a:r>
            <a:endParaRPr b="0" lang="en-US" sz="1200" spc="-1" strike="noStrike">
              <a:solidFill>
                <a:srgbClr val="ffffff"/>
              </a:solidFill>
              <a:latin typeface="Arial"/>
            </a:endParaRPr>
          </a:p>
        </p:txBody>
      </p:sp>
      <p:sp>
        <p:nvSpPr>
          <p:cNvPr id="1254" name="Rectangle 28"/>
          <p:cNvSpPr/>
          <p:nvPr/>
        </p:nvSpPr>
        <p:spPr>
          <a:xfrm>
            <a:off x="5776920" y="82404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TRACK MANAGEMENT </a:t>
            </a:r>
            <a:r>
              <a:rPr b="1" lang="en-GB" sz="1200" spc="-1" strike="noStrike">
                <a:solidFill>
                  <a:srgbClr val="ff0000"/>
                </a:solidFill>
                <a:latin typeface="Open Sans"/>
              </a:rPr>
              <a:t>MCP CLIENT</a:t>
            </a:r>
            <a:endParaRPr b="0" lang="en-US" sz="1200" spc="-1" strike="noStrike">
              <a:solidFill>
                <a:srgbClr val="ffffff"/>
              </a:solidFill>
              <a:latin typeface="Arial"/>
            </a:endParaRPr>
          </a:p>
        </p:txBody>
      </p:sp>
      <p:sp>
        <p:nvSpPr>
          <p:cNvPr id="1255" name="Rectangle 29"/>
          <p:cNvSpPr/>
          <p:nvPr/>
        </p:nvSpPr>
        <p:spPr>
          <a:xfrm>
            <a:off x="7459560" y="82404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TRACK MANAGEMENT </a:t>
            </a:r>
            <a:r>
              <a:rPr b="1" lang="en-GB" sz="1200" spc="-1" strike="noStrike">
                <a:solidFill>
                  <a:srgbClr val="ff0000"/>
                </a:solidFill>
                <a:latin typeface="Open Sans"/>
              </a:rPr>
              <a:t>MCP SERVER</a:t>
            </a:r>
            <a:endParaRPr b="0" lang="en-US" sz="1200" spc="-1" strike="noStrike">
              <a:solidFill>
                <a:srgbClr val="ffffff"/>
              </a:solidFill>
              <a:latin typeface="Arial"/>
            </a:endParaRPr>
          </a:p>
        </p:txBody>
      </p:sp>
      <p:sp>
        <p:nvSpPr>
          <p:cNvPr id="1256" name="Rectangle 30"/>
          <p:cNvSpPr/>
          <p:nvPr/>
        </p:nvSpPr>
        <p:spPr>
          <a:xfrm>
            <a:off x="9141840" y="82404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TRACK MANAGEMENT </a:t>
            </a:r>
            <a:r>
              <a:rPr b="1" lang="en-GB" sz="1200" spc="-1" strike="noStrike">
                <a:solidFill>
                  <a:srgbClr val="ff0000"/>
                </a:solidFill>
                <a:latin typeface="Open Sans"/>
              </a:rPr>
              <a:t>ADAPTERS</a:t>
            </a:r>
            <a:endParaRPr b="0" lang="en-US" sz="1200" spc="-1" strike="noStrike">
              <a:solidFill>
                <a:srgbClr val="ffffff"/>
              </a:solidFill>
              <a:latin typeface="Arial"/>
            </a:endParaRPr>
          </a:p>
        </p:txBody>
      </p:sp>
      <p:cxnSp>
        <p:nvCxnSpPr>
          <p:cNvPr id="1257" name="Straight Arrow Connector 19"/>
          <p:cNvCxnSpPr>
            <a:stCxn id="1243" idx="3"/>
            <a:endCxn id="1253" idx="1"/>
          </p:cNvCxnSpPr>
          <p:nvPr/>
        </p:nvCxnSpPr>
        <p:spPr>
          <a:xfrm>
            <a:off x="3692880" y="1083960"/>
            <a:ext cx="402120" cy="360"/>
          </a:xfrm>
          <a:prstGeom prst="straightConnector1">
            <a:avLst/>
          </a:prstGeom>
          <a:ln>
            <a:solidFill>
              <a:srgbClr val="ffffff"/>
            </a:solidFill>
            <a:tailEnd len="med" type="triangle" w="med"/>
          </a:ln>
        </p:spPr>
      </p:cxnSp>
      <p:cxnSp>
        <p:nvCxnSpPr>
          <p:cNvPr id="1258" name="Straight Arrow Connector 20"/>
          <p:cNvCxnSpPr>
            <a:stCxn id="1253" idx="3"/>
            <a:endCxn id="1254" idx="1"/>
          </p:cNvCxnSpPr>
          <p:nvPr/>
        </p:nvCxnSpPr>
        <p:spPr>
          <a:xfrm>
            <a:off x="5375160" y="1083960"/>
            <a:ext cx="402120" cy="360"/>
          </a:xfrm>
          <a:prstGeom prst="straightConnector1">
            <a:avLst/>
          </a:prstGeom>
          <a:ln>
            <a:solidFill>
              <a:srgbClr val="ffffff"/>
            </a:solidFill>
            <a:tailEnd len="med" type="triangle" w="med"/>
          </a:ln>
        </p:spPr>
      </p:cxnSp>
      <p:cxnSp>
        <p:nvCxnSpPr>
          <p:cNvPr id="1259" name="Straight Arrow Connector 21"/>
          <p:cNvCxnSpPr>
            <a:stCxn id="1254" idx="3"/>
            <a:endCxn id="1255" idx="1"/>
          </p:cNvCxnSpPr>
          <p:nvPr/>
        </p:nvCxnSpPr>
        <p:spPr>
          <a:xfrm>
            <a:off x="7057440" y="1083960"/>
            <a:ext cx="402480" cy="360"/>
          </a:xfrm>
          <a:prstGeom prst="straightConnector1">
            <a:avLst/>
          </a:prstGeom>
          <a:ln>
            <a:solidFill>
              <a:srgbClr val="ffffff"/>
            </a:solidFill>
            <a:tailEnd len="med" type="triangle" w="med"/>
          </a:ln>
        </p:spPr>
      </p:cxnSp>
      <p:cxnSp>
        <p:nvCxnSpPr>
          <p:cNvPr id="1260" name="Straight Arrow Connector 22"/>
          <p:cNvCxnSpPr>
            <a:stCxn id="1255" idx="3"/>
            <a:endCxn id="1256" idx="1"/>
          </p:cNvCxnSpPr>
          <p:nvPr/>
        </p:nvCxnSpPr>
        <p:spPr>
          <a:xfrm>
            <a:off x="8740080" y="1083960"/>
            <a:ext cx="402120" cy="360"/>
          </a:xfrm>
          <a:prstGeom prst="straightConnector1">
            <a:avLst/>
          </a:prstGeom>
          <a:ln>
            <a:solidFill>
              <a:srgbClr val="ffffff"/>
            </a:solidFill>
            <a:tailEnd len="med" type="triangle" w="med"/>
          </a:ln>
        </p:spPr>
      </p:cxnSp>
      <p:sp>
        <p:nvSpPr>
          <p:cNvPr id="1261" name="Right Arrow 2"/>
          <p:cNvSpPr/>
          <p:nvPr/>
        </p:nvSpPr>
        <p:spPr>
          <a:xfrm>
            <a:off x="33120" y="3214800"/>
            <a:ext cx="387720" cy="333360"/>
          </a:xfrm>
          <a:prstGeom prst="rightArrow">
            <a:avLst>
              <a:gd name="adj1" fmla="val 50000"/>
              <a:gd name="adj2" fmla="val 50000"/>
            </a:avLst>
          </a:prstGeom>
          <a:solidFill>
            <a:schemeClr val="bg1"/>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GB" sz="1800" spc="-1" strike="noStrike">
              <a:solidFill>
                <a:schemeClr val="lt1"/>
              </a:solidFill>
              <a:latin typeface="Open Sans"/>
            </a:endParaRPr>
          </a:p>
        </p:txBody>
      </p:sp>
      <p:sp>
        <p:nvSpPr>
          <p:cNvPr id="1262" name="TextBox 6"/>
          <p:cNvSpPr/>
          <p:nvPr/>
        </p:nvSpPr>
        <p:spPr>
          <a:xfrm>
            <a:off x="10440360" y="723960"/>
            <a:ext cx="1534680" cy="70020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GB" sz="1000" spc="-1" strike="noStrike">
                <a:solidFill>
                  <a:schemeClr val="accent5">
                    <a:lumMod val="75000"/>
                  </a:schemeClr>
                </a:solidFill>
                <a:latin typeface="Open Sans"/>
              </a:rPr>
              <a:t>TRACK MANAGEMENT DEV. TEAM</a:t>
            </a:r>
            <a:endParaRPr b="0" lang="en-US" sz="1000" spc="-1" strike="noStrike">
              <a:solidFill>
                <a:srgbClr val="ffffff"/>
              </a:solidFill>
              <a:latin typeface="Arial"/>
            </a:endParaRPr>
          </a:p>
          <a:p>
            <a:pPr algn="ctr" defTabSz="914400">
              <a:lnSpc>
                <a:spcPct val="100000"/>
              </a:lnSpc>
            </a:pPr>
            <a:r>
              <a:rPr b="1" lang="en-GB" sz="1000" spc="-1" strike="noStrike">
                <a:solidFill>
                  <a:schemeClr val="accent5">
                    <a:lumMod val="75000"/>
                  </a:schemeClr>
                </a:solidFill>
                <a:latin typeface="Open Sans"/>
              </a:rPr>
              <a:t>RESPONSIBILITY </a:t>
            </a:r>
            <a:endParaRPr b="0" lang="en-US" sz="1000" spc="-1" strike="noStrike">
              <a:solidFill>
                <a:srgbClr val="ffffff"/>
              </a:solidFill>
              <a:latin typeface="Arial"/>
            </a:endParaRPr>
          </a:p>
        </p:txBody>
      </p:sp>
      <p:grpSp>
        <p:nvGrpSpPr>
          <p:cNvPr id="1263" name="Group 3"/>
          <p:cNvGrpSpPr/>
          <p:nvPr/>
        </p:nvGrpSpPr>
        <p:grpSpPr>
          <a:xfrm>
            <a:off x="1786680" y="4473360"/>
            <a:ext cx="10175760" cy="1009800"/>
            <a:chOff x="1786680" y="4473360"/>
            <a:chExt cx="10175760" cy="1009800"/>
          </a:xfrm>
        </p:grpSpPr>
        <p:sp>
          <p:nvSpPr>
            <p:cNvPr id="1264" name="Rectangle 31"/>
            <p:cNvSpPr/>
            <p:nvPr/>
          </p:nvSpPr>
          <p:spPr>
            <a:xfrm>
              <a:off x="1786680" y="4473360"/>
              <a:ext cx="10081440" cy="1009800"/>
            </a:xfrm>
            <a:prstGeom prst="rect">
              <a:avLst/>
            </a:prstGeom>
            <a:solidFill>
              <a:srgbClr val="00b0f0">
                <a:alpha val="14000"/>
              </a:srgb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GB" sz="1800" spc="-1" strike="noStrike">
                <a:solidFill>
                  <a:schemeClr val="lt1"/>
                </a:solidFill>
                <a:latin typeface="Open Sans"/>
              </a:endParaRPr>
            </a:p>
          </p:txBody>
        </p:sp>
        <p:sp>
          <p:nvSpPr>
            <p:cNvPr id="1265" name="Rectangle 32"/>
            <p:cNvSpPr/>
            <p:nvPr/>
          </p:nvSpPr>
          <p:spPr>
            <a:xfrm>
              <a:off x="2210040" y="4642200"/>
              <a:ext cx="1482840" cy="7376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OTHER AI SYSTEMS  (BLUEVISION) </a:t>
              </a:r>
              <a:r>
                <a:rPr b="1" lang="en-GB" sz="1200" spc="-1" strike="noStrike">
                  <a:solidFill>
                    <a:srgbClr val="ff0000"/>
                  </a:solidFill>
                  <a:latin typeface="Open Sans"/>
                </a:rPr>
                <a:t>AGENTS</a:t>
              </a:r>
              <a:endParaRPr b="0" lang="en-US" sz="1200" spc="-1" strike="noStrike">
                <a:solidFill>
                  <a:srgbClr val="ffffff"/>
                </a:solidFill>
                <a:latin typeface="Arial"/>
              </a:endParaRPr>
            </a:p>
          </p:txBody>
        </p:sp>
        <p:sp>
          <p:nvSpPr>
            <p:cNvPr id="1266" name="Rectangle 33"/>
            <p:cNvSpPr/>
            <p:nvPr/>
          </p:nvSpPr>
          <p:spPr>
            <a:xfrm>
              <a:off x="4094640" y="4642200"/>
              <a:ext cx="1280520" cy="7376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OTHER AI SYSTEMS  (BLUEVISION) </a:t>
              </a:r>
              <a:r>
                <a:rPr b="1" lang="en-GB" sz="1200" spc="-1" strike="noStrike">
                  <a:solidFill>
                    <a:srgbClr val="ff0000"/>
                  </a:solidFill>
                  <a:latin typeface="Open Sans"/>
                </a:rPr>
                <a:t>TOOLS</a:t>
              </a:r>
              <a:endParaRPr b="0" lang="en-US" sz="1200" spc="-1" strike="noStrike">
                <a:solidFill>
                  <a:srgbClr val="ffffff"/>
                </a:solidFill>
                <a:latin typeface="Arial"/>
              </a:endParaRPr>
            </a:p>
          </p:txBody>
        </p:sp>
        <p:sp>
          <p:nvSpPr>
            <p:cNvPr id="1267" name="Rectangle 34"/>
            <p:cNvSpPr/>
            <p:nvPr/>
          </p:nvSpPr>
          <p:spPr>
            <a:xfrm>
              <a:off x="5776920" y="4642200"/>
              <a:ext cx="1280520" cy="7376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OTHER AI SYSTEMS  (BLUEVISION) </a:t>
              </a:r>
              <a:r>
                <a:rPr b="1" lang="en-GB" sz="1200" spc="-1" strike="noStrike">
                  <a:solidFill>
                    <a:srgbClr val="ff0000"/>
                  </a:solidFill>
                  <a:latin typeface="Open Sans"/>
                </a:rPr>
                <a:t>MCP CLIENT</a:t>
              </a:r>
              <a:endParaRPr b="0" lang="en-US" sz="1200" spc="-1" strike="noStrike">
                <a:solidFill>
                  <a:srgbClr val="ffffff"/>
                </a:solidFill>
                <a:latin typeface="Arial"/>
              </a:endParaRPr>
            </a:p>
          </p:txBody>
        </p:sp>
        <p:sp>
          <p:nvSpPr>
            <p:cNvPr id="1268" name="Rectangle 35"/>
            <p:cNvSpPr/>
            <p:nvPr/>
          </p:nvSpPr>
          <p:spPr>
            <a:xfrm>
              <a:off x="7459560" y="4642200"/>
              <a:ext cx="1280520" cy="7376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OTHER AI SYSTEMS  (BLUEVISION) </a:t>
              </a:r>
              <a:r>
                <a:rPr b="1" lang="en-GB" sz="1200" spc="-1" strike="noStrike">
                  <a:solidFill>
                    <a:srgbClr val="ff0000"/>
                  </a:solidFill>
                  <a:latin typeface="Open Sans"/>
                </a:rPr>
                <a:t>MCP SERVER</a:t>
              </a:r>
              <a:endParaRPr b="0" lang="en-US" sz="1200" spc="-1" strike="noStrike">
                <a:solidFill>
                  <a:srgbClr val="ffffff"/>
                </a:solidFill>
                <a:latin typeface="Arial"/>
              </a:endParaRPr>
            </a:p>
          </p:txBody>
        </p:sp>
        <p:sp>
          <p:nvSpPr>
            <p:cNvPr id="1269" name="Rectangle 36"/>
            <p:cNvSpPr/>
            <p:nvPr/>
          </p:nvSpPr>
          <p:spPr>
            <a:xfrm>
              <a:off x="9141840" y="4642200"/>
              <a:ext cx="1280520" cy="7376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OTHER AI SYSTEMS  (BLUEVISION) </a:t>
              </a:r>
              <a:r>
                <a:rPr b="1" lang="en-GB" sz="1200" spc="-1" strike="noStrike">
                  <a:solidFill>
                    <a:srgbClr val="ff0000"/>
                  </a:solidFill>
                  <a:latin typeface="Open Sans"/>
                </a:rPr>
                <a:t>ADAPTERS</a:t>
              </a:r>
              <a:endParaRPr b="0" lang="en-US" sz="1200" spc="-1" strike="noStrike">
                <a:solidFill>
                  <a:srgbClr val="ffffff"/>
                </a:solidFill>
                <a:latin typeface="Arial"/>
              </a:endParaRPr>
            </a:p>
          </p:txBody>
        </p:sp>
        <p:cxnSp>
          <p:nvCxnSpPr>
            <p:cNvPr id="1270" name="Straight Arrow Connector 23"/>
            <p:cNvCxnSpPr>
              <a:stCxn id="1265" idx="3"/>
              <a:endCxn id="1266" idx="1"/>
            </p:cNvCxnSpPr>
            <p:nvPr/>
          </p:nvCxnSpPr>
          <p:spPr>
            <a:xfrm>
              <a:off x="3692880" y="5010840"/>
              <a:ext cx="402120" cy="360"/>
            </a:xfrm>
            <a:prstGeom prst="straightConnector1">
              <a:avLst/>
            </a:prstGeom>
            <a:ln>
              <a:solidFill>
                <a:srgbClr val="ffffff"/>
              </a:solidFill>
              <a:tailEnd len="med" type="triangle" w="med"/>
            </a:ln>
          </p:spPr>
        </p:cxnSp>
        <p:cxnSp>
          <p:nvCxnSpPr>
            <p:cNvPr id="1271" name="Straight Arrow Connector 24"/>
            <p:cNvCxnSpPr>
              <a:stCxn id="1266" idx="3"/>
              <a:endCxn id="1267" idx="1"/>
            </p:cNvCxnSpPr>
            <p:nvPr/>
          </p:nvCxnSpPr>
          <p:spPr>
            <a:xfrm>
              <a:off x="5375160" y="5010840"/>
              <a:ext cx="402120" cy="360"/>
            </a:xfrm>
            <a:prstGeom prst="straightConnector1">
              <a:avLst/>
            </a:prstGeom>
            <a:ln>
              <a:solidFill>
                <a:srgbClr val="ffffff"/>
              </a:solidFill>
              <a:tailEnd len="med" type="triangle" w="med"/>
            </a:ln>
          </p:spPr>
        </p:cxnSp>
        <p:cxnSp>
          <p:nvCxnSpPr>
            <p:cNvPr id="1272" name="Straight Arrow Connector 25"/>
            <p:cNvCxnSpPr>
              <a:stCxn id="1267" idx="3"/>
              <a:endCxn id="1268" idx="1"/>
            </p:cNvCxnSpPr>
            <p:nvPr/>
          </p:nvCxnSpPr>
          <p:spPr>
            <a:xfrm>
              <a:off x="7057440" y="5010840"/>
              <a:ext cx="402480" cy="360"/>
            </a:xfrm>
            <a:prstGeom prst="straightConnector1">
              <a:avLst/>
            </a:prstGeom>
            <a:ln>
              <a:solidFill>
                <a:srgbClr val="ffffff"/>
              </a:solidFill>
              <a:tailEnd len="med" type="triangle" w="med"/>
            </a:ln>
          </p:spPr>
        </p:cxnSp>
        <p:cxnSp>
          <p:nvCxnSpPr>
            <p:cNvPr id="1273" name="Straight Arrow Connector 26"/>
            <p:cNvCxnSpPr>
              <a:stCxn id="1268" idx="3"/>
              <a:endCxn id="1269" idx="1"/>
            </p:cNvCxnSpPr>
            <p:nvPr/>
          </p:nvCxnSpPr>
          <p:spPr>
            <a:xfrm>
              <a:off x="8740080" y="5010840"/>
              <a:ext cx="402120" cy="360"/>
            </a:xfrm>
            <a:prstGeom prst="straightConnector1">
              <a:avLst/>
            </a:prstGeom>
            <a:ln>
              <a:solidFill>
                <a:srgbClr val="ffffff"/>
              </a:solidFill>
              <a:tailEnd len="med" type="triangle" w="med"/>
            </a:ln>
          </p:spPr>
        </p:cxnSp>
        <p:sp>
          <p:nvSpPr>
            <p:cNvPr id="1274" name="TextBox 7"/>
            <p:cNvSpPr/>
            <p:nvPr/>
          </p:nvSpPr>
          <p:spPr>
            <a:xfrm>
              <a:off x="10427760" y="4721760"/>
              <a:ext cx="1534680" cy="5475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GB" sz="1000" spc="-1" strike="noStrike">
                  <a:solidFill>
                    <a:schemeClr val="accent5">
                      <a:lumMod val="75000"/>
                    </a:schemeClr>
                  </a:solidFill>
                  <a:latin typeface="Open Sans"/>
                </a:rPr>
                <a:t>BLUEVISION DEV. TEAM</a:t>
              </a:r>
              <a:endParaRPr b="0" lang="en-US" sz="1000" spc="-1" strike="noStrike">
                <a:solidFill>
                  <a:srgbClr val="ffffff"/>
                </a:solidFill>
                <a:latin typeface="Arial"/>
              </a:endParaRPr>
            </a:p>
            <a:p>
              <a:pPr algn="ctr" defTabSz="914400">
                <a:lnSpc>
                  <a:spcPct val="100000"/>
                </a:lnSpc>
              </a:pPr>
              <a:r>
                <a:rPr b="1" lang="en-GB" sz="1000" spc="-1" strike="noStrike">
                  <a:solidFill>
                    <a:schemeClr val="accent5">
                      <a:lumMod val="75000"/>
                    </a:schemeClr>
                  </a:solidFill>
                  <a:latin typeface="Open Sans"/>
                </a:rPr>
                <a:t>RESPONSIBILITY </a:t>
              </a:r>
              <a:endParaRPr b="0" lang="en-US" sz="1000" spc="-1" strike="noStrike">
                <a:solidFill>
                  <a:srgbClr val="ffffff"/>
                </a:solidFill>
                <a:latin typeface="Arial"/>
              </a:endParaRPr>
            </a:p>
          </p:txBody>
        </p:sp>
      </p:grpSp>
      <p:grpSp>
        <p:nvGrpSpPr>
          <p:cNvPr id="1275" name="Group 4"/>
          <p:cNvGrpSpPr/>
          <p:nvPr/>
        </p:nvGrpSpPr>
        <p:grpSpPr>
          <a:xfrm>
            <a:off x="1786680" y="3373560"/>
            <a:ext cx="10188360" cy="711360"/>
            <a:chOff x="1786680" y="3373560"/>
            <a:chExt cx="10188360" cy="711360"/>
          </a:xfrm>
        </p:grpSpPr>
        <p:sp>
          <p:nvSpPr>
            <p:cNvPr id="1276" name="Rectangle 37"/>
            <p:cNvSpPr/>
            <p:nvPr/>
          </p:nvSpPr>
          <p:spPr>
            <a:xfrm>
              <a:off x="1786680" y="3373560"/>
              <a:ext cx="10081440" cy="711360"/>
            </a:xfrm>
            <a:prstGeom prst="rect">
              <a:avLst/>
            </a:prstGeom>
            <a:solidFill>
              <a:srgbClr val="00b0f0">
                <a:alpha val="14000"/>
              </a:srgbClr>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endParaRPr b="0" lang="en-GB" sz="1800" spc="-1" strike="noStrike">
                <a:solidFill>
                  <a:schemeClr val="lt1"/>
                </a:solidFill>
                <a:latin typeface="Open Sans"/>
              </a:endParaRPr>
            </a:p>
          </p:txBody>
        </p:sp>
        <p:sp>
          <p:nvSpPr>
            <p:cNvPr id="1277" name="Rectangle 38"/>
            <p:cNvSpPr/>
            <p:nvPr/>
          </p:nvSpPr>
          <p:spPr>
            <a:xfrm>
              <a:off x="2210040" y="3492360"/>
              <a:ext cx="148284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RADAR SMARTS </a:t>
              </a:r>
              <a:r>
                <a:rPr b="1" lang="en-GB" sz="1200" spc="-1" strike="noStrike">
                  <a:solidFill>
                    <a:srgbClr val="ff0000"/>
                  </a:solidFill>
                  <a:latin typeface="Open Sans"/>
                </a:rPr>
                <a:t>AGENT</a:t>
              </a:r>
              <a:endParaRPr b="0" lang="en-US" sz="1200" spc="-1" strike="noStrike">
                <a:solidFill>
                  <a:srgbClr val="ffffff"/>
                </a:solidFill>
                <a:latin typeface="Arial"/>
              </a:endParaRPr>
            </a:p>
          </p:txBody>
        </p:sp>
        <p:sp>
          <p:nvSpPr>
            <p:cNvPr id="1278" name="Rectangle 39"/>
            <p:cNvSpPr/>
            <p:nvPr/>
          </p:nvSpPr>
          <p:spPr>
            <a:xfrm>
              <a:off x="4094640" y="349236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RADAR SMARTS </a:t>
              </a:r>
              <a:r>
                <a:rPr b="1" lang="en-GB" sz="1200" spc="-1" strike="noStrike">
                  <a:solidFill>
                    <a:srgbClr val="ff0000"/>
                  </a:solidFill>
                  <a:latin typeface="Open Sans"/>
                </a:rPr>
                <a:t>TOOLS</a:t>
              </a:r>
              <a:endParaRPr b="0" lang="en-US" sz="1200" spc="-1" strike="noStrike">
                <a:solidFill>
                  <a:srgbClr val="ffffff"/>
                </a:solidFill>
                <a:latin typeface="Arial"/>
              </a:endParaRPr>
            </a:p>
          </p:txBody>
        </p:sp>
        <p:sp>
          <p:nvSpPr>
            <p:cNvPr id="1279" name="Rectangle 40"/>
            <p:cNvSpPr/>
            <p:nvPr/>
          </p:nvSpPr>
          <p:spPr>
            <a:xfrm>
              <a:off x="5776920" y="349236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RADAR SMARTS    </a:t>
              </a:r>
              <a:r>
                <a:rPr b="1" lang="en-GB" sz="1200" spc="-1" strike="noStrike">
                  <a:solidFill>
                    <a:srgbClr val="ff0000"/>
                  </a:solidFill>
                  <a:latin typeface="Open Sans"/>
                </a:rPr>
                <a:t>MCP CLIENT</a:t>
              </a:r>
              <a:endParaRPr b="0" lang="en-US" sz="1200" spc="-1" strike="noStrike">
                <a:solidFill>
                  <a:srgbClr val="ffffff"/>
                </a:solidFill>
                <a:latin typeface="Arial"/>
              </a:endParaRPr>
            </a:p>
          </p:txBody>
        </p:sp>
        <p:sp>
          <p:nvSpPr>
            <p:cNvPr id="1280" name="Rectangle 41"/>
            <p:cNvSpPr/>
            <p:nvPr/>
          </p:nvSpPr>
          <p:spPr>
            <a:xfrm>
              <a:off x="7459560" y="349236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RADAR SMARTS    </a:t>
              </a:r>
              <a:r>
                <a:rPr b="1" lang="en-GB" sz="1200" spc="-1" strike="noStrike">
                  <a:solidFill>
                    <a:srgbClr val="ff0000"/>
                  </a:solidFill>
                  <a:latin typeface="Open Sans"/>
                </a:rPr>
                <a:t>MCP SERVER</a:t>
              </a:r>
              <a:endParaRPr b="0" lang="en-US" sz="1200" spc="-1" strike="noStrike">
                <a:solidFill>
                  <a:srgbClr val="ffffff"/>
                </a:solidFill>
                <a:latin typeface="Arial"/>
              </a:endParaRPr>
            </a:p>
          </p:txBody>
        </p:sp>
        <p:sp>
          <p:nvSpPr>
            <p:cNvPr id="1281" name="Rectangle 42"/>
            <p:cNvSpPr/>
            <p:nvPr/>
          </p:nvSpPr>
          <p:spPr>
            <a:xfrm>
              <a:off x="9141840" y="3492360"/>
              <a:ext cx="1280520" cy="519840"/>
            </a:xfrm>
            <a:prstGeom prst="rect">
              <a:avLst/>
            </a:prstGeom>
            <a:solidFill>
              <a:srgbClr val="6e84a6"/>
            </a:solidFill>
            <a:ln>
              <a:noFill/>
            </a:ln>
          </p:spPr>
          <p:style>
            <a:lnRef idx="2">
              <a:schemeClr val="accent1">
                <a:shade val="50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r>
                <a:rPr b="0" lang="en-GB" sz="1200" spc="-1" strike="noStrike">
                  <a:solidFill>
                    <a:schemeClr val="lt1"/>
                  </a:solidFill>
                  <a:latin typeface="Open Sans"/>
                </a:rPr>
                <a:t>RADAR SMARTS </a:t>
              </a:r>
              <a:r>
                <a:rPr b="1" lang="en-GB" sz="1200" spc="-1" strike="noStrike">
                  <a:solidFill>
                    <a:srgbClr val="ff0000"/>
                  </a:solidFill>
                  <a:latin typeface="Open Sans"/>
                </a:rPr>
                <a:t>ADAPTERS</a:t>
              </a:r>
              <a:endParaRPr b="0" lang="en-US" sz="1200" spc="-1" strike="noStrike">
                <a:solidFill>
                  <a:srgbClr val="ffffff"/>
                </a:solidFill>
                <a:latin typeface="Arial"/>
              </a:endParaRPr>
            </a:p>
          </p:txBody>
        </p:sp>
        <p:cxnSp>
          <p:nvCxnSpPr>
            <p:cNvPr id="1282" name="Straight Arrow Connector 27"/>
            <p:cNvCxnSpPr>
              <a:stCxn id="1277" idx="3"/>
              <a:endCxn id="1278" idx="1"/>
            </p:cNvCxnSpPr>
            <p:nvPr/>
          </p:nvCxnSpPr>
          <p:spPr>
            <a:xfrm>
              <a:off x="3692880" y="3752280"/>
              <a:ext cx="402120" cy="360"/>
            </a:xfrm>
            <a:prstGeom prst="straightConnector1">
              <a:avLst/>
            </a:prstGeom>
            <a:ln>
              <a:solidFill>
                <a:srgbClr val="ffffff"/>
              </a:solidFill>
              <a:tailEnd len="med" type="triangle" w="med"/>
            </a:ln>
          </p:spPr>
        </p:cxnSp>
        <p:cxnSp>
          <p:nvCxnSpPr>
            <p:cNvPr id="1283" name="Straight Arrow Connector 28"/>
            <p:cNvCxnSpPr>
              <a:stCxn id="1278" idx="3"/>
              <a:endCxn id="1279" idx="1"/>
            </p:cNvCxnSpPr>
            <p:nvPr/>
          </p:nvCxnSpPr>
          <p:spPr>
            <a:xfrm>
              <a:off x="5375160" y="3752280"/>
              <a:ext cx="402120" cy="360"/>
            </a:xfrm>
            <a:prstGeom prst="straightConnector1">
              <a:avLst/>
            </a:prstGeom>
            <a:ln>
              <a:solidFill>
                <a:srgbClr val="ffffff"/>
              </a:solidFill>
              <a:tailEnd len="med" type="triangle" w="med"/>
            </a:ln>
          </p:spPr>
        </p:cxnSp>
        <p:cxnSp>
          <p:nvCxnSpPr>
            <p:cNvPr id="1284" name="Straight Arrow Connector 29"/>
            <p:cNvCxnSpPr>
              <a:stCxn id="1279" idx="3"/>
              <a:endCxn id="1280" idx="1"/>
            </p:cNvCxnSpPr>
            <p:nvPr/>
          </p:nvCxnSpPr>
          <p:spPr>
            <a:xfrm>
              <a:off x="7057440" y="3752280"/>
              <a:ext cx="402480" cy="360"/>
            </a:xfrm>
            <a:prstGeom prst="straightConnector1">
              <a:avLst/>
            </a:prstGeom>
            <a:ln>
              <a:solidFill>
                <a:srgbClr val="ffffff"/>
              </a:solidFill>
              <a:tailEnd len="med" type="triangle" w="med"/>
            </a:ln>
          </p:spPr>
        </p:cxnSp>
        <p:cxnSp>
          <p:nvCxnSpPr>
            <p:cNvPr id="1285" name="Straight Arrow Connector 30"/>
            <p:cNvCxnSpPr>
              <a:stCxn id="1280" idx="3"/>
              <a:endCxn id="1281" idx="1"/>
            </p:cNvCxnSpPr>
            <p:nvPr/>
          </p:nvCxnSpPr>
          <p:spPr>
            <a:xfrm>
              <a:off x="8740080" y="3752280"/>
              <a:ext cx="402120" cy="360"/>
            </a:xfrm>
            <a:prstGeom prst="straightConnector1">
              <a:avLst/>
            </a:prstGeom>
            <a:ln>
              <a:solidFill>
                <a:srgbClr val="ffffff"/>
              </a:solidFill>
              <a:tailEnd len="med" type="triangle" w="med"/>
            </a:ln>
          </p:spPr>
        </p:cxnSp>
        <p:sp>
          <p:nvSpPr>
            <p:cNvPr id="1286" name="TextBox 8"/>
            <p:cNvSpPr/>
            <p:nvPr/>
          </p:nvSpPr>
          <p:spPr>
            <a:xfrm>
              <a:off x="10440360" y="3475440"/>
              <a:ext cx="1534680" cy="547560"/>
            </a:xfrm>
            <a:prstGeom prst="rect">
              <a:avLst/>
            </a:prstGeom>
            <a:noFill/>
            <a:ln w="0">
              <a:noFill/>
            </a:ln>
          </p:spPr>
          <p:style>
            <a:lnRef idx="0"/>
            <a:fillRef idx="0"/>
            <a:effectRef idx="0"/>
            <a:fontRef idx="minor"/>
          </p:style>
          <p:txBody>
            <a:bodyPr lIns="90000" rIns="90000" tIns="45000" bIns="45000" anchor="t">
              <a:spAutoFit/>
            </a:bodyPr>
            <a:p>
              <a:pPr algn="ctr" defTabSz="914400">
                <a:lnSpc>
                  <a:spcPct val="100000"/>
                </a:lnSpc>
              </a:pPr>
              <a:r>
                <a:rPr b="1" lang="en-GB" sz="1000" spc="-1" strike="noStrike">
                  <a:solidFill>
                    <a:schemeClr val="accent5">
                      <a:lumMod val="75000"/>
                    </a:schemeClr>
                  </a:solidFill>
                  <a:latin typeface="Open Sans"/>
                </a:rPr>
                <a:t>RADAR SMARTS DEV. TEAM</a:t>
              </a:r>
              <a:endParaRPr b="0" lang="en-US" sz="1000" spc="-1" strike="noStrike">
                <a:solidFill>
                  <a:srgbClr val="ffffff"/>
                </a:solidFill>
                <a:latin typeface="Arial"/>
              </a:endParaRPr>
            </a:p>
            <a:p>
              <a:pPr algn="ctr" defTabSz="914400">
                <a:lnSpc>
                  <a:spcPct val="100000"/>
                </a:lnSpc>
              </a:pPr>
              <a:r>
                <a:rPr b="1" lang="en-GB" sz="1000" spc="-1" strike="noStrike">
                  <a:solidFill>
                    <a:schemeClr val="accent5">
                      <a:lumMod val="75000"/>
                    </a:schemeClr>
                  </a:solidFill>
                  <a:latin typeface="Open Sans"/>
                </a:rPr>
                <a:t>RESPONSIBILITY </a:t>
              </a:r>
              <a:endParaRPr b="0" lang="en-US" sz="1000" spc="-1" strike="noStrike">
                <a:solidFill>
                  <a:srgbClr val="ffffff"/>
                </a:solidFill>
                <a:latin typeface="Arial"/>
              </a:endParaRPr>
            </a:p>
          </p:txBody>
        </p:sp>
      </p:grpSp>
      <p:sp>
        <p:nvSpPr>
          <p:cNvPr id="1287" name="PlaceHolder 12"/>
          <p:cNvSpPr txBox="1"/>
          <p:nvPr/>
        </p:nvSpPr>
        <p:spPr>
          <a:xfrm>
            <a:off x="255600" y="228960"/>
            <a:ext cx="11629080" cy="417960"/>
          </a:xfrm>
          <a:prstGeom prst="rect">
            <a:avLst/>
          </a:prstGeom>
          <a:noFill/>
          <a:ln w="0">
            <a:noFill/>
          </a:ln>
        </p:spPr>
        <p:txBody>
          <a:bodyPr anchor="t">
            <a:normAutofit/>
          </a:bodyPr>
          <a:p>
            <a:pPr marL="228600" defTabSz="914400">
              <a:lnSpc>
                <a:spcPct val="90000"/>
              </a:lnSpc>
              <a:spcBef>
                <a:spcPts val="1001"/>
              </a:spcBef>
              <a:tabLst>
                <a:tab algn="l" pos="0"/>
              </a:tabLst>
            </a:pPr>
            <a:r>
              <a:rPr b="1" lang="tr-TR" sz="2400" spc="-1" strike="noStrike">
                <a:solidFill>
                  <a:schemeClr val="lt1"/>
                </a:solidFill>
                <a:latin typeface="Arial Black"/>
              </a:rPr>
              <a:t>3.5.  Multi Agent Systems</a:t>
            </a:r>
            <a:endParaRPr b="0" lang="en-US" sz="2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88" name="PlaceHolder 1"/>
          <p:cNvSpPr>
            <a:spLocks noGrp="1"/>
          </p:cNvSpPr>
          <p:nvPr>
            <p:ph/>
          </p:nvPr>
        </p:nvSpPr>
        <p:spPr>
          <a:xfrm>
            <a:off x="255240" y="343800"/>
            <a:ext cx="11629080" cy="3027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1600" spc="-1" strike="noStrike">
                <a:solidFill>
                  <a:schemeClr val="lt1"/>
                </a:solidFill>
                <a:latin typeface="Arial Black"/>
              </a:rPr>
              <a:t>4. </a:t>
            </a:r>
            <a:r>
              <a:rPr b="1" lang="en-US" sz="1600" spc="-1" strike="noStrike">
                <a:solidFill>
                  <a:schemeClr val="lt1"/>
                </a:solidFill>
                <a:latin typeface="Arial Black"/>
              </a:rPr>
              <a:t>MLOps &amp; LLMOps (important for engineers)</a:t>
            </a:r>
            <a:endParaRPr b="0" lang="en-US" sz="1600" spc="-1" strike="noStrike">
              <a:solidFill>
                <a:srgbClr val="ffffff"/>
              </a:solidFill>
              <a:latin typeface="Arial"/>
            </a:endParaRPr>
          </a:p>
        </p:txBody>
      </p:sp>
      <p:sp>
        <p:nvSpPr>
          <p:cNvPr id="1289" name="Text 18"/>
          <p:cNvSpPr/>
          <p:nvPr/>
        </p:nvSpPr>
        <p:spPr>
          <a:xfrm>
            <a:off x="356760" y="791280"/>
            <a:ext cx="11426400" cy="2013480"/>
          </a:xfrm>
          <a:prstGeom prst="rect">
            <a:avLst/>
          </a:prstGeom>
          <a:noFill/>
          <a:ln w="0">
            <a:noFill/>
          </a:ln>
        </p:spPr>
        <p:style>
          <a:lnRef idx="0"/>
          <a:fillRef idx="0"/>
          <a:effectRef idx="0"/>
          <a:fontRef idx="minor"/>
        </p:style>
        <p:txBody>
          <a:bodyPr lIns="0" rIns="0" tIns="0" bIns="0" anchor="ctr">
            <a:noAutofit/>
          </a:bodyPr>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Versioning models</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Monitoring drift</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Prompt versioning</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Evaluation metrics (quality, latency, cost)</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0" name="PlaceHolder 1"/>
          <p:cNvSpPr>
            <a:spLocks noGrp="1"/>
          </p:cNvSpPr>
          <p:nvPr>
            <p:ph/>
          </p:nvPr>
        </p:nvSpPr>
        <p:spPr>
          <a:xfrm>
            <a:off x="255240" y="343800"/>
            <a:ext cx="11629080" cy="3027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1600" spc="-1" strike="noStrike">
                <a:solidFill>
                  <a:schemeClr val="lt1"/>
                </a:solidFill>
                <a:latin typeface="Arial Black"/>
              </a:rPr>
              <a:t>5. Cost, latency, and scaling</a:t>
            </a:r>
            <a:endParaRPr b="0" lang="en-US" sz="1600" spc="-1" strike="noStrike">
              <a:solidFill>
                <a:srgbClr val="ffffff"/>
              </a:solidFill>
              <a:latin typeface="Arial"/>
            </a:endParaRPr>
          </a:p>
        </p:txBody>
      </p:sp>
      <p:sp>
        <p:nvSpPr>
          <p:cNvPr id="1291" name="Text 18"/>
          <p:cNvSpPr/>
          <p:nvPr/>
        </p:nvSpPr>
        <p:spPr>
          <a:xfrm>
            <a:off x="255240" y="729720"/>
            <a:ext cx="11426400" cy="182880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Token cost thinking</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Caching strategies</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Batch vs real-time inference</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2" name="PlaceHolder 1"/>
          <p:cNvSpPr>
            <a:spLocks noGrp="1"/>
          </p:cNvSpPr>
          <p:nvPr>
            <p:ph/>
          </p:nvPr>
        </p:nvSpPr>
        <p:spPr>
          <a:xfrm>
            <a:off x="255240" y="343800"/>
            <a:ext cx="11629080" cy="3027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1600" spc="-1" strike="noStrike">
                <a:solidFill>
                  <a:schemeClr val="lt1"/>
                </a:solidFill>
                <a:latin typeface="Arial Black"/>
              </a:rPr>
              <a:t>6. </a:t>
            </a:r>
            <a:r>
              <a:rPr b="1" lang="en-US" sz="1600" spc="-1" strike="noStrike">
                <a:solidFill>
                  <a:schemeClr val="lt1"/>
                </a:solidFill>
                <a:latin typeface="Arial Black"/>
              </a:rPr>
              <a:t>Security and risks (engineering angle)</a:t>
            </a:r>
            <a:endParaRPr b="0" lang="en-US" sz="1600" spc="-1" strike="noStrike">
              <a:solidFill>
                <a:srgbClr val="ffffff"/>
              </a:solidFill>
              <a:latin typeface="Arial"/>
            </a:endParaRPr>
          </a:p>
        </p:txBody>
      </p:sp>
      <p:sp>
        <p:nvSpPr>
          <p:cNvPr id="1293" name="Text 18"/>
          <p:cNvSpPr/>
          <p:nvPr/>
        </p:nvSpPr>
        <p:spPr>
          <a:xfrm>
            <a:off x="255240" y="649080"/>
            <a:ext cx="11426400" cy="18111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Prompt injection</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Data leakage</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Model hallucination handling</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Guardrails</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4" name="PlaceHolder 1"/>
          <p:cNvSpPr>
            <a:spLocks noGrp="1"/>
          </p:cNvSpPr>
          <p:nvPr>
            <p:ph/>
          </p:nvPr>
        </p:nvSpPr>
        <p:spPr>
          <a:xfrm>
            <a:off x="255240" y="343800"/>
            <a:ext cx="11629080" cy="3027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1600" spc="-1" strike="noStrike">
                <a:solidFill>
                  <a:schemeClr val="lt1"/>
                </a:solidFill>
                <a:latin typeface="Arial Black"/>
              </a:rPr>
              <a:t>7. </a:t>
            </a:r>
            <a:r>
              <a:rPr b="1" lang="en-US" sz="1600" spc="-1" strike="noStrike">
                <a:solidFill>
                  <a:schemeClr val="lt1"/>
                </a:solidFill>
                <a:latin typeface="Arial Black"/>
              </a:rPr>
              <a:t>Final hands-on project (choose one)</a:t>
            </a:r>
            <a:endParaRPr b="0" lang="en-US" sz="1600" spc="-1" strike="noStrike">
              <a:solidFill>
                <a:srgbClr val="ffffff"/>
              </a:solidFill>
              <a:latin typeface="Arial"/>
            </a:endParaRPr>
          </a:p>
        </p:txBody>
      </p:sp>
      <p:sp>
        <p:nvSpPr>
          <p:cNvPr id="1295" name="Text 18"/>
          <p:cNvSpPr/>
          <p:nvPr/>
        </p:nvSpPr>
        <p:spPr>
          <a:xfrm>
            <a:off x="255240" y="649080"/>
            <a:ext cx="11426400" cy="199584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AI code assistant clone</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PDF Q&amp;A system (RAG)</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Support chatbot for a product</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343080" indent="-343080" defTabSz="914400">
              <a:lnSpc>
                <a:spcPct val="100000"/>
              </a:lnSpc>
              <a:buClr>
                <a:srgbClr val="38bdf8"/>
              </a:buClr>
              <a:buFont typeface="Open Sans"/>
              <a:buAutoNum type="arabicPeriod"/>
              <a:tabLst>
                <a:tab algn="l" pos="0"/>
              </a:tabLst>
            </a:pPr>
            <a:r>
              <a:rPr b="0" lang="en-US" sz="1400" spc="-1" strike="noStrike">
                <a:solidFill>
                  <a:srgbClr val="ffffff"/>
                </a:solidFill>
                <a:latin typeface="Arial"/>
              </a:rPr>
              <a:t>Log analyzer using LLM</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96" name="PlaceHolder 1"/>
          <p:cNvSpPr>
            <a:spLocks noGrp="1"/>
          </p:cNvSpPr>
          <p:nvPr>
            <p:ph/>
          </p:nvPr>
        </p:nvSpPr>
        <p:spPr>
          <a:xfrm>
            <a:off x="255240" y="343800"/>
            <a:ext cx="11629080" cy="302760"/>
          </a:xfrm>
          <a:prstGeom prst="rect">
            <a:avLst/>
          </a:prstGeom>
          <a:noFill/>
          <a:ln w="0">
            <a:noFill/>
          </a:ln>
        </p:spPr>
        <p:txBody>
          <a:bodyPr lIns="91440" rIns="91440" tIns="45720" bIns="45720" anchor="t">
            <a:normAutofit/>
          </a:bodyPr>
          <a:p>
            <a:pPr marL="228600" indent="0" defTabSz="914400">
              <a:lnSpc>
                <a:spcPct val="90000"/>
              </a:lnSpc>
              <a:spcBef>
                <a:spcPts val="1001"/>
              </a:spcBef>
              <a:buNone/>
              <a:tabLst>
                <a:tab algn="l" pos="0"/>
              </a:tabLst>
            </a:pPr>
            <a:r>
              <a:rPr b="1" lang="tr-TR" sz="1600" spc="-1" strike="noStrike">
                <a:solidFill>
                  <a:schemeClr val="lt1"/>
                </a:solidFill>
                <a:latin typeface="Arial Black"/>
              </a:rPr>
              <a:t>Building AI Systems + Production + Real Use Cases </a:t>
            </a:r>
            <a:endParaRPr b="0" lang="en-US" sz="1600" spc="-1" strike="noStrike">
              <a:solidFill>
                <a:srgbClr val="ffffff"/>
              </a:solidFill>
              <a:latin typeface="Arial"/>
            </a:endParaRPr>
          </a:p>
        </p:txBody>
      </p:sp>
      <p:sp>
        <p:nvSpPr>
          <p:cNvPr id="1297" name="Text 18"/>
          <p:cNvSpPr/>
          <p:nvPr/>
        </p:nvSpPr>
        <p:spPr>
          <a:xfrm>
            <a:off x="457200" y="831600"/>
            <a:ext cx="11426400" cy="5481360"/>
          </a:xfrm>
          <a:prstGeom prst="rect">
            <a:avLst/>
          </a:prstGeom>
          <a:noFill/>
          <a:ln w="0">
            <a:noFill/>
          </a:ln>
        </p:spPr>
        <p:style>
          <a:lnRef idx="0"/>
          <a:fillRef idx="0"/>
          <a:effectRef idx="0"/>
          <a:fontRef idx="minor"/>
        </p:style>
        <p:txBody>
          <a:bodyPr lIns="0" rIns="0" tIns="0" bIns="0" anchor="ctr">
            <a:noAutofit/>
          </a:bodyPr>
          <a:p>
            <a:pPr defTabSz="914400">
              <a:lnSpc>
                <a:spcPct val="100000"/>
              </a:lnSpc>
              <a:tabLst>
                <a:tab algn="l" pos="0"/>
              </a:tabLst>
            </a:pP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Outcome: They can design and prototype real AI-powered systems.</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Optional Advanced Topics (if time allows or for Q&amp;A)</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Open-source models (Llama, Mistral)</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Multimodal models (text + image)</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Teaching Strategy Tip (important)</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Since your audience is experienced engineers:</a:t>
            </a:r>
            <a:endParaRPr b="0" lang="en-US" sz="1400" spc="-1" strike="noStrike">
              <a:solidFill>
                <a:srgbClr val="ffffff"/>
              </a:solidFill>
              <a:latin typeface="Arial"/>
            </a:endParaRPr>
          </a:p>
          <a:p>
            <a:pPr defTabSz="914400">
              <a:lnSpc>
                <a:spcPct val="100000"/>
              </a:lnSpc>
              <a:tabLst>
                <a:tab algn="l" pos="0"/>
              </a:tabLst>
            </a:pP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Avoid long lectures &gt; 20–25 min</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Use “architecture-first explanation”</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Always show:</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diagram → API flow → code snippet → real use case</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Emphasize:</a:t>
            </a:r>
            <a:endParaRPr b="0" lang="en-US" sz="1400" spc="-1" strike="noStrike">
              <a:solidFill>
                <a:srgbClr val="ffffff"/>
              </a:solidFill>
              <a:latin typeface="Arial"/>
            </a:endParaRPr>
          </a:p>
          <a:p>
            <a:pPr marL="216000" indent="-216000" defTabSz="914400">
              <a:lnSpc>
                <a:spcPct val="100000"/>
              </a:lnSpc>
              <a:buClr>
                <a:srgbClr val="38bdf8"/>
              </a:buClr>
              <a:buFont typeface="Wingdings" charset="2"/>
              <a:buChar char=""/>
              <a:tabLst>
                <a:tab algn="l" pos="0"/>
              </a:tabLst>
            </a:pPr>
            <a:r>
              <a:rPr b="0" lang="en-US" sz="1400" spc="-1" strike="noStrike">
                <a:solidFill>
                  <a:srgbClr val="ffffff"/>
                </a:solidFill>
                <a:latin typeface="Arial"/>
              </a:rPr>
              <a:t>      “</a:t>
            </a:r>
            <a:r>
              <a:rPr b="0" lang="en-US" sz="1400" spc="-1" strike="noStrike">
                <a:solidFill>
                  <a:srgbClr val="ffffff"/>
                </a:solidFill>
                <a:latin typeface="Arial"/>
              </a:rPr>
              <a:t>How would you build this in production?”</a:t>
            </a:r>
            <a:endParaRPr b="0" lang="en-US" sz="14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8.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9.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0.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1.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2.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3.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4.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5.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6.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7.xml><?xml version="1.0" encoding="utf-8"?>
<a:theme xmlns:a="http://schemas.openxmlformats.org/drawingml/2006/main" xmlns:r="http://schemas.openxmlformats.org/officeDocument/2006/relationships" name="Office Theme">
  <a:themeElements>
    <a:clrScheme name="00 Neomorph Dark">
      <a:dk1>
        <a:srgbClr val="10141a"/>
      </a:dk1>
      <a:lt1>
        <a:srgbClr val="ffffff"/>
      </a:lt1>
      <a:dk2>
        <a:srgbClr val="334257"/>
      </a:dk2>
      <a:lt2>
        <a:srgbClr val="242e3d"/>
      </a:lt2>
      <a:accent1>
        <a:srgbClr val="6e84a6"/>
      </a:accent1>
      <a:accent2>
        <a:srgbClr val="46b9d6"/>
      </a:accent2>
      <a:accent3>
        <a:srgbClr val="1f67db"/>
      </a:accent3>
      <a:accent4>
        <a:srgbClr val="685de3"/>
      </a:accent4>
      <a:accent5>
        <a:srgbClr val="84daec"/>
      </a:accent5>
      <a:accent6>
        <a:srgbClr val="685de3"/>
      </a:accent6>
      <a:hlink>
        <a:srgbClr val="f33b48"/>
      </a:hlink>
      <a:folHlink>
        <a:srgbClr val="ffc000"/>
      </a:folHlink>
    </a:clrScheme>
    <a:fontScheme name="Custom 1">
      <a:majorFont>
        <a:latin typeface="Open Sans" pitchFamily="0" charset="1"/>
        <a:ea typeface=""/>
        <a:cs typeface=""/>
      </a:majorFont>
      <a:minorFont>
        <a:latin typeface="Open Sans"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8.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HVL- TEMPLATE FOR PRODUCTS AND SOLUTIONS_VERSION  3.2</Template>
  <TotalTime>4952</TotalTime>
  <Application>LibreOffice/24.2.7.2$Linux_X86_64 LibreOffice_project/420$Build-2</Application>
  <AppVersion>15.0000</AppVersion>
  <Words>401</Words>
  <Paragraphs>108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2025-11-24T12:26:39Z</dcterms:created>
  <dc:creator>Mehmet PEKMEZCİ</dc:creator>
  <dc:description/>
  <dc:language>en-US</dc:language>
  <cp:lastModifiedBy/>
  <dcterms:modified xsi:type="dcterms:W3CDTF">2026-07-14T15:11:48Z</dcterms:modified>
  <cp:revision>111</cp:revision>
  <dc:subject/>
  <dc:title>PowerPoint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0x010100800CEB18A79B964CA054DFDEE64EDA10</vt:lpwstr>
  </property>
  <property fmtid="{D5CDD505-2E9C-101B-9397-08002B2CF9AE}" pid="3" name="Notes">
    <vt:i4>4</vt:i4>
  </property>
  <property fmtid="{D5CDD505-2E9C-101B-9397-08002B2CF9AE}" pid="4" name="PresentationFormat">
    <vt:lpwstr>Geniş ekran</vt:lpwstr>
  </property>
  <property fmtid="{D5CDD505-2E9C-101B-9397-08002B2CF9AE}" pid="5" name="Slides">
    <vt:i4>13</vt:i4>
  </property>
  <property fmtid="{D5CDD505-2E9C-101B-9397-08002B2CF9AE}" pid="6" name="VeriketAuthor">
    <vt:lpwstr>3ZXl6zLEMop/T4ZOd8aL6mXiYVv8uu7BpPRD/QTH98Q=</vt:lpwstr>
  </property>
  <property fmtid="{D5CDD505-2E9C-101B-9397-08002B2CF9AE}" pid="7" name="VeriketClassification">
    <vt:lpwstr>A5BC3CFD-4D51-461E-B5F0-D84C6FA67A36</vt:lpwstr>
  </property>
</Properties>
</file>