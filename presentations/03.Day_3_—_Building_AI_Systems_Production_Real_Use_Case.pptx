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charts/chart1.xml" ContentType="application/vnd.openxmlformats-officedocument.drawingml.chart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slideLayouts/slideLayout33.xml" ContentType="application/vnd.openxmlformats-officedocument.presentationml.slideLayout+xml"/>
  <Override PartName="/ppt/theme/theme33.xml" ContentType="application/vnd.openxmlformats-officedocument.theme+xml"/>
  <Override PartName="/ppt/slideLayouts/slideLayout34.xml" ContentType="application/vnd.openxmlformats-officedocument.presentationml.slideLayout+xml"/>
  <Override PartName="/ppt/theme/theme34.xml" ContentType="application/vnd.openxmlformats-officedocument.theme+xml"/>
  <Override PartName="/ppt/theme/theme3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</p:sldMasterIdLst>
  <p:notesMasterIdLst>
    <p:notesMasterId r:id="rId48"/>
  </p:notesMasterIdLst>
  <p:sldIdLst>
    <p:sldId id="256" r:id="rId35"/>
    <p:sldId id="257" r:id="rId36"/>
    <p:sldId id="261" r:id="rId37"/>
    <p:sldId id="262" r:id="rId38"/>
    <p:sldId id="270" r:id="rId39"/>
    <p:sldId id="263" r:id="rId40"/>
    <p:sldId id="264" r:id="rId41"/>
    <p:sldId id="271" r:id="rId42"/>
    <p:sldId id="272" r:id="rId43"/>
    <p:sldId id="265" r:id="rId44"/>
    <p:sldId id="266" r:id="rId45"/>
    <p:sldId id="267" r:id="rId46"/>
    <p:sldId id="259" r:id="rId47"/>
  </p:sldIdLst>
  <p:sldSz cx="12192000" cy="6858000"/>
  <p:notesSz cx="7559675" cy="1069181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18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5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" Target="slides/slide8.xml"/><Relationship Id="rId47" Type="http://schemas.openxmlformats.org/officeDocument/2006/relationships/slide" Target="slides/slide13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3.xml"/><Relationship Id="rId40" Type="http://schemas.openxmlformats.org/officeDocument/2006/relationships/slide" Target="slides/slide6.xml"/><Relationship Id="rId45" Type="http://schemas.openxmlformats.org/officeDocument/2006/relationships/slide" Target="slides/slide1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2.xml"/><Relationship Id="rId49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1.xml"/><Relationship Id="rId43" Type="http://schemas.openxmlformats.org/officeDocument/2006/relationships/slide" Target="slides/slide9.xml"/><Relationship Id="rId48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" Target="slides/slide4.xml"/><Relationship Id="rId46" Type="http://schemas.openxmlformats.org/officeDocument/2006/relationships/slide" Target="slides/slide12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16131303829695"/>
          <c:y val="4.8287671232876701E-2"/>
          <c:w val="0.59059639239477801"/>
          <c:h val="0.93253424657534301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dPt>
            <c:idx val="0"/>
            <c:bubble3D val="0"/>
            <c:spPr>
              <a:gradFill>
                <a:gsLst>
                  <a:gs pos="87000">
                    <a:srgbClr val="FF0000"/>
                  </a:gs>
                  <a:gs pos="100000">
                    <a:srgbClr val="B2244C"/>
                  </a:gs>
                </a:gsLst>
                <a:lin ang="10800000"/>
              </a:gradFill>
              <a:ln w="19080">
                <a:noFill/>
              </a:ln>
            </c:spPr>
            <c:extLst>
              <c:ext xmlns:c16="http://schemas.microsoft.com/office/drawing/2014/chart" uri="{C3380CC4-5D6E-409C-BE32-E72D297353CC}">
                <c16:uniqueId val="{00000001-3E3C-4281-B144-BBF17D1A1500}"/>
              </c:ext>
            </c:extLst>
          </c:dPt>
          <c:dPt>
            <c:idx val="1"/>
            <c:bubble3D val="0"/>
            <c:spPr>
              <a:solidFill>
                <a:srgbClr val="242E3D"/>
              </a:solidFill>
              <a:ln w="19080">
                <a:noFill/>
              </a:ln>
            </c:spPr>
            <c:extLst>
              <c:ext xmlns:c16="http://schemas.microsoft.com/office/drawing/2014/chart" uri="{C3380CC4-5D6E-409C-BE32-E72D297353CC}">
                <c16:uniqueId val="{00000003-3E3C-4281-B144-BBF17D1A1500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10141A"/>
                      </a:solidFill>
                      <a:latin typeface="Open San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3E3C-4281-B144-BBF17D1A1500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10141A"/>
                      </a:solidFill>
                      <a:latin typeface="Open San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3E3C-4281-B144-BBF17D1A150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10141A"/>
                    </a:solidFill>
                    <a:latin typeface="Open Sans"/>
                  </a:defRPr>
                </a:pPr>
                <a:endParaRPr lang="tr-T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3C-4281-B144-BBF17D1A15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dPt>
            <c:idx val="0"/>
            <c:bubble3D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  <c:extLst>
              <c:ext xmlns:c16="http://schemas.microsoft.com/office/drawing/2014/chart" uri="{C3380CC4-5D6E-409C-BE32-E72D297353CC}">
                <c16:uniqueId val="{00000001-0DC0-427D-BA6C-7046CB6496FD}"/>
              </c:ext>
            </c:extLst>
          </c:dPt>
          <c:dPt>
            <c:idx val="1"/>
            <c:bubble3D val="0"/>
            <c:spPr>
              <a:solidFill>
                <a:srgbClr val="344156"/>
              </a:solidFill>
              <a:ln w="19080">
                <a:noFill/>
              </a:ln>
            </c:spPr>
            <c:extLst>
              <c:ext xmlns:c16="http://schemas.microsoft.com/office/drawing/2014/chart" uri="{C3380CC4-5D6E-409C-BE32-E72D297353CC}">
                <c16:uniqueId val="{00000003-0DC0-427D-BA6C-7046CB6496FD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10141A"/>
                      </a:solidFill>
                      <a:latin typeface="Open San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0DC0-427D-BA6C-7046CB6496FD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10141A"/>
                      </a:solidFill>
                      <a:latin typeface="Open San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0DC0-427D-BA6C-7046CB6496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10141A"/>
                    </a:solidFill>
                    <a:latin typeface="Open Sans"/>
                  </a:defRPr>
                </a:pPr>
                <a:endParaRPr lang="tr-T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C0-427D-BA6C-7046CB6496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dPt>
            <c:idx val="0"/>
            <c:bubble3D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  <c:extLst>
              <c:ext xmlns:c16="http://schemas.microsoft.com/office/drawing/2014/chart" uri="{C3380CC4-5D6E-409C-BE32-E72D297353CC}">
                <c16:uniqueId val="{00000001-F9B9-4557-8182-9BA348B8EAB0}"/>
              </c:ext>
            </c:extLst>
          </c:dPt>
          <c:dPt>
            <c:idx val="1"/>
            <c:bubble3D val="0"/>
            <c:spPr>
              <a:solidFill>
                <a:srgbClr val="344156"/>
              </a:solidFill>
              <a:ln w="19080">
                <a:noFill/>
              </a:ln>
            </c:spPr>
            <c:extLst>
              <c:ext xmlns:c16="http://schemas.microsoft.com/office/drawing/2014/chart" uri="{C3380CC4-5D6E-409C-BE32-E72D297353CC}">
                <c16:uniqueId val="{00000003-F9B9-4557-8182-9BA348B8EAB0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10141A"/>
                      </a:solidFill>
                      <a:latin typeface="Open San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F9B9-4557-8182-9BA348B8EAB0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10141A"/>
                      </a:solidFill>
                      <a:latin typeface="Open San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F9B9-4557-8182-9BA348B8EA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10141A"/>
                    </a:solidFill>
                    <a:latin typeface="Open Sans"/>
                  </a:defRPr>
                </a:pPr>
                <a:endParaRPr lang="tr-T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B9-4557-8182-9BA348B8E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dPt>
            <c:idx val="0"/>
            <c:bubble3D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  <c:extLst>
              <c:ext xmlns:c16="http://schemas.microsoft.com/office/drawing/2014/chart" uri="{C3380CC4-5D6E-409C-BE32-E72D297353CC}">
                <c16:uniqueId val="{00000001-02FC-4277-B165-380EB8E289A5}"/>
              </c:ext>
            </c:extLst>
          </c:dPt>
          <c:dPt>
            <c:idx val="1"/>
            <c:bubble3D val="0"/>
            <c:spPr>
              <a:solidFill>
                <a:srgbClr val="344156"/>
              </a:solidFill>
              <a:ln w="19080">
                <a:noFill/>
              </a:ln>
            </c:spPr>
            <c:extLst>
              <c:ext xmlns:c16="http://schemas.microsoft.com/office/drawing/2014/chart" uri="{C3380CC4-5D6E-409C-BE32-E72D297353CC}">
                <c16:uniqueId val="{00000003-02FC-4277-B165-380EB8E289A5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10141A"/>
                      </a:solidFill>
                      <a:latin typeface="Open San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02FC-4277-B165-380EB8E289A5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10141A"/>
                      </a:solidFill>
                      <a:latin typeface="Open San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02FC-4277-B165-380EB8E289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10141A"/>
                    </a:solidFill>
                    <a:latin typeface="Open Sans"/>
                  </a:defRPr>
                </a:pPr>
                <a:endParaRPr lang="tr-T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FC-4277-B165-380EB8E289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00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00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00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0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6C9AA10-5EED-4355-8ACE-09021CE7DF5B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çılış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+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+Fotoğraf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toğraf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+Fotoğraf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Yazı+Fotoğraf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apanış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rka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+Fotoğraf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pe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toğraf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+Fotoğraf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+Fotoğraf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apanış I Arz Eder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toğraf+Yazı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toğraf+Yazı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azı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+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çılış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apanış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fi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fik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fik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rka Pla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.png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EB47F188-4D7E-4676-A874-679411D0AAFD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Grey_unpressed"/>
          <p:cNvSpPr/>
          <p:nvPr/>
        </p:nvSpPr>
        <p:spPr>
          <a:xfrm>
            <a:off x="2833920" y="2727720"/>
            <a:ext cx="6470280" cy="1518120"/>
          </a:xfrm>
          <a:custGeom>
            <a:avLst/>
            <a:gdLst>
              <a:gd name="textAreaLeft" fmla="*/ 0 w 6470280"/>
              <a:gd name="textAreaRight" fmla="*/ 6474600 w 6470280"/>
              <a:gd name="textAreaTop" fmla="*/ 0 h 1518120"/>
              <a:gd name="textAreaBottom" fmla="*/ 1522440 h 1518120"/>
            </a:gdLst>
            <a:ahLst/>
            <a:cxn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" name="TextBox 4"/>
          <p:cNvSpPr/>
          <p:nvPr/>
        </p:nvSpPr>
        <p:spPr>
          <a:xfrm>
            <a:off x="7392960" y="6313680"/>
            <a:ext cx="570672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000" b="0" strike="noStrike" spc="-1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000" b="0" strike="noStrike" spc="-1">
                <a:solidFill>
                  <a:srgbClr val="FFFFFF"/>
                </a:solidFill>
                <a:latin typeface="Arial"/>
                <a:ea typeface="SF Pro Display"/>
              </a:rPr>
              <a:t> belgenin tamamını veya bir kısmını bir başkasına kopyalamak ve vermek yasaktır.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Freeform 6"/>
          <p:cNvSpPr/>
          <p:nvPr/>
        </p:nvSpPr>
        <p:spPr>
          <a:xfrm>
            <a:off x="2435040" y="2589840"/>
            <a:ext cx="2435760" cy="2610720"/>
          </a:xfrm>
          <a:custGeom>
            <a:avLst/>
            <a:gdLst>
              <a:gd name="textAreaLeft" fmla="*/ 0 w 2435760"/>
              <a:gd name="textAreaRight" fmla="*/ 2440080 w 2435760"/>
              <a:gd name="textAreaTop" fmla="*/ 0 h 2610720"/>
              <a:gd name="textAreaBottom" fmla="*/ 2615040 h 2610720"/>
            </a:gdLst>
            <a:ahLst/>
            <a:cxn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5" name="Oval 7"/>
          <p:cNvSpPr/>
          <p:nvPr/>
        </p:nvSpPr>
        <p:spPr>
          <a:xfrm>
            <a:off x="3103920" y="3080520"/>
            <a:ext cx="982440" cy="9824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" name="Group 8"/>
          <p:cNvGrpSpPr/>
          <p:nvPr/>
        </p:nvGrpSpPr>
        <p:grpSpPr>
          <a:xfrm>
            <a:off x="4008600" y="3031920"/>
            <a:ext cx="4120560" cy="909720"/>
            <a:chOff x="4008600" y="3031920"/>
            <a:chExt cx="4120560" cy="909720"/>
          </a:xfrm>
        </p:grpSpPr>
        <p:pic>
          <p:nvPicPr>
            <p:cNvPr id="7" name="Picture 9"/>
            <p:cNvPicPr/>
            <p:nvPr/>
          </p:nvPicPr>
          <p:blipFill>
            <a:blip r:embed="rId3"/>
            <a:srcRect l="24312"/>
            <a:stretch/>
          </p:blipFill>
          <p:spPr>
            <a:xfrm>
              <a:off x="4994640" y="3031920"/>
              <a:ext cx="3134520" cy="861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" name="Picture 10"/>
            <p:cNvPicPr/>
            <p:nvPr/>
          </p:nvPicPr>
          <p:blipFill>
            <a:blip r:embed="rId3"/>
            <a:srcRect r="76760"/>
            <a:stretch/>
          </p:blipFill>
          <p:spPr>
            <a:xfrm>
              <a:off x="4008600" y="3080520"/>
              <a:ext cx="959400" cy="8611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" name="Rectangle 12"/>
          <p:cNvSpPr/>
          <p:nvPr/>
        </p:nvSpPr>
        <p:spPr>
          <a:xfrm>
            <a:off x="11271960" y="256320"/>
            <a:ext cx="679320" cy="49140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0" name="Group 19"/>
          <p:cNvGrpSpPr/>
          <p:nvPr/>
        </p:nvGrpSpPr>
        <p:grpSpPr>
          <a:xfrm>
            <a:off x="1717560" y="6498720"/>
            <a:ext cx="903600" cy="196920"/>
            <a:chOff x="1717560" y="6498720"/>
            <a:chExt cx="903600" cy="196920"/>
          </a:xfrm>
        </p:grpSpPr>
        <p:pic>
          <p:nvPicPr>
            <p:cNvPr id="11" name="Picture 20"/>
            <p:cNvPicPr/>
            <p:nvPr/>
          </p:nvPicPr>
          <p:blipFill>
            <a:blip r:embed="rId3"/>
            <a:srcRect l="24312"/>
            <a:stretch/>
          </p:blipFill>
          <p:spPr>
            <a:xfrm>
              <a:off x="1934640" y="6498720"/>
              <a:ext cx="686520" cy="186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" name="Picture 21"/>
            <p:cNvPicPr/>
            <p:nvPr/>
          </p:nvPicPr>
          <p:blipFill>
            <a:blip r:embed="rId3"/>
            <a:srcRect r="76760"/>
            <a:stretch/>
          </p:blipFill>
          <p:spPr>
            <a:xfrm>
              <a:off x="1717560" y="6509520"/>
              <a:ext cx="207720" cy="1861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3" name="Picture 22"/>
          <p:cNvPicPr/>
          <p:nvPr/>
        </p:nvPicPr>
        <p:blipFill>
          <a:blip r:embed="rId4"/>
          <a:stretch/>
        </p:blipFill>
        <p:spPr>
          <a:xfrm>
            <a:off x="169560" y="6469200"/>
            <a:ext cx="1331640" cy="255600"/>
          </a:xfrm>
          <a:prstGeom prst="rect">
            <a:avLst/>
          </a:prstGeom>
          <a:ln w="0">
            <a:noFill/>
          </a:ln>
        </p:spPr>
      </p:pic>
      <p:sp>
        <p:nvSpPr>
          <p:cNvPr id="14" name="TextBox 23"/>
          <p:cNvSpPr/>
          <p:nvPr/>
        </p:nvSpPr>
        <p:spPr>
          <a:xfrm>
            <a:off x="1585440" y="64987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24"/>
          <p:cNvSpPr/>
          <p:nvPr/>
        </p:nvSpPr>
        <p:spPr>
          <a:xfrm>
            <a:off x="1585440" y="645480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25"/>
          <p:cNvSpPr/>
          <p:nvPr/>
        </p:nvSpPr>
        <p:spPr>
          <a:xfrm>
            <a:off x="1585440" y="65095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63453E88-AB40-475C-A5A9-4083C6D36B20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Freeform 6"/>
          <p:cNvSpPr/>
          <p:nvPr/>
        </p:nvSpPr>
        <p:spPr>
          <a:xfrm>
            <a:off x="2395440" y="1946160"/>
            <a:ext cx="1349640" cy="3707280"/>
          </a:xfrm>
          <a:custGeom>
            <a:avLst/>
            <a:gdLst>
              <a:gd name="textAreaLeft" fmla="*/ 0 w 1349640"/>
              <a:gd name="textAreaRight" fmla="*/ 1353960 w 1349640"/>
              <a:gd name="textAreaTop" fmla="*/ 0 h 3707280"/>
              <a:gd name="textAreaBottom" fmla="*/ 3711600 h 3707280"/>
            </a:gdLst>
            <a:ahLst/>
            <a:cxnLst/>
            <a:rect l="textAreaLeft" t="textAreaTop" r="textAreaRight" b="textAreaBottom"/>
            <a:pathLst>
              <a:path w="356" h="974">
                <a:moveTo>
                  <a:pt x="174" y="972"/>
                </a:moveTo>
                <a:cubicBezTo>
                  <a:pt x="274" y="974"/>
                  <a:pt x="356" y="891"/>
                  <a:pt x="356" y="791"/>
                </a:cubicBezTo>
                <a:cubicBezTo>
                  <a:pt x="356" y="182"/>
                  <a:pt x="356" y="182"/>
                  <a:pt x="356" y="182"/>
                </a:cubicBezTo>
                <a:cubicBezTo>
                  <a:pt x="356" y="85"/>
                  <a:pt x="278" y="3"/>
                  <a:pt x="181" y="1"/>
                </a:cubicBezTo>
                <a:cubicBezTo>
                  <a:pt x="82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2" name="Freeform 7"/>
          <p:cNvSpPr/>
          <p:nvPr/>
        </p:nvSpPr>
        <p:spPr>
          <a:xfrm>
            <a:off x="4432320" y="1946160"/>
            <a:ext cx="1356840" cy="3707280"/>
          </a:xfrm>
          <a:custGeom>
            <a:avLst/>
            <a:gdLst>
              <a:gd name="textAreaLeft" fmla="*/ 0 w 1356840"/>
              <a:gd name="textAreaRight" fmla="*/ 1361160 w 1356840"/>
              <a:gd name="textAreaTop" fmla="*/ 0 h 3707280"/>
              <a:gd name="textAreaBottom" fmla="*/ 3711600 h 3707280"/>
            </a:gdLst>
            <a:ahLst/>
            <a:cxn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3" name="Freeform 8"/>
          <p:cNvSpPr/>
          <p:nvPr/>
        </p:nvSpPr>
        <p:spPr>
          <a:xfrm>
            <a:off x="8443800" y="1946160"/>
            <a:ext cx="1348200" cy="3707280"/>
          </a:xfrm>
          <a:custGeom>
            <a:avLst/>
            <a:gdLst>
              <a:gd name="textAreaLeft" fmla="*/ 0 w 1348200"/>
              <a:gd name="textAreaRight" fmla="*/ 1352520 w 1348200"/>
              <a:gd name="textAreaTop" fmla="*/ 0 h 3707280"/>
              <a:gd name="textAreaBottom" fmla="*/ 3711600 h 3707280"/>
            </a:gdLst>
            <a:ahLst/>
            <a:cxn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4" name="Freeform 9"/>
          <p:cNvSpPr/>
          <p:nvPr/>
        </p:nvSpPr>
        <p:spPr>
          <a:xfrm>
            <a:off x="6396840" y="1946160"/>
            <a:ext cx="1358280" cy="3707280"/>
          </a:xfrm>
          <a:custGeom>
            <a:avLst/>
            <a:gdLst>
              <a:gd name="textAreaLeft" fmla="*/ 0 w 1358280"/>
              <a:gd name="textAreaRight" fmla="*/ 1362600 w 1358280"/>
              <a:gd name="textAreaTop" fmla="*/ 0 h 3707280"/>
              <a:gd name="textAreaBottom" fmla="*/ 3711600 h 3707280"/>
            </a:gdLst>
            <a:ahLst/>
            <a:cxn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" name="Rectangle 18"/>
          <p:cNvSpPr/>
          <p:nvPr/>
        </p:nvSpPr>
        <p:spPr>
          <a:xfrm rot="16200000">
            <a:off x="2796480" y="322668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900" b="1" strike="noStrike" spc="-1">
                <a:solidFill>
                  <a:schemeClr val="dk2"/>
                </a:solidFill>
                <a:latin typeface="Montserrat"/>
              </a:rPr>
              <a:t>TEXT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19"/>
          <p:cNvSpPr/>
          <p:nvPr/>
        </p:nvSpPr>
        <p:spPr>
          <a:xfrm rot="16200000">
            <a:off x="4832280" y="424944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900" b="1" strike="noStrike" spc="-1">
                <a:solidFill>
                  <a:schemeClr val="dk2"/>
                </a:solidFill>
                <a:latin typeface="Montserrat"/>
              </a:rPr>
              <a:t>TEXT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20"/>
          <p:cNvSpPr/>
          <p:nvPr/>
        </p:nvSpPr>
        <p:spPr>
          <a:xfrm rot="16200000">
            <a:off x="6807240" y="325044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900" b="1" strike="noStrike" spc="-1">
                <a:solidFill>
                  <a:schemeClr val="dk2"/>
                </a:solidFill>
                <a:latin typeface="Montserrat"/>
              </a:rPr>
              <a:t>TEXT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ectangle 21"/>
          <p:cNvSpPr/>
          <p:nvPr/>
        </p:nvSpPr>
        <p:spPr>
          <a:xfrm rot="16200000">
            <a:off x="8845560" y="419580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900" b="1" strike="noStrike" spc="-1">
                <a:solidFill>
                  <a:schemeClr val="dk2"/>
                </a:solidFill>
                <a:latin typeface="Montserrat"/>
              </a:rPr>
              <a:t>TEXT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Oval 17"/>
          <p:cNvSpPr/>
          <p:nvPr/>
        </p:nvSpPr>
        <p:spPr>
          <a:xfrm>
            <a:off x="2508840" y="2128320"/>
            <a:ext cx="1100520" cy="110052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0" name="Oval 18"/>
          <p:cNvSpPr/>
          <p:nvPr/>
        </p:nvSpPr>
        <p:spPr>
          <a:xfrm>
            <a:off x="4572000" y="4398840"/>
            <a:ext cx="1100520" cy="110052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1" name="Oval 19"/>
          <p:cNvSpPr/>
          <p:nvPr/>
        </p:nvSpPr>
        <p:spPr>
          <a:xfrm>
            <a:off x="8562240" y="4398840"/>
            <a:ext cx="1100520" cy="110052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2" name="Oval 20"/>
          <p:cNvSpPr/>
          <p:nvPr/>
        </p:nvSpPr>
        <p:spPr>
          <a:xfrm>
            <a:off x="6514920" y="2128320"/>
            <a:ext cx="1100520" cy="110052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3" name="object 384"/>
          <p:cNvSpPr/>
          <p:nvPr/>
        </p:nvSpPr>
        <p:spPr>
          <a:xfrm flipV="1">
            <a:off x="356760" y="671400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object 4"/>
          <p:cNvSpPr/>
          <p:nvPr/>
        </p:nvSpPr>
        <p:spPr>
          <a:xfrm>
            <a:off x="10477800" y="663120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object 384"/>
          <p:cNvSpPr/>
          <p:nvPr/>
        </p:nvSpPr>
        <p:spPr>
          <a:xfrm rot="10800000" flipV="1">
            <a:off x="6100560" y="671832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object 386"/>
          <p:cNvSpPr/>
          <p:nvPr/>
        </p:nvSpPr>
        <p:spPr>
          <a:xfrm>
            <a:off x="5927400" y="651744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Freeform 29"/>
          <p:cNvSpPr/>
          <p:nvPr/>
        </p:nvSpPr>
        <p:spPr>
          <a:xfrm rot="370200">
            <a:off x="-1741680" y="-106992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38" name="Group 25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39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0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1" name="Rectangle 30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74594BAB-25D4-45C7-8439-28D9DCDD8D11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" name="Group 4"/>
          <p:cNvGrpSpPr/>
          <p:nvPr/>
        </p:nvGrpSpPr>
        <p:grpSpPr>
          <a:xfrm>
            <a:off x="877320" y="2252880"/>
            <a:ext cx="56160" cy="3385080"/>
            <a:chOff x="877320" y="2252880"/>
            <a:chExt cx="56160" cy="3385080"/>
          </a:xfrm>
        </p:grpSpPr>
        <p:sp>
          <p:nvSpPr>
            <p:cNvPr id="45" name="Freeform 6"/>
            <p:cNvSpPr/>
            <p:nvPr/>
          </p:nvSpPr>
          <p:spPr>
            <a:xfrm>
              <a:off x="877320" y="225756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14480" dist="87479" dir="311665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800" b="0" strike="noStrike" spc="-1">
                  <a:solidFill>
                    <a:schemeClr val="lt1"/>
                  </a:solidFill>
                  <a:latin typeface="Open Sans"/>
                </a:rPr>
                <a:t> </a:t>
              </a: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Freeform 6"/>
            <p:cNvSpPr/>
            <p:nvPr/>
          </p:nvSpPr>
          <p:spPr>
            <a:xfrm>
              <a:off x="877320" y="225288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" name="Group 8"/>
          <p:cNvGrpSpPr/>
          <p:nvPr/>
        </p:nvGrpSpPr>
        <p:grpSpPr>
          <a:xfrm>
            <a:off x="3442320" y="2233800"/>
            <a:ext cx="56160" cy="3385440"/>
            <a:chOff x="3442320" y="2233800"/>
            <a:chExt cx="56160" cy="3385440"/>
          </a:xfrm>
        </p:grpSpPr>
        <p:sp>
          <p:nvSpPr>
            <p:cNvPr id="48" name="Freeform 6"/>
            <p:cNvSpPr/>
            <p:nvPr/>
          </p:nvSpPr>
          <p:spPr>
            <a:xfrm>
              <a:off x="3442320" y="223884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14480" dist="87479" dir="311665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800" b="0" strike="noStrike" spc="-1">
                  <a:solidFill>
                    <a:schemeClr val="lt1"/>
                  </a:solidFill>
                  <a:latin typeface="Open Sans"/>
                </a:rPr>
                <a:t> </a:t>
              </a: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" name="Freeform 6"/>
            <p:cNvSpPr/>
            <p:nvPr/>
          </p:nvSpPr>
          <p:spPr>
            <a:xfrm>
              <a:off x="3442320" y="223380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0" name="Group 11"/>
          <p:cNvGrpSpPr/>
          <p:nvPr/>
        </p:nvGrpSpPr>
        <p:grpSpPr>
          <a:xfrm>
            <a:off x="6006960" y="2252880"/>
            <a:ext cx="56160" cy="3385080"/>
            <a:chOff x="6006960" y="2252880"/>
            <a:chExt cx="56160" cy="3385080"/>
          </a:xfrm>
        </p:grpSpPr>
        <p:sp>
          <p:nvSpPr>
            <p:cNvPr id="51" name="Freeform 6"/>
            <p:cNvSpPr/>
            <p:nvPr/>
          </p:nvSpPr>
          <p:spPr>
            <a:xfrm>
              <a:off x="6006960" y="225756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14480" dist="87479" dir="311665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800" b="0" strike="noStrike" spc="-1">
                  <a:solidFill>
                    <a:schemeClr val="lt1"/>
                  </a:solidFill>
                  <a:latin typeface="Open Sans"/>
                </a:rPr>
                <a:t> </a:t>
              </a: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Freeform 6"/>
            <p:cNvSpPr/>
            <p:nvPr/>
          </p:nvSpPr>
          <p:spPr>
            <a:xfrm>
              <a:off x="6006960" y="225288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3" name="Group 14"/>
          <p:cNvGrpSpPr/>
          <p:nvPr/>
        </p:nvGrpSpPr>
        <p:grpSpPr>
          <a:xfrm>
            <a:off x="8574480" y="2233800"/>
            <a:ext cx="56160" cy="3385440"/>
            <a:chOff x="8574480" y="2233800"/>
            <a:chExt cx="56160" cy="3385440"/>
          </a:xfrm>
        </p:grpSpPr>
        <p:sp>
          <p:nvSpPr>
            <p:cNvPr id="54" name="Freeform 6"/>
            <p:cNvSpPr/>
            <p:nvPr/>
          </p:nvSpPr>
          <p:spPr>
            <a:xfrm>
              <a:off x="8574480" y="223884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14480" dist="87479" dir="311665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800" b="0" strike="noStrike" spc="-1">
                  <a:solidFill>
                    <a:schemeClr val="lt1"/>
                  </a:solidFill>
                  <a:latin typeface="Open Sans"/>
                </a:rPr>
                <a:t> </a:t>
              </a: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Freeform 6"/>
            <p:cNvSpPr/>
            <p:nvPr/>
          </p:nvSpPr>
          <p:spPr>
            <a:xfrm>
              <a:off x="8574480" y="223380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" name="Group 17"/>
          <p:cNvGrpSpPr/>
          <p:nvPr/>
        </p:nvGrpSpPr>
        <p:grpSpPr>
          <a:xfrm>
            <a:off x="11136960" y="2252880"/>
            <a:ext cx="56160" cy="3385080"/>
            <a:chOff x="11136960" y="2252880"/>
            <a:chExt cx="56160" cy="3385080"/>
          </a:xfrm>
        </p:grpSpPr>
        <p:sp>
          <p:nvSpPr>
            <p:cNvPr id="57" name="Freeform 6"/>
            <p:cNvSpPr/>
            <p:nvPr/>
          </p:nvSpPr>
          <p:spPr>
            <a:xfrm>
              <a:off x="11136960" y="225756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14480" dist="87479" dir="311665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800" b="0" strike="noStrike" spc="-1">
                  <a:solidFill>
                    <a:schemeClr val="lt1"/>
                  </a:solidFill>
                  <a:latin typeface="Open Sans"/>
                </a:rPr>
                <a:t> </a:t>
              </a: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" name="Freeform 6"/>
            <p:cNvSpPr/>
            <p:nvPr/>
          </p:nvSpPr>
          <p:spPr>
            <a:xfrm>
              <a:off x="11136960" y="2252880"/>
              <a:ext cx="56160" cy="3380400"/>
            </a:xfrm>
            <a:custGeom>
              <a:avLst/>
              <a:gdLst>
                <a:gd name="textAreaLeft" fmla="*/ 0 w 56160"/>
                <a:gd name="textAreaRight" fmla="*/ 60480 w 56160"/>
                <a:gd name="textAreaTop" fmla="*/ 0 h 3380400"/>
                <a:gd name="textAreaBottom" fmla="*/ 3384720 h 3380400"/>
              </a:gdLst>
              <a:ahLst/>
              <a:cxn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9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Freeform 32"/>
          <p:cNvSpPr/>
          <p:nvPr/>
        </p:nvSpPr>
        <p:spPr>
          <a:xfrm>
            <a:off x="-1892160" y="-108900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4" name="Group 24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65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7" name="Rectangle 33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CE30FC0A-02D9-42D4-AEEF-3E2DB6225866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0" name="Group 7"/>
          <p:cNvGrpSpPr/>
          <p:nvPr/>
        </p:nvGrpSpPr>
        <p:grpSpPr>
          <a:xfrm>
            <a:off x="6215040" y="801720"/>
            <a:ext cx="4688280" cy="5332680"/>
            <a:chOff x="6215040" y="801720"/>
            <a:chExt cx="4688280" cy="5332680"/>
          </a:xfrm>
        </p:grpSpPr>
        <p:sp>
          <p:nvSpPr>
            <p:cNvPr id="71" name="Freeform 8"/>
            <p:cNvSpPr/>
            <p:nvPr/>
          </p:nvSpPr>
          <p:spPr>
            <a:xfrm>
              <a:off x="6215040" y="801720"/>
              <a:ext cx="4688280" cy="5332680"/>
            </a:xfrm>
            <a:custGeom>
              <a:avLst/>
              <a:gdLst>
                <a:gd name="textAreaLeft" fmla="*/ 0 w 4688280"/>
                <a:gd name="textAreaRight" fmla="*/ 4692600 w 4688280"/>
                <a:gd name="textAreaTop" fmla="*/ 0 h 5332680"/>
                <a:gd name="textAreaBottom" fmla="*/ 5337000 h 5332680"/>
              </a:gdLst>
              <a:ahLst/>
              <a:cxn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" name="Freeform 6"/>
            <p:cNvSpPr/>
            <p:nvPr/>
          </p:nvSpPr>
          <p:spPr>
            <a:xfrm>
              <a:off x="6215040" y="801720"/>
              <a:ext cx="4688280" cy="5332680"/>
            </a:xfrm>
            <a:custGeom>
              <a:avLst/>
              <a:gdLst>
                <a:gd name="textAreaLeft" fmla="*/ 0 w 4688280"/>
                <a:gd name="textAreaRight" fmla="*/ 4692600 w 4688280"/>
                <a:gd name="textAreaTop" fmla="*/ 0 h 5332680"/>
                <a:gd name="textAreaBottom" fmla="*/ 5337000 h 5332680"/>
              </a:gdLst>
              <a:ahLst/>
              <a:cxn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3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Freeform 18"/>
          <p:cNvSpPr/>
          <p:nvPr/>
        </p:nvSpPr>
        <p:spPr>
          <a:xfrm rot="237600">
            <a:off x="-1390320" y="-955440"/>
            <a:ext cx="7399800" cy="6143400"/>
          </a:xfrm>
          <a:custGeom>
            <a:avLst/>
            <a:gdLst>
              <a:gd name="textAreaLeft" fmla="*/ 0 w 7399800"/>
              <a:gd name="textAreaRight" fmla="*/ 7404120 w 7399800"/>
              <a:gd name="textAreaTop" fmla="*/ 0 h 6143400"/>
              <a:gd name="textAreaBottom" fmla="*/ 6147720 h 614340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78" name="Group 10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79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0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1" name="Text Placeholder 5"/>
          <p:cNvSpPr/>
          <p:nvPr/>
        </p:nvSpPr>
        <p:spPr>
          <a:xfrm>
            <a:off x="603720" y="805680"/>
            <a:ext cx="4770720" cy="5332680"/>
          </a:xfrm>
          <a:prstGeom prst="roundRect">
            <a:avLst>
              <a:gd name="adj" fmla="val 9537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Open Sans"/>
              </a:rPr>
              <a:t>Second level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Open Sans"/>
              </a:rPr>
              <a:t>Third level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Fourth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Fifth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19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653DF0A0-1F20-42B4-85FD-9A593AA1B884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5" name="Group 11"/>
          <p:cNvGrpSpPr/>
          <p:nvPr/>
        </p:nvGrpSpPr>
        <p:grpSpPr>
          <a:xfrm>
            <a:off x="9316080" y="1022400"/>
            <a:ext cx="2318760" cy="2320920"/>
            <a:chOff x="9316080" y="1022400"/>
            <a:chExt cx="2318760" cy="2320920"/>
          </a:xfrm>
        </p:grpSpPr>
        <p:sp>
          <p:nvSpPr>
            <p:cNvPr id="86" name="Freeform 6"/>
            <p:cNvSpPr/>
            <p:nvPr/>
          </p:nvSpPr>
          <p:spPr>
            <a:xfrm>
              <a:off x="9316080" y="1022400"/>
              <a:ext cx="2318760" cy="2320920"/>
            </a:xfrm>
            <a:custGeom>
              <a:avLst/>
              <a:gdLst>
                <a:gd name="textAreaLeft" fmla="*/ 0 w 2318760"/>
                <a:gd name="textAreaRight" fmla="*/ 2323080 w 2318760"/>
                <a:gd name="textAreaTop" fmla="*/ 0 h 2320920"/>
                <a:gd name="textAreaBottom" fmla="*/ 2325240 h 23209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7" name="Freeform 6"/>
            <p:cNvSpPr/>
            <p:nvPr/>
          </p:nvSpPr>
          <p:spPr>
            <a:xfrm>
              <a:off x="9316080" y="1022400"/>
              <a:ext cx="2318760" cy="2320920"/>
            </a:xfrm>
            <a:custGeom>
              <a:avLst/>
              <a:gdLst>
                <a:gd name="textAreaLeft" fmla="*/ 0 w 2318760"/>
                <a:gd name="textAreaRight" fmla="*/ 2323080 w 2318760"/>
                <a:gd name="textAreaTop" fmla="*/ 0 h 2320920"/>
                <a:gd name="textAreaBottom" fmla="*/ 2325240 h 23209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8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2" name="Group 28"/>
          <p:cNvGrpSpPr/>
          <p:nvPr/>
        </p:nvGrpSpPr>
        <p:grpSpPr>
          <a:xfrm>
            <a:off x="6627960" y="1022400"/>
            <a:ext cx="2318760" cy="2320920"/>
            <a:chOff x="6627960" y="1022400"/>
            <a:chExt cx="2318760" cy="2320920"/>
          </a:xfrm>
        </p:grpSpPr>
        <p:sp>
          <p:nvSpPr>
            <p:cNvPr id="93" name="Freeform 6"/>
            <p:cNvSpPr/>
            <p:nvPr/>
          </p:nvSpPr>
          <p:spPr>
            <a:xfrm>
              <a:off x="6627960" y="1022400"/>
              <a:ext cx="2318760" cy="2320920"/>
            </a:xfrm>
            <a:custGeom>
              <a:avLst/>
              <a:gdLst>
                <a:gd name="textAreaLeft" fmla="*/ 0 w 2318760"/>
                <a:gd name="textAreaRight" fmla="*/ 2323080 w 2318760"/>
                <a:gd name="textAreaTop" fmla="*/ 0 h 2320920"/>
                <a:gd name="textAreaBottom" fmla="*/ 2325240 h 23209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4" name="Freeform 6"/>
            <p:cNvSpPr/>
            <p:nvPr/>
          </p:nvSpPr>
          <p:spPr>
            <a:xfrm>
              <a:off x="6627960" y="1022400"/>
              <a:ext cx="2318760" cy="2320920"/>
            </a:xfrm>
            <a:custGeom>
              <a:avLst/>
              <a:gdLst>
                <a:gd name="textAreaLeft" fmla="*/ 0 w 2318760"/>
                <a:gd name="textAreaRight" fmla="*/ 2323080 w 2318760"/>
                <a:gd name="textAreaTop" fmla="*/ 0 h 2320920"/>
                <a:gd name="textAreaBottom" fmla="*/ 2325240 h 23209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95" name="Group 32"/>
          <p:cNvGrpSpPr/>
          <p:nvPr/>
        </p:nvGrpSpPr>
        <p:grpSpPr>
          <a:xfrm>
            <a:off x="9316080" y="3486960"/>
            <a:ext cx="2318760" cy="2320920"/>
            <a:chOff x="9316080" y="3486960"/>
            <a:chExt cx="2318760" cy="2320920"/>
          </a:xfrm>
        </p:grpSpPr>
        <p:sp>
          <p:nvSpPr>
            <p:cNvPr id="96" name="Freeform 6"/>
            <p:cNvSpPr/>
            <p:nvPr/>
          </p:nvSpPr>
          <p:spPr>
            <a:xfrm>
              <a:off x="9316080" y="3486960"/>
              <a:ext cx="2318760" cy="2320920"/>
            </a:xfrm>
            <a:custGeom>
              <a:avLst/>
              <a:gdLst>
                <a:gd name="textAreaLeft" fmla="*/ 0 w 2318760"/>
                <a:gd name="textAreaRight" fmla="*/ 2323080 w 2318760"/>
                <a:gd name="textAreaTop" fmla="*/ 0 h 2320920"/>
                <a:gd name="textAreaBottom" fmla="*/ 2325240 h 23209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7" name="Freeform 6"/>
            <p:cNvSpPr/>
            <p:nvPr/>
          </p:nvSpPr>
          <p:spPr>
            <a:xfrm>
              <a:off x="9316080" y="3486960"/>
              <a:ext cx="2318760" cy="2320920"/>
            </a:xfrm>
            <a:custGeom>
              <a:avLst/>
              <a:gdLst>
                <a:gd name="textAreaLeft" fmla="*/ 0 w 2318760"/>
                <a:gd name="textAreaRight" fmla="*/ 2323080 w 2318760"/>
                <a:gd name="textAreaTop" fmla="*/ 0 h 2320920"/>
                <a:gd name="textAreaBottom" fmla="*/ 2325240 h 23209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98" name="Group 36"/>
          <p:cNvGrpSpPr/>
          <p:nvPr/>
        </p:nvGrpSpPr>
        <p:grpSpPr>
          <a:xfrm>
            <a:off x="6627960" y="3486960"/>
            <a:ext cx="2318760" cy="2320920"/>
            <a:chOff x="6627960" y="3486960"/>
            <a:chExt cx="2318760" cy="2320920"/>
          </a:xfrm>
        </p:grpSpPr>
        <p:sp>
          <p:nvSpPr>
            <p:cNvPr id="99" name="Freeform 6"/>
            <p:cNvSpPr/>
            <p:nvPr/>
          </p:nvSpPr>
          <p:spPr>
            <a:xfrm>
              <a:off x="6627960" y="3486960"/>
              <a:ext cx="2318760" cy="2320920"/>
            </a:xfrm>
            <a:custGeom>
              <a:avLst/>
              <a:gdLst>
                <a:gd name="textAreaLeft" fmla="*/ 0 w 2318760"/>
                <a:gd name="textAreaRight" fmla="*/ 2323080 w 2318760"/>
                <a:gd name="textAreaTop" fmla="*/ 0 h 2320920"/>
                <a:gd name="textAreaBottom" fmla="*/ 2325240 h 23209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0" name="Freeform 6"/>
            <p:cNvSpPr/>
            <p:nvPr/>
          </p:nvSpPr>
          <p:spPr>
            <a:xfrm>
              <a:off x="6627960" y="3486960"/>
              <a:ext cx="2318760" cy="2320920"/>
            </a:xfrm>
            <a:custGeom>
              <a:avLst/>
              <a:gdLst>
                <a:gd name="textAreaLeft" fmla="*/ 0 w 2318760"/>
                <a:gd name="textAreaRight" fmla="*/ 2323080 w 2318760"/>
                <a:gd name="textAreaTop" fmla="*/ 0 h 2320920"/>
                <a:gd name="textAreaBottom" fmla="*/ 2325240 h 23209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1" name="Freeform 45"/>
          <p:cNvSpPr/>
          <p:nvPr/>
        </p:nvSpPr>
        <p:spPr>
          <a:xfrm rot="370200">
            <a:off x="-1693800" y="-68292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02" name="Group 17"/>
          <p:cNvGrpSpPr/>
          <p:nvPr/>
        </p:nvGrpSpPr>
        <p:grpSpPr>
          <a:xfrm>
            <a:off x="581400" y="1022400"/>
            <a:ext cx="4783680" cy="4788000"/>
            <a:chOff x="581400" y="1022400"/>
            <a:chExt cx="4783680" cy="4788000"/>
          </a:xfrm>
        </p:grpSpPr>
        <p:sp>
          <p:nvSpPr>
            <p:cNvPr id="103" name="Freeform 22"/>
            <p:cNvSpPr/>
            <p:nvPr/>
          </p:nvSpPr>
          <p:spPr>
            <a:xfrm>
              <a:off x="581400" y="1022400"/>
              <a:ext cx="4783680" cy="4788000"/>
            </a:xfrm>
            <a:custGeom>
              <a:avLst/>
              <a:gdLst>
                <a:gd name="textAreaLeft" fmla="*/ 0 w 4783680"/>
                <a:gd name="textAreaRight" fmla="*/ 4788000 w 4783680"/>
                <a:gd name="textAreaTop" fmla="*/ 0 h 4788000"/>
                <a:gd name="textAreaBottom" fmla="*/ 4792320 h 478800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4" name="Freeform 6"/>
            <p:cNvSpPr/>
            <p:nvPr/>
          </p:nvSpPr>
          <p:spPr>
            <a:xfrm>
              <a:off x="581400" y="1022400"/>
              <a:ext cx="4783680" cy="4788000"/>
            </a:xfrm>
            <a:custGeom>
              <a:avLst/>
              <a:gdLst>
                <a:gd name="textAreaLeft" fmla="*/ 0 w 4783680"/>
                <a:gd name="textAreaRight" fmla="*/ 4788000 w 4783680"/>
                <a:gd name="textAreaTop" fmla="*/ 0 h 4788000"/>
                <a:gd name="textAreaBottom" fmla="*/ 4792320 h 478800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5" name="Text Placeholder 2"/>
          <p:cNvSpPr/>
          <p:nvPr/>
        </p:nvSpPr>
        <p:spPr>
          <a:xfrm>
            <a:off x="817920" y="1284120"/>
            <a:ext cx="4313520" cy="4275720"/>
          </a:xfrm>
          <a:prstGeom prst="roundRect">
            <a:avLst>
              <a:gd name="adj" fmla="val 6666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Open Sans"/>
              </a:rPr>
              <a:t>Second level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Open Sans"/>
              </a:rPr>
              <a:t>Third level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Fourth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Fifth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6" name="Group 35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10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9" name="Rectangle 46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13725DAE-5199-43B8-8B96-BB9C54CA4DEC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Line 13"/>
          <p:cNvSpPr/>
          <p:nvPr/>
        </p:nvSpPr>
        <p:spPr>
          <a:xfrm>
            <a:off x="1998000" y="3327840"/>
            <a:ext cx="803268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113" name="Group 6"/>
          <p:cNvGrpSpPr/>
          <p:nvPr/>
        </p:nvGrpSpPr>
        <p:grpSpPr>
          <a:xfrm>
            <a:off x="1853640" y="3183480"/>
            <a:ext cx="287640" cy="287640"/>
            <a:chOff x="1853640" y="3183480"/>
            <a:chExt cx="287640" cy="287640"/>
          </a:xfrm>
        </p:grpSpPr>
        <p:sp>
          <p:nvSpPr>
            <p:cNvPr id="114" name="Oval 7"/>
            <p:cNvSpPr/>
            <p:nvPr/>
          </p:nvSpPr>
          <p:spPr>
            <a:xfrm>
              <a:off x="1853640" y="3183480"/>
              <a:ext cx="287640" cy="287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5" name="Oval 28"/>
            <p:cNvSpPr/>
            <p:nvPr/>
          </p:nvSpPr>
          <p:spPr>
            <a:xfrm>
              <a:off x="1927440" y="3257280"/>
              <a:ext cx="136800" cy="1353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16" name="Group 9"/>
          <p:cNvGrpSpPr/>
          <p:nvPr/>
        </p:nvGrpSpPr>
        <p:grpSpPr>
          <a:xfrm>
            <a:off x="3190320" y="3183480"/>
            <a:ext cx="287640" cy="287640"/>
            <a:chOff x="3190320" y="3183480"/>
            <a:chExt cx="287640" cy="287640"/>
          </a:xfrm>
        </p:grpSpPr>
        <p:sp>
          <p:nvSpPr>
            <p:cNvPr id="117" name="Oval 10"/>
            <p:cNvSpPr/>
            <p:nvPr/>
          </p:nvSpPr>
          <p:spPr>
            <a:xfrm>
              <a:off x="3190320" y="3183480"/>
              <a:ext cx="287640" cy="287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8" name="Oval 28"/>
            <p:cNvSpPr/>
            <p:nvPr/>
          </p:nvSpPr>
          <p:spPr>
            <a:xfrm>
              <a:off x="3264120" y="3257280"/>
              <a:ext cx="136800" cy="1353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19" name="Group 12"/>
          <p:cNvGrpSpPr/>
          <p:nvPr/>
        </p:nvGrpSpPr>
        <p:grpSpPr>
          <a:xfrm>
            <a:off x="4525560" y="3183480"/>
            <a:ext cx="287640" cy="287640"/>
            <a:chOff x="4525560" y="3183480"/>
            <a:chExt cx="287640" cy="287640"/>
          </a:xfrm>
        </p:grpSpPr>
        <p:sp>
          <p:nvSpPr>
            <p:cNvPr id="120" name="Oval 13"/>
            <p:cNvSpPr/>
            <p:nvPr/>
          </p:nvSpPr>
          <p:spPr>
            <a:xfrm>
              <a:off x="4525560" y="3183480"/>
              <a:ext cx="287640" cy="287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1" name="Oval 28"/>
            <p:cNvSpPr/>
            <p:nvPr/>
          </p:nvSpPr>
          <p:spPr>
            <a:xfrm>
              <a:off x="4599360" y="3257280"/>
              <a:ext cx="136800" cy="1353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2" name="Group 15"/>
          <p:cNvGrpSpPr/>
          <p:nvPr/>
        </p:nvGrpSpPr>
        <p:grpSpPr>
          <a:xfrm>
            <a:off x="5863680" y="3183480"/>
            <a:ext cx="287640" cy="287640"/>
            <a:chOff x="5863680" y="3183480"/>
            <a:chExt cx="287640" cy="287640"/>
          </a:xfrm>
        </p:grpSpPr>
        <p:sp>
          <p:nvSpPr>
            <p:cNvPr id="123" name="Oval 16"/>
            <p:cNvSpPr/>
            <p:nvPr/>
          </p:nvSpPr>
          <p:spPr>
            <a:xfrm>
              <a:off x="5863680" y="3183480"/>
              <a:ext cx="287640" cy="287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4" name="Oval 28"/>
            <p:cNvSpPr/>
            <p:nvPr/>
          </p:nvSpPr>
          <p:spPr>
            <a:xfrm>
              <a:off x="5937480" y="3257280"/>
              <a:ext cx="136800" cy="1353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5" name="Group 18"/>
          <p:cNvGrpSpPr/>
          <p:nvPr/>
        </p:nvGrpSpPr>
        <p:grpSpPr>
          <a:xfrm>
            <a:off x="7198920" y="3183480"/>
            <a:ext cx="287640" cy="287640"/>
            <a:chOff x="7198920" y="3183480"/>
            <a:chExt cx="287640" cy="287640"/>
          </a:xfrm>
        </p:grpSpPr>
        <p:sp>
          <p:nvSpPr>
            <p:cNvPr id="126" name="Oval 19"/>
            <p:cNvSpPr/>
            <p:nvPr/>
          </p:nvSpPr>
          <p:spPr>
            <a:xfrm>
              <a:off x="7198920" y="3183480"/>
              <a:ext cx="287640" cy="287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7" name="Oval 28"/>
            <p:cNvSpPr/>
            <p:nvPr/>
          </p:nvSpPr>
          <p:spPr>
            <a:xfrm>
              <a:off x="7272720" y="3257280"/>
              <a:ext cx="136800" cy="1353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8" name="Group 21"/>
          <p:cNvGrpSpPr/>
          <p:nvPr/>
        </p:nvGrpSpPr>
        <p:grpSpPr>
          <a:xfrm>
            <a:off x="8547480" y="3183480"/>
            <a:ext cx="287640" cy="287640"/>
            <a:chOff x="8547480" y="3183480"/>
            <a:chExt cx="287640" cy="287640"/>
          </a:xfrm>
        </p:grpSpPr>
        <p:sp>
          <p:nvSpPr>
            <p:cNvPr id="129" name="Oval 22"/>
            <p:cNvSpPr/>
            <p:nvPr/>
          </p:nvSpPr>
          <p:spPr>
            <a:xfrm>
              <a:off x="8547480" y="3183480"/>
              <a:ext cx="287640" cy="287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0" name="Oval 28"/>
            <p:cNvSpPr/>
            <p:nvPr/>
          </p:nvSpPr>
          <p:spPr>
            <a:xfrm>
              <a:off x="8621280" y="3257280"/>
              <a:ext cx="136800" cy="1353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31" name="Group 24"/>
          <p:cNvGrpSpPr/>
          <p:nvPr/>
        </p:nvGrpSpPr>
        <p:grpSpPr>
          <a:xfrm>
            <a:off x="9884880" y="3183480"/>
            <a:ext cx="287640" cy="287640"/>
            <a:chOff x="9884880" y="3183480"/>
            <a:chExt cx="287640" cy="287640"/>
          </a:xfrm>
        </p:grpSpPr>
        <p:sp>
          <p:nvSpPr>
            <p:cNvPr id="132" name="Oval 25"/>
            <p:cNvSpPr/>
            <p:nvPr/>
          </p:nvSpPr>
          <p:spPr>
            <a:xfrm>
              <a:off x="9884880" y="3183480"/>
              <a:ext cx="287640" cy="287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3" name="Oval 28"/>
            <p:cNvSpPr/>
            <p:nvPr/>
          </p:nvSpPr>
          <p:spPr>
            <a:xfrm>
              <a:off x="9958680" y="3257280"/>
              <a:ext cx="136800" cy="1353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34" name="Group 28"/>
          <p:cNvGrpSpPr/>
          <p:nvPr/>
        </p:nvGrpSpPr>
        <p:grpSpPr>
          <a:xfrm>
            <a:off x="8135280" y="1762920"/>
            <a:ext cx="1114200" cy="1267200"/>
            <a:chOff x="8135280" y="1762920"/>
            <a:chExt cx="1114200" cy="1267200"/>
          </a:xfrm>
        </p:grpSpPr>
        <p:sp>
          <p:nvSpPr>
            <p:cNvPr id="135" name="Freeform 28"/>
            <p:cNvSpPr/>
            <p:nvPr/>
          </p:nvSpPr>
          <p:spPr>
            <a:xfrm>
              <a:off x="8141040" y="1762920"/>
              <a:ext cx="1108440" cy="126720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67200"/>
                <a:gd name="textAreaBottom" fmla="*/ 1271520 h 1267200"/>
              </a:gdLst>
              <a:ahLst/>
              <a:cxn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6" name="Freeform 28"/>
            <p:cNvSpPr/>
            <p:nvPr/>
          </p:nvSpPr>
          <p:spPr>
            <a:xfrm>
              <a:off x="8135280" y="1762920"/>
              <a:ext cx="1108440" cy="126720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67200"/>
                <a:gd name="textAreaBottom" fmla="*/ 1271520 h 1267200"/>
              </a:gdLst>
              <a:ahLst/>
              <a:cxn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37" name="Group 33"/>
          <p:cNvGrpSpPr/>
          <p:nvPr/>
        </p:nvGrpSpPr>
        <p:grpSpPr>
          <a:xfrm>
            <a:off x="5445720" y="1762920"/>
            <a:ext cx="1114200" cy="1267200"/>
            <a:chOff x="5445720" y="1762920"/>
            <a:chExt cx="1114200" cy="1267200"/>
          </a:xfrm>
        </p:grpSpPr>
        <p:sp>
          <p:nvSpPr>
            <p:cNvPr id="138" name="Freeform 28"/>
            <p:cNvSpPr/>
            <p:nvPr/>
          </p:nvSpPr>
          <p:spPr>
            <a:xfrm>
              <a:off x="5451480" y="1762920"/>
              <a:ext cx="1108440" cy="126720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67200"/>
                <a:gd name="textAreaBottom" fmla="*/ 1271520 h 1267200"/>
              </a:gdLst>
              <a:ahLst/>
              <a:cxn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9" name="Freeform 28"/>
            <p:cNvSpPr/>
            <p:nvPr/>
          </p:nvSpPr>
          <p:spPr>
            <a:xfrm>
              <a:off x="5445720" y="1762920"/>
              <a:ext cx="1108440" cy="126720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67200"/>
                <a:gd name="textAreaBottom" fmla="*/ 1271520 h 1267200"/>
              </a:gdLst>
              <a:ahLst/>
              <a:cxn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0" name="Group 38"/>
          <p:cNvGrpSpPr/>
          <p:nvPr/>
        </p:nvGrpSpPr>
        <p:grpSpPr>
          <a:xfrm>
            <a:off x="6789240" y="3629520"/>
            <a:ext cx="1108440" cy="1271880"/>
            <a:chOff x="6789240" y="3629520"/>
            <a:chExt cx="1108440" cy="1271880"/>
          </a:xfrm>
        </p:grpSpPr>
        <p:sp>
          <p:nvSpPr>
            <p:cNvPr id="141" name="Freeform 34"/>
            <p:cNvSpPr/>
            <p:nvPr/>
          </p:nvSpPr>
          <p:spPr>
            <a:xfrm>
              <a:off x="6789240" y="3629520"/>
              <a:ext cx="1108440" cy="127188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71880"/>
                <a:gd name="textAreaBottom" fmla="*/ 1276200 h 1271880"/>
              </a:gdLst>
              <a:ahLst/>
              <a:cxn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2" name="Freeform 34"/>
            <p:cNvSpPr/>
            <p:nvPr/>
          </p:nvSpPr>
          <p:spPr>
            <a:xfrm>
              <a:off x="6789240" y="3629520"/>
              <a:ext cx="1108440" cy="127188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71880"/>
                <a:gd name="textAreaBottom" fmla="*/ 1276200 h 1271880"/>
              </a:gdLst>
              <a:ahLst/>
              <a:cxn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3" name="Group 43"/>
          <p:cNvGrpSpPr/>
          <p:nvPr/>
        </p:nvGrpSpPr>
        <p:grpSpPr>
          <a:xfrm>
            <a:off x="1449000" y="3629520"/>
            <a:ext cx="1108440" cy="1271880"/>
            <a:chOff x="1449000" y="3629520"/>
            <a:chExt cx="1108440" cy="1271880"/>
          </a:xfrm>
        </p:grpSpPr>
        <p:sp>
          <p:nvSpPr>
            <p:cNvPr id="144" name="Freeform 34"/>
            <p:cNvSpPr/>
            <p:nvPr/>
          </p:nvSpPr>
          <p:spPr>
            <a:xfrm>
              <a:off x="1449000" y="3629520"/>
              <a:ext cx="1108440" cy="127188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71880"/>
                <a:gd name="textAreaBottom" fmla="*/ 1276200 h 1271880"/>
              </a:gdLst>
              <a:ahLst/>
              <a:cxn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5" name="Freeform 34"/>
            <p:cNvSpPr/>
            <p:nvPr/>
          </p:nvSpPr>
          <p:spPr>
            <a:xfrm>
              <a:off x="1449000" y="3629520"/>
              <a:ext cx="1108440" cy="127188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71880"/>
                <a:gd name="textAreaBottom" fmla="*/ 1276200 h 1271880"/>
              </a:gdLst>
              <a:ahLst/>
              <a:cxn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6" name="Group 48"/>
          <p:cNvGrpSpPr/>
          <p:nvPr/>
        </p:nvGrpSpPr>
        <p:grpSpPr>
          <a:xfrm>
            <a:off x="4109400" y="3629520"/>
            <a:ext cx="1108440" cy="1271880"/>
            <a:chOff x="4109400" y="3629520"/>
            <a:chExt cx="1108440" cy="1271880"/>
          </a:xfrm>
        </p:grpSpPr>
        <p:sp>
          <p:nvSpPr>
            <p:cNvPr id="147" name="Freeform 34"/>
            <p:cNvSpPr/>
            <p:nvPr/>
          </p:nvSpPr>
          <p:spPr>
            <a:xfrm>
              <a:off x="4109400" y="3629520"/>
              <a:ext cx="1108440" cy="127188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71880"/>
                <a:gd name="textAreaBottom" fmla="*/ 1276200 h 1271880"/>
              </a:gdLst>
              <a:ahLst/>
              <a:cxn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8" name="Freeform 34"/>
            <p:cNvSpPr/>
            <p:nvPr/>
          </p:nvSpPr>
          <p:spPr>
            <a:xfrm>
              <a:off x="4109400" y="3629520"/>
              <a:ext cx="1108440" cy="127188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71880"/>
                <a:gd name="textAreaBottom" fmla="*/ 1276200 h 1271880"/>
              </a:gdLst>
              <a:ahLst/>
              <a:cxn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9" name="Group 53"/>
          <p:cNvGrpSpPr/>
          <p:nvPr/>
        </p:nvGrpSpPr>
        <p:grpSpPr>
          <a:xfrm>
            <a:off x="2772000" y="1762920"/>
            <a:ext cx="1114200" cy="1267200"/>
            <a:chOff x="2772000" y="1762920"/>
            <a:chExt cx="1114200" cy="1267200"/>
          </a:xfrm>
        </p:grpSpPr>
        <p:sp>
          <p:nvSpPr>
            <p:cNvPr id="150" name="Freeform 28"/>
            <p:cNvSpPr/>
            <p:nvPr/>
          </p:nvSpPr>
          <p:spPr>
            <a:xfrm>
              <a:off x="2777760" y="1762920"/>
              <a:ext cx="1108440" cy="126720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67200"/>
                <a:gd name="textAreaBottom" fmla="*/ 1271520 h 1267200"/>
              </a:gdLst>
              <a:ahLst/>
              <a:cxn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51" name="Freeform 28"/>
            <p:cNvSpPr/>
            <p:nvPr/>
          </p:nvSpPr>
          <p:spPr>
            <a:xfrm>
              <a:off x="2772000" y="1762920"/>
              <a:ext cx="1108440" cy="126720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67200"/>
                <a:gd name="textAreaBottom" fmla="*/ 1271520 h 1267200"/>
              </a:gdLst>
              <a:ahLst/>
              <a:cxn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52" name="Group 58"/>
          <p:cNvGrpSpPr/>
          <p:nvPr/>
        </p:nvGrpSpPr>
        <p:grpSpPr>
          <a:xfrm>
            <a:off x="9475200" y="3629520"/>
            <a:ext cx="1108440" cy="1271880"/>
            <a:chOff x="9475200" y="3629520"/>
            <a:chExt cx="1108440" cy="1271880"/>
          </a:xfrm>
        </p:grpSpPr>
        <p:sp>
          <p:nvSpPr>
            <p:cNvPr id="153" name="Freeform 34"/>
            <p:cNvSpPr/>
            <p:nvPr/>
          </p:nvSpPr>
          <p:spPr>
            <a:xfrm>
              <a:off x="9475200" y="3629520"/>
              <a:ext cx="1108440" cy="127188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71880"/>
                <a:gd name="textAreaBottom" fmla="*/ 1276200 h 1271880"/>
              </a:gdLst>
              <a:ahLst/>
              <a:cxn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54" name="Freeform 34"/>
            <p:cNvSpPr/>
            <p:nvPr/>
          </p:nvSpPr>
          <p:spPr>
            <a:xfrm>
              <a:off x="9475200" y="3629520"/>
              <a:ext cx="1108440" cy="1271880"/>
            </a:xfrm>
            <a:custGeom>
              <a:avLst/>
              <a:gdLst>
                <a:gd name="textAreaLeft" fmla="*/ 0 w 1108440"/>
                <a:gd name="textAreaRight" fmla="*/ 1112760 w 1108440"/>
                <a:gd name="textAreaTop" fmla="*/ 0 h 1271880"/>
                <a:gd name="textAreaBottom" fmla="*/ 1276200 h 1271880"/>
              </a:gdLst>
              <a:ahLst/>
              <a:cxn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55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Freeform 73"/>
          <p:cNvSpPr/>
          <p:nvPr/>
        </p:nvSpPr>
        <p:spPr>
          <a:xfrm>
            <a:off x="-1861200" y="-100620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60" name="Group 6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161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62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63" name="Rectangle 74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6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DD6982FE-2D12-4C4B-9F7F-B29F3B99A9DD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Freeform 10"/>
          <p:cNvSpPr/>
          <p:nvPr/>
        </p:nvSpPr>
        <p:spPr>
          <a:xfrm>
            <a:off x="2082960" y="3490920"/>
            <a:ext cx="1968840" cy="1559520"/>
          </a:xfrm>
          <a:custGeom>
            <a:avLst/>
            <a:gdLst>
              <a:gd name="textAreaLeft" fmla="*/ 0 w 1968840"/>
              <a:gd name="textAreaRight" fmla="*/ 1973160 w 1968840"/>
              <a:gd name="textAreaTop" fmla="*/ 0 h 1559520"/>
              <a:gd name="textAreaBottom" fmla="*/ 1563840 h 1559520"/>
            </a:gdLst>
            <a:ahLst/>
            <a:cxnLst/>
            <a:rect l="textAreaLeft" t="textAreaTop" r="textAreaRight" b="textAreaBottom"/>
            <a:pathLst>
              <a:path w="518" h="410">
                <a:moveTo>
                  <a:pt x="518" y="354"/>
                </a:moveTo>
                <a:cubicBezTo>
                  <a:pt x="416" y="316"/>
                  <a:pt x="416" y="316"/>
                  <a:pt x="416" y="316"/>
                </a:cubicBezTo>
                <a:cubicBezTo>
                  <a:pt x="418" y="344"/>
                  <a:pt x="418" y="344"/>
                  <a:pt x="418" y="344"/>
                </a:cubicBezTo>
                <a:cubicBezTo>
                  <a:pt x="374" y="345"/>
                  <a:pt x="329" y="342"/>
                  <a:pt x="286" y="331"/>
                </a:cubicBezTo>
                <a:cubicBezTo>
                  <a:pt x="237" y="319"/>
                  <a:pt x="190" y="297"/>
                  <a:pt x="150" y="265"/>
                </a:cubicBezTo>
                <a:cubicBezTo>
                  <a:pt x="110" y="233"/>
                  <a:pt x="77" y="192"/>
                  <a:pt x="52" y="147"/>
                </a:cubicBezTo>
                <a:cubicBezTo>
                  <a:pt x="27" y="102"/>
                  <a:pt x="9" y="52"/>
                  <a:pt x="0" y="0"/>
                </a:cubicBezTo>
                <a:cubicBezTo>
                  <a:pt x="3" y="26"/>
                  <a:pt x="8" y="52"/>
                  <a:pt x="15" y="77"/>
                </a:cubicBezTo>
                <a:cubicBezTo>
                  <a:pt x="23" y="103"/>
                  <a:pt x="32" y="128"/>
                  <a:pt x="43" y="152"/>
                </a:cubicBezTo>
                <a:cubicBezTo>
                  <a:pt x="66" y="199"/>
                  <a:pt x="97" y="244"/>
                  <a:pt x="137" y="280"/>
                </a:cubicBezTo>
                <a:cubicBezTo>
                  <a:pt x="177" y="316"/>
                  <a:pt x="226" y="343"/>
                  <a:pt x="277" y="360"/>
                </a:cubicBezTo>
                <a:cubicBezTo>
                  <a:pt x="297" y="366"/>
                  <a:pt x="297" y="366"/>
                  <a:pt x="297" y="366"/>
                </a:cubicBezTo>
                <a:cubicBezTo>
                  <a:pt x="317" y="371"/>
                  <a:pt x="317" y="371"/>
                  <a:pt x="317" y="371"/>
                </a:cubicBezTo>
                <a:cubicBezTo>
                  <a:pt x="323" y="372"/>
                  <a:pt x="330" y="373"/>
                  <a:pt x="337" y="375"/>
                </a:cubicBezTo>
                <a:cubicBezTo>
                  <a:pt x="343" y="376"/>
                  <a:pt x="350" y="377"/>
                  <a:pt x="357" y="378"/>
                </a:cubicBezTo>
                <a:cubicBezTo>
                  <a:pt x="377" y="380"/>
                  <a:pt x="377" y="380"/>
                  <a:pt x="377" y="380"/>
                </a:cubicBezTo>
                <a:cubicBezTo>
                  <a:pt x="397" y="381"/>
                  <a:pt x="397" y="381"/>
                  <a:pt x="397" y="381"/>
                </a:cubicBezTo>
                <a:cubicBezTo>
                  <a:pt x="408" y="382"/>
                  <a:pt x="408" y="382"/>
                  <a:pt x="408" y="382"/>
                </a:cubicBezTo>
                <a:cubicBezTo>
                  <a:pt x="418" y="382"/>
                  <a:pt x="418" y="382"/>
                  <a:pt x="418" y="382"/>
                </a:cubicBezTo>
                <a:cubicBezTo>
                  <a:pt x="422" y="382"/>
                  <a:pt x="422" y="382"/>
                  <a:pt x="422" y="382"/>
                </a:cubicBezTo>
                <a:cubicBezTo>
                  <a:pt x="424" y="410"/>
                  <a:pt x="424" y="410"/>
                  <a:pt x="424" y="410"/>
                </a:cubicBezTo>
                <a:lnTo>
                  <a:pt x="518" y="354"/>
                </a:lnTo>
                <a:close/>
              </a:path>
            </a:pathLst>
          </a:custGeom>
          <a:gradFill rotWithShape="0">
            <a:gsLst>
              <a:gs pos="0">
                <a:srgbClr val="BF0000"/>
              </a:gs>
              <a:gs pos="50000">
                <a:srgbClr val="A10000"/>
              </a:gs>
              <a:gs pos="100000">
                <a:srgbClr val="710000"/>
              </a:gs>
            </a:gsLst>
            <a:lin ang="18900000"/>
          </a:gradFill>
          <a:ln w="0"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7" name="Freeform 11"/>
          <p:cNvSpPr/>
          <p:nvPr/>
        </p:nvSpPr>
        <p:spPr>
          <a:xfrm>
            <a:off x="6576840" y="3053520"/>
            <a:ext cx="1881720" cy="1330920"/>
          </a:xfrm>
          <a:custGeom>
            <a:avLst/>
            <a:gdLst>
              <a:gd name="textAreaLeft" fmla="*/ 0 w 1881720"/>
              <a:gd name="textAreaRight" fmla="*/ 1886040 w 1881720"/>
              <a:gd name="textAreaTop" fmla="*/ 0 h 1330920"/>
              <a:gd name="textAreaBottom" fmla="*/ 1335240 h 1330920"/>
            </a:gdLst>
            <a:ahLst/>
            <a:cxnLst/>
            <a:rect l="textAreaLeft" t="textAreaTop" r="textAreaRight" b="textAreaBottom"/>
            <a:pathLst>
              <a:path w="495" h="350">
                <a:moveTo>
                  <a:pt x="495" y="263"/>
                </a:moveTo>
                <a:cubicBezTo>
                  <a:pt x="386" y="268"/>
                  <a:pt x="386" y="268"/>
                  <a:pt x="386" y="26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58" y="309"/>
                  <a:pt x="313" y="316"/>
                  <a:pt x="269" y="314"/>
                </a:cubicBezTo>
                <a:cubicBezTo>
                  <a:pt x="219" y="311"/>
                  <a:pt x="168" y="296"/>
                  <a:pt x="125" y="269"/>
                </a:cubicBezTo>
                <a:cubicBezTo>
                  <a:pt x="82" y="242"/>
                  <a:pt x="47" y="202"/>
                  <a:pt x="26" y="154"/>
                </a:cubicBezTo>
                <a:cubicBezTo>
                  <a:pt x="16" y="130"/>
                  <a:pt x="10" y="105"/>
                  <a:pt x="7" y="79"/>
                </a:cubicBezTo>
                <a:cubicBezTo>
                  <a:pt x="4" y="53"/>
                  <a:pt x="4" y="26"/>
                  <a:pt x="7" y="0"/>
                </a:cubicBezTo>
                <a:cubicBezTo>
                  <a:pt x="2" y="26"/>
                  <a:pt x="0" y="53"/>
                  <a:pt x="2" y="79"/>
                </a:cubicBezTo>
                <a:cubicBezTo>
                  <a:pt x="3" y="106"/>
                  <a:pt x="8" y="132"/>
                  <a:pt x="17" y="158"/>
                </a:cubicBezTo>
                <a:cubicBezTo>
                  <a:pt x="26" y="183"/>
                  <a:pt x="39" y="207"/>
                  <a:pt x="56" y="229"/>
                </a:cubicBezTo>
                <a:cubicBezTo>
                  <a:pt x="72" y="250"/>
                  <a:pt x="92" y="269"/>
                  <a:pt x="114" y="285"/>
                </a:cubicBezTo>
                <a:cubicBezTo>
                  <a:pt x="158" y="318"/>
                  <a:pt x="211" y="337"/>
                  <a:pt x="266" y="344"/>
                </a:cubicBezTo>
                <a:cubicBezTo>
                  <a:pt x="317" y="350"/>
                  <a:pt x="369" y="344"/>
                  <a:pt x="418" y="328"/>
                </a:cubicBezTo>
                <a:cubicBezTo>
                  <a:pt x="430" y="350"/>
                  <a:pt x="430" y="350"/>
                  <a:pt x="430" y="350"/>
                </a:cubicBezTo>
                <a:lnTo>
                  <a:pt x="495" y="26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8" name="Freeform 12"/>
          <p:cNvSpPr/>
          <p:nvPr/>
        </p:nvSpPr>
        <p:spPr>
          <a:xfrm>
            <a:off x="4175280" y="1803240"/>
            <a:ext cx="1681560" cy="2259360"/>
          </a:xfrm>
          <a:custGeom>
            <a:avLst/>
            <a:gdLst>
              <a:gd name="textAreaLeft" fmla="*/ 0 w 1681560"/>
              <a:gd name="textAreaRight" fmla="*/ 1685880 w 1681560"/>
              <a:gd name="textAreaTop" fmla="*/ 0 h 2259360"/>
              <a:gd name="textAreaBottom" fmla="*/ 2263680 h 2259360"/>
            </a:gdLst>
            <a:ahLst/>
            <a:cxnLst/>
            <a:rect l="textAreaLeft" t="textAreaTop" r="textAreaRight" b="textAreaBottom"/>
            <a:pathLst>
              <a:path w="443" h="594">
                <a:moveTo>
                  <a:pt x="443" y="42"/>
                </a:moveTo>
                <a:cubicBezTo>
                  <a:pt x="341" y="0"/>
                  <a:pt x="341" y="0"/>
                  <a:pt x="341" y="0"/>
                </a:cubicBezTo>
                <a:cubicBezTo>
                  <a:pt x="343" y="29"/>
                  <a:pt x="343" y="29"/>
                  <a:pt x="343" y="29"/>
                </a:cubicBezTo>
                <a:cubicBezTo>
                  <a:pt x="317" y="33"/>
                  <a:pt x="291" y="39"/>
                  <a:pt x="265" y="47"/>
                </a:cubicBezTo>
                <a:cubicBezTo>
                  <a:pt x="234" y="57"/>
                  <a:pt x="205" y="71"/>
                  <a:pt x="177" y="88"/>
                </a:cubicBezTo>
                <a:cubicBezTo>
                  <a:pt x="149" y="104"/>
                  <a:pt x="124" y="125"/>
                  <a:pt x="102" y="149"/>
                </a:cubicBezTo>
                <a:cubicBezTo>
                  <a:pt x="80" y="172"/>
                  <a:pt x="61" y="199"/>
                  <a:pt x="47" y="227"/>
                </a:cubicBezTo>
                <a:cubicBezTo>
                  <a:pt x="17" y="284"/>
                  <a:pt x="4" y="347"/>
                  <a:pt x="2" y="410"/>
                </a:cubicBezTo>
                <a:cubicBezTo>
                  <a:pt x="0" y="473"/>
                  <a:pt x="11" y="536"/>
                  <a:pt x="34" y="594"/>
                </a:cubicBezTo>
                <a:cubicBezTo>
                  <a:pt x="14" y="535"/>
                  <a:pt x="7" y="472"/>
                  <a:pt x="12" y="411"/>
                </a:cubicBezTo>
                <a:cubicBezTo>
                  <a:pt x="17" y="349"/>
                  <a:pt x="34" y="289"/>
                  <a:pt x="64" y="237"/>
                </a:cubicBezTo>
                <a:cubicBezTo>
                  <a:pt x="80" y="211"/>
                  <a:pt x="98" y="187"/>
                  <a:pt x="120" y="166"/>
                </a:cubicBezTo>
                <a:cubicBezTo>
                  <a:pt x="141" y="145"/>
                  <a:pt x="166" y="128"/>
                  <a:pt x="192" y="114"/>
                </a:cubicBezTo>
                <a:cubicBezTo>
                  <a:pt x="218" y="99"/>
                  <a:pt x="246" y="89"/>
                  <a:pt x="275" y="81"/>
                </a:cubicBezTo>
                <a:cubicBezTo>
                  <a:pt x="298" y="75"/>
                  <a:pt x="321" y="71"/>
                  <a:pt x="345" y="68"/>
                </a:cubicBezTo>
                <a:cubicBezTo>
                  <a:pt x="347" y="94"/>
                  <a:pt x="347" y="94"/>
                  <a:pt x="347" y="94"/>
                </a:cubicBezTo>
                <a:lnTo>
                  <a:pt x="443" y="4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9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73" name="Group 24"/>
          <p:cNvGrpSpPr/>
          <p:nvPr/>
        </p:nvGrpSpPr>
        <p:grpSpPr>
          <a:xfrm>
            <a:off x="5927400" y="580320"/>
            <a:ext cx="2220840" cy="2225520"/>
            <a:chOff x="5927400" y="580320"/>
            <a:chExt cx="2220840" cy="2225520"/>
          </a:xfrm>
        </p:grpSpPr>
        <p:sp>
          <p:nvSpPr>
            <p:cNvPr id="174" name="Freeform 25"/>
            <p:cNvSpPr/>
            <p:nvPr/>
          </p:nvSpPr>
          <p:spPr>
            <a:xfrm>
              <a:off x="5927400" y="58032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75" name="Freeform 6"/>
            <p:cNvSpPr/>
            <p:nvPr/>
          </p:nvSpPr>
          <p:spPr>
            <a:xfrm>
              <a:off x="5927400" y="58032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76" name="Group 28"/>
          <p:cNvGrpSpPr/>
          <p:nvPr/>
        </p:nvGrpSpPr>
        <p:grpSpPr>
          <a:xfrm>
            <a:off x="8552520" y="3053520"/>
            <a:ext cx="2220840" cy="2225520"/>
            <a:chOff x="8552520" y="3053520"/>
            <a:chExt cx="2220840" cy="2225520"/>
          </a:xfrm>
        </p:grpSpPr>
        <p:sp>
          <p:nvSpPr>
            <p:cNvPr id="177" name="Freeform 29"/>
            <p:cNvSpPr/>
            <p:nvPr/>
          </p:nvSpPr>
          <p:spPr>
            <a:xfrm>
              <a:off x="8552520" y="305352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78" name="Freeform 6"/>
            <p:cNvSpPr/>
            <p:nvPr/>
          </p:nvSpPr>
          <p:spPr>
            <a:xfrm>
              <a:off x="8552520" y="305352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79" name="Group 32"/>
          <p:cNvGrpSpPr/>
          <p:nvPr/>
        </p:nvGrpSpPr>
        <p:grpSpPr>
          <a:xfrm>
            <a:off x="4307040" y="4130640"/>
            <a:ext cx="2220840" cy="2225520"/>
            <a:chOff x="4307040" y="4130640"/>
            <a:chExt cx="2220840" cy="2225520"/>
          </a:xfrm>
        </p:grpSpPr>
        <p:sp>
          <p:nvSpPr>
            <p:cNvPr id="180" name="Freeform 33"/>
            <p:cNvSpPr/>
            <p:nvPr/>
          </p:nvSpPr>
          <p:spPr>
            <a:xfrm>
              <a:off x="4307040" y="413064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1" name="Freeform 6"/>
            <p:cNvSpPr/>
            <p:nvPr/>
          </p:nvSpPr>
          <p:spPr>
            <a:xfrm>
              <a:off x="4307040" y="413064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82" name="Freeform 44"/>
          <p:cNvSpPr/>
          <p:nvPr/>
        </p:nvSpPr>
        <p:spPr>
          <a:xfrm>
            <a:off x="-2009880" y="-127620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83" name="Group 36"/>
          <p:cNvGrpSpPr/>
          <p:nvPr/>
        </p:nvGrpSpPr>
        <p:grpSpPr>
          <a:xfrm>
            <a:off x="970200" y="1405440"/>
            <a:ext cx="2220840" cy="2225520"/>
            <a:chOff x="970200" y="1405440"/>
            <a:chExt cx="2220840" cy="2225520"/>
          </a:xfrm>
        </p:grpSpPr>
        <p:sp>
          <p:nvSpPr>
            <p:cNvPr id="184" name="Freeform 37"/>
            <p:cNvSpPr/>
            <p:nvPr/>
          </p:nvSpPr>
          <p:spPr>
            <a:xfrm>
              <a:off x="970200" y="140544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5" name="Freeform 6"/>
            <p:cNvSpPr/>
            <p:nvPr/>
          </p:nvSpPr>
          <p:spPr>
            <a:xfrm>
              <a:off x="970200" y="140544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86" name="Group 27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18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89" name="Rectangle 45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ED8D91E1-5144-468F-A9E4-0796F18AC2D3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Freeform 10"/>
          <p:cNvSpPr/>
          <p:nvPr/>
        </p:nvSpPr>
        <p:spPr>
          <a:xfrm>
            <a:off x="2082960" y="3490920"/>
            <a:ext cx="1968840" cy="1559520"/>
          </a:xfrm>
          <a:custGeom>
            <a:avLst/>
            <a:gdLst>
              <a:gd name="textAreaLeft" fmla="*/ 0 w 1968840"/>
              <a:gd name="textAreaRight" fmla="*/ 1973160 w 1968840"/>
              <a:gd name="textAreaTop" fmla="*/ 0 h 1559520"/>
              <a:gd name="textAreaBottom" fmla="*/ 1563840 h 1559520"/>
            </a:gdLst>
            <a:ahLst/>
            <a:cxnLst/>
            <a:rect l="textAreaLeft" t="textAreaTop" r="textAreaRight" b="textAreaBottom"/>
            <a:pathLst>
              <a:path w="518" h="410">
                <a:moveTo>
                  <a:pt x="518" y="354"/>
                </a:moveTo>
                <a:cubicBezTo>
                  <a:pt x="416" y="316"/>
                  <a:pt x="416" y="316"/>
                  <a:pt x="416" y="316"/>
                </a:cubicBezTo>
                <a:cubicBezTo>
                  <a:pt x="418" y="344"/>
                  <a:pt x="418" y="344"/>
                  <a:pt x="418" y="344"/>
                </a:cubicBezTo>
                <a:cubicBezTo>
                  <a:pt x="374" y="345"/>
                  <a:pt x="329" y="342"/>
                  <a:pt x="286" y="331"/>
                </a:cubicBezTo>
                <a:cubicBezTo>
                  <a:pt x="237" y="319"/>
                  <a:pt x="190" y="297"/>
                  <a:pt x="150" y="265"/>
                </a:cubicBezTo>
                <a:cubicBezTo>
                  <a:pt x="110" y="233"/>
                  <a:pt x="77" y="192"/>
                  <a:pt x="52" y="147"/>
                </a:cubicBezTo>
                <a:cubicBezTo>
                  <a:pt x="27" y="102"/>
                  <a:pt x="9" y="52"/>
                  <a:pt x="0" y="0"/>
                </a:cubicBezTo>
                <a:cubicBezTo>
                  <a:pt x="3" y="26"/>
                  <a:pt x="8" y="52"/>
                  <a:pt x="15" y="77"/>
                </a:cubicBezTo>
                <a:cubicBezTo>
                  <a:pt x="23" y="103"/>
                  <a:pt x="32" y="128"/>
                  <a:pt x="43" y="152"/>
                </a:cubicBezTo>
                <a:cubicBezTo>
                  <a:pt x="66" y="199"/>
                  <a:pt x="97" y="244"/>
                  <a:pt x="137" y="280"/>
                </a:cubicBezTo>
                <a:cubicBezTo>
                  <a:pt x="177" y="316"/>
                  <a:pt x="226" y="343"/>
                  <a:pt x="277" y="360"/>
                </a:cubicBezTo>
                <a:cubicBezTo>
                  <a:pt x="297" y="366"/>
                  <a:pt x="297" y="366"/>
                  <a:pt x="297" y="366"/>
                </a:cubicBezTo>
                <a:cubicBezTo>
                  <a:pt x="317" y="371"/>
                  <a:pt x="317" y="371"/>
                  <a:pt x="317" y="371"/>
                </a:cubicBezTo>
                <a:cubicBezTo>
                  <a:pt x="323" y="372"/>
                  <a:pt x="330" y="373"/>
                  <a:pt x="337" y="375"/>
                </a:cubicBezTo>
                <a:cubicBezTo>
                  <a:pt x="343" y="376"/>
                  <a:pt x="350" y="377"/>
                  <a:pt x="357" y="378"/>
                </a:cubicBezTo>
                <a:cubicBezTo>
                  <a:pt x="377" y="380"/>
                  <a:pt x="377" y="380"/>
                  <a:pt x="377" y="380"/>
                </a:cubicBezTo>
                <a:cubicBezTo>
                  <a:pt x="397" y="381"/>
                  <a:pt x="397" y="381"/>
                  <a:pt x="397" y="381"/>
                </a:cubicBezTo>
                <a:cubicBezTo>
                  <a:pt x="408" y="382"/>
                  <a:pt x="408" y="382"/>
                  <a:pt x="408" y="382"/>
                </a:cubicBezTo>
                <a:cubicBezTo>
                  <a:pt x="418" y="382"/>
                  <a:pt x="418" y="382"/>
                  <a:pt x="418" y="382"/>
                </a:cubicBezTo>
                <a:cubicBezTo>
                  <a:pt x="422" y="382"/>
                  <a:pt x="422" y="382"/>
                  <a:pt x="422" y="382"/>
                </a:cubicBezTo>
                <a:cubicBezTo>
                  <a:pt x="424" y="410"/>
                  <a:pt x="424" y="410"/>
                  <a:pt x="424" y="410"/>
                </a:cubicBezTo>
                <a:lnTo>
                  <a:pt x="518" y="354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3" name="Freeform 11"/>
          <p:cNvSpPr/>
          <p:nvPr/>
        </p:nvSpPr>
        <p:spPr>
          <a:xfrm>
            <a:off x="6552720" y="3029760"/>
            <a:ext cx="1881720" cy="1330920"/>
          </a:xfrm>
          <a:custGeom>
            <a:avLst/>
            <a:gdLst>
              <a:gd name="textAreaLeft" fmla="*/ 0 w 1881720"/>
              <a:gd name="textAreaRight" fmla="*/ 1886040 w 1881720"/>
              <a:gd name="textAreaTop" fmla="*/ 0 h 1330920"/>
              <a:gd name="textAreaBottom" fmla="*/ 1335240 h 1330920"/>
            </a:gdLst>
            <a:ahLst/>
            <a:cxnLst/>
            <a:rect l="textAreaLeft" t="textAreaTop" r="textAreaRight" b="textAreaBottom"/>
            <a:pathLst>
              <a:path w="495" h="350">
                <a:moveTo>
                  <a:pt x="495" y="263"/>
                </a:moveTo>
                <a:cubicBezTo>
                  <a:pt x="386" y="268"/>
                  <a:pt x="386" y="268"/>
                  <a:pt x="386" y="26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58" y="309"/>
                  <a:pt x="313" y="316"/>
                  <a:pt x="269" y="314"/>
                </a:cubicBezTo>
                <a:cubicBezTo>
                  <a:pt x="219" y="311"/>
                  <a:pt x="168" y="296"/>
                  <a:pt x="125" y="269"/>
                </a:cubicBezTo>
                <a:cubicBezTo>
                  <a:pt x="82" y="242"/>
                  <a:pt x="47" y="202"/>
                  <a:pt x="26" y="154"/>
                </a:cubicBezTo>
                <a:cubicBezTo>
                  <a:pt x="16" y="130"/>
                  <a:pt x="10" y="105"/>
                  <a:pt x="7" y="79"/>
                </a:cubicBezTo>
                <a:cubicBezTo>
                  <a:pt x="4" y="53"/>
                  <a:pt x="4" y="26"/>
                  <a:pt x="7" y="0"/>
                </a:cubicBezTo>
                <a:cubicBezTo>
                  <a:pt x="2" y="26"/>
                  <a:pt x="0" y="53"/>
                  <a:pt x="2" y="79"/>
                </a:cubicBezTo>
                <a:cubicBezTo>
                  <a:pt x="3" y="106"/>
                  <a:pt x="8" y="132"/>
                  <a:pt x="17" y="158"/>
                </a:cubicBezTo>
                <a:cubicBezTo>
                  <a:pt x="26" y="183"/>
                  <a:pt x="39" y="207"/>
                  <a:pt x="56" y="229"/>
                </a:cubicBezTo>
                <a:cubicBezTo>
                  <a:pt x="72" y="250"/>
                  <a:pt x="92" y="269"/>
                  <a:pt x="114" y="285"/>
                </a:cubicBezTo>
                <a:cubicBezTo>
                  <a:pt x="158" y="318"/>
                  <a:pt x="211" y="337"/>
                  <a:pt x="266" y="344"/>
                </a:cubicBezTo>
                <a:cubicBezTo>
                  <a:pt x="317" y="350"/>
                  <a:pt x="369" y="344"/>
                  <a:pt x="418" y="328"/>
                </a:cubicBezTo>
                <a:cubicBezTo>
                  <a:pt x="430" y="350"/>
                  <a:pt x="430" y="350"/>
                  <a:pt x="430" y="350"/>
                </a:cubicBezTo>
                <a:lnTo>
                  <a:pt x="495" y="26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4" name="Freeform 12"/>
          <p:cNvSpPr/>
          <p:nvPr/>
        </p:nvSpPr>
        <p:spPr>
          <a:xfrm>
            <a:off x="4175280" y="1803240"/>
            <a:ext cx="1681560" cy="2259360"/>
          </a:xfrm>
          <a:custGeom>
            <a:avLst/>
            <a:gdLst>
              <a:gd name="textAreaLeft" fmla="*/ 0 w 1681560"/>
              <a:gd name="textAreaRight" fmla="*/ 1685880 w 1681560"/>
              <a:gd name="textAreaTop" fmla="*/ 0 h 2259360"/>
              <a:gd name="textAreaBottom" fmla="*/ 2263680 h 2259360"/>
            </a:gdLst>
            <a:ahLst/>
            <a:cxnLst/>
            <a:rect l="textAreaLeft" t="textAreaTop" r="textAreaRight" b="textAreaBottom"/>
            <a:pathLst>
              <a:path w="443" h="594">
                <a:moveTo>
                  <a:pt x="443" y="42"/>
                </a:moveTo>
                <a:cubicBezTo>
                  <a:pt x="341" y="0"/>
                  <a:pt x="341" y="0"/>
                  <a:pt x="341" y="0"/>
                </a:cubicBezTo>
                <a:cubicBezTo>
                  <a:pt x="343" y="29"/>
                  <a:pt x="343" y="29"/>
                  <a:pt x="343" y="29"/>
                </a:cubicBezTo>
                <a:cubicBezTo>
                  <a:pt x="317" y="33"/>
                  <a:pt x="291" y="39"/>
                  <a:pt x="265" y="47"/>
                </a:cubicBezTo>
                <a:cubicBezTo>
                  <a:pt x="234" y="57"/>
                  <a:pt x="205" y="71"/>
                  <a:pt x="177" y="88"/>
                </a:cubicBezTo>
                <a:cubicBezTo>
                  <a:pt x="149" y="104"/>
                  <a:pt x="124" y="125"/>
                  <a:pt x="102" y="149"/>
                </a:cubicBezTo>
                <a:cubicBezTo>
                  <a:pt x="80" y="172"/>
                  <a:pt x="61" y="199"/>
                  <a:pt x="47" y="227"/>
                </a:cubicBezTo>
                <a:cubicBezTo>
                  <a:pt x="17" y="284"/>
                  <a:pt x="4" y="347"/>
                  <a:pt x="2" y="410"/>
                </a:cubicBezTo>
                <a:cubicBezTo>
                  <a:pt x="0" y="473"/>
                  <a:pt x="11" y="536"/>
                  <a:pt x="34" y="594"/>
                </a:cubicBezTo>
                <a:cubicBezTo>
                  <a:pt x="14" y="535"/>
                  <a:pt x="7" y="472"/>
                  <a:pt x="12" y="411"/>
                </a:cubicBezTo>
                <a:cubicBezTo>
                  <a:pt x="17" y="349"/>
                  <a:pt x="34" y="289"/>
                  <a:pt x="64" y="237"/>
                </a:cubicBezTo>
                <a:cubicBezTo>
                  <a:pt x="80" y="211"/>
                  <a:pt x="98" y="187"/>
                  <a:pt x="120" y="166"/>
                </a:cubicBezTo>
                <a:cubicBezTo>
                  <a:pt x="141" y="145"/>
                  <a:pt x="166" y="128"/>
                  <a:pt x="192" y="114"/>
                </a:cubicBezTo>
                <a:cubicBezTo>
                  <a:pt x="218" y="99"/>
                  <a:pt x="246" y="89"/>
                  <a:pt x="275" y="81"/>
                </a:cubicBezTo>
                <a:cubicBezTo>
                  <a:pt x="298" y="75"/>
                  <a:pt x="321" y="71"/>
                  <a:pt x="345" y="68"/>
                </a:cubicBezTo>
                <a:cubicBezTo>
                  <a:pt x="347" y="94"/>
                  <a:pt x="347" y="94"/>
                  <a:pt x="347" y="94"/>
                </a:cubicBezTo>
                <a:lnTo>
                  <a:pt x="443" y="4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5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99" name="Group 27"/>
          <p:cNvGrpSpPr/>
          <p:nvPr/>
        </p:nvGrpSpPr>
        <p:grpSpPr>
          <a:xfrm>
            <a:off x="5955120" y="495360"/>
            <a:ext cx="2220840" cy="2225520"/>
            <a:chOff x="5955120" y="495360"/>
            <a:chExt cx="2220840" cy="2225520"/>
          </a:xfrm>
        </p:grpSpPr>
        <p:sp>
          <p:nvSpPr>
            <p:cNvPr id="200" name="Freeform 28"/>
            <p:cNvSpPr/>
            <p:nvPr/>
          </p:nvSpPr>
          <p:spPr>
            <a:xfrm>
              <a:off x="5955120" y="49536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1" name="Freeform 6"/>
            <p:cNvSpPr/>
            <p:nvPr/>
          </p:nvSpPr>
          <p:spPr>
            <a:xfrm>
              <a:off x="5955120" y="49536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02" name="Group 30"/>
          <p:cNvGrpSpPr/>
          <p:nvPr/>
        </p:nvGrpSpPr>
        <p:grpSpPr>
          <a:xfrm>
            <a:off x="8549280" y="3029760"/>
            <a:ext cx="2220840" cy="2225520"/>
            <a:chOff x="8549280" y="3029760"/>
            <a:chExt cx="2220840" cy="2225520"/>
          </a:xfrm>
        </p:grpSpPr>
        <p:sp>
          <p:nvSpPr>
            <p:cNvPr id="203" name="Freeform 31"/>
            <p:cNvSpPr/>
            <p:nvPr/>
          </p:nvSpPr>
          <p:spPr>
            <a:xfrm>
              <a:off x="8549280" y="302976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4" name="Freeform 6"/>
            <p:cNvSpPr/>
            <p:nvPr/>
          </p:nvSpPr>
          <p:spPr>
            <a:xfrm>
              <a:off x="8549280" y="302976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05" name="Group 33"/>
          <p:cNvGrpSpPr/>
          <p:nvPr/>
        </p:nvGrpSpPr>
        <p:grpSpPr>
          <a:xfrm>
            <a:off x="4201200" y="4067280"/>
            <a:ext cx="2220840" cy="2225520"/>
            <a:chOff x="4201200" y="4067280"/>
            <a:chExt cx="2220840" cy="2225520"/>
          </a:xfrm>
        </p:grpSpPr>
        <p:sp>
          <p:nvSpPr>
            <p:cNvPr id="206" name="Freeform 34"/>
            <p:cNvSpPr/>
            <p:nvPr/>
          </p:nvSpPr>
          <p:spPr>
            <a:xfrm>
              <a:off x="4201200" y="406728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7" name="Freeform 6"/>
            <p:cNvSpPr/>
            <p:nvPr/>
          </p:nvSpPr>
          <p:spPr>
            <a:xfrm>
              <a:off x="4201200" y="406728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08" name="Text Placeholder 2"/>
          <p:cNvSpPr/>
          <p:nvPr/>
        </p:nvSpPr>
        <p:spPr>
          <a:xfrm>
            <a:off x="6068880" y="615240"/>
            <a:ext cx="1975320" cy="199908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Placeholder 2"/>
          <p:cNvSpPr/>
          <p:nvPr/>
        </p:nvSpPr>
        <p:spPr>
          <a:xfrm>
            <a:off x="8672040" y="3143160"/>
            <a:ext cx="1975320" cy="199908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Placeholder 2"/>
          <p:cNvSpPr/>
          <p:nvPr/>
        </p:nvSpPr>
        <p:spPr>
          <a:xfrm>
            <a:off x="4323960" y="4203000"/>
            <a:ext cx="1975320" cy="199908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Freeform 42"/>
          <p:cNvSpPr/>
          <p:nvPr/>
        </p:nvSpPr>
        <p:spPr>
          <a:xfrm rot="370200">
            <a:off x="-2192400" y="-122328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212" name="Group 23"/>
          <p:cNvGrpSpPr/>
          <p:nvPr/>
        </p:nvGrpSpPr>
        <p:grpSpPr>
          <a:xfrm>
            <a:off x="970200" y="1238040"/>
            <a:ext cx="2220840" cy="2225520"/>
            <a:chOff x="970200" y="1238040"/>
            <a:chExt cx="2220840" cy="2225520"/>
          </a:xfrm>
        </p:grpSpPr>
        <p:sp>
          <p:nvSpPr>
            <p:cNvPr id="213" name="Freeform 24"/>
            <p:cNvSpPr/>
            <p:nvPr/>
          </p:nvSpPr>
          <p:spPr>
            <a:xfrm>
              <a:off x="970200" y="123804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14" name="Freeform 6"/>
            <p:cNvSpPr/>
            <p:nvPr/>
          </p:nvSpPr>
          <p:spPr>
            <a:xfrm>
              <a:off x="970200" y="1238040"/>
              <a:ext cx="2220840" cy="2225520"/>
            </a:xfrm>
            <a:custGeom>
              <a:avLst/>
              <a:gdLst>
                <a:gd name="textAreaLeft" fmla="*/ 0 w 2220840"/>
                <a:gd name="textAreaRight" fmla="*/ 2225160 w 2220840"/>
                <a:gd name="textAreaTop" fmla="*/ 0 h 2225520"/>
                <a:gd name="textAreaBottom" fmla="*/ 2229840 h 222552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15" name="Text Placeholder 2"/>
          <p:cNvSpPr/>
          <p:nvPr/>
        </p:nvSpPr>
        <p:spPr>
          <a:xfrm>
            <a:off x="1089000" y="1362240"/>
            <a:ext cx="1975320" cy="199908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6" name="Group 26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21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1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19" name="Rectangle 43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2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760F036C-EC9F-493A-B954-FB5F698B3156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26" name="Group 25"/>
          <p:cNvGrpSpPr/>
          <p:nvPr/>
        </p:nvGrpSpPr>
        <p:grpSpPr>
          <a:xfrm>
            <a:off x="5057280" y="834120"/>
            <a:ext cx="1735920" cy="1646640"/>
            <a:chOff x="5057280" y="834120"/>
            <a:chExt cx="1735920" cy="1646640"/>
          </a:xfrm>
        </p:grpSpPr>
        <p:sp>
          <p:nvSpPr>
            <p:cNvPr id="227" name="Freeform 6"/>
            <p:cNvSpPr/>
            <p:nvPr/>
          </p:nvSpPr>
          <p:spPr>
            <a:xfrm>
              <a:off x="5057280" y="834120"/>
              <a:ext cx="1729080" cy="1646640"/>
            </a:xfrm>
            <a:custGeom>
              <a:avLst/>
              <a:gdLst>
                <a:gd name="textAreaLeft" fmla="*/ 0 w 1729080"/>
                <a:gd name="textAreaRight" fmla="*/ 1733400 w 1729080"/>
                <a:gd name="textAreaTop" fmla="*/ 0 h 1646640"/>
                <a:gd name="textAreaBottom" fmla="*/ 1650960 h 1646640"/>
              </a:gdLst>
              <a:ahLst/>
              <a:cxn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1" y="417"/>
                    <a:pt x="81" y="417"/>
                    <a:pt x="81" y="417"/>
                  </a:cubicBezTo>
                  <a:cubicBezTo>
                    <a:pt x="84" y="426"/>
                    <a:pt x="92" y="433"/>
                    <a:pt x="102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63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28" name="Freeform 6"/>
            <p:cNvSpPr/>
            <p:nvPr/>
          </p:nvSpPr>
          <p:spPr>
            <a:xfrm>
              <a:off x="5064120" y="834120"/>
              <a:ext cx="1729080" cy="1646640"/>
            </a:xfrm>
            <a:custGeom>
              <a:avLst/>
              <a:gdLst>
                <a:gd name="textAreaLeft" fmla="*/ 0 w 1729080"/>
                <a:gd name="textAreaRight" fmla="*/ 1733400 w 1729080"/>
                <a:gd name="textAreaTop" fmla="*/ 0 h 1646640"/>
                <a:gd name="textAreaBottom" fmla="*/ 1650960 h 1646640"/>
              </a:gdLst>
              <a:ahLst/>
              <a:cxn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1" y="417"/>
                    <a:pt x="81" y="417"/>
                    <a:pt x="81" y="417"/>
                  </a:cubicBezTo>
                  <a:cubicBezTo>
                    <a:pt x="84" y="426"/>
                    <a:pt x="92" y="433"/>
                    <a:pt x="102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63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29" name="Group 28"/>
          <p:cNvGrpSpPr/>
          <p:nvPr/>
        </p:nvGrpSpPr>
        <p:grpSpPr>
          <a:xfrm>
            <a:off x="6671520" y="2019960"/>
            <a:ext cx="1731600" cy="1641960"/>
            <a:chOff x="6671520" y="2019960"/>
            <a:chExt cx="1731600" cy="1641960"/>
          </a:xfrm>
        </p:grpSpPr>
        <p:sp>
          <p:nvSpPr>
            <p:cNvPr id="230" name="Freeform 7"/>
            <p:cNvSpPr/>
            <p:nvPr/>
          </p:nvSpPr>
          <p:spPr>
            <a:xfrm>
              <a:off x="6671520" y="2019960"/>
              <a:ext cx="1724400" cy="1641960"/>
            </a:xfrm>
            <a:custGeom>
              <a:avLst/>
              <a:gdLst>
                <a:gd name="textAreaLeft" fmla="*/ 0 w 1724400"/>
                <a:gd name="textAreaRight" fmla="*/ 1728720 w 1724400"/>
                <a:gd name="textAreaTop" fmla="*/ 0 h 1641960"/>
                <a:gd name="textAreaBottom" fmla="*/ 1646280 h 1641960"/>
              </a:gdLst>
              <a:ahLst/>
              <a:cxnLst/>
              <a:rect l="textAreaLeft" t="textAreaTop" r="textAreaRight" b="textAreaBottom"/>
              <a:pathLst>
                <a:path w="454" h="432">
                  <a:moveTo>
                    <a:pt x="3" y="179"/>
                  </a:moveTo>
                  <a:cubicBezTo>
                    <a:pt x="80" y="416"/>
                    <a:pt x="80" y="416"/>
                    <a:pt x="80" y="416"/>
                  </a:cubicBezTo>
                  <a:cubicBezTo>
                    <a:pt x="83" y="426"/>
                    <a:pt x="92" y="432"/>
                    <a:pt x="10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62" y="432"/>
                    <a:pt x="371" y="426"/>
                    <a:pt x="374" y="416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4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1" name="Freeform 7"/>
            <p:cNvSpPr/>
            <p:nvPr/>
          </p:nvSpPr>
          <p:spPr>
            <a:xfrm>
              <a:off x="6678720" y="2019960"/>
              <a:ext cx="1724400" cy="1641960"/>
            </a:xfrm>
            <a:custGeom>
              <a:avLst/>
              <a:gdLst>
                <a:gd name="textAreaLeft" fmla="*/ 0 w 1724400"/>
                <a:gd name="textAreaRight" fmla="*/ 1728720 w 1724400"/>
                <a:gd name="textAreaTop" fmla="*/ 0 h 1641960"/>
                <a:gd name="textAreaBottom" fmla="*/ 1646280 h 1641960"/>
              </a:gdLst>
              <a:ahLst/>
              <a:cxnLst/>
              <a:rect l="textAreaLeft" t="textAreaTop" r="textAreaRight" b="textAreaBottom"/>
              <a:pathLst>
                <a:path w="454" h="432">
                  <a:moveTo>
                    <a:pt x="3" y="179"/>
                  </a:moveTo>
                  <a:cubicBezTo>
                    <a:pt x="80" y="416"/>
                    <a:pt x="80" y="416"/>
                    <a:pt x="80" y="416"/>
                  </a:cubicBezTo>
                  <a:cubicBezTo>
                    <a:pt x="83" y="426"/>
                    <a:pt x="92" y="432"/>
                    <a:pt x="10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62" y="432"/>
                    <a:pt x="371" y="426"/>
                    <a:pt x="374" y="416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4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2" name="Group 31"/>
          <p:cNvGrpSpPr/>
          <p:nvPr/>
        </p:nvGrpSpPr>
        <p:grpSpPr>
          <a:xfrm>
            <a:off x="3398400" y="2019960"/>
            <a:ext cx="1734480" cy="1641960"/>
            <a:chOff x="3398400" y="2019960"/>
            <a:chExt cx="1734480" cy="1641960"/>
          </a:xfrm>
        </p:grpSpPr>
        <p:sp>
          <p:nvSpPr>
            <p:cNvPr id="233" name="Freeform 8"/>
            <p:cNvSpPr/>
            <p:nvPr/>
          </p:nvSpPr>
          <p:spPr>
            <a:xfrm>
              <a:off x="3398400" y="2019960"/>
              <a:ext cx="1727640" cy="1641960"/>
            </a:xfrm>
            <a:custGeom>
              <a:avLst/>
              <a:gdLst>
                <a:gd name="textAreaLeft" fmla="*/ 0 w 1727640"/>
                <a:gd name="textAreaRight" fmla="*/ 1731960 w 1727640"/>
                <a:gd name="textAreaTop" fmla="*/ 0 h 1641960"/>
                <a:gd name="textAreaBottom" fmla="*/ 1646280 h 1641960"/>
              </a:gdLst>
              <a:ahLst/>
              <a:cxnLst/>
              <a:rect l="textAreaLeft" t="textAreaTop" r="textAreaRight" b="textAreaBottom"/>
              <a:pathLst>
                <a:path w="455" h="432">
                  <a:moveTo>
                    <a:pt x="4" y="179"/>
                  </a:moveTo>
                  <a:cubicBezTo>
                    <a:pt x="81" y="416"/>
                    <a:pt x="81" y="416"/>
                    <a:pt x="81" y="416"/>
                  </a:cubicBezTo>
                  <a:cubicBezTo>
                    <a:pt x="84" y="426"/>
                    <a:pt x="93" y="432"/>
                    <a:pt x="103" y="432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63" y="432"/>
                    <a:pt x="372" y="426"/>
                    <a:pt x="375" y="416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2" y="159"/>
                    <a:pt x="444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4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4" name="Freeform 8"/>
            <p:cNvSpPr/>
            <p:nvPr/>
          </p:nvSpPr>
          <p:spPr>
            <a:xfrm>
              <a:off x="3405240" y="2019960"/>
              <a:ext cx="1727640" cy="1641960"/>
            </a:xfrm>
            <a:custGeom>
              <a:avLst/>
              <a:gdLst>
                <a:gd name="textAreaLeft" fmla="*/ 0 w 1727640"/>
                <a:gd name="textAreaRight" fmla="*/ 1731960 w 1727640"/>
                <a:gd name="textAreaTop" fmla="*/ 0 h 1641960"/>
                <a:gd name="textAreaBottom" fmla="*/ 1646280 h 1641960"/>
              </a:gdLst>
              <a:ahLst/>
              <a:cxnLst/>
              <a:rect l="textAreaLeft" t="textAreaTop" r="textAreaRight" b="textAreaBottom"/>
              <a:pathLst>
                <a:path w="455" h="432">
                  <a:moveTo>
                    <a:pt x="4" y="179"/>
                  </a:moveTo>
                  <a:cubicBezTo>
                    <a:pt x="81" y="416"/>
                    <a:pt x="81" y="416"/>
                    <a:pt x="81" y="416"/>
                  </a:cubicBezTo>
                  <a:cubicBezTo>
                    <a:pt x="84" y="426"/>
                    <a:pt x="93" y="432"/>
                    <a:pt x="103" y="432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63" y="432"/>
                    <a:pt x="372" y="426"/>
                    <a:pt x="375" y="416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2" y="159"/>
                    <a:pt x="444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4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5" name="Group 34"/>
          <p:cNvGrpSpPr/>
          <p:nvPr/>
        </p:nvGrpSpPr>
        <p:grpSpPr>
          <a:xfrm>
            <a:off x="4038120" y="3927960"/>
            <a:ext cx="1734480" cy="1645200"/>
            <a:chOff x="4038120" y="3927960"/>
            <a:chExt cx="1734480" cy="1645200"/>
          </a:xfrm>
        </p:grpSpPr>
        <p:sp>
          <p:nvSpPr>
            <p:cNvPr id="236" name="Freeform 9"/>
            <p:cNvSpPr/>
            <p:nvPr/>
          </p:nvSpPr>
          <p:spPr>
            <a:xfrm>
              <a:off x="4038120" y="3927960"/>
              <a:ext cx="1727640" cy="1645200"/>
            </a:xfrm>
            <a:custGeom>
              <a:avLst/>
              <a:gdLst>
                <a:gd name="textAreaLeft" fmla="*/ 0 w 1727640"/>
                <a:gd name="textAreaRight" fmla="*/ 1731960 w 1727640"/>
                <a:gd name="textAreaTop" fmla="*/ 0 h 1645200"/>
                <a:gd name="textAreaBottom" fmla="*/ 1649520 h 1645200"/>
              </a:gdLst>
              <a:ahLst/>
              <a:cxn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7" name="Freeform 9"/>
            <p:cNvSpPr/>
            <p:nvPr/>
          </p:nvSpPr>
          <p:spPr>
            <a:xfrm>
              <a:off x="4044960" y="3927960"/>
              <a:ext cx="1727640" cy="1645200"/>
            </a:xfrm>
            <a:custGeom>
              <a:avLst/>
              <a:gdLst>
                <a:gd name="textAreaLeft" fmla="*/ 0 w 1727640"/>
                <a:gd name="textAreaRight" fmla="*/ 1731960 w 1727640"/>
                <a:gd name="textAreaTop" fmla="*/ 0 h 1645200"/>
                <a:gd name="textAreaBottom" fmla="*/ 1649520 h 1645200"/>
              </a:gdLst>
              <a:ahLst/>
              <a:cxn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8" name="Group 37"/>
          <p:cNvGrpSpPr/>
          <p:nvPr/>
        </p:nvGrpSpPr>
        <p:grpSpPr>
          <a:xfrm>
            <a:off x="6055560" y="3927960"/>
            <a:ext cx="1734840" cy="1645200"/>
            <a:chOff x="6055560" y="3927960"/>
            <a:chExt cx="1734840" cy="1645200"/>
          </a:xfrm>
        </p:grpSpPr>
        <p:sp>
          <p:nvSpPr>
            <p:cNvPr id="239" name="Freeform 10"/>
            <p:cNvSpPr/>
            <p:nvPr/>
          </p:nvSpPr>
          <p:spPr>
            <a:xfrm>
              <a:off x="6055560" y="3927960"/>
              <a:ext cx="1727640" cy="1645200"/>
            </a:xfrm>
            <a:custGeom>
              <a:avLst/>
              <a:gdLst>
                <a:gd name="textAreaLeft" fmla="*/ 0 w 1727640"/>
                <a:gd name="textAreaRight" fmla="*/ 1731960 w 1727640"/>
                <a:gd name="textAreaTop" fmla="*/ 0 h 1645200"/>
                <a:gd name="textAreaBottom" fmla="*/ 1649520 h 1645200"/>
              </a:gdLst>
              <a:ahLst/>
              <a:cxn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40" name="Freeform 10"/>
            <p:cNvSpPr/>
            <p:nvPr/>
          </p:nvSpPr>
          <p:spPr>
            <a:xfrm>
              <a:off x="6062760" y="3927960"/>
              <a:ext cx="1727640" cy="1645200"/>
            </a:xfrm>
            <a:custGeom>
              <a:avLst/>
              <a:gdLst>
                <a:gd name="textAreaLeft" fmla="*/ 0 w 1727640"/>
                <a:gd name="textAreaRight" fmla="*/ 1731960 w 1727640"/>
                <a:gd name="textAreaTop" fmla="*/ 0 h 1645200"/>
                <a:gd name="textAreaBottom" fmla="*/ 1649520 h 1645200"/>
              </a:gdLst>
              <a:ahLst/>
              <a:cxn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pic>
        <p:nvPicPr>
          <p:cNvPr id="241" name="Picture 60"/>
          <p:cNvPicPr/>
          <p:nvPr/>
        </p:nvPicPr>
        <p:blipFill>
          <a:blip r:embed="rId3"/>
          <a:srcRect r="76273"/>
          <a:stretch/>
        </p:blipFill>
        <p:spPr>
          <a:xfrm>
            <a:off x="5283720" y="2795400"/>
            <a:ext cx="1134720" cy="997560"/>
          </a:xfrm>
          <a:prstGeom prst="rect">
            <a:avLst/>
          </a:prstGeom>
          <a:ln w="0">
            <a:noFill/>
          </a:ln>
        </p:spPr>
      </p:pic>
      <p:sp>
        <p:nvSpPr>
          <p:cNvPr id="242" name="Freeform 48"/>
          <p:cNvSpPr/>
          <p:nvPr/>
        </p:nvSpPr>
        <p:spPr>
          <a:xfrm>
            <a:off x="-1935720" y="-101196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243" name="Group 44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244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45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46" name="Rectangle 49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4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D4E731A3-67CF-4D87-9F48-DFA9C74E3520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Freeform 27"/>
          <p:cNvSpPr/>
          <p:nvPr/>
        </p:nvSpPr>
        <p:spPr>
          <a:xfrm rot="370200">
            <a:off x="-2529000" y="-131760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50" name="Freeform 7"/>
          <p:cNvSpPr/>
          <p:nvPr/>
        </p:nvSpPr>
        <p:spPr>
          <a:xfrm>
            <a:off x="9197280" y="1239120"/>
            <a:ext cx="1899000" cy="1900800"/>
          </a:xfrm>
          <a:custGeom>
            <a:avLst/>
            <a:gdLst>
              <a:gd name="textAreaLeft" fmla="*/ 0 w 1899000"/>
              <a:gd name="textAreaRight" fmla="*/ 1903320 w 1899000"/>
              <a:gd name="textAreaTop" fmla="*/ 0 h 1900800"/>
              <a:gd name="textAreaBottom" fmla="*/ 1905120 h 1900800"/>
            </a:gdLst>
            <a:ahLst/>
            <a:cxn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251" name="Group 6"/>
          <p:cNvGrpSpPr/>
          <p:nvPr/>
        </p:nvGrpSpPr>
        <p:grpSpPr>
          <a:xfrm>
            <a:off x="6915960" y="1239120"/>
            <a:ext cx="1905840" cy="1900800"/>
            <a:chOff x="6915960" y="1239120"/>
            <a:chExt cx="1905840" cy="1900800"/>
          </a:xfrm>
        </p:grpSpPr>
        <p:sp>
          <p:nvSpPr>
            <p:cNvPr id="252" name="Freeform 6"/>
            <p:cNvSpPr/>
            <p:nvPr/>
          </p:nvSpPr>
          <p:spPr>
            <a:xfrm>
              <a:off x="6922800" y="1239120"/>
              <a:ext cx="1899000" cy="1900800"/>
            </a:xfrm>
            <a:custGeom>
              <a:avLst/>
              <a:gdLst>
                <a:gd name="textAreaLeft" fmla="*/ 0 w 1899000"/>
                <a:gd name="textAreaRight" fmla="*/ 1903320 w 1899000"/>
                <a:gd name="textAreaTop" fmla="*/ 0 h 1900800"/>
                <a:gd name="textAreaBottom" fmla="*/ 1905120 h 1900800"/>
              </a:gdLst>
              <a:ahLst/>
              <a:cxn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53" name="Freeform 6"/>
            <p:cNvSpPr/>
            <p:nvPr/>
          </p:nvSpPr>
          <p:spPr>
            <a:xfrm>
              <a:off x="6915960" y="1239120"/>
              <a:ext cx="1899000" cy="1900800"/>
            </a:xfrm>
            <a:custGeom>
              <a:avLst/>
              <a:gdLst>
                <a:gd name="textAreaLeft" fmla="*/ 0 w 1899000"/>
                <a:gd name="textAreaRight" fmla="*/ 1903320 w 1899000"/>
                <a:gd name="textAreaTop" fmla="*/ 0 h 1900800"/>
                <a:gd name="textAreaBottom" fmla="*/ 1905120 h 1900800"/>
              </a:gdLst>
              <a:ahLst/>
              <a:cxn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54" name="Group 9"/>
          <p:cNvGrpSpPr/>
          <p:nvPr/>
        </p:nvGrpSpPr>
        <p:grpSpPr>
          <a:xfrm>
            <a:off x="9161280" y="3479760"/>
            <a:ext cx="1906560" cy="1901520"/>
            <a:chOff x="9161280" y="3479760"/>
            <a:chExt cx="1906560" cy="1901520"/>
          </a:xfrm>
        </p:grpSpPr>
        <p:sp>
          <p:nvSpPr>
            <p:cNvPr id="255" name="Freeform 8"/>
            <p:cNvSpPr/>
            <p:nvPr/>
          </p:nvSpPr>
          <p:spPr>
            <a:xfrm>
              <a:off x="9161280" y="3480480"/>
              <a:ext cx="1899000" cy="1900800"/>
            </a:xfrm>
            <a:custGeom>
              <a:avLst/>
              <a:gdLst>
                <a:gd name="textAreaLeft" fmla="*/ 0 w 1899000"/>
                <a:gd name="textAreaRight" fmla="*/ 1903320 w 1899000"/>
                <a:gd name="textAreaTop" fmla="*/ 0 h 1900800"/>
                <a:gd name="textAreaBottom" fmla="*/ 1905120 h 1900800"/>
              </a:gdLst>
              <a:ahLst/>
              <a:cxn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56" name="Freeform 8"/>
            <p:cNvSpPr/>
            <p:nvPr/>
          </p:nvSpPr>
          <p:spPr>
            <a:xfrm>
              <a:off x="9168840" y="3479760"/>
              <a:ext cx="1899000" cy="1900800"/>
            </a:xfrm>
            <a:custGeom>
              <a:avLst/>
              <a:gdLst>
                <a:gd name="textAreaLeft" fmla="*/ 0 w 1899000"/>
                <a:gd name="textAreaRight" fmla="*/ 1903320 w 1899000"/>
                <a:gd name="textAreaTop" fmla="*/ 0 h 1900800"/>
                <a:gd name="textAreaBottom" fmla="*/ 1905120 h 1900800"/>
              </a:gdLst>
              <a:ahLst/>
              <a:cxn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57" name="Freeform 9"/>
          <p:cNvSpPr/>
          <p:nvPr/>
        </p:nvSpPr>
        <p:spPr>
          <a:xfrm>
            <a:off x="6958800" y="3480480"/>
            <a:ext cx="1899000" cy="1900800"/>
          </a:xfrm>
          <a:custGeom>
            <a:avLst/>
            <a:gdLst>
              <a:gd name="textAreaLeft" fmla="*/ 0 w 1899000"/>
              <a:gd name="textAreaRight" fmla="*/ 1903320 w 1899000"/>
              <a:gd name="textAreaTop" fmla="*/ 0 h 1900800"/>
              <a:gd name="textAreaBottom" fmla="*/ 1905120 h 1900800"/>
            </a:gdLst>
            <a:ahLst/>
            <a:cxn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8" name="Freeform 7"/>
          <p:cNvSpPr/>
          <p:nvPr/>
        </p:nvSpPr>
        <p:spPr>
          <a:xfrm>
            <a:off x="1149120" y="1060560"/>
            <a:ext cx="4420440" cy="4424040"/>
          </a:xfrm>
          <a:custGeom>
            <a:avLst/>
            <a:gdLst>
              <a:gd name="textAreaLeft" fmla="*/ 0 w 4420440"/>
              <a:gd name="textAreaRight" fmla="*/ 4424760 w 4420440"/>
              <a:gd name="textAreaTop" fmla="*/ 0 h 4424040"/>
              <a:gd name="textAreaBottom" fmla="*/ 4428360 h 4424040"/>
            </a:gdLst>
            <a:ahLst/>
            <a:cxn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9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Freeform 28"/>
          <p:cNvSpPr/>
          <p:nvPr/>
        </p:nvSpPr>
        <p:spPr>
          <a:xfrm>
            <a:off x="-1855800" y="-133848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64" name="Text Placeholder 2"/>
          <p:cNvSpPr/>
          <p:nvPr/>
        </p:nvSpPr>
        <p:spPr>
          <a:xfrm>
            <a:off x="1149480" y="1060560"/>
            <a:ext cx="4420080" cy="4424760"/>
          </a:xfrm>
          <a:prstGeom prst="roundRect">
            <a:avLst>
              <a:gd name="adj" fmla="val 8752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Open Sans"/>
              </a:rPr>
              <a:t>Second level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Open Sans"/>
              </a:rPr>
              <a:t>Third level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Fourth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Fifth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5" name="Group 1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266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6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68" name="Rectangle 29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7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8FF3FEED-B620-4983-9BCB-41A756070A10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Freeform 27"/>
          <p:cNvSpPr/>
          <p:nvPr/>
        </p:nvSpPr>
        <p:spPr>
          <a:xfrm rot="370200">
            <a:off x="-2738160" y="-156600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72" name="Freeform 7"/>
          <p:cNvSpPr/>
          <p:nvPr/>
        </p:nvSpPr>
        <p:spPr>
          <a:xfrm>
            <a:off x="9197280" y="1239120"/>
            <a:ext cx="1899000" cy="1900800"/>
          </a:xfrm>
          <a:custGeom>
            <a:avLst/>
            <a:gdLst>
              <a:gd name="textAreaLeft" fmla="*/ 0 w 1899000"/>
              <a:gd name="textAreaRight" fmla="*/ 1903320 w 1899000"/>
              <a:gd name="textAreaTop" fmla="*/ 0 h 1900800"/>
              <a:gd name="textAreaBottom" fmla="*/ 1905120 h 1900800"/>
            </a:gdLst>
            <a:ahLst/>
            <a:cxn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273" name="Group 6"/>
          <p:cNvGrpSpPr/>
          <p:nvPr/>
        </p:nvGrpSpPr>
        <p:grpSpPr>
          <a:xfrm>
            <a:off x="6915960" y="1239120"/>
            <a:ext cx="1905840" cy="1900800"/>
            <a:chOff x="6915960" y="1239120"/>
            <a:chExt cx="1905840" cy="1900800"/>
          </a:xfrm>
        </p:grpSpPr>
        <p:sp>
          <p:nvSpPr>
            <p:cNvPr id="274" name="Freeform 6"/>
            <p:cNvSpPr/>
            <p:nvPr/>
          </p:nvSpPr>
          <p:spPr>
            <a:xfrm>
              <a:off x="6922800" y="1239120"/>
              <a:ext cx="1899000" cy="1900800"/>
            </a:xfrm>
            <a:custGeom>
              <a:avLst/>
              <a:gdLst>
                <a:gd name="textAreaLeft" fmla="*/ 0 w 1899000"/>
                <a:gd name="textAreaRight" fmla="*/ 1903320 w 1899000"/>
                <a:gd name="textAreaTop" fmla="*/ 0 h 1900800"/>
                <a:gd name="textAreaBottom" fmla="*/ 1905120 h 1900800"/>
              </a:gdLst>
              <a:ahLst/>
              <a:cxn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75" name="Freeform 6"/>
            <p:cNvSpPr/>
            <p:nvPr/>
          </p:nvSpPr>
          <p:spPr>
            <a:xfrm>
              <a:off x="6915960" y="1239120"/>
              <a:ext cx="1899000" cy="1900800"/>
            </a:xfrm>
            <a:custGeom>
              <a:avLst/>
              <a:gdLst>
                <a:gd name="textAreaLeft" fmla="*/ 0 w 1899000"/>
                <a:gd name="textAreaRight" fmla="*/ 1903320 w 1899000"/>
                <a:gd name="textAreaTop" fmla="*/ 0 h 1900800"/>
                <a:gd name="textAreaBottom" fmla="*/ 1905120 h 1900800"/>
              </a:gdLst>
              <a:ahLst/>
              <a:cxn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76" name="Group 9"/>
          <p:cNvGrpSpPr/>
          <p:nvPr/>
        </p:nvGrpSpPr>
        <p:grpSpPr>
          <a:xfrm>
            <a:off x="9161280" y="3479760"/>
            <a:ext cx="1906560" cy="1901520"/>
            <a:chOff x="9161280" y="3479760"/>
            <a:chExt cx="1906560" cy="1901520"/>
          </a:xfrm>
        </p:grpSpPr>
        <p:sp>
          <p:nvSpPr>
            <p:cNvPr id="277" name="Freeform 8"/>
            <p:cNvSpPr/>
            <p:nvPr/>
          </p:nvSpPr>
          <p:spPr>
            <a:xfrm>
              <a:off x="9161280" y="3480480"/>
              <a:ext cx="1899000" cy="1900800"/>
            </a:xfrm>
            <a:custGeom>
              <a:avLst/>
              <a:gdLst>
                <a:gd name="textAreaLeft" fmla="*/ 0 w 1899000"/>
                <a:gd name="textAreaRight" fmla="*/ 1903320 w 1899000"/>
                <a:gd name="textAreaTop" fmla="*/ 0 h 1900800"/>
                <a:gd name="textAreaBottom" fmla="*/ 1905120 h 1900800"/>
              </a:gdLst>
              <a:ahLst/>
              <a:cxn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78" name="Freeform 8"/>
            <p:cNvSpPr/>
            <p:nvPr/>
          </p:nvSpPr>
          <p:spPr>
            <a:xfrm>
              <a:off x="9168840" y="3479760"/>
              <a:ext cx="1899000" cy="1900800"/>
            </a:xfrm>
            <a:custGeom>
              <a:avLst/>
              <a:gdLst>
                <a:gd name="textAreaLeft" fmla="*/ 0 w 1899000"/>
                <a:gd name="textAreaRight" fmla="*/ 1903320 w 1899000"/>
                <a:gd name="textAreaTop" fmla="*/ 0 h 1900800"/>
                <a:gd name="textAreaBottom" fmla="*/ 1905120 h 1900800"/>
              </a:gdLst>
              <a:ahLst/>
              <a:cxn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79" name="Freeform 9"/>
          <p:cNvSpPr/>
          <p:nvPr/>
        </p:nvSpPr>
        <p:spPr>
          <a:xfrm>
            <a:off x="6958800" y="3480480"/>
            <a:ext cx="1899000" cy="1900800"/>
          </a:xfrm>
          <a:custGeom>
            <a:avLst/>
            <a:gdLst>
              <a:gd name="textAreaLeft" fmla="*/ 0 w 1899000"/>
              <a:gd name="textAreaRight" fmla="*/ 1903320 w 1899000"/>
              <a:gd name="textAreaTop" fmla="*/ 0 h 1900800"/>
              <a:gd name="textAreaBottom" fmla="*/ 1905120 h 1900800"/>
            </a:gdLst>
            <a:ahLst/>
            <a:cxn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80" name="Freeform 7"/>
          <p:cNvSpPr/>
          <p:nvPr/>
        </p:nvSpPr>
        <p:spPr>
          <a:xfrm>
            <a:off x="1149120" y="1060560"/>
            <a:ext cx="4420440" cy="4424040"/>
          </a:xfrm>
          <a:custGeom>
            <a:avLst/>
            <a:gdLst>
              <a:gd name="textAreaLeft" fmla="*/ 0 w 4420440"/>
              <a:gd name="textAreaRight" fmla="*/ 4424760 w 4420440"/>
              <a:gd name="textAreaTop" fmla="*/ 0 h 4424040"/>
              <a:gd name="textAreaBottom" fmla="*/ 4428360 h 4424040"/>
            </a:gdLst>
            <a:ahLst/>
            <a:cxn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81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Freeform 28"/>
          <p:cNvSpPr/>
          <p:nvPr/>
        </p:nvSpPr>
        <p:spPr>
          <a:xfrm>
            <a:off x="-1855800" y="-133848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86" name="Text Placeholder 2"/>
          <p:cNvSpPr/>
          <p:nvPr/>
        </p:nvSpPr>
        <p:spPr>
          <a:xfrm>
            <a:off x="1149480" y="1060560"/>
            <a:ext cx="4420080" cy="4424760"/>
          </a:xfrm>
          <a:prstGeom prst="roundRect">
            <a:avLst>
              <a:gd name="adj" fmla="val 8752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Open Sans"/>
              </a:rPr>
              <a:t>Second level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Open Sans"/>
              </a:rPr>
              <a:t>Third level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Fourth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Fifth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87" name="Group 1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28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89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90" name="Rectangle 29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582F8666-7F3B-43C8-A9CF-039BCAA5F8BD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4515120" y="4888800"/>
            <a:ext cx="3477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800" b="0" strike="noStrike" spc="-1">
                <a:solidFill>
                  <a:srgbClr val="FFFFFF"/>
                </a:solidFill>
                <a:latin typeface="Calibri"/>
              </a:rPr>
              <a:t>www.havelsan.com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Grey_unpressed"/>
          <p:cNvSpPr/>
          <p:nvPr/>
        </p:nvSpPr>
        <p:spPr>
          <a:xfrm>
            <a:off x="2833920" y="2727720"/>
            <a:ext cx="6470280" cy="1518120"/>
          </a:xfrm>
          <a:custGeom>
            <a:avLst/>
            <a:gdLst>
              <a:gd name="textAreaLeft" fmla="*/ 0 w 6470280"/>
              <a:gd name="textAreaRight" fmla="*/ 6474600 w 6470280"/>
              <a:gd name="textAreaTop" fmla="*/ 0 h 1518120"/>
              <a:gd name="textAreaBottom" fmla="*/ 1522440 h 1518120"/>
            </a:gdLst>
            <a:ahLst/>
            <a:cxn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95" name="Freeform 11"/>
          <p:cNvSpPr/>
          <p:nvPr/>
        </p:nvSpPr>
        <p:spPr>
          <a:xfrm>
            <a:off x="2435040" y="2589840"/>
            <a:ext cx="2435760" cy="2610720"/>
          </a:xfrm>
          <a:custGeom>
            <a:avLst/>
            <a:gdLst>
              <a:gd name="textAreaLeft" fmla="*/ 0 w 2435760"/>
              <a:gd name="textAreaRight" fmla="*/ 2440080 w 2435760"/>
              <a:gd name="textAreaTop" fmla="*/ 0 h 2610720"/>
              <a:gd name="textAreaBottom" fmla="*/ 2615040 h 2610720"/>
            </a:gdLst>
            <a:ahLst/>
            <a:cxn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96" name="Oval 12"/>
          <p:cNvSpPr/>
          <p:nvPr/>
        </p:nvSpPr>
        <p:spPr>
          <a:xfrm>
            <a:off x="3103920" y="3080520"/>
            <a:ext cx="982440" cy="9824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4090680" y="3134880"/>
            <a:ext cx="1018476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4000" b="1" strike="noStrike" spc="-1">
                <a:solidFill>
                  <a:srgbClr val="FFFFFF"/>
                </a:solidFill>
                <a:latin typeface="Arial"/>
              </a:rPr>
              <a:t>TEŞEKKÜRLER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8" name="Group 14"/>
          <p:cNvGrpSpPr/>
          <p:nvPr/>
        </p:nvGrpSpPr>
        <p:grpSpPr>
          <a:xfrm>
            <a:off x="1717560" y="6498720"/>
            <a:ext cx="903600" cy="196920"/>
            <a:chOff x="1717560" y="6498720"/>
            <a:chExt cx="903600" cy="196920"/>
          </a:xfrm>
        </p:grpSpPr>
        <p:pic>
          <p:nvPicPr>
            <p:cNvPr id="299" name="Picture 15"/>
            <p:cNvPicPr/>
            <p:nvPr/>
          </p:nvPicPr>
          <p:blipFill>
            <a:blip r:embed="rId3"/>
            <a:srcRect l="24312"/>
            <a:stretch/>
          </p:blipFill>
          <p:spPr>
            <a:xfrm>
              <a:off x="1934640" y="6498720"/>
              <a:ext cx="686520" cy="186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00" name="Picture 16"/>
            <p:cNvPicPr/>
            <p:nvPr/>
          </p:nvPicPr>
          <p:blipFill>
            <a:blip r:embed="rId3"/>
            <a:srcRect r="76760"/>
            <a:stretch/>
          </p:blipFill>
          <p:spPr>
            <a:xfrm>
              <a:off x="1717560" y="6509520"/>
              <a:ext cx="207720" cy="1861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301" name="Picture 4"/>
          <p:cNvPicPr/>
          <p:nvPr/>
        </p:nvPicPr>
        <p:blipFill>
          <a:blip r:embed="rId4"/>
          <a:stretch/>
        </p:blipFill>
        <p:spPr>
          <a:xfrm>
            <a:off x="169560" y="6469200"/>
            <a:ext cx="1331640" cy="255600"/>
          </a:xfrm>
          <a:prstGeom prst="rect">
            <a:avLst/>
          </a:prstGeom>
          <a:ln w="0">
            <a:noFill/>
          </a:ln>
        </p:spPr>
      </p:pic>
      <p:sp>
        <p:nvSpPr>
          <p:cNvPr id="302" name="TextBox 5"/>
          <p:cNvSpPr/>
          <p:nvPr/>
        </p:nvSpPr>
        <p:spPr>
          <a:xfrm>
            <a:off x="1585440" y="64987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8"/>
          <p:cNvSpPr/>
          <p:nvPr/>
        </p:nvSpPr>
        <p:spPr>
          <a:xfrm>
            <a:off x="1585440" y="645480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19"/>
          <p:cNvSpPr/>
          <p:nvPr/>
        </p:nvSpPr>
        <p:spPr>
          <a:xfrm>
            <a:off x="1585440" y="65095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Box 17"/>
          <p:cNvSpPr/>
          <p:nvPr/>
        </p:nvSpPr>
        <p:spPr>
          <a:xfrm>
            <a:off x="7392960" y="6313680"/>
            <a:ext cx="570672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000" b="0" strike="noStrike" spc="-1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000" b="0" strike="noStrike" spc="-1">
                <a:solidFill>
                  <a:srgbClr val="FFFFFF"/>
                </a:solidFill>
                <a:latin typeface="Arial"/>
                <a:ea typeface="SF Pro Display"/>
              </a:rPr>
              <a:t> belgenin tamamını veya bir kısmını bir başkasına kopyalamak ve vermek yasaktır.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ectangle 20"/>
          <p:cNvSpPr/>
          <p:nvPr/>
        </p:nvSpPr>
        <p:spPr>
          <a:xfrm>
            <a:off x="11271960" y="256320"/>
            <a:ext cx="679320" cy="49140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1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16717F96-ECFE-4511-90E7-27C7B4921DDB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Freeform 13"/>
          <p:cNvSpPr/>
          <p:nvPr/>
        </p:nvSpPr>
        <p:spPr>
          <a:xfrm rot="370200">
            <a:off x="-1923480" y="-90792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12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4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16" name="Group 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31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1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19" name="Rectangle 14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3C5871EB-0771-4BEB-A1FE-92269C2FD828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Freeform 58"/>
          <p:cNvSpPr/>
          <p:nvPr/>
        </p:nvSpPr>
        <p:spPr>
          <a:xfrm>
            <a:off x="-1972440" y="-131148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23" name="Freeform 11"/>
          <p:cNvSpPr/>
          <p:nvPr/>
        </p:nvSpPr>
        <p:spPr>
          <a:xfrm>
            <a:off x="23760" y="1996920"/>
            <a:ext cx="1632240" cy="1427760"/>
          </a:xfrm>
          <a:custGeom>
            <a:avLst/>
            <a:gdLst>
              <a:gd name="textAreaLeft" fmla="*/ 0 w 1632240"/>
              <a:gd name="textAreaRight" fmla="*/ 1636560 w 1632240"/>
              <a:gd name="textAreaTop" fmla="*/ 0 h 1427760"/>
              <a:gd name="textAreaBottom" fmla="*/ 1432080 h 1427760"/>
            </a:gdLst>
            <a:ahLst/>
            <a:cxnLst/>
            <a:rect l="textAreaLeft" t="textAreaTop" r="textAreaRight" b="textAreaBottom"/>
            <a:pathLst>
              <a:path w="430" h="376">
                <a:moveTo>
                  <a:pt x="430" y="0"/>
                </a:moveTo>
                <a:cubicBezTo>
                  <a:pt x="430" y="208"/>
                  <a:pt x="430" y="208"/>
                  <a:pt x="430" y="208"/>
                </a:cubicBezTo>
                <a:cubicBezTo>
                  <a:pt x="337" y="208"/>
                  <a:pt x="262" y="283"/>
                  <a:pt x="262" y="376"/>
                </a:cubicBezTo>
                <a:cubicBezTo>
                  <a:pt x="0" y="376"/>
                  <a:pt x="0" y="376"/>
                  <a:pt x="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4" name="Freeform 12"/>
          <p:cNvSpPr/>
          <p:nvPr/>
        </p:nvSpPr>
        <p:spPr>
          <a:xfrm>
            <a:off x="2281320" y="3429000"/>
            <a:ext cx="1632240" cy="1427760"/>
          </a:xfrm>
          <a:custGeom>
            <a:avLst/>
            <a:gdLst>
              <a:gd name="textAreaLeft" fmla="*/ 0 w 1632240"/>
              <a:gd name="textAreaRight" fmla="*/ 1636560 w 1632240"/>
              <a:gd name="textAreaTop" fmla="*/ 0 h 1427760"/>
              <a:gd name="textAreaBottom" fmla="*/ 1432080 h 1427760"/>
            </a:gdLst>
            <a:ahLst/>
            <a:cxnLst/>
            <a:rect l="textAreaLeft" t="textAreaTop" r="textAreaRight" b="textAreaBottom"/>
            <a:pathLst>
              <a:path w="430" h="376">
                <a:moveTo>
                  <a:pt x="0" y="0"/>
                </a:moveTo>
                <a:cubicBezTo>
                  <a:pt x="262" y="0"/>
                  <a:pt x="262" y="0"/>
                  <a:pt x="262" y="0"/>
                </a:cubicBezTo>
                <a:cubicBezTo>
                  <a:pt x="262" y="93"/>
                  <a:pt x="337" y="168"/>
                  <a:pt x="430" y="168"/>
                </a:cubicBezTo>
                <a:cubicBezTo>
                  <a:pt x="430" y="376"/>
                  <a:pt x="430" y="376"/>
                  <a:pt x="43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5" name="Freeform 13"/>
          <p:cNvSpPr/>
          <p:nvPr/>
        </p:nvSpPr>
        <p:spPr>
          <a:xfrm>
            <a:off x="4541760" y="1996920"/>
            <a:ext cx="1632240" cy="1427760"/>
          </a:xfrm>
          <a:custGeom>
            <a:avLst/>
            <a:gdLst>
              <a:gd name="textAreaLeft" fmla="*/ 0 w 1632240"/>
              <a:gd name="textAreaRight" fmla="*/ 1636560 w 1632240"/>
              <a:gd name="textAreaTop" fmla="*/ 0 h 1427760"/>
              <a:gd name="textAreaBottom" fmla="*/ 1432080 h 1427760"/>
            </a:gdLst>
            <a:ahLst/>
            <a:cxnLst/>
            <a:rect l="textAreaLeft" t="textAreaTop" r="textAreaRight" b="textAreaBottom"/>
            <a:pathLst>
              <a:path w="430" h="376">
                <a:moveTo>
                  <a:pt x="0" y="376"/>
                </a:moveTo>
                <a:cubicBezTo>
                  <a:pt x="262" y="376"/>
                  <a:pt x="262" y="376"/>
                  <a:pt x="262" y="376"/>
                </a:cubicBezTo>
                <a:cubicBezTo>
                  <a:pt x="262" y="283"/>
                  <a:pt x="337" y="208"/>
                  <a:pt x="430" y="208"/>
                </a:cubicBezTo>
                <a:cubicBezTo>
                  <a:pt x="430" y="0"/>
                  <a:pt x="430" y="0"/>
                  <a:pt x="430" y="0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6" name="Freeform 14"/>
          <p:cNvSpPr/>
          <p:nvPr/>
        </p:nvSpPr>
        <p:spPr>
          <a:xfrm>
            <a:off x="6799320" y="3429000"/>
            <a:ext cx="1632240" cy="1427760"/>
          </a:xfrm>
          <a:custGeom>
            <a:avLst/>
            <a:gdLst>
              <a:gd name="textAreaLeft" fmla="*/ 0 w 1632240"/>
              <a:gd name="textAreaRight" fmla="*/ 1636560 w 1632240"/>
              <a:gd name="textAreaTop" fmla="*/ 0 h 1427760"/>
              <a:gd name="textAreaBottom" fmla="*/ 1432080 h 1427760"/>
            </a:gdLst>
            <a:ahLst/>
            <a:cxnLst/>
            <a:rect l="textAreaLeft" t="textAreaTop" r="textAreaRight" b="textAreaBottom"/>
            <a:pathLst>
              <a:path w="430" h="376">
                <a:moveTo>
                  <a:pt x="0" y="0"/>
                </a:moveTo>
                <a:cubicBezTo>
                  <a:pt x="262" y="0"/>
                  <a:pt x="262" y="0"/>
                  <a:pt x="262" y="0"/>
                </a:cubicBezTo>
                <a:cubicBezTo>
                  <a:pt x="262" y="93"/>
                  <a:pt x="337" y="168"/>
                  <a:pt x="430" y="168"/>
                </a:cubicBezTo>
                <a:cubicBezTo>
                  <a:pt x="430" y="376"/>
                  <a:pt x="430" y="376"/>
                  <a:pt x="43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7" name="Freeform 15"/>
          <p:cNvSpPr/>
          <p:nvPr/>
        </p:nvSpPr>
        <p:spPr>
          <a:xfrm>
            <a:off x="9056520" y="1996920"/>
            <a:ext cx="1632240" cy="1427760"/>
          </a:xfrm>
          <a:custGeom>
            <a:avLst/>
            <a:gdLst>
              <a:gd name="textAreaLeft" fmla="*/ 0 w 1632240"/>
              <a:gd name="textAreaRight" fmla="*/ 1636560 w 1632240"/>
              <a:gd name="textAreaTop" fmla="*/ 0 h 1427760"/>
              <a:gd name="textAreaBottom" fmla="*/ 1432080 h 1427760"/>
            </a:gdLst>
            <a:ahLst/>
            <a:cxnLst/>
            <a:rect l="textAreaLeft" t="textAreaTop" r="textAreaRight" b="textAreaBottom"/>
            <a:pathLst>
              <a:path w="430" h="376">
                <a:moveTo>
                  <a:pt x="0" y="376"/>
                </a:moveTo>
                <a:cubicBezTo>
                  <a:pt x="262" y="376"/>
                  <a:pt x="262" y="376"/>
                  <a:pt x="262" y="376"/>
                </a:cubicBezTo>
                <a:cubicBezTo>
                  <a:pt x="262" y="283"/>
                  <a:pt x="337" y="208"/>
                  <a:pt x="430" y="208"/>
                </a:cubicBezTo>
                <a:cubicBezTo>
                  <a:pt x="430" y="0"/>
                  <a:pt x="430" y="0"/>
                  <a:pt x="430" y="0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8" name="Line 16"/>
          <p:cNvSpPr/>
          <p:nvPr/>
        </p:nvSpPr>
        <p:spPr>
          <a:xfrm>
            <a:off x="11337840" y="3429000"/>
            <a:ext cx="866520" cy="360"/>
          </a:xfrm>
          <a:prstGeom prst="line">
            <a:avLst/>
          </a:prstGeom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329" name="Group 11"/>
          <p:cNvGrpSpPr/>
          <p:nvPr/>
        </p:nvGrpSpPr>
        <p:grpSpPr>
          <a:xfrm>
            <a:off x="1544400" y="2684880"/>
            <a:ext cx="217080" cy="217080"/>
            <a:chOff x="1544400" y="2684880"/>
            <a:chExt cx="217080" cy="217080"/>
          </a:xfrm>
        </p:grpSpPr>
        <p:sp>
          <p:nvSpPr>
            <p:cNvPr id="330" name="Oval 12"/>
            <p:cNvSpPr/>
            <p:nvPr/>
          </p:nvSpPr>
          <p:spPr>
            <a:xfrm>
              <a:off x="1544400" y="2684880"/>
              <a:ext cx="217080" cy="2170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1" name="Oval 28"/>
            <p:cNvSpPr/>
            <p:nvPr/>
          </p:nvSpPr>
          <p:spPr>
            <a:xfrm>
              <a:off x="1600200" y="2741040"/>
              <a:ext cx="102960" cy="1015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0" rIns="90000" bIns="36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2" name="Group 14"/>
          <p:cNvGrpSpPr/>
          <p:nvPr/>
        </p:nvGrpSpPr>
        <p:grpSpPr>
          <a:xfrm>
            <a:off x="3807720" y="3997800"/>
            <a:ext cx="217080" cy="217080"/>
            <a:chOff x="3807720" y="3997800"/>
            <a:chExt cx="217080" cy="217080"/>
          </a:xfrm>
        </p:grpSpPr>
        <p:sp>
          <p:nvSpPr>
            <p:cNvPr id="333" name="Oval 15"/>
            <p:cNvSpPr/>
            <p:nvPr/>
          </p:nvSpPr>
          <p:spPr>
            <a:xfrm>
              <a:off x="3807720" y="3997800"/>
              <a:ext cx="217080" cy="2170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4" name="Oval 28"/>
            <p:cNvSpPr/>
            <p:nvPr/>
          </p:nvSpPr>
          <p:spPr>
            <a:xfrm>
              <a:off x="3863880" y="4053600"/>
              <a:ext cx="102960" cy="1015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0" rIns="90000" bIns="36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5" name="Group 17"/>
          <p:cNvGrpSpPr/>
          <p:nvPr/>
        </p:nvGrpSpPr>
        <p:grpSpPr>
          <a:xfrm>
            <a:off x="6057360" y="2685960"/>
            <a:ext cx="217080" cy="217080"/>
            <a:chOff x="6057360" y="2685960"/>
            <a:chExt cx="217080" cy="217080"/>
          </a:xfrm>
        </p:grpSpPr>
        <p:sp>
          <p:nvSpPr>
            <p:cNvPr id="336" name="Oval 18"/>
            <p:cNvSpPr/>
            <p:nvPr/>
          </p:nvSpPr>
          <p:spPr>
            <a:xfrm>
              <a:off x="6057360" y="2685960"/>
              <a:ext cx="217080" cy="2170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7" name="Oval 28"/>
            <p:cNvSpPr/>
            <p:nvPr/>
          </p:nvSpPr>
          <p:spPr>
            <a:xfrm>
              <a:off x="6113520" y="2741760"/>
              <a:ext cx="102960" cy="1015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0" rIns="90000" bIns="36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8" name="Group 20"/>
          <p:cNvGrpSpPr/>
          <p:nvPr/>
        </p:nvGrpSpPr>
        <p:grpSpPr>
          <a:xfrm>
            <a:off x="8325360" y="3995280"/>
            <a:ext cx="217080" cy="217080"/>
            <a:chOff x="8325360" y="3995280"/>
            <a:chExt cx="217080" cy="217080"/>
          </a:xfrm>
        </p:grpSpPr>
        <p:sp>
          <p:nvSpPr>
            <p:cNvPr id="339" name="Oval 21"/>
            <p:cNvSpPr/>
            <p:nvPr/>
          </p:nvSpPr>
          <p:spPr>
            <a:xfrm>
              <a:off x="8325360" y="3995280"/>
              <a:ext cx="217080" cy="2170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0" name="Oval 28"/>
            <p:cNvSpPr/>
            <p:nvPr/>
          </p:nvSpPr>
          <p:spPr>
            <a:xfrm>
              <a:off x="8381160" y="4051440"/>
              <a:ext cx="102960" cy="1015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0" rIns="90000" bIns="36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41" name="Group 23"/>
          <p:cNvGrpSpPr/>
          <p:nvPr/>
        </p:nvGrpSpPr>
        <p:grpSpPr>
          <a:xfrm>
            <a:off x="10582560" y="2683080"/>
            <a:ext cx="217080" cy="217080"/>
            <a:chOff x="10582560" y="2683080"/>
            <a:chExt cx="217080" cy="217080"/>
          </a:xfrm>
        </p:grpSpPr>
        <p:sp>
          <p:nvSpPr>
            <p:cNvPr id="342" name="Oval 24"/>
            <p:cNvSpPr/>
            <p:nvPr/>
          </p:nvSpPr>
          <p:spPr>
            <a:xfrm>
              <a:off x="10582560" y="2683080"/>
              <a:ext cx="217080" cy="2170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3" name="Oval 28"/>
            <p:cNvSpPr/>
            <p:nvPr/>
          </p:nvSpPr>
          <p:spPr>
            <a:xfrm>
              <a:off x="10638720" y="2739240"/>
              <a:ext cx="102960" cy="1015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00" rIns="90000" bIns="36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44" name="Group 27"/>
          <p:cNvGrpSpPr/>
          <p:nvPr/>
        </p:nvGrpSpPr>
        <p:grpSpPr>
          <a:xfrm>
            <a:off x="10225080" y="2946600"/>
            <a:ext cx="932040" cy="932040"/>
            <a:chOff x="10225080" y="2946600"/>
            <a:chExt cx="932040" cy="932040"/>
          </a:xfrm>
        </p:grpSpPr>
        <p:sp>
          <p:nvSpPr>
            <p:cNvPr id="345" name="Oval 29"/>
            <p:cNvSpPr/>
            <p:nvPr/>
          </p:nvSpPr>
          <p:spPr>
            <a:xfrm>
              <a:off x="1022508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6" name="Oval 30"/>
            <p:cNvSpPr/>
            <p:nvPr/>
          </p:nvSpPr>
          <p:spPr>
            <a:xfrm>
              <a:off x="1022508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47" name="Group 32"/>
          <p:cNvGrpSpPr/>
          <p:nvPr/>
        </p:nvGrpSpPr>
        <p:grpSpPr>
          <a:xfrm>
            <a:off x="1195560" y="2946600"/>
            <a:ext cx="932040" cy="932040"/>
            <a:chOff x="1195560" y="2946600"/>
            <a:chExt cx="932040" cy="932040"/>
          </a:xfrm>
        </p:grpSpPr>
        <p:sp>
          <p:nvSpPr>
            <p:cNvPr id="348" name="Oval 34"/>
            <p:cNvSpPr/>
            <p:nvPr/>
          </p:nvSpPr>
          <p:spPr>
            <a:xfrm>
              <a:off x="119556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9" name="Oval 35"/>
            <p:cNvSpPr/>
            <p:nvPr/>
          </p:nvSpPr>
          <p:spPr>
            <a:xfrm>
              <a:off x="119556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0" name="Group 37"/>
          <p:cNvGrpSpPr/>
          <p:nvPr/>
        </p:nvGrpSpPr>
        <p:grpSpPr>
          <a:xfrm>
            <a:off x="3443400" y="2946600"/>
            <a:ext cx="932040" cy="932040"/>
            <a:chOff x="3443400" y="2946600"/>
            <a:chExt cx="932040" cy="932040"/>
          </a:xfrm>
        </p:grpSpPr>
        <p:sp>
          <p:nvSpPr>
            <p:cNvPr id="351" name="Oval 39"/>
            <p:cNvSpPr/>
            <p:nvPr/>
          </p:nvSpPr>
          <p:spPr>
            <a:xfrm>
              <a:off x="344340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2" name="Oval 40"/>
            <p:cNvSpPr/>
            <p:nvPr/>
          </p:nvSpPr>
          <p:spPr>
            <a:xfrm>
              <a:off x="344340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3" name="Group 42"/>
          <p:cNvGrpSpPr/>
          <p:nvPr/>
        </p:nvGrpSpPr>
        <p:grpSpPr>
          <a:xfrm>
            <a:off x="5710320" y="2946600"/>
            <a:ext cx="932040" cy="932040"/>
            <a:chOff x="5710320" y="2946600"/>
            <a:chExt cx="932040" cy="932040"/>
          </a:xfrm>
        </p:grpSpPr>
        <p:sp>
          <p:nvSpPr>
            <p:cNvPr id="354" name="Oval 44"/>
            <p:cNvSpPr/>
            <p:nvPr/>
          </p:nvSpPr>
          <p:spPr>
            <a:xfrm>
              <a:off x="571032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5" name="Oval 45"/>
            <p:cNvSpPr/>
            <p:nvPr/>
          </p:nvSpPr>
          <p:spPr>
            <a:xfrm>
              <a:off x="571032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6" name="Group 47"/>
          <p:cNvGrpSpPr/>
          <p:nvPr/>
        </p:nvGrpSpPr>
        <p:grpSpPr>
          <a:xfrm>
            <a:off x="7970400" y="2946600"/>
            <a:ext cx="932040" cy="932040"/>
            <a:chOff x="7970400" y="2946600"/>
            <a:chExt cx="932040" cy="932040"/>
          </a:xfrm>
        </p:grpSpPr>
        <p:sp>
          <p:nvSpPr>
            <p:cNvPr id="357" name="Oval 49"/>
            <p:cNvSpPr/>
            <p:nvPr/>
          </p:nvSpPr>
          <p:spPr>
            <a:xfrm>
              <a:off x="797040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8" name="Oval 50"/>
            <p:cNvSpPr/>
            <p:nvPr/>
          </p:nvSpPr>
          <p:spPr>
            <a:xfrm>
              <a:off x="7970400" y="2946600"/>
              <a:ext cx="932040" cy="9320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59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2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63" name="Group 46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364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65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66" name="Rectangle 59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6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1B49AAE8-9457-4A12-924D-0A87359F2B6B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Freeform 59"/>
          <p:cNvSpPr/>
          <p:nvPr/>
        </p:nvSpPr>
        <p:spPr>
          <a:xfrm>
            <a:off x="-1935720" y="-101196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370" name="Group 6"/>
          <p:cNvGrpSpPr/>
          <p:nvPr/>
        </p:nvGrpSpPr>
        <p:grpSpPr>
          <a:xfrm>
            <a:off x="8416800" y="2606400"/>
            <a:ext cx="1324440" cy="1325880"/>
            <a:chOff x="8416800" y="2606400"/>
            <a:chExt cx="1324440" cy="1325880"/>
          </a:xfrm>
        </p:grpSpPr>
        <p:sp>
          <p:nvSpPr>
            <p:cNvPr id="371" name="Freeform 14"/>
            <p:cNvSpPr/>
            <p:nvPr/>
          </p:nvSpPr>
          <p:spPr>
            <a:xfrm>
              <a:off x="8416800" y="2606400"/>
              <a:ext cx="1324440" cy="1325880"/>
            </a:xfrm>
            <a:custGeom>
              <a:avLst/>
              <a:gdLst>
                <a:gd name="textAreaLeft" fmla="*/ 0 w 1324440"/>
                <a:gd name="textAreaRight" fmla="*/ 1328760 w 1324440"/>
                <a:gd name="textAreaTop" fmla="*/ 0 h 1325880"/>
                <a:gd name="textAreaBottom" fmla="*/ 1330200 h 132588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2" name="Freeform 14"/>
            <p:cNvSpPr/>
            <p:nvPr/>
          </p:nvSpPr>
          <p:spPr>
            <a:xfrm>
              <a:off x="8416800" y="2606400"/>
              <a:ext cx="1324440" cy="1325880"/>
            </a:xfrm>
            <a:custGeom>
              <a:avLst/>
              <a:gdLst>
                <a:gd name="textAreaLeft" fmla="*/ 0 w 1324440"/>
                <a:gd name="textAreaRight" fmla="*/ 1328760 w 1324440"/>
                <a:gd name="textAreaTop" fmla="*/ 0 h 1325880"/>
                <a:gd name="textAreaBottom" fmla="*/ 1330200 h 132588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3" name="Group 14"/>
          <p:cNvGrpSpPr/>
          <p:nvPr/>
        </p:nvGrpSpPr>
        <p:grpSpPr>
          <a:xfrm>
            <a:off x="6778800" y="986040"/>
            <a:ext cx="1337040" cy="1338480"/>
            <a:chOff x="6778800" y="986040"/>
            <a:chExt cx="1337040" cy="1338480"/>
          </a:xfrm>
        </p:grpSpPr>
        <p:sp>
          <p:nvSpPr>
            <p:cNvPr id="374" name="Freeform 6"/>
            <p:cNvSpPr/>
            <p:nvPr/>
          </p:nvSpPr>
          <p:spPr>
            <a:xfrm>
              <a:off x="6778800" y="9860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5" name="Freeform 6"/>
            <p:cNvSpPr/>
            <p:nvPr/>
          </p:nvSpPr>
          <p:spPr>
            <a:xfrm>
              <a:off x="6778800" y="9860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6" name="Group 19"/>
          <p:cNvGrpSpPr/>
          <p:nvPr/>
        </p:nvGrpSpPr>
        <p:grpSpPr>
          <a:xfrm>
            <a:off x="8404200" y="986040"/>
            <a:ext cx="1337040" cy="1338480"/>
            <a:chOff x="8404200" y="986040"/>
            <a:chExt cx="1337040" cy="1338480"/>
          </a:xfrm>
        </p:grpSpPr>
        <p:sp>
          <p:nvSpPr>
            <p:cNvPr id="377" name="Freeform 6"/>
            <p:cNvSpPr/>
            <p:nvPr/>
          </p:nvSpPr>
          <p:spPr>
            <a:xfrm>
              <a:off x="8404200" y="9860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8" name="Freeform 6"/>
            <p:cNvSpPr/>
            <p:nvPr/>
          </p:nvSpPr>
          <p:spPr>
            <a:xfrm>
              <a:off x="8404200" y="9860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9" name="Group 24"/>
          <p:cNvGrpSpPr/>
          <p:nvPr/>
        </p:nvGrpSpPr>
        <p:grpSpPr>
          <a:xfrm>
            <a:off x="10012320" y="986040"/>
            <a:ext cx="1337040" cy="1338480"/>
            <a:chOff x="10012320" y="986040"/>
            <a:chExt cx="1337040" cy="1338480"/>
          </a:xfrm>
        </p:grpSpPr>
        <p:sp>
          <p:nvSpPr>
            <p:cNvPr id="380" name="Freeform 6"/>
            <p:cNvSpPr/>
            <p:nvPr/>
          </p:nvSpPr>
          <p:spPr>
            <a:xfrm>
              <a:off x="10012320" y="9860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1" name="Freeform 6"/>
            <p:cNvSpPr/>
            <p:nvPr/>
          </p:nvSpPr>
          <p:spPr>
            <a:xfrm>
              <a:off x="10012320" y="9860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2" name="Group 29"/>
          <p:cNvGrpSpPr/>
          <p:nvPr/>
        </p:nvGrpSpPr>
        <p:grpSpPr>
          <a:xfrm>
            <a:off x="6778800" y="4192920"/>
            <a:ext cx="1337040" cy="1338480"/>
            <a:chOff x="6778800" y="4192920"/>
            <a:chExt cx="1337040" cy="1338480"/>
          </a:xfrm>
        </p:grpSpPr>
        <p:sp>
          <p:nvSpPr>
            <p:cNvPr id="383" name="Freeform 6"/>
            <p:cNvSpPr/>
            <p:nvPr/>
          </p:nvSpPr>
          <p:spPr>
            <a:xfrm>
              <a:off x="6778800" y="419292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4" name="Freeform 6"/>
            <p:cNvSpPr/>
            <p:nvPr/>
          </p:nvSpPr>
          <p:spPr>
            <a:xfrm>
              <a:off x="6778800" y="419292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5" name="Group 34"/>
          <p:cNvGrpSpPr/>
          <p:nvPr/>
        </p:nvGrpSpPr>
        <p:grpSpPr>
          <a:xfrm>
            <a:off x="8404200" y="4192920"/>
            <a:ext cx="1337040" cy="1338480"/>
            <a:chOff x="8404200" y="4192920"/>
            <a:chExt cx="1337040" cy="1338480"/>
          </a:xfrm>
        </p:grpSpPr>
        <p:sp>
          <p:nvSpPr>
            <p:cNvPr id="386" name="Freeform 6"/>
            <p:cNvSpPr/>
            <p:nvPr/>
          </p:nvSpPr>
          <p:spPr>
            <a:xfrm>
              <a:off x="8404200" y="419292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7" name="Freeform 6"/>
            <p:cNvSpPr/>
            <p:nvPr/>
          </p:nvSpPr>
          <p:spPr>
            <a:xfrm>
              <a:off x="8404200" y="419292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8" name="Group 40"/>
          <p:cNvGrpSpPr/>
          <p:nvPr/>
        </p:nvGrpSpPr>
        <p:grpSpPr>
          <a:xfrm>
            <a:off x="10012320" y="4192920"/>
            <a:ext cx="1337040" cy="1338480"/>
            <a:chOff x="10012320" y="4192920"/>
            <a:chExt cx="1337040" cy="1338480"/>
          </a:xfrm>
        </p:grpSpPr>
        <p:sp>
          <p:nvSpPr>
            <p:cNvPr id="389" name="Freeform 6"/>
            <p:cNvSpPr/>
            <p:nvPr/>
          </p:nvSpPr>
          <p:spPr>
            <a:xfrm>
              <a:off x="10012320" y="419292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0" name="Freeform 6"/>
            <p:cNvSpPr/>
            <p:nvPr/>
          </p:nvSpPr>
          <p:spPr>
            <a:xfrm>
              <a:off x="10012320" y="419292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91" name="Group 45"/>
          <p:cNvGrpSpPr/>
          <p:nvPr/>
        </p:nvGrpSpPr>
        <p:grpSpPr>
          <a:xfrm>
            <a:off x="6778800" y="2602440"/>
            <a:ext cx="1337040" cy="1338480"/>
            <a:chOff x="6778800" y="2602440"/>
            <a:chExt cx="1337040" cy="1338480"/>
          </a:xfrm>
        </p:grpSpPr>
        <p:sp>
          <p:nvSpPr>
            <p:cNvPr id="392" name="Freeform 6"/>
            <p:cNvSpPr/>
            <p:nvPr/>
          </p:nvSpPr>
          <p:spPr>
            <a:xfrm>
              <a:off x="6778800" y="26024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3" name="Freeform 6"/>
            <p:cNvSpPr/>
            <p:nvPr/>
          </p:nvSpPr>
          <p:spPr>
            <a:xfrm>
              <a:off x="6778800" y="26024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94" name="Group 50"/>
          <p:cNvGrpSpPr/>
          <p:nvPr/>
        </p:nvGrpSpPr>
        <p:grpSpPr>
          <a:xfrm>
            <a:off x="10012320" y="2602440"/>
            <a:ext cx="1337040" cy="1338480"/>
            <a:chOff x="10012320" y="2602440"/>
            <a:chExt cx="1337040" cy="1338480"/>
          </a:xfrm>
        </p:grpSpPr>
        <p:sp>
          <p:nvSpPr>
            <p:cNvPr id="395" name="Freeform 6"/>
            <p:cNvSpPr/>
            <p:nvPr/>
          </p:nvSpPr>
          <p:spPr>
            <a:xfrm>
              <a:off x="10012320" y="26024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6" name="Freeform 6"/>
            <p:cNvSpPr/>
            <p:nvPr/>
          </p:nvSpPr>
          <p:spPr>
            <a:xfrm>
              <a:off x="10012320" y="2602440"/>
              <a:ext cx="1337040" cy="1338480"/>
            </a:xfrm>
            <a:custGeom>
              <a:avLst/>
              <a:gdLst>
                <a:gd name="textAreaLeft" fmla="*/ 0 w 1337040"/>
                <a:gd name="textAreaRight" fmla="*/ 1341360 w 1337040"/>
                <a:gd name="textAreaTop" fmla="*/ 0 h 1338480"/>
                <a:gd name="textAreaBottom" fmla="*/ 1342800 h 133848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pic>
        <p:nvPicPr>
          <p:cNvPr id="397" name="Picture 33"/>
          <p:cNvPicPr/>
          <p:nvPr/>
        </p:nvPicPr>
        <p:blipFill>
          <a:blip r:embed="rId3"/>
          <a:srcRect r="76273"/>
          <a:stretch/>
        </p:blipFill>
        <p:spPr>
          <a:xfrm>
            <a:off x="8470800" y="2760120"/>
            <a:ext cx="1134720" cy="997560"/>
          </a:xfrm>
          <a:prstGeom prst="rect">
            <a:avLst/>
          </a:prstGeom>
          <a:ln w="0">
            <a:noFill/>
          </a:ln>
        </p:spPr>
      </p:pic>
      <p:sp>
        <p:nvSpPr>
          <p:cNvPr id="398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0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1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02" name="Group 4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403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04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05" name="Rectangle 60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0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ADD7765D-D65E-4A31-8990-50E323F9D3A8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Freeform 8"/>
          <p:cNvSpPr/>
          <p:nvPr/>
        </p:nvSpPr>
        <p:spPr>
          <a:xfrm rot="18117000">
            <a:off x="2337480" y="4884840"/>
            <a:ext cx="7443720" cy="2425680"/>
          </a:xfrm>
          <a:custGeom>
            <a:avLst/>
            <a:gdLst>
              <a:gd name="textAreaLeft" fmla="*/ 0 w 7443720"/>
              <a:gd name="textAreaRight" fmla="*/ 7448040 w 7443720"/>
              <a:gd name="textAreaTop" fmla="*/ 0 h 2425680"/>
              <a:gd name="textAreaBottom" fmla="*/ 2430000 h 2425680"/>
            </a:gdLst>
            <a:ahLst/>
            <a:cxnLst/>
            <a:rect l="textAreaLeft" t="textAreaTop" r="textAreaRight" b="textAreaBottom"/>
            <a:pathLst>
              <a:path w="9418037" h="2429992">
                <a:moveTo>
                  <a:pt x="689691" y="804567"/>
                </a:moveTo>
                <a:cubicBezTo>
                  <a:pt x="916962" y="924084"/>
                  <a:pt x="2726928" y="823574"/>
                  <a:pt x="2627787" y="1057254"/>
                </a:cubicBezTo>
                <a:cubicBezTo>
                  <a:pt x="2528646" y="1290934"/>
                  <a:pt x="432010" y="1981122"/>
                  <a:pt x="94843" y="2206648"/>
                </a:cubicBezTo>
                <a:cubicBezTo>
                  <a:pt x="-242324" y="2432174"/>
                  <a:pt x="413087" y="2381633"/>
                  <a:pt x="604784" y="2410409"/>
                </a:cubicBezTo>
                <a:cubicBezTo>
                  <a:pt x="796482" y="2439185"/>
                  <a:pt x="1020626" y="2441981"/>
                  <a:pt x="1245028" y="2379303"/>
                </a:cubicBezTo>
                <a:cubicBezTo>
                  <a:pt x="1469430" y="2316625"/>
                  <a:pt x="1705942" y="2124838"/>
                  <a:pt x="1951198" y="2034342"/>
                </a:cubicBezTo>
                <a:cubicBezTo>
                  <a:pt x="2196454" y="1943846"/>
                  <a:pt x="2451266" y="1860856"/>
                  <a:pt x="2716563" y="1836327"/>
                </a:cubicBezTo>
                <a:cubicBezTo>
                  <a:pt x="2981860" y="1811798"/>
                  <a:pt x="3207578" y="1913398"/>
                  <a:pt x="3542982" y="1887166"/>
                </a:cubicBezTo>
                <a:cubicBezTo>
                  <a:pt x="3878386" y="1860934"/>
                  <a:pt x="4276313" y="1737784"/>
                  <a:pt x="4728986" y="1678936"/>
                </a:cubicBezTo>
                <a:cubicBezTo>
                  <a:pt x="5181659" y="1620088"/>
                  <a:pt x="5652440" y="1577838"/>
                  <a:pt x="6259022" y="1534080"/>
                </a:cubicBezTo>
                <a:cubicBezTo>
                  <a:pt x="6865604" y="1490322"/>
                  <a:pt x="7970127" y="1659320"/>
                  <a:pt x="8368479" y="1416385"/>
                </a:cubicBezTo>
                <a:cubicBezTo>
                  <a:pt x="8766831" y="1173450"/>
                  <a:pt x="10343644" y="280175"/>
                  <a:pt x="8649137" y="76472"/>
                </a:cubicBezTo>
                <a:cubicBezTo>
                  <a:pt x="6954630" y="-127231"/>
                  <a:pt x="2067340" y="135581"/>
                  <a:pt x="836511" y="179528"/>
                </a:cubicBezTo>
                <a:cubicBezTo>
                  <a:pt x="-394318" y="223475"/>
                  <a:pt x="1527886" y="218156"/>
                  <a:pt x="1264164" y="340154"/>
                </a:cubicBezTo>
                <a:cubicBezTo>
                  <a:pt x="1000442" y="462152"/>
                  <a:pt x="462420" y="685050"/>
                  <a:pt x="689691" y="804567"/>
                </a:cubicBezTo>
                <a:close/>
              </a:path>
            </a:pathLst>
          </a:custGeom>
          <a:gradFill rotWithShape="0">
            <a:gsLst>
              <a:gs pos="9000">
                <a:srgbClr val="566EAA"/>
              </a:gs>
              <a:gs pos="18000">
                <a:srgbClr val="18386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409" name="Freeform 9"/>
          <p:cNvSpPr/>
          <p:nvPr/>
        </p:nvSpPr>
        <p:spPr>
          <a:xfrm rot="3674400">
            <a:off x="2695680" y="929160"/>
            <a:ext cx="6390360" cy="2346480"/>
          </a:xfrm>
          <a:custGeom>
            <a:avLst/>
            <a:gdLst>
              <a:gd name="textAreaLeft" fmla="*/ 0 w 6390360"/>
              <a:gd name="textAreaRight" fmla="*/ 6394680 w 6390360"/>
              <a:gd name="textAreaTop" fmla="*/ 0 h 2346480"/>
              <a:gd name="textAreaBottom" fmla="*/ 2350800 h 2346480"/>
            </a:gdLst>
            <a:ahLst/>
            <a:cxnLst/>
            <a:rect l="textAreaLeft" t="textAreaTop" r="textAreaRight" b="textAreaBottom"/>
            <a:pathLst>
              <a:path w="8085950" h="2350830">
                <a:moveTo>
                  <a:pt x="813307" y="1490610"/>
                </a:moveTo>
                <a:cubicBezTo>
                  <a:pt x="756250" y="1634839"/>
                  <a:pt x="66965" y="1968342"/>
                  <a:pt x="6894" y="2069024"/>
                </a:cubicBezTo>
                <a:cubicBezTo>
                  <a:pt x="-53177" y="2169706"/>
                  <a:pt x="294781" y="2097742"/>
                  <a:pt x="452883" y="2094703"/>
                </a:cubicBezTo>
                <a:cubicBezTo>
                  <a:pt x="610985" y="2091664"/>
                  <a:pt x="892097" y="2008129"/>
                  <a:pt x="955505" y="2050791"/>
                </a:cubicBezTo>
                <a:cubicBezTo>
                  <a:pt x="1018913" y="2093453"/>
                  <a:pt x="735999" y="2358187"/>
                  <a:pt x="833332" y="2350674"/>
                </a:cubicBezTo>
                <a:cubicBezTo>
                  <a:pt x="930665" y="2343161"/>
                  <a:pt x="1294246" y="2096209"/>
                  <a:pt x="1539502" y="2005713"/>
                </a:cubicBezTo>
                <a:cubicBezTo>
                  <a:pt x="1784758" y="1915217"/>
                  <a:pt x="2039570" y="1832227"/>
                  <a:pt x="2304867" y="1807698"/>
                </a:cubicBezTo>
                <a:cubicBezTo>
                  <a:pt x="2570164" y="1783169"/>
                  <a:pt x="2795882" y="1884769"/>
                  <a:pt x="3131286" y="1858537"/>
                </a:cubicBezTo>
                <a:cubicBezTo>
                  <a:pt x="3466690" y="1832305"/>
                  <a:pt x="3864617" y="1709155"/>
                  <a:pt x="4317290" y="1650307"/>
                </a:cubicBezTo>
                <a:cubicBezTo>
                  <a:pt x="4769963" y="1591459"/>
                  <a:pt x="5240744" y="1549209"/>
                  <a:pt x="5847326" y="1505451"/>
                </a:cubicBezTo>
                <a:cubicBezTo>
                  <a:pt x="6453908" y="1461693"/>
                  <a:pt x="7631478" y="1564171"/>
                  <a:pt x="7956783" y="1387756"/>
                </a:cubicBezTo>
                <a:cubicBezTo>
                  <a:pt x="8282088" y="1211342"/>
                  <a:pt x="7365615" y="642797"/>
                  <a:pt x="7799155" y="446964"/>
                </a:cubicBezTo>
                <a:cubicBezTo>
                  <a:pt x="7405669" y="273233"/>
                  <a:pt x="8806227" y="125627"/>
                  <a:pt x="7550675" y="50595"/>
                </a:cubicBezTo>
                <a:cubicBezTo>
                  <a:pt x="6295123" y="-24437"/>
                  <a:pt x="2573389" y="-12246"/>
                  <a:pt x="1387153" y="62307"/>
                </a:cubicBezTo>
                <a:cubicBezTo>
                  <a:pt x="200917" y="136860"/>
                  <a:pt x="193051" y="312190"/>
                  <a:pt x="433260" y="497911"/>
                </a:cubicBezTo>
                <a:cubicBezTo>
                  <a:pt x="673469" y="683632"/>
                  <a:pt x="373786" y="935937"/>
                  <a:pt x="349235" y="1203649"/>
                </a:cubicBezTo>
                <a:cubicBezTo>
                  <a:pt x="296655" y="1477110"/>
                  <a:pt x="870364" y="1346381"/>
                  <a:pt x="813307" y="1490610"/>
                </a:cubicBezTo>
                <a:close/>
              </a:path>
            </a:pathLst>
          </a:custGeom>
          <a:gradFill rotWithShape="0">
            <a:gsLst>
              <a:gs pos="9000">
                <a:srgbClr val="566EAA"/>
              </a:gs>
              <a:gs pos="18000">
                <a:srgbClr val="18386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pic>
        <p:nvPicPr>
          <p:cNvPr id="410" name="Picture 11"/>
          <p:cNvPicPr/>
          <p:nvPr/>
        </p:nvPicPr>
        <p:blipFill>
          <a:blip r:embed="rId3"/>
          <a:stretch/>
        </p:blipFill>
        <p:spPr>
          <a:xfrm>
            <a:off x="-123120" y="-124920"/>
            <a:ext cx="7305480" cy="7341840"/>
          </a:xfrm>
          <a:prstGeom prst="rect">
            <a:avLst/>
          </a:prstGeom>
          <a:ln w="0">
            <a:noFill/>
          </a:ln>
        </p:spPr>
      </p:pic>
      <p:sp>
        <p:nvSpPr>
          <p:cNvPr id="411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2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3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4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5" name="Rectangle 10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1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604F3E12-5ED1-434A-B4B0-E3103C861E84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Freeform 66"/>
          <p:cNvSpPr/>
          <p:nvPr/>
        </p:nvSpPr>
        <p:spPr>
          <a:xfrm rot="370200">
            <a:off x="-2565000" y="-120816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419" name="Freeform 5"/>
          <p:cNvSpPr/>
          <p:nvPr/>
        </p:nvSpPr>
        <p:spPr>
          <a:xfrm>
            <a:off x="2153880" y="3953880"/>
            <a:ext cx="8055360" cy="1211760"/>
          </a:xfrm>
          <a:custGeom>
            <a:avLst/>
            <a:gdLst>
              <a:gd name="textAreaLeft" fmla="*/ 0 w 8055360"/>
              <a:gd name="textAreaRight" fmla="*/ 8059680 w 8055360"/>
              <a:gd name="textAreaTop" fmla="*/ 0 h 1211760"/>
              <a:gd name="textAreaBottom" fmla="*/ 1216080 h 1211760"/>
            </a:gdLst>
            <a:ahLst/>
            <a:cxnLst/>
            <a:rect l="textAreaLeft" t="textAreaTop" r="textAreaRight" b="textAreaBottom"/>
            <a:pathLst>
              <a:path w="2116" h="319">
                <a:moveTo>
                  <a:pt x="2116" y="0"/>
                </a:moveTo>
                <a:cubicBezTo>
                  <a:pt x="2116" y="131"/>
                  <a:pt x="2010" y="237"/>
                  <a:pt x="1879" y="237"/>
                </a:cubicBezTo>
                <a:cubicBezTo>
                  <a:pt x="179" y="237"/>
                  <a:pt x="179" y="237"/>
                  <a:pt x="179" y="237"/>
                </a:cubicBezTo>
                <a:cubicBezTo>
                  <a:pt x="107" y="237"/>
                  <a:pt x="43" y="268"/>
                  <a:pt x="0" y="319"/>
                </a:cubicBezTo>
              </a:path>
            </a:pathLst>
          </a:custGeom>
          <a:noFill/>
          <a:ln w="69850" cap="rnd">
            <a:solidFill>
              <a:srgbClr val="33425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420" name="Freeform 6"/>
          <p:cNvSpPr/>
          <p:nvPr/>
        </p:nvSpPr>
        <p:spPr>
          <a:xfrm>
            <a:off x="1933200" y="2153520"/>
            <a:ext cx="8276040" cy="1796040"/>
          </a:xfrm>
          <a:custGeom>
            <a:avLst/>
            <a:gdLst>
              <a:gd name="textAreaLeft" fmla="*/ 0 w 8276040"/>
              <a:gd name="textAreaRight" fmla="*/ 8280360 w 8276040"/>
              <a:gd name="textAreaTop" fmla="*/ 0 h 1796040"/>
              <a:gd name="textAreaBottom" fmla="*/ 1800360 h 1796040"/>
            </a:gdLst>
            <a:ahLst/>
            <a:cxnLst/>
            <a:rect l="textAreaLeft" t="textAreaTop" r="textAreaRight" b="textAreaBottom"/>
            <a:pathLst>
              <a:path w="2174" h="472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0"/>
                  <a:pt x="106" y="236"/>
                  <a:pt x="237" y="236"/>
                </a:cubicBezTo>
                <a:cubicBezTo>
                  <a:pt x="1937" y="236"/>
                  <a:pt x="1937" y="236"/>
                  <a:pt x="1937" y="236"/>
                </a:cubicBezTo>
                <a:cubicBezTo>
                  <a:pt x="2068" y="236"/>
                  <a:pt x="2174" y="342"/>
                  <a:pt x="2174" y="472"/>
                </a:cubicBezTo>
                <a:cubicBezTo>
                  <a:pt x="2174" y="472"/>
                  <a:pt x="2174" y="472"/>
                  <a:pt x="2174" y="472"/>
                </a:cubicBezTo>
              </a:path>
            </a:pathLst>
          </a:custGeom>
          <a:noFill/>
          <a:ln w="69850" cap="rnd">
            <a:solidFill>
              <a:srgbClr val="33425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421" name="Freeform 7"/>
          <p:cNvSpPr/>
          <p:nvPr/>
        </p:nvSpPr>
        <p:spPr>
          <a:xfrm>
            <a:off x="1933200" y="617040"/>
            <a:ext cx="8226720" cy="1532520"/>
          </a:xfrm>
          <a:custGeom>
            <a:avLst/>
            <a:gdLst>
              <a:gd name="textAreaLeft" fmla="*/ 0 w 8226720"/>
              <a:gd name="textAreaRight" fmla="*/ 8231040 w 8226720"/>
              <a:gd name="textAreaTop" fmla="*/ 0 h 1532520"/>
              <a:gd name="textAreaBottom" fmla="*/ 1536840 h 1532520"/>
            </a:gdLst>
            <a:ahLst/>
            <a:cxnLst/>
            <a:rect l="textAreaLeft" t="textAreaTop" r="textAreaRight" b="textAreaBottom"/>
            <a:pathLst>
              <a:path w="2161" h="403">
                <a:moveTo>
                  <a:pt x="2161" y="0"/>
                </a:moveTo>
                <a:cubicBezTo>
                  <a:pt x="2131" y="96"/>
                  <a:pt x="2041" y="166"/>
                  <a:pt x="1935" y="166"/>
                </a:cubicBezTo>
                <a:cubicBezTo>
                  <a:pt x="237" y="166"/>
                  <a:pt x="237" y="166"/>
                  <a:pt x="237" y="166"/>
                </a:cubicBezTo>
                <a:cubicBezTo>
                  <a:pt x="106" y="166"/>
                  <a:pt x="0" y="272"/>
                  <a:pt x="0" y="403"/>
                </a:cubicBezTo>
              </a:path>
            </a:pathLst>
          </a:custGeom>
          <a:noFill/>
          <a:ln w="69850" cap="rnd">
            <a:solidFill>
              <a:srgbClr val="33425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422" name="Group 10"/>
          <p:cNvGrpSpPr/>
          <p:nvPr/>
        </p:nvGrpSpPr>
        <p:grpSpPr>
          <a:xfrm>
            <a:off x="3841200" y="4700880"/>
            <a:ext cx="301320" cy="301320"/>
            <a:chOff x="3841200" y="4700880"/>
            <a:chExt cx="301320" cy="301320"/>
          </a:xfrm>
        </p:grpSpPr>
        <p:sp>
          <p:nvSpPr>
            <p:cNvPr id="423" name="Oval 11"/>
            <p:cNvSpPr/>
            <p:nvPr/>
          </p:nvSpPr>
          <p:spPr>
            <a:xfrm>
              <a:off x="3841200" y="470088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4" name="Oval 28"/>
            <p:cNvSpPr/>
            <p:nvPr/>
          </p:nvSpPr>
          <p:spPr>
            <a:xfrm>
              <a:off x="3918600" y="477792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5" name="Group 13"/>
          <p:cNvGrpSpPr/>
          <p:nvPr/>
        </p:nvGrpSpPr>
        <p:grpSpPr>
          <a:xfrm>
            <a:off x="5922360" y="4700880"/>
            <a:ext cx="301320" cy="301320"/>
            <a:chOff x="5922360" y="4700880"/>
            <a:chExt cx="301320" cy="301320"/>
          </a:xfrm>
        </p:grpSpPr>
        <p:sp>
          <p:nvSpPr>
            <p:cNvPr id="426" name="Oval 14"/>
            <p:cNvSpPr/>
            <p:nvPr/>
          </p:nvSpPr>
          <p:spPr>
            <a:xfrm>
              <a:off x="5922360" y="470088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7" name="Oval 28"/>
            <p:cNvSpPr/>
            <p:nvPr/>
          </p:nvSpPr>
          <p:spPr>
            <a:xfrm>
              <a:off x="5999400" y="477792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8" name="Group 16"/>
          <p:cNvGrpSpPr/>
          <p:nvPr/>
        </p:nvGrpSpPr>
        <p:grpSpPr>
          <a:xfrm>
            <a:off x="7984080" y="4700880"/>
            <a:ext cx="301320" cy="301320"/>
            <a:chOff x="7984080" y="4700880"/>
            <a:chExt cx="301320" cy="301320"/>
          </a:xfrm>
        </p:grpSpPr>
        <p:sp>
          <p:nvSpPr>
            <p:cNvPr id="429" name="Oval 17"/>
            <p:cNvSpPr/>
            <p:nvPr/>
          </p:nvSpPr>
          <p:spPr>
            <a:xfrm>
              <a:off x="7984080" y="470088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0" name="Oval 28"/>
            <p:cNvSpPr/>
            <p:nvPr/>
          </p:nvSpPr>
          <p:spPr>
            <a:xfrm>
              <a:off x="8061120" y="477792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1" name="Group 19"/>
          <p:cNvGrpSpPr/>
          <p:nvPr/>
        </p:nvGrpSpPr>
        <p:grpSpPr>
          <a:xfrm>
            <a:off x="10055520" y="3793320"/>
            <a:ext cx="301320" cy="301320"/>
            <a:chOff x="10055520" y="3793320"/>
            <a:chExt cx="301320" cy="301320"/>
          </a:xfrm>
        </p:grpSpPr>
        <p:sp>
          <p:nvSpPr>
            <p:cNvPr id="432" name="Oval 20"/>
            <p:cNvSpPr/>
            <p:nvPr/>
          </p:nvSpPr>
          <p:spPr>
            <a:xfrm>
              <a:off x="10055520" y="379332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3" name="Oval 28"/>
            <p:cNvSpPr/>
            <p:nvPr/>
          </p:nvSpPr>
          <p:spPr>
            <a:xfrm>
              <a:off x="10132920" y="387036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4" name="Group 22"/>
          <p:cNvGrpSpPr/>
          <p:nvPr/>
        </p:nvGrpSpPr>
        <p:grpSpPr>
          <a:xfrm>
            <a:off x="3847680" y="2889360"/>
            <a:ext cx="301320" cy="301320"/>
            <a:chOff x="3847680" y="2889360"/>
            <a:chExt cx="301320" cy="301320"/>
          </a:xfrm>
        </p:grpSpPr>
        <p:sp>
          <p:nvSpPr>
            <p:cNvPr id="435" name="Oval 23"/>
            <p:cNvSpPr/>
            <p:nvPr/>
          </p:nvSpPr>
          <p:spPr>
            <a:xfrm>
              <a:off x="3847680" y="288936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6" name="Oval 28"/>
            <p:cNvSpPr/>
            <p:nvPr/>
          </p:nvSpPr>
          <p:spPr>
            <a:xfrm>
              <a:off x="3925080" y="296640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7" name="Group 25"/>
          <p:cNvGrpSpPr/>
          <p:nvPr/>
        </p:nvGrpSpPr>
        <p:grpSpPr>
          <a:xfrm>
            <a:off x="5912640" y="2895480"/>
            <a:ext cx="301320" cy="301320"/>
            <a:chOff x="5912640" y="2895480"/>
            <a:chExt cx="301320" cy="301320"/>
          </a:xfrm>
        </p:grpSpPr>
        <p:sp>
          <p:nvSpPr>
            <p:cNvPr id="438" name="Oval 26"/>
            <p:cNvSpPr/>
            <p:nvPr/>
          </p:nvSpPr>
          <p:spPr>
            <a:xfrm>
              <a:off x="5912640" y="289548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9" name="Oval 28"/>
            <p:cNvSpPr/>
            <p:nvPr/>
          </p:nvSpPr>
          <p:spPr>
            <a:xfrm>
              <a:off x="5990040" y="297288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0" name="Group 28"/>
          <p:cNvGrpSpPr/>
          <p:nvPr/>
        </p:nvGrpSpPr>
        <p:grpSpPr>
          <a:xfrm>
            <a:off x="7974360" y="2895480"/>
            <a:ext cx="301320" cy="301320"/>
            <a:chOff x="7974360" y="2895480"/>
            <a:chExt cx="301320" cy="301320"/>
          </a:xfrm>
        </p:grpSpPr>
        <p:sp>
          <p:nvSpPr>
            <p:cNvPr id="441" name="Oval 29"/>
            <p:cNvSpPr/>
            <p:nvPr/>
          </p:nvSpPr>
          <p:spPr>
            <a:xfrm>
              <a:off x="7974360" y="289548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2" name="Oval 28"/>
            <p:cNvSpPr/>
            <p:nvPr/>
          </p:nvSpPr>
          <p:spPr>
            <a:xfrm>
              <a:off x="8051760" y="297288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3" name="Group 31"/>
          <p:cNvGrpSpPr/>
          <p:nvPr/>
        </p:nvGrpSpPr>
        <p:grpSpPr>
          <a:xfrm>
            <a:off x="3847680" y="1094760"/>
            <a:ext cx="301320" cy="301320"/>
            <a:chOff x="3847680" y="1094760"/>
            <a:chExt cx="301320" cy="301320"/>
          </a:xfrm>
        </p:grpSpPr>
        <p:sp>
          <p:nvSpPr>
            <p:cNvPr id="444" name="Oval 32"/>
            <p:cNvSpPr/>
            <p:nvPr/>
          </p:nvSpPr>
          <p:spPr>
            <a:xfrm>
              <a:off x="3847680" y="109476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5" name="Oval 28"/>
            <p:cNvSpPr/>
            <p:nvPr/>
          </p:nvSpPr>
          <p:spPr>
            <a:xfrm>
              <a:off x="3925080" y="117216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6" name="Group 34"/>
          <p:cNvGrpSpPr/>
          <p:nvPr/>
        </p:nvGrpSpPr>
        <p:grpSpPr>
          <a:xfrm>
            <a:off x="5912640" y="1101240"/>
            <a:ext cx="301320" cy="301320"/>
            <a:chOff x="5912640" y="1101240"/>
            <a:chExt cx="301320" cy="301320"/>
          </a:xfrm>
        </p:grpSpPr>
        <p:sp>
          <p:nvSpPr>
            <p:cNvPr id="447" name="Oval 35"/>
            <p:cNvSpPr/>
            <p:nvPr/>
          </p:nvSpPr>
          <p:spPr>
            <a:xfrm>
              <a:off x="5912640" y="110124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8" name="Oval 28"/>
            <p:cNvSpPr/>
            <p:nvPr/>
          </p:nvSpPr>
          <p:spPr>
            <a:xfrm>
              <a:off x="5990040" y="117828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9" name="Group 37"/>
          <p:cNvGrpSpPr/>
          <p:nvPr/>
        </p:nvGrpSpPr>
        <p:grpSpPr>
          <a:xfrm>
            <a:off x="7974360" y="1101240"/>
            <a:ext cx="301320" cy="301320"/>
            <a:chOff x="7974360" y="1101240"/>
            <a:chExt cx="301320" cy="301320"/>
          </a:xfrm>
        </p:grpSpPr>
        <p:sp>
          <p:nvSpPr>
            <p:cNvPr id="450" name="Oval 38"/>
            <p:cNvSpPr/>
            <p:nvPr/>
          </p:nvSpPr>
          <p:spPr>
            <a:xfrm>
              <a:off x="7974360" y="110124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51" name="Oval 28"/>
            <p:cNvSpPr/>
            <p:nvPr/>
          </p:nvSpPr>
          <p:spPr>
            <a:xfrm>
              <a:off x="8051760" y="117828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52" name="Group 40"/>
          <p:cNvGrpSpPr/>
          <p:nvPr/>
        </p:nvGrpSpPr>
        <p:grpSpPr>
          <a:xfrm>
            <a:off x="1781280" y="1999080"/>
            <a:ext cx="301320" cy="301320"/>
            <a:chOff x="1781280" y="1999080"/>
            <a:chExt cx="301320" cy="301320"/>
          </a:xfrm>
        </p:grpSpPr>
        <p:sp>
          <p:nvSpPr>
            <p:cNvPr id="453" name="Oval 41"/>
            <p:cNvSpPr/>
            <p:nvPr/>
          </p:nvSpPr>
          <p:spPr>
            <a:xfrm>
              <a:off x="1781280" y="1999080"/>
              <a:ext cx="301320" cy="301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14480" dist="100296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54" name="Oval 28"/>
            <p:cNvSpPr/>
            <p:nvPr/>
          </p:nvSpPr>
          <p:spPr>
            <a:xfrm>
              <a:off x="1858320" y="2076120"/>
              <a:ext cx="143640" cy="141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455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6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7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8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59" name="Group 62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460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61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62" name="Rectangle 67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6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BF2B5FAD-2AB6-498C-8E0E-75EDF2BF9CE6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Freeform 25"/>
          <p:cNvSpPr/>
          <p:nvPr/>
        </p:nvSpPr>
        <p:spPr>
          <a:xfrm>
            <a:off x="-1935720" y="-101196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466" name="Group 9"/>
          <p:cNvGrpSpPr/>
          <p:nvPr/>
        </p:nvGrpSpPr>
        <p:grpSpPr>
          <a:xfrm>
            <a:off x="278280" y="1993320"/>
            <a:ext cx="2704320" cy="2706840"/>
            <a:chOff x="278280" y="1993320"/>
            <a:chExt cx="2704320" cy="2706840"/>
          </a:xfrm>
        </p:grpSpPr>
        <p:sp>
          <p:nvSpPr>
            <p:cNvPr id="467" name="Freeform 6"/>
            <p:cNvSpPr/>
            <p:nvPr/>
          </p:nvSpPr>
          <p:spPr>
            <a:xfrm>
              <a:off x="278280" y="1993320"/>
              <a:ext cx="2704320" cy="2706840"/>
            </a:xfrm>
            <a:custGeom>
              <a:avLst/>
              <a:gdLst>
                <a:gd name="textAreaLeft" fmla="*/ 0 w 2704320"/>
                <a:gd name="textAreaRight" fmla="*/ 2708640 w 2704320"/>
                <a:gd name="textAreaTop" fmla="*/ 0 h 2706840"/>
                <a:gd name="textAreaBottom" fmla="*/ 2711160 h 27068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68" name="Freeform 6"/>
            <p:cNvSpPr/>
            <p:nvPr/>
          </p:nvSpPr>
          <p:spPr>
            <a:xfrm>
              <a:off x="278280" y="1993320"/>
              <a:ext cx="2704320" cy="2706840"/>
            </a:xfrm>
            <a:custGeom>
              <a:avLst/>
              <a:gdLst>
                <a:gd name="textAreaLeft" fmla="*/ 0 w 2704320"/>
                <a:gd name="textAreaRight" fmla="*/ 2708640 w 2704320"/>
                <a:gd name="textAreaTop" fmla="*/ 0 h 2706840"/>
                <a:gd name="textAreaBottom" fmla="*/ 2711160 h 27068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69" name="Group 12"/>
          <p:cNvGrpSpPr/>
          <p:nvPr/>
        </p:nvGrpSpPr>
        <p:grpSpPr>
          <a:xfrm>
            <a:off x="3215520" y="1993320"/>
            <a:ext cx="2704320" cy="2706840"/>
            <a:chOff x="3215520" y="1993320"/>
            <a:chExt cx="2704320" cy="2706840"/>
          </a:xfrm>
        </p:grpSpPr>
        <p:sp>
          <p:nvSpPr>
            <p:cNvPr id="470" name="Freeform 6"/>
            <p:cNvSpPr/>
            <p:nvPr/>
          </p:nvSpPr>
          <p:spPr>
            <a:xfrm>
              <a:off x="3215520" y="1993320"/>
              <a:ext cx="2704320" cy="2706840"/>
            </a:xfrm>
            <a:custGeom>
              <a:avLst/>
              <a:gdLst>
                <a:gd name="textAreaLeft" fmla="*/ 0 w 2704320"/>
                <a:gd name="textAreaRight" fmla="*/ 2708640 w 2704320"/>
                <a:gd name="textAreaTop" fmla="*/ 0 h 2706840"/>
                <a:gd name="textAreaBottom" fmla="*/ 2711160 h 27068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1" name="Freeform 6"/>
            <p:cNvSpPr/>
            <p:nvPr/>
          </p:nvSpPr>
          <p:spPr>
            <a:xfrm>
              <a:off x="3215520" y="1993320"/>
              <a:ext cx="2704320" cy="2706840"/>
            </a:xfrm>
            <a:custGeom>
              <a:avLst/>
              <a:gdLst>
                <a:gd name="textAreaLeft" fmla="*/ 0 w 2704320"/>
                <a:gd name="textAreaRight" fmla="*/ 2708640 w 2704320"/>
                <a:gd name="textAreaTop" fmla="*/ 0 h 2706840"/>
                <a:gd name="textAreaBottom" fmla="*/ 2711160 h 27068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2" name="Group 15"/>
          <p:cNvGrpSpPr/>
          <p:nvPr/>
        </p:nvGrpSpPr>
        <p:grpSpPr>
          <a:xfrm>
            <a:off x="6266880" y="1993320"/>
            <a:ext cx="2704320" cy="2706840"/>
            <a:chOff x="6266880" y="1993320"/>
            <a:chExt cx="2704320" cy="2706840"/>
          </a:xfrm>
        </p:grpSpPr>
        <p:sp>
          <p:nvSpPr>
            <p:cNvPr id="473" name="Freeform 6"/>
            <p:cNvSpPr/>
            <p:nvPr/>
          </p:nvSpPr>
          <p:spPr>
            <a:xfrm>
              <a:off x="6266880" y="1993320"/>
              <a:ext cx="2704320" cy="2706840"/>
            </a:xfrm>
            <a:custGeom>
              <a:avLst/>
              <a:gdLst>
                <a:gd name="textAreaLeft" fmla="*/ 0 w 2704320"/>
                <a:gd name="textAreaRight" fmla="*/ 2708640 w 2704320"/>
                <a:gd name="textAreaTop" fmla="*/ 0 h 2706840"/>
                <a:gd name="textAreaBottom" fmla="*/ 2711160 h 27068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4" name="Freeform 6"/>
            <p:cNvSpPr/>
            <p:nvPr/>
          </p:nvSpPr>
          <p:spPr>
            <a:xfrm>
              <a:off x="6266880" y="1993320"/>
              <a:ext cx="2704320" cy="2706840"/>
            </a:xfrm>
            <a:custGeom>
              <a:avLst/>
              <a:gdLst>
                <a:gd name="textAreaLeft" fmla="*/ 0 w 2704320"/>
                <a:gd name="textAreaRight" fmla="*/ 2708640 w 2704320"/>
                <a:gd name="textAreaTop" fmla="*/ 0 h 2706840"/>
                <a:gd name="textAreaBottom" fmla="*/ 2711160 h 27068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5" name="Group 18"/>
          <p:cNvGrpSpPr/>
          <p:nvPr/>
        </p:nvGrpSpPr>
        <p:grpSpPr>
          <a:xfrm>
            <a:off x="9318240" y="1993320"/>
            <a:ext cx="2704320" cy="2706840"/>
            <a:chOff x="9318240" y="1993320"/>
            <a:chExt cx="2704320" cy="2706840"/>
          </a:xfrm>
        </p:grpSpPr>
        <p:sp>
          <p:nvSpPr>
            <p:cNvPr id="476" name="Freeform 6"/>
            <p:cNvSpPr/>
            <p:nvPr/>
          </p:nvSpPr>
          <p:spPr>
            <a:xfrm>
              <a:off x="9318240" y="1993320"/>
              <a:ext cx="2704320" cy="2706840"/>
            </a:xfrm>
            <a:custGeom>
              <a:avLst/>
              <a:gdLst>
                <a:gd name="textAreaLeft" fmla="*/ 0 w 2704320"/>
                <a:gd name="textAreaRight" fmla="*/ 2708640 w 2704320"/>
                <a:gd name="textAreaTop" fmla="*/ 0 h 2706840"/>
                <a:gd name="textAreaBottom" fmla="*/ 2711160 h 27068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7" name="Freeform 6"/>
            <p:cNvSpPr/>
            <p:nvPr/>
          </p:nvSpPr>
          <p:spPr>
            <a:xfrm>
              <a:off x="9318240" y="1993320"/>
              <a:ext cx="2704320" cy="2706840"/>
            </a:xfrm>
            <a:custGeom>
              <a:avLst/>
              <a:gdLst>
                <a:gd name="textAreaLeft" fmla="*/ 0 w 2704320"/>
                <a:gd name="textAreaRight" fmla="*/ 2708640 w 2704320"/>
                <a:gd name="textAreaTop" fmla="*/ 0 h 2706840"/>
                <a:gd name="textAreaBottom" fmla="*/ 2711160 h 27068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78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9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0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1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82" name="Group 21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483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84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85" name="Rectangle 26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8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75DAF5AE-62A0-4215-9526-1D25E4B41ECB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Freeform 44"/>
          <p:cNvSpPr/>
          <p:nvPr/>
        </p:nvSpPr>
        <p:spPr>
          <a:xfrm rot="370200">
            <a:off x="-2180520" y="-152604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489" name="Group 41"/>
          <p:cNvGrpSpPr/>
          <p:nvPr/>
        </p:nvGrpSpPr>
        <p:grpSpPr>
          <a:xfrm>
            <a:off x="228600" y="1959840"/>
            <a:ext cx="11730600" cy="3597120"/>
            <a:chOff x="228600" y="1959840"/>
            <a:chExt cx="11730600" cy="3597120"/>
          </a:xfrm>
        </p:grpSpPr>
        <p:grpSp>
          <p:nvGrpSpPr>
            <p:cNvPr id="490" name="Group 5"/>
            <p:cNvGrpSpPr/>
            <p:nvPr/>
          </p:nvGrpSpPr>
          <p:grpSpPr>
            <a:xfrm>
              <a:off x="228600" y="1959840"/>
              <a:ext cx="2284560" cy="3597120"/>
              <a:chOff x="228600" y="1959840"/>
              <a:chExt cx="2284560" cy="3597120"/>
            </a:xfrm>
          </p:grpSpPr>
          <p:grpSp>
            <p:nvGrpSpPr>
              <p:cNvPr id="491" name="Group 6"/>
              <p:cNvGrpSpPr/>
              <p:nvPr/>
            </p:nvGrpSpPr>
            <p:grpSpPr>
              <a:xfrm>
                <a:off x="228600" y="1959840"/>
                <a:ext cx="2284560" cy="3597120"/>
                <a:chOff x="228600" y="1959840"/>
                <a:chExt cx="2284560" cy="3597120"/>
              </a:xfrm>
            </p:grpSpPr>
            <p:sp>
              <p:nvSpPr>
                <p:cNvPr id="492" name="Freeform 9"/>
                <p:cNvSpPr/>
                <p:nvPr/>
              </p:nvSpPr>
              <p:spPr>
                <a:xfrm>
                  <a:off x="228600" y="1959840"/>
                  <a:ext cx="2284560" cy="3597120"/>
                </a:xfrm>
                <a:custGeom>
                  <a:avLst/>
                  <a:gdLst>
                    <a:gd name="textAreaLeft" fmla="*/ 0 w 2284560"/>
                    <a:gd name="textAreaRight" fmla="*/ 2288880 w 2284560"/>
                    <a:gd name="textAreaTop" fmla="*/ 0 h 3597120"/>
                    <a:gd name="textAreaBottom" fmla="*/ 3601440 h 3597120"/>
                  </a:gdLst>
                  <a:ahLst/>
                  <a:cxnLst/>
                  <a:rect l="textAreaLeft" t="textAreaTop" r="textAreaRight" b="textAreaBottom"/>
                  <a:pathLst>
                    <a:path w="459" h="722">
                      <a:moveTo>
                        <a:pt x="404" y="722"/>
                      </a:moveTo>
                      <a:cubicBezTo>
                        <a:pt x="55" y="722"/>
                        <a:pt x="55" y="722"/>
                        <a:pt x="55" y="722"/>
                      </a:cubicBezTo>
                      <a:cubicBezTo>
                        <a:pt x="24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4" y="0"/>
                        <a:pt x="55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4" y="0"/>
                        <a:pt x="459" y="25"/>
                        <a:pt x="459" y="56"/>
                      </a:cubicBezTo>
                      <a:cubicBezTo>
                        <a:pt x="459" y="666"/>
                        <a:pt x="459" y="666"/>
                        <a:pt x="459" y="666"/>
                      </a:cubicBezTo>
                      <a:cubicBezTo>
                        <a:pt x="459" y="697"/>
                        <a:pt x="434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177840" dist="114042" dir="2700000" algn="tl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ru-UA" sz="1800" b="0" strike="noStrike" spc="-1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493" name="Freeform 9"/>
                <p:cNvSpPr/>
                <p:nvPr/>
              </p:nvSpPr>
              <p:spPr>
                <a:xfrm>
                  <a:off x="228600" y="1959840"/>
                  <a:ext cx="2284560" cy="3597120"/>
                </a:xfrm>
                <a:custGeom>
                  <a:avLst/>
                  <a:gdLst>
                    <a:gd name="textAreaLeft" fmla="*/ 0 w 2284560"/>
                    <a:gd name="textAreaRight" fmla="*/ 2288880 w 2284560"/>
                    <a:gd name="textAreaTop" fmla="*/ 0 h 3597120"/>
                    <a:gd name="textAreaBottom" fmla="*/ 3601440 h 3597120"/>
                  </a:gdLst>
                  <a:ahLst/>
                  <a:cxnLst/>
                  <a:rect l="textAreaLeft" t="textAreaTop" r="textAreaRight" b="textAreaBottom"/>
                  <a:pathLst>
                    <a:path w="459" h="722">
                      <a:moveTo>
                        <a:pt x="404" y="722"/>
                      </a:moveTo>
                      <a:cubicBezTo>
                        <a:pt x="55" y="722"/>
                        <a:pt x="55" y="722"/>
                        <a:pt x="55" y="722"/>
                      </a:cubicBezTo>
                      <a:cubicBezTo>
                        <a:pt x="24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4" y="0"/>
                        <a:pt x="55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4" y="0"/>
                        <a:pt x="459" y="25"/>
                        <a:pt x="459" y="56"/>
                      </a:cubicBezTo>
                      <a:cubicBezTo>
                        <a:pt x="459" y="666"/>
                        <a:pt x="459" y="666"/>
                        <a:pt x="459" y="666"/>
                      </a:cubicBezTo>
                      <a:cubicBezTo>
                        <a:pt x="459" y="697"/>
                        <a:pt x="434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114480" dist="114042" dir="13500000" algn="br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ru-UA" sz="1800" b="0" strike="noStrike" spc="-1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494" name="Oval 7"/>
              <p:cNvSpPr/>
              <p:nvPr/>
            </p:nvSpPr>
            <p:spPr>
              <a:xfrm>
                <a:off x="658800" y="2261160"/>
                <a:ext cx="1438920" cy="143892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st="88900" dir="135000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495" name="Group 10"/>
            <p:cNvGrpSpPr/>
            <p:nvPr/>
          </p:nvGrpSpPr>
          <p:grpSpPr>
            <a:xfrm>
              <a:off x="3373200" y="1959840"/>
              <a:ext cx="2288520" cy="3597120"/>
              <a:chOff x="3373200" y="1959840"/>
              <a:chExt cx="2288520" cy="3597120"/>
            </a:xfrm>
          </p:grpSpPr>
          <p:grpSp>
            <p:nvGrpSpPr>
              <p:cNvPr id="496" name="Group 11"/>
              <p:cNvGrpSpPr/>
              <p:nvPr/>
            </p:nvGrpSpPr>
            <p:grpSpPr>
              <a:xfrm>
                <a:off x="3373200" y="1959840"/>
                <a:ext cx="2288520" cy="3597120"/>
                <a:chOff x="3373200" y="1959840"/>
                <a:chExt cx="2288520" cy="3597120"/>
              </a:xfrm>
            </p:grpSpPr>
            <p:sp>
              <p:nvSpPr>
                <p:cNvPr id="497" name="Freeform 13"/>
                <p:cNvSpPr/>
                <p:nvPr/>
              </p:nvSpPr>
              <p:spPr>
                <a:xfrm>
                  <a:off x="3373200" y="1959840"/>
                  <a:ext cx="2288520" cy="3597120"/>
                </a:xfrm>
                <a:custGeom>
                  <a:avLst/>
                  <a:gdLst>
                    <a:gd name="textAreaLeft" fmla="*/ 0 w 2288520"/>
                    <a:gd name="textAreaRight" fmla="*/ 2292840 w 2288520"/>
                    <a:gd name="textAreaTop" fmla="*/ 0 h 3597120"/>
                    <a:gd name="textAreaBottom" fmla="*/ 3601440 h 3597120"/>
                  </a:gdLst>
                  <a:ahLst/>
                  <a:cxn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177840" dist="114042" dir="2700000" algn="tl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ru-UA" sz="1800" b="0" strike="noStrike" spc="-1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498" name="Freeform 13"/>
                <p:cNvSpPr/>
                <p:nvPr/>
              </p:nvSpPr>
              <p:spPr>
                <a:xfrm>
                  <a:off x="3373200" y="1959840"/>
                  <a:ext cx="2288520" cy="3597120"/>
                </a:xfrm>
                <a:custGeom>
                  <a:avLst/>
                  <a:gdLst>
                    <a:gd name="textAreaLeft" fmla="*/ 0 w 2288520"/>
                    <a:gd name="textAreaRight" fmla="*/ 2292840 w 2288520"/>
                    <a:gd name="textAreaTop" fmla="*/ 0 h 3597120"/>
                    <a:gd name="textAreaBottom" fmla="*/ 3601440 h 3597120"/>
                  </a:gdLst>
                  <a:ahLst/>
                  <a:cxn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114480" dist="114042" dir="13500000" algn="br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ru-UA" sz="1800" b="0" strike="noStrike" spc="-1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499" name="Oval 12"/>
              <p:cNvSpPr/>
              <p:nvPr/>
            </p:nvSpPr>
            <p:spPr>
              <a:xfrm>
                <a:off x="3801240" y="2261160"/>
                <a:ext cx="1438920" cy="143892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st="88900" dir="135000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500" name="Group 15"/>
            <p:cNvGrpSpPr/>
            <p:nvPr/>
          </p:nvGrpSpPr>
          <p:grpSpPr>
            <a:xfrm>
              <a:off x="6523920" y="1959840"/>
              <a:ext cx="2286720" cy="3597120"/>
              <a:chOff x="6523920" y="1959840"/>
              <a:chExt cx="2286720" cy="3597120"/>
            </a:xfrm>
          </p:grpSpPr>
          <p:grpSp>
            <p:nvGrpSpPr>
              <p:cNvPr id="501" name="Group 16"/>
              <p:cNvGrpSpPr/>
              <p:nvPr/>
            </p:nvGrpSpPr>
            <p:grpSpPr>
              <a:xfrm>
                <a:off x="6523920" y="1959840"/>
                <a:ext cx="2286720" cy="3597120"/>
                <a:chOff x="6523920" y="1959840"/>
                <a:chExt cx="2286720" cy="3597120"/>
              </a:xfrm>
            </p:grpSpPr>
            <p:sp>
              <p:nvSpPr>
                <p:cNvPr id="502" name="Freeform 17"/>
                <p:cNvSpPr/>
                <p:nvPr/>
              </p:nvSpPr>
              <p:spPr>
                <a:xfrm>
                  <a:off x="6523920" y="1959840"/>
                  <a:ext cx="2286720" cy="3597120"/>
                </a:xfrm>
                <a:custGeom>
                  <a:avLst/>
                  <a:gdLst>
                    <a:gd name="textAreaLeft" fmla="*/ 0 w 2286720"/>
                    <a:gd name="textAreaRight" fmla="*/ 2291040 w 2286720"/>
                    <a:gd name="textAreaTop" fmla="*/ 0 h 3597120"/>
                    <a:gd name="textAreaBottom" fmla="*/ 3601440 h 3597120"/>
                  </a:gdLst>
                  <a:ahLst/>
                  <a:cxn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177840" dist="114042" dir="2700000" algn="tl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ru-UA" sz="1800" b="0" strike="noStrike" spc="-1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503" name="Freeform 17"/>
                <p:cNvSpPr/>
                <p:nvPr/>
              </p:nvSpPr>
              <p:spPr>
                <a:xfrm>
                  <a:off x="6523920" y="1959840"/>
                  <a:ext cx="2286720" cy="3597120"/>
                </a:xfrm>
                <a:custGeom>
                  <a:avLst/>
                  <a:gdLst>
                    <a:gd name="textAreaLeft" fmla="*/ 0 w 2286720"/>
                    <a:gd name="textAreaRight" fmla="*/ 2291040 w 2286720"/>
                    <a:gd name="textAreaTop" fmla="*/ 0 h 3597120"/>
                    <a:gd name="textAreaBottom" fmla="*/ 3601440 h 3597120"/>
                  </a:gdLst>
                  <a:ahLst/>
                  <a:cxn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114480" dist="114042" dir="13500000" algn="br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ru-UA" sz="1800" b="0" strike="noStrike" spc="-1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504" name="Oval 17"/>
              <p:cNvSpPr/>
              <p:nvPr/>
            </p:nvSpPr>
            <p:spPr>
              <a:xfrm>
                <a:off x="6953040" y="2261160"/>
                <a:ext cx="1438920" cy="143892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st="88900" dir="135000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505" name="Group 20"/>
            <p:cNvGrpSpPr/>
            <p:nvPr/>
          </p:nvGrpSpPr>
          <p:grpSpPr>
            <a:xfrm>
              <a:off x="9672480" y="1959840"/>
              <a:ext cx="2286720" cy="3597120"/>
              <a:chOff x="9672480" y="1959840"/>
              <a:chExt cx="2286720" cy="3597120"/>
            </a:xfrm>
          </p:grpSpPr>
          <p:grpSp>
            <p:nvGrpSpPr>
              <p:cNvPr id="506" name="Group 21"/>
              <p:cNvGrpSpPr/>
              <p:nvPr/>
            </p:nvGrpSpPr>
            <p:grpSpPr>
              <a:xfrm>
                <a:off x="9672480" y="1959840"/>
                <a:ext cx="2286720" cy="3597120"/>
                <a:chOff x="9672480" y="1959840"/>
                <a:chExt cx="2286720" cy="3597120"/>
              </a:xfrm>
            </p:grpSpPr>
            <p:sp>
              <p:nvSpPr>
                <p:cNvPr id="507" name="Freeform 20"/>
                <p:cNvSpPr/>
                <p:nvPr/>
              </p:nvSpPr>
              <p:spPr>
                <a:xfrm>
                  <a:off x="9672480" y="1959840"/>
                  <a:ext cx="2286720" cy="3597120"/>
                </a:xfrm>
                <a:custGeom>
                  <a:avLst/>
                  <a:gdLst>
                    <a:gd name="textAreaLeft" fmla="*/ 0 w 2286720"/>
                    <a:gd name="textAreaRight" fmla="*/ 2291040 w 2286720"/>
                    <a:gd name="textAreaTop" fmla="*/ 0 h 3597120"/>
                    <a:gd name="textAreaBottom" fmla="*/ 3601440 h 3597120"/>
                  </a:gdLst>
                  <a:ahLst/>
                  <a:cxn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177840" dist="114042" dir="2700000" algn="tl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ru-UA" sz="1800" b="0" strike="noStrike" spc="-1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508" name="Freeform 20"/>
                <p:cNvSpPr/>
                <p:nvPr/>
              </p:nvSpPr>
              <p:spPr>
                <a:xfrm>
                  <a:off x="9672480" y="1959840"/>
                  <a:ext cx="2286720" cy="3597120"/>
                </a:xfrm>
                <a:custGeom>
                  <a:avLst/>
                  <a:gdLst>
                    <a:gd name="textAreaLeft" fmla="*/ 0 w 2286720"/>
                    <a:gd name="textAreaRight" fmla="*/ 2291040 w 2286720"/>
                    <a:gd name="textAreaTop" fmla="*/ 0 h 3597120"/>
                    <a:gd name="textAreaBottom" fmla="*/ 3601440 h 3597120"/>
                  </a:gdLst>
                  <a:ahLst/>
                  <a:cxn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114480" dist="114042" dir="13500000" algn="br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ru-UA" sz="1800" b="0" strike="noStrike" spc="-1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509" name="Oval 22"/>
              <p:cNvSpPr/>
              <p:nvPr/>
            </p:nvSpPr>
            <p:spPr>
              <a:xfrm>
                <a:off x="10102680" y="2261160"/>
                <a:ext cx="1438920" cy="143892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st="88900" dir="135000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sp>
        <p:nvSpPr>
          <p:cNvPr id="510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1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2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14" name="Group 34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515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16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17" name="Rectangle 43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1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97871E14-B31B-44DC-8D4D-19F8FB7DED3E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Freeform 30"/>
          <p:cNvSpPr/>
          <p:nvPr/>
        </p:nvSpPr>
        <p:spPr>
          <a:xfrm>
            <a:off x="-1935720" y="-101196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521" name="Group 5"/>
          <p:cNvGrpSpPr/>
          <p:nvPr/>
        </p:nvGrpSpPr>
        <p:grpSpPr>
          <a:xfrm>
            <a:off x="811800" y="1545120"/>
            <a:ext cx="2894040" cy="4030560"/>
            <a:chOff x="811800" y="1545120"/>
            <a:chExt cx="2894040" cy="4030560"/>
          </a:xfrm>
        </p:grpSpPr>
        <p:sp>
          <p:nvSpPr>
            <p:cNvPr id="522" name="Freeform 6"/>
            <p:cNvSpPr/>
            <p:nvPr/>
          </p:nvSpPr>
          <p:spPr>
            <a:xfrm>
              <a:off x="811800" y="1545120"/>
              <a:ext cx="2894040" cy="4030560"/>
            </a:xfrm>
            <a:custGeom>
              <a:avLst/>
              <a:gdLst>
                <a:gd name="textAreaLeft" fmla="*/ 0 w 2894040"/>
                <a:gd name="textAreaRight" fmla="*/ 2898360 w 2894040"/>
                <a:gd name="textAreaTop" fmla="*/ 0 h 4030560"/>
                <a:gd name="textAreaBottom" fmla="*/ 4034880 h 4030560"/>
              </a:gdLst>
              <a:ahLst/>
              <a:cxn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23" name="Freeform 30"/>
            <p:cNvSpPr/>
            <p:nvPr/>
          </p:nvSpPr>
          <p:spPr>
            <a:xfrm>
              <a:off x="811800" y="1545120"/>
              <a:ext cx="2894040" cy="4030560"/>
            </a:xfrm>
            <a:custGeom>
              <a:avLst/>
              <a:gdLst>
                <a:gd name="textAreaLeft" fmla="*/ 0 w 2894040"/>
                <a:gd name="textAreaRight" fmla="*/ 2898360 w 2894040"/>
                <a:gd name="textAreaTop" fmla="*/ 0 h 4030560"/>
                <a:gd name="textAreaBottom" fmla="*/ 4034880 h 4030560"/>
              </a:gdLst>
              <a:ahLst/>
              <a:cxn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24" name="Text Placeholder 2"/>
          <p:cNvSpPr/>
          <p:nvPr/>
        </p:nvSpPr>
        <p:spPr>
          <a:xfrm>
            <a:off x="825120" y="1545120"/>
            <a:ext cx="2894040" cy="403056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6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7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8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29" name="Group 20"/>
          <p:cNvGrpSpPr/>
          <p:nvPr/>
        </p:nvGrpSpPr>
        <p:grpSpPr>
          <a:xfrm>
            <a:off x="4573440" y="1545120"/>
            <a:ext cx="2894040" cy="4030560"/>
            <a:chOff x="4573440" y="1545120"/>
            <a:chExt cx="2894040" cy="4030560"/>
          </a:xfrm>
        </p:grpSpPr>
        <p:sp>
          <p:nvSpPr>
            <p:cNvPr id="530" name="Freeform 21"/>
            <p:cNvSpPr/>
            <p:nvPr/>
          </p:nvSpPr>
          <p:spPr>
            <a:xfrm>
              <a:off x="4573440" y="1545120"/>
              <a:ext cx="2894040" cy="4030560"/>
            </a:xfrm>
            <a:custGeom>
              <a:avLst/>
              <a:gdLst>
                <a:gd name="textAreaLeft" fmla="*/ 0 w 2894040"/>
                <a:gd name="textAreaRight" fmla="*/ 2898360 w 2894040"/>
                <a:gd name="textAreaTop" fmla="*/ 0 h 4030560"/>
                <a:gd name="textAreaBottom" fmla="*/ 4034880 h 4030560"/>
              </a:gdLst>
              <a:ahLst/>
              <a:cxn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1" name="Freeform 30"/>
            <p:cNvSpPr/>
            <p:nvPr/>
          </p:nvSpPr>
          <p:spPr>
            <a:xfrm>
              <a:off x="4573440" y="1545120"/>
              <a:ext cx="2894040" cy="4030560"/>
            </a:xfrm>
            <a:custGeom>
              <a:avLst/>
              <a:gdLst>
                <a:gd name="textAreaLeft" fmla="*/ 0 w 2894040"/>
                <a:gd name="textAreaRight" fmla="*/ 2898360 w 2894040"/>
                <a:gd name="textAreaTop" fmla="*/ 0 h 4030560"/>
                <a:gd name="textAreaBottom" fmla="*/ 4034880 h 4030560"/>
              </a:gdLst>
              <a:ahLst/>
              <a:cxn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2" name="Text Placeholder 2"/>
          <p:cNvSpPr/>
          <p:nvPr/>
        </p:nvSpPr>
        <p:spPr>
          <a:xfrm>
            <a:off x="4587120" y="1545120"/>
            <a:ext cx="2894040" cy="403056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3" name="Group 24"/>
          <p:cNvGrpSpPr/>
          <p:nvPr/>
        </p:nvGrpSpPr>
        <p:grpSpPr>
          <a:xfrm>
            <a:off x="8362080" y="1545120"/>
            <a:ext cx="2894040" cy="4030560"/>
            <a:chOff x="8362080" y="1545120"/>
            <a:chExt cx="2894040" cy="4030560"/>
          </a:xfrm>
        </p:grpSpPr>
        <p:sp>
          <p:nvSpPr>
            <p:cNvPr id="534" name="Freeform 25"/>
            <p:cNvSpPr/>
            <p:nvPr/>
          </p:nvSpPr>
          <p:spPr>
            <a:xfrm>
              <a:off x="8362080" y="1545120"/>
              <a:ext cx="2894040" cy="4030560"/>
            </a:xfrm>
            <a:custGeom>
              <a:avLst/>
              <a:gdLst>
                <a:gd name="textAreaLeft" fmla="*/ 0 w 2894040"/>
                <a:gd name="textAreaRight" fmla="*/ 2898360 w 2894040"/>
                <a:gd name="textAreaTop" fmla="*/ 0 h 4030560"/>
                <a:gd name="textAreaBottom" fmla="*/ 4034880 h 4030560"/>
              </a:gdLst>
              <a:ahLst/>
              <a:cxn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5" name="Freeform 30"/>
            <p:cNvSpPr/>
            <p:nvPr/>
          </p:nvSpPr>
          <p:spPr>
            <a:xfrm>
              <a:off x="8362080" y="1545120"/>
              <a:ext cx="2894040" cy="4030560"/>
            </a:xfrm>
            <a:custGeom>
              <a:avLst/>
              <a:gdLst>
                <a:gd name="textAreaLeft" fmla="*/ 0 w 2894040"/>
                <a:gd name="textAreaRight" fmla="*/ 2898360 w 2894040"/>
                <a:gd name="textAreaTop" fmla="*/ 0 h 4030560"/>
                <a:gd name="textAreaBottom" fmla="*/ 4034880 h 4030560"/>
              </a:gdLst>
              <a:ahLst/>
              <a:cxn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6" name="Text Placeholder 2"/>
          <p:cNvSpPr/>
          <p:nvPr/>
        </p:nvSpPr>
        <p:spPr>
          <a:xfrm>
            <a:off x="8375760" y="1545120"/>
            <a:ext cx="2894040" cy="403056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7" name="Group 18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53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9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40" name="Rectangle 31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4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E47786B2-5719-418E-9AE7-D018ACD637BB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Freeform 51"/>
          <p:cNvSpPr/>
          <p:nvPr/>
        </p:nvSpPr>
        <p:spPr>
          <a:xfrm>
            <a:off x="-1935720" y="-101196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544" name="Group 5"/>
          <p:cNvGrpSpPr/>
          <p:nvPr/>
        </p:nvGrpSpPr>
        <p:grpSpPr>
          <a:xfrm>
            <a:off x="10181520" y="3993840"/>
            <a:ext cx="348120" cy="353520"/>
            <a:chOff x="10181520" y="3993840"/>
            <a:chExt cx="348120" cy="353520"/>
          </a:xfrm>
        </p:grpSpPr>
        <p:sp>
          <p:nvSpPr>
            <p:cNvPr id="545" name="Oval 12"/>
            <p:cNvSpPr/>
            <p:nvPr/>
          </p:nvSpPr>
          <p:spPr>
            <a:xfrm>
              <a:off x="10272600" y="4090320"/>
              <a:ext cx="160920" cy="1609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46" name="Oval 16"/>
            <p:cNvSpPr/>
            <p:nvPr/>
          </p:nvSpPr>
          <p:spPr>
            <a:xfrm>
              <a:off x="10181520" y="3993840"/>
              <a:ext cx="348120" cy="353520"/>
            </a:xfrm>
            <a:prstGeom prst="ellipse">
              <a:avLst/>
            </a:prstGeom>
            <a:noFill/>
            <a:ln w="44450" cap="rnd">
              <a:solidFill>
                <a:srgbClr val="6E84A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47" name="Group 8"/>
          <p:cNvGrpSpPr/>
          <p:nvPr/>
        </p:nvGrpSpPr>
        <p:grpSpPr>
          <a:xfrm>
            <a:off x="7273080" y="3992760"/>
            <a:ext cx="348120" cy="353520"/>
            <a:chOff x="7273080" y="3992760"/>
            <a:chExt cx="348120" cy="353520"/>
          </a:xfrm>
        </p:grpSpPr>
        <p:sp>
          <p:nvSpPr>
            <p:cNvPr id="548" name="Oval 13"/>
            <p:cNvSpPr/>
            <p:nvPr/>
          </p:nvSpPr>
          <p:spPr>
            <a:xfrm>
              <a:off x="7363800" y="4089240"/>
              <a:ext cx="166320" cy="1609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49" name="Oval 17"/>
            <p:cNvSpPr/>
            <p:nvPr/>
          </p:nvSpPr>
          <p:spPr>
            <a:xfrm>
              <a:off x="7273080" y="3992760"/>
              <a:ext cx="348120" cy="353520"/>
            </a:xfrm>
            <a:prstGeom prst="ellipse">
              <a:avLst/>
            </a:prstGeom>
            <a:noFill/>
            <a:ln w="44450" cap="rnd">
              <a:solidFill>
                <a:srgbClr val="6E84A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50" name="Group 11"/>
          <p:cNvGrpSpPr/>
          <p:nvPr/>
        </p:nvGrpSpPr>
        <p:grpSpPr>
          <a:xfrm>
            <a:off x="4402440" y="3992760"/>
            <a:ext cx="353520" cy="353520"/>
            <a:chOff x="4402440" y="3992760"/>
            <a:chExt cx="353520" cy="353520"/>
          </a:xfrm>
        </p:grpSpPr>
        <p:sp>
          <p:nvSpPr>
            <p:cNvPr id="551" name="Oval 14"/>
            <p:cNvSpPr/>
            <p:nvPr/>
          </p:nvSpPr>
          <p:spPr>
            <a:xfrm>
              <a:off x="4498920" y="4089240"/>
              <a:ext cx="160920" cy="1609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52" name="Oval 18"/>
            <p:cNvSpPr/>
            <p:nvPr/>
          </p:nvSpPr>
          <p:spPr>
            <a:xfrm>
              <a:off x="4402440" y="3992760"/>
              <a:ext cx="353520" cy="353520"/>
            </a:xfrm>
            <a:prstGeom prst="ellipse">
              <a:avLst/>
            </a:prstGeom>
            <a:noFill/>
            <a:ln w="44450" cap="rnd">
              <a:solidFill>
                <a:srgbClr val="6E84A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53" name="Group 14"/>
          <p:cNvGrpSpPr/>
          <p:nvPr/>
        </p:nvGrpSpPr>
        <p:grpSpPr>
          <a:xfrm>
            <a:off x="1364760" y="3992760"/>
            <a:ext cx="353520" cy="353520"/>
            <a:chOff x="1364760" y="3992760"/>
            <a:chExt cx="353520" cy="353520"/>
          </a:xfrm>
        </p:grpSpPr>
        <p:sp>
          <p:nvSpPr>
            <p:cNvPr id="554" name="Oval 15"/>
            <p:cNvSpPr/>
            <p:nvPr/>
          </p:nvSpPr>
          <p:spPr>
            <a:xfrm>
              <a:off x="1459440" y="4089240"/>
              <a:ext cx="162720" cy="1609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55" name="Oval 19"/>
            <p:cNvSpPr/>
            <p:nvPr/>
          </p:nvSpPr>
          <p:spPr>
            <a:xfrm>
              <a:off x="1364760" y="3992760"/>
              <a:ext cx="353520" cy="353520"/>
            </a:xfrm>
            <a:prstGeom prst="ellipse">
              <a:avLst/>
            </a:prstGeom>
            <a:noFill/>
            <a:ln w="44450" cap="rnd">
              <a:solidFill>
                <a:srgbClr val="6E84A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556" name="Freeform 20"/>
          <p:cNvSpPr/>
          <p:nvPr/>
        </p:nvSpPr>
        <p:spPr>
          <a:xfrm>
            <a:off x="10322280" y="3063240"/>
            <a:ext cx="66600" cy="851400"/>
          </a:xfrm>
          <a:custGeom>
            <a:avLst/>
            <a:gdLst>
              <a:gd name="textAreaLeft" fmla="*/ 0 w 66600"/>
              <a:gd name="textAreaRight" fmla="*/ 70920 w 66600"/>
              <a:gd name="textAreaTop" fmla="*/ 0 h 851400"/>
              <a:gd name="textAreaBottom" fmla="*/ 855720 h 851400"/>
            </a:gdLst>
            <a:ahLst/>
            <a:cxn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4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3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3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4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4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3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3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4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4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3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3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4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4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3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3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4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4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3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3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4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3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3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7" name="Freeform 21"/>
          <p:cNvSpPr/>
          <p:nvPr/>
        </p:nvSpPr>
        <p:spPr>
          <a:xfrm>
            <a:off x="7413840" y="3048840"/>
            <a:ext cx="66600" cy="851400"/>
          </a:xfrm>
          <a:custGeom>
            <a:avLst/>
            <a:gdLst>
              <a:gd name="textAreaLeft" fmla="*/ 0 w 66600"/>
              <a:gd name="textAreaRight" fmla="*/ 70920 w 66600"/>
              <a:gd name="textAreaTop" fmla="*/ 0 h 851400"/>
              <a:gd name="textAreaBottom" fmla="*/ 855720 h 851400"/>
            </a:gdLst>
            <a:ahLst/>
            <a:cxn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3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3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3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3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3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3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3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3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3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8" name="Freeform 22"/>
          <p:cNvSpPr/>
          <p:nvPr/>
        </p:nvSpPr>
        <p:spPr>
          <a:xfrm>
            <a:off x="4550040" y="3059640"/>
            <a:ext cx="64800" cy="851400"/>
          </a:xfrm>
          <a:custGeom>
            <a:avLst/>
            <a:gdLst>
              <a:gd name="textAreaLeft" fmla="*/ 0 w 64800"/>
              <a:gd name="textAreaRight" fmla="*/ 69120 w 64800"/>
              <a:gd name="textAreaTop" fmla="*/ 0 h 851400"/>
              <a:gd name="textAreaBottom" fmla="*/ 855720 h 851400"/>
            </a:gdLst>
            <a:ahLst/>
            <a:cxn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3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3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3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3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3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3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3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3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3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9" name="Freeform 23"/>
          <p:cNvSpPr/>
          <p:nvPr/>
        </p:nvSpPr>
        <p:spPr>
          <a:xfrm>
            <a:off x="1504800" y="3054240"/>
            <a:ext cx="64800" cy="851400"/>
          </a:xfrm>
          <a:custGeom>
            <a:avLst/>
            <a:gdLst>
              <a:gd name="textAreaLeft" fmla="*/ 0 w 64800"/>
              <a:gd name="textAreaRight" fmla="*/ 69120 w 64800"/>
              <a:gd name="textAreaTop" fmla="*/ 0 h 851400"/>
              <a:gd name="textAreaBottom" fmla="*/ 855720 h 851400"/>
            </a:gdLst>
            <a:ahLst/>
            <a:cxn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4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4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4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4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4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4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4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4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4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4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560" name="Group 54"/>
          <p:cNvGrpSpPr/>
          <p:nvPr/>
        </p:nvGrpSpPr>
        <p:grpSpPr>
          <a:xfrm>
            <a:off x="524520" y="986040"/>
            <a:ext cx="2172240" cy="2174040"/>
            <a:chOff x="524520" y="986040"/>
            <a:chExt cx="2172240" cy="2174040"/>
          </a:xfrm>
        </p:grpSpPr>
        <p:sp>
          <p:nvSpPr>
            <p:cNvPr id="561" name="Freeform 6"/>
            <p:cNvSpPr/>
            <p:nvPr/>
          </p:nvSpPr>
          <p:spPr>
            <a:xfrm>
              <a:off x="524520" y="986040"/>
              <a:ext cx="2172240" cy="2174040"/>
            </a:xfrm>
            <a:custGeom>
              <a:avLst/>
              <a:gdLst>
                <a:gd name="textAreaLeft" fmla="*/ 0 w 2172240"/>
                <a:gd name="textAreaRight" fmla="*/ 2176560 w 2172240"/>
                <a:gd name="textAreaTop" fmla="*/ 0 h 2174040"/>
                <a:gd name="textAreaBottom" fmla="*/ 2178360 h 21740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2" name="Freeform 6"/>
            <p:cNvSpPr/>
            <p:nvPr/>
          </p:nvSpPr>
          <p:spPr>
            <a:xfrm>
              <a:off x="524520" y="986040"/>
              <a:ext cx="2172240" cy="2174040"/>
            </a:xfrm>
            <a:custGeom>
              <a:avLst/>
              <a:gdLst>
                <a:gd name="textAreaLeft" fmla="*/ 0 w 2172240"/>
                <a:gd name="textAreaRight" fmla="*/ 2176560 w 2172240"/>
                <a:gd name="textAreaTop" fmla="*/ 0 h 2174040"/>
                <a:gd name="textAreaBottom" fmla="*/ 2178360 h 21740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3" name="Group 58"/>
          <p:cNvGrpSpPr/>
          <p:nvPr/>
        </p:nvGrpSpPr>
        <p:grpSpPr>
          <a:xfrm>
            <a:off x="3493080" y="979920"/>
            <a:ext cx="2172240" cy="2174040"/>
            <a:chOff x="3493080" y="979920"/>
            <a:chExt cx="2172240" cy="2174040"/>
          </a:xfrm>
        </p:grpSpPr>
        <p:sp>
          <p:nvSpPr>
            <p:cNvPr id="564" name="Freeform 6"/>
            <p:cNvSpPr/>
            <p:nvPr/>
          </p:nvSpPr>
          <p:spPr>
            <a:xfrm>
              <a:off x="3493080" y="979920"/>
              <a:ext cx="2172240" cy="2174040"/>
            </a:xfrm>
            <a:custGeom>
              <a:avLst/>
              <a:gdLst>
                <a:gd name="textAreaLeft" fmla="*/ 0 w 2172240"/>
                <a:gd name="textAreaRight" fmla="*/ 2176560 w 2172240"/>
                <a:gd name="textAreaTop" fmla="*/ 0 h 2174040"/>
                <a:gd name="textAreaBottom" fmla="*/ 2178360 h 21740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5" name="Freeform 6"/>
            <p:cNvSpPr/>
            <p:nvPr/>
          </p:nvSpPr>
          <p:spPr>
            <a:xfrm>
              <a:off x="3493080" y="979920"/>
              <a:ext cx="2172240" cy="2174040"/>
            </a:xfrm>
            <a:custGeom>
              <a:avLst/>
              <a:gdLst>
                <a:gd name="textAreaLeft" fmla="*/ 0 w 2172240"/>
                <a:gd name="textAreaRight" fmla="*/ 2176560 w 2172240"/>
                <a:gd name="textAreaTop" fmla="*/ 0 h 2174040"/>
                <a:gd name="textAreaBottom" fmla="*/ 2178360 h 21740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6" name="Group 62"/>
          <p:cNvGrpSpPr/>
          <p:nvPr/>
        </p:nvGrpSpPr>
        <p:grpSpPr>
          <a:xfrm>
            <a:off x="6459120" y="979920"/>
            <a:ext cx="2172240" cy="2174040"/>
            <a:chOff x="6459120" y="979920"/>
            <a:chExt cx="2172240" cy="2174040"/>
          </a:xfrm>
        </p:grpSpPr>
        <p:sp>
          <p:nvSpPr>
            <p:cNvPr id="567" name="Freeform 6"/>
            <p:cNvSpPr/>
            <p:nvPr/>
          </p:nvSpPr>
          <p:spPr>
            <a:xfrm>
              <a:off x="6459120" y="979920"/>
              <a:ext cx="2172240" cy="2174040"/>
            </a:xfrm>
            <a:custGeom>
              <a:avLst/>
              <a:gdLst>
                <a:gd name="textAreaLeft" fmla="*/ 0 w 2172240"/>
                <a:gd name="textAreaRight" fmla="*/ 2176560 w 2172240"/>
                <a:gd name="textAreaTop" fmla="*/ 0 h 2174040"/>
                <a:gd name="textAreaBottom" fmla="*/ 2178360 h 21740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8" name="Freeform 6"/>
            <p:cNvSpPr/>
            <p:nvPr/>
          </p:nvSpPr>
          <p:spPr>
            <a:xfrm>
              <a:off x="6459120" y="979920"/>
              <a:ext cx="2172240" cy="2174040"/>
            </a:xfrm>
            <a:custGeom>
              <a:avLst/>
              <a:gdLst>
                <a:gd name="textAreaLeft" fmla="*/ 0 w 2172240"/>
                <a:gd name="textAreaRight" fmla="*/ 2176560 w 2172240"/>
                <a:gd name="textAreaTop" fmla="*/ 0 h 2174040"/>
                <a:gd name="textAreaBottom" fmla="*/ 2178360 h 21740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9" name="Group 66"/>
          <p:cNvGrpSpPr/>
          <p:nvPr/>
        </p:nvGrpSpPr>
        <p:grpSpPr>
          <a:xfrm>
            <a:off x="9425160" y="979920"/>
            <a:ext cx="2172240" cy="2174040"/>
            <a:chOff x="9425160" y="979920"/>
            <a:chExt cx="2172240" cy="2174040"/>
          </a:xfrm>
        </p:grpSpPr>
        <p:sp>
          <p:nvSpPr>
            <p:cNvPr id="570" name="Freeform 6"/>
            <p:cNvSpPr/>
            <p:nvPr/>
          </p:nvSpPr>
          <p:spPr>
            <a:xfrm>
              <a:off x="9425160" y="979920"/>
              <a:ext cx="2172240" cy="2174040"/>
            </a:xfrm>
            <a:custGeom>
              <a:avLst/>
              <a:gdLst>
                <a:gd name="textAreaLeft" fmla="*/ 0 w 2172240"/>
                <a:gd name="textAreaRight" fmla="*/ 2176560 w 2172240"/>
                <a:gd name="textAreaTop" fmla="*/ 0 h 2174040"/>
                <a:gd name="textAreaBottom" fmla="*/ 2178360 h 21740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27080" dist="75858" dir="2700000" algn="tl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71" name="Freeform 6"/>
            <p:cNvSpPr/>
            <p:nvPr/>
          </p:nvSpPr>
          <p:spPr>
            <a:xfrm>
              <a:off x="9425160" y="979920"/>
              <a:ext cx="2172240" cy="2174040"/>
            </a:xfrm>
            <a:custGeom>
              <a:avLst/>
              <a:gdLst>
                <a:gd name="textAreaLeft" fmla="*/ 0 w 2172240"/>
                <a:gd name="textAreaRight" fmla="*/ 2176560 w 2172240"/>
                <a:gd name="textAreaTop" fmla="*/ 0 h 2174040"/>
                <a:gd name="textAreaBottom" fmla="*/ 2178360 h 2174040"/>
              </a:gdLst>
              <a:ahLst/>
              <a:cxn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28600" dist="88176" dir="13191929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72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3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4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5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76" name="Group 47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57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7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79" name="Rectangle 52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8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1BDF5704-45D3-482E-B4C6-2BA9277E99C3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Freeform 97"/>
          <p:cNvSpPr/>
          <p:nvPr/>
        </p:nvSpPr>
        <p:spPr>
          <a:xfrm rot="370200">
            <a:off x="-2117520" y="-153396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583" name="Freeform 13"/>
          <p:cNvSpPr/>
          <p:nvPr/>
        </p:nvSpPr>
        <p:spPr>
          <a:xfrm>
            <a:off x="10452240" y="3330720"/>
            <a:ext cx="979920" cy="93960"/>
          </a:xfrm>
          <a:custGeom>
            <a:avLst/>
            <a:gdLst>
              <a:gd name="textAreaLeft" fmla="*/ 0 w 979920"/>
              <a:gd name="textAreaRight" fmla="*/ 984240 w 979920"/>
              <a:gd name="textAreaTop" fmla="*/ 0 h 93960"/>
              <a:gd name="textAreaBottom" fmla="*/ 98280 h 93960"/>
            </a:gdLst>
            <a:ahLst/>
            <a:cxnLst/>
            <a:rect l="textAreaLeft" t="textAreaTop" r="textAreaRight" b="textAreaBottom"/>
            <a:pathLst>
              <a:path w="259" h="26">
                <a:moveTo>
                  <a:pt x="259" y="26"/>
                </a:moveTo>
                <a:cubicBezTo>
                  <a:pt x="26" y="26"/>
                  <a:pt x="26" y="26"/>
                  <a:pt x="26" y="26"/>
                </a:cubicBezTo>
                <a:cubicBezTo>
                  <a:pt x="26" y="12"/>
                  <a:pt x="14" y="0"/>
                  <a:pt x="0" y="0"/>
                </a:cubicBezTo>
              </a:path>
            </a:pathLst>
          </a:custGeom>
          <a:noFill/>
          <a:ln w="38100" cap="rnd">
            <a:solidFill>
              <a:srgbClr val="3342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584" name="Group 6"/>
          <p:cNvGrpSpPr/>
          <p:nvPr/>
        </p:nvGrpSpPr>
        <p:grpSpPr>
          <a:xfrm>
            <a:off x="1744560" y="2349360"/>
            <a:ext cx="1165320" cy="1075320"/>
            <a:chOff x="1744560" y="2349360"/>
            <a:chExt cx="1165320" cy="1075320"/>
          </a:xfrm>
        </p:grpSpPr>
        <p:sp>
          <p:nvSpPr>
            <p:cNvPr id="585" name="Freeform 6"/>
            <p:cNvSpPr/>
            <p:nvPr/>
          </p:nvSpPr>
          <p:spPr>
            <a:xfrm>
              <a:off x="1744560" y="2441520"/>
              <a:ext cx="1084680" cy="983160"/>
            </a:xfrm>
            <a:custGeom>
              <a:avLst/>
              <a:gdLst>
                <a:gd name="textAreaLeft" fmla="*/ 0 w 1084680"/>
                <a:gd name="textAreaRight" fmla="*/ 1089000 w 1084680"/>
                <a:gd name="textAreaTop" fmla="*/ 0 h 983160"/>
                <a:gd name="textAreaBottom" fmla="*/ 987480 h 983160"/>
              </a:gdLst>
              <a:ahLst/>
              <a:cxn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2" y="233"/>
                    <a:pt x="260" y="245"/>
                    <a:pt x="260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86" name="Group 8"/>
            <p:cNvGrpSpPr/>
            <p:nvPr/>
          </p:nvGrpSpPr>
          <p:grpSpPr>
            <a:xfrm>
              <a:off x="2743560" y="2349360"/>
              <a:ext cx="166320" cy="166320"/>
              <a:chOff x="2743560" y="2349360"/>
              <a:chExt cx="166320" cy="166320"/>
            </a:xfrm>
          </p:grpSpPr>
          <p:sp>
            <p:nvSpPr>
              <p:cNvPr id="587" name="Oval 9"/>
              <p:cNvSpPr/>
              <p:nvPr/>
            </p:nvSpPr>
            <p:spPr>
              <a:xfrm>
                <a:off x="2743560" y="234936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88" name="Oval 28"/>
              <p:cNvSpPr/>
              <p:nvPr/>
            </p:nvSpPr>
            <p:spPr>
              <a:xfrm>
                <a:off x="2786760" y="239256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89" name="Group 11"/>
          <p:cNvGrpSpPr/>
          <p:nvPr/>
        </p:nvGrpSpPr>
        <p:grpSpPr>
          <a:xfrm>
            <a:off x="3921120" y="2349360"/>
            <a:ext cx="1170000" cy="1075320"/>
            <a:chOff x="3921120" y="2349360"/>
            <a:chExt cx="1170000" cy="1075320"/>
          </a:xfrm>
        </p:grpSpPr>
        <p:sp>
          <p:nvSpPr>
            <p:cNvPr id="590" name="Freeform 7"/>
            <p:cNvSpPr/>
            <p:nvPr/>
          </p:nvSpPr>
          <p:spPr>
            <a:xfrm>
              <a:off x="3921120" y="2441520"/>
              <a:ext cx="1084680" cy="983160"/>
            </a:xfrm>
            <a:custGeom>
              <a:avLst/>
              <a:gdLst>
                <a:gd name="textAreaLeft" fmla="*/ 0 w 1084680"/>
                <a:gd name="textAreaRight" fmla="*/ 1089000 w 1084680"/>
                <a:gd name="textAreaTop" fmla="*/ 0 h 983160"/>
                <a:gd name="textAreaBottom" fmla="*/ 987480 h 983160"/>
              </a:gdLst>
              <a:ahLst/>
              <a:cxn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60" y="245"/>
                    <a:pt x="260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91" name="Group 13"/>
            <p:cNvGrpSpPr/>
            <p:nvPr/>
          </p:nvGrpSpPr>
          <p:grpSpPr>
            <a:xfrm>
              <a:off x="4924800" y="2349360"/>
              <a:ext cx="166320" cy="166320"/>
              <a:chOff x="4924800" y="2349360"/>
              <a:chExt cx="166320" cy="166320"/>
            </a:xfrm>
          </p:grpSpPr>
          <p:sp>
            <p:nvSpPr>
              <p:cNvPr id="592" name="Oval 14"/>
              <p:cNvSpPr/>
              <p:nvPr/>
            </p:nvSpPr>
            <p:spPr>
              <a:xfrm>
                <a:off x="4924800" y="234936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93" name="Oval 28"/>
              <p:cNvSpPr/>
              <p:nvPr/>
            </p:nvSpPr>
            <p:spPr>
              <a:xfrm>
                <a:off x="4968000" y="239256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94" name="Group 16"/>
          <p:cNvGrpSpPr/>
          <p:nvPr/>
        </p:nvGrpSpPr>
        <p:grpSpPr>
          <a:xfrm>
            <a:off x="6097680" y="2349360"/>
            <a:ext cx="1161360" cy="1075320"/>
            <a:chOff x="6097680" y="2349360"/>
            <a:chExt cx="1161360" cy="1075320"/>
          </a:xfrm>
        </p:grpSpPr>
        <p:sp>
          <p:nvSpPr>
            <p:cNvPr id="595" name="Freeform 8"/>
            <p:cNvSpPr/>
            <p:nvPr/>
          </p:nvSpPr>
          <p:spPr>
            <a:xfrm>
              <a:off x="6097680" y="2441520"/>
              <a:ext cx="1084680" cy="983160"/>
            </a:xfrm>
            <a:custGeom>
              <a:avLst/>
              <a:gdLst>
                <a:gd name="textAreaLeft" fmla="*/ 0 w 1084680"/>
                <a:gd name="textAreaRight" fmla="*/ 1089000 w 1084680"/>
                <a:gd name="textAreaTop" fmla="*/ 0 h 983160"/>
                <a:gd name="textAreaBottom" fmla="*/ 987480 h 983160"/>
              </a:gdLst>
              <a:ahLst/>
              <a:cxn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59" y="245"/>
                    <a:pt x="259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96" name="Group 18"/>
            <p:cNvGrpSpPr/>
            <p:nvPr/>
          </p:nvGrpSpPr>
          <p:grpSpPr>
            <a:xfrm>
              <a:off x="7092720" y="2349360"/>
              <a:ext cx="166320" cy="166320"/>
              <a:chOff x="7092720" y="2349360"/>
              <a:chExt cx="166320" cy="166320"/>
            </a:xfrm>
          </p:grpSpPr>
          <p:sp>
            <p:nvSpPr>
              <p:cNvPr id="597" name="Oval 19"/>
              <p:cNvSpPr/>
              <p:nvPr/>
            </p:nvSpPr>
            <p:spPr>
              <a:xfrm>
                <a:off x="7092720" y="234936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98" name="Oval 28"/>
              <p:cNvSpPr/>
              <p:nvPr/>
            </p:nvSpPr>
            <p:spPr>
              <a:xfrm>
                <a:off x="7135920" y="239256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99" name="Group 21"/>
          <p:cNvGrpSpPr/>
          <p:nvPr/>
        </p:nvGrpSpPr>
        <p:grpSpPr>
          <a:xfrm>
            <a:off x="8273880" y="2349360"/>
            <a:ext cx="1159200" cy="1075320"/>
            <a:chOff x="8273880" y="2349360"/>
            <a:chExt cx="1159200" cy="1075320"/>
          </a:xfrm>
        </p:grpSpPr>
        <p:sp>
          <p:nvSpPr>
            <p:cNvPr id="600" name="Freeform 15"/>
            <p:cNvSpPr/>
            <p:nvPr/>
          </p:nvSpPr>
          <p:spPr>
            <a:xfrm>
              <a:off x="8273880" y="2441520"/>
              <a:ext cx="1084680" cy="983160"/>
            </a:xfrm>
            <a:custGeom>
              <a:avLst/>
              <a:gdLst>
                <a:gd name="textAreaLeft" fmla="*/ 0 w 1084680"/>
                <a:gd name="textAreaRight" fmla="*/ 1089000 w 1084680"/>
                <a:gd name="textAreaTop" fmla="*/ 0 h 983160"/>
                <a:gd name="textAreaBottom" fmla="*/ 987480 h 983160"/>
              </a:gdLst>
              <a:ahLst/>
              <a:cxn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59" y="245"/>
                    <a:pt x="259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01" name="Group 23"/>
            <p:cNvGrpSpPr/>
            <p:nvPr/>
          </p:nvGrpSpPr>
          <p:grpSpPr>
            <a:xfrm>
              <a:off x="9266760" y="2349360"/>
              <a:ext cx="166320" cy="166320"/>
              <a:chOff x="9266760" y="2349360"/>
              <a:chExt cx="166320" cy="166320"/>
            </a:xfrm>
          </p:grpSpPr>
          <p:sp>
            <p:nvSpPr>
              <p:cNvPr id="602" name="Oval 24"/>
              <p:cNvSpPr/>
              <p:nvPr/>
            </p:nvSpPr>
            <p:spPr>
              <a:xfrm>
                <a:off x="9266760" y="234936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03" name="Oval 28"/>
              <p:cNvSpPr/>
              <p:nvPr/>
            </p:nvSpPr>
            <p:spPr>
              <a:xfrm>
                <a:off x="9309960" y="239256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04" name="Group 26"/>
          <p:cNvGrpSpPr/>
          <p:nvPr/>
        </p:nvGrpSpPr>
        <p:grpSpPr>
          <a:xfrm>
            <a:off x="758880" y="3429000"/>
            <a:ext cx="1064160" cy="1065600"/>
            <a:chOff x="758880" y="3429000"/>
            <a:chExt cx="1064160" cy="1065600"/>
          </a:xfrm>
        </p:grpSpPr>
        <p:sp>
          <p:nvSpPr>
            <p:cNvPr id="605" name="Freeform 9"/>
            <p:cNvSpPr/>
            <p:nvPr/>
          </p:nvSpPr>
          <p:spPr>
            <a:xfrm>
              <a:off x="758880" y="3429000"/>
              <a:ext cx="981360" cy="986400"/>
            </a:xfrm>
            <a:custGeom>
              <a:avLst/>
              <a:gdLst>
                <a:gd name="textAreaLeft" fmla="*/ 0 w 981360"/>
                <a:gd name="textAreaRight" fmla="*/ 985680 w 981360"/>
                <a:gd name="textAreaTop" fmla="*/ 0 h 986400"/>
                <a:gd name="textAreaBottom" fmla="*/ 990720 h 986400"/>
              </a:gdLst>
              <a:ahLst/>
              <a:cxnLst/>
              <a:rect l="textAreaLeft" t="textAreaTop" r="textAreaRight" b="textAreaBottom"/>
              <a:pathLst>
                <a:path w="259" h="260">
                  <a:moveTo>
                    <a:pt x="259" y="260"/>
                  </a:moveTo>
                  <a:cubicBezTo>
                    <a:pt x="259" y="27"/>
                    <a:pt x="259" y="27"/>
                    <a:pt x="259" y="27"/>
                  </a:cubicBezTo>
                  <a:cubicBezTo>
                    <a:pt x="245" y="27"/>
                    <a:pt x="233" y="15"/>
                    <a:pt x="23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06" name="Group 28"/>
            <p:cNvGrpSpPr/>
            <p:nvPr/>
          </p:nvGrpSpPr>
          <p:grpSpPr>
            <a:xfrm>
              <a:off x="1656720" y="4328280"/>
              <a:ext cx="166320" cy="166320"/>
              <a:chOff x="1656720" y="4328280"/>
              <a:chExt cx="166320" cy="166320"/>
            </a:xfrm>
          </p:grpSpPr>
          <p:sp>
            <p:nvSpPr>
              <p:cNvPr id="607" name="Oval 29"/>
              <p:cNvSpPr/>
              <p:nvPr/>
            </p:nvSpPr>
            <p:spPr>
              <a:xfrm>
                <a:off x="1656720" y="432828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08" name="Oval 28"/>
              <p:cNvSpPr/>
              <p:nvPr/>
            </p:nvSpPr>
            <p:spPr>
              <a:xfrm>
                <a:off x="1699560" y="437148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09" name="Group 31"/>
          <p:cNvGrpSpPr/>
          <p:nvPr/>
        </p:nvGrpSpPr>
        <p:grpSpPr>
          <a:xfrm>
            <a:off x="2833560" y="3432240"/>
            <a:ext cx="1170720" cy="1062360"/>
            <a:chOff x="2833560" y="3432240"/>
            <a:chExt cx="1170720" cy="1062360"/>
          </a:xfrm>
        </p:grpSpPr>
        <p:sp>
          <p:nvSpPr>
            <p:cNvPr id="610" name="Freeform 10"/>
            <p:cNvSpPr/>
            <p:nvPr/>
          </p:nvSpPr>
          <p:spPr>
            <a:xfrm>
              <a:off x="2833560" y="3432240"/>
              <a:ext cx="1083240" cy="983160"/>
            </a:xfrm>
            <a:custGeom>
              <a:avLst/>
              <a:gdLst>
                <a:gd name="textAreaLeft" fmla="*/ 0 w 1083240"/>
                <a:gd name="textAreaRight" fmla="*/ 1087560 w 1083240"/>
                <a:gd name="textAreaTop" fmla="*/ 0 h 983160"/>
                <a:gd name="textAreaBottom" fmla="*/ 987480 h 983160"/>
              </a:gdLst>
              <a:ahLst/>
              <a:cxn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60" y="14"/>
                    <a:pt x="260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11" name="Group 33"/>
            <p:cNvGrpSpPr/>
            <p:nvPr/>
          </p:nvGrpSpPr>
          <p:grpSpPr>
            <a:xfrm>
              <a:off x="3837960" y="4328280"/>
              <a:ext cx="166320" cy="166320"/>
              <a:chOff x="3837960" y="4328280"/>
              <a:chExt cx="166320" cy="166320"/>
            </a:xfrm>
          </p:grpSpPr>
          <p:sp>
            <p:nvSpPr>
              <p:cNvPr id="612" name="Oval 34"/>
              <p:cNvSpPr/>
              <p:nvPr/>
            </p:nvSpPr>
            <p:spPr>
              <a:xfrm>
                <a:off x="3837960" y="432828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13" name="Oval 28"/>
              <p:cNvSpPr/>
              <p:nvPr/>
            </p:nvSpPr>
            <p:spPr>
              <a:xfrm>
                <a:off x="3880800" y="437148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14" name="Group 36"/>
          <p:cNvGrpSpPr/>
          <p:nvPr/>
        </p:nvGrpSpPr>
        <p:grpSpPr>
          <a:xfrm>
            <a:off x="5010120" y="3432240"/>
            <a:ext cx="1161720" cy="1062360"/>
            <a:chOff x="5010120" y="3432240"/>
            <a:chExt cx="1161720" cy="1062360"/>
          </a:xfrm>
        </p:grpSpPr>
        <p:sp>
          <p:nvSpPr>
            <p:cNvPr id="615" name="Freeform 11"/>
            <p:cNvSpPr/>
            <p:nvPr/>
          </p:nvSpPr>
          <p:spPr>
            <a:xfrm>
              <a:off x="5010120" y="3432240"/>
              <a:ext cx="1083240" cy="983160"/>
            </a:xfrm>
            <a:custGeom>
              <a:avLst/>
              <a:gdLst>
                <a:gd name="textAreaLeft" fmla="*/ 0 w 1083240"/>
                <a:gd name="textAreaRight" fmla="*/ 1087560 w 1083240"/>
                <a:gd name="textAreaTop" fmla="*/ 0 h 983160"/>
                <a:gd name="textAreaBottom" fmla="*/ 987480 h 983160"/>
              </a:gdLst>
              <a:ahLst/>
              <a:cxn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16" name="Group 38"/>
            <p:cNvGrpSpPr/>
            <p:nvPr/>
          </p:nvGrpSpPr>
          <p:grpSpPr>
            <a:xfrm>
              <a:off x="6005520" y="4328280"/>
              <a:ext cx="166320" cy="166320"/>
              <a:chOff x="6005520" y="4328280"/>
              <a:chExt cx="166320" cy="166320"/>
            </a:xfrm>
          </p:grpSpPr>
          <p:sp>
            <p:nvSpPr>
              <p:cNvPr id="617" name="Oval 39"/>
              <p:cNvSpPr/>
              <p:nvPr/>
            </p:nvSpPr>
            <p:spPr>
              <a:xfrm>
                <a:off x="6005520" y="432828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18" name="Oval 28"/>
              <p:cNvSpPr/>
              <p:nvPr/>
            </p:nvSpPr>
            <p:spPr>
              <a:xfrm>
                <a:off x="6048720" y="437148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19" name="Group 41"/>
          <p:cNvGrpSpPr/>
          <p:nvPr/>
        </p:nvGrpSpPr>
        <p:grpSpPr>
          <a:xfrm>
            <a:off x="7186680" y="3432240"/>
            <a:ext cx="1159200" cy="1062360"/>
            <a:chOff x="7186680" y="3432240"/>
            <a:chExt cx="1159200" cy="1062360"/>
          </a:xfrm>
        </p:grpSpPr>
        <p:sp>
          <p:nvSpPr>
            <p:cNvPr id="620" name="Freeform 12"/>
            <p:cNvSpPr/>
            <p:nvPr/>
          </p:nvSpPr>
          <p:spPr>
            <a:xfrm>
              <a:off x="7186680" y="3432240"/>
              <a:ext cx="1083240" cy="983160"/>
            </a:xfrm>
            <a:custGeom>
              <a:avLst/>
              <a:gdLst>
                <a:gd name="textAreaLeft" fmla="*/ 0 w 1083240"/>
                <a:gd name="textAreaRight" fmla="*/ 1087560 w 1083240"/>
                <a:gd name="textAreaTop" fmla="*/ 0 h 983160"/>
                <a:gd name="textAreaBottom" fmla="*/ 987480 h 983160"/>
              </a:gdLst>
              <a:ahLst/>
              <a:cxn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21" name="Group 43"/>
            <p:cNvGrpSpPr/>
            <p:nvPr/>
          </p:nvGrpSpPr>
          <p:grpSpPr>
            <a:xfrm>
              <a:off x="8179560" y="4328280"/>
              <a:ext cx="166320" cy="166320"/>
              <a:chOff x="8179560" y="4328280"/>
              <a:chExt cx="166320" cy="166320"/>
            </a:xfrm>
          </p:grpSpPr>
          <p:sp>
            <p:nvSpPr>
              <p:cNvPr id="622" name="Oval 44"/>
              <p:cNvSpPr/>
              <p:nvPr/>
            </p:nvSpPr>
            <p:spPr>
              <a:xfrm>
                <a:off x="8179560" y="432828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23" name="Oval 28"/>
              <p:cNvSpPr/>
              <p:nvPr/>
            </p:nvSpPr>
            <p:spPr>
              <a:xfrm>
                <a:off x="8222760" y="437148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24" name="Group 46"/>
          <p:cNvGrpSpPr/>
          <p:nvPr/>
        </p:nvGrpSpPr>
        <p:grpSpPr>
          <a:xfrm>
            <a:off x="1656720" y="3344760"/>
            <a:ext cx="166320" cy="166320"/>
            <a:chOff x="1656720" y="3344760"/>
            <a:chExt cx="166320" cy="166320"/>
          </a:xfrm>
        </p:grpSpPr>
        <p:sp>
          <p:nvSpPr>
            <p:cNvPr id="625" name="Oval 47"/>
            <p:cNvSpPr/>
            <p:nvPr/>
          </p:nvSpPr>
          <p:spPr>
            <a:xfrm>
              <a:off x="165672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26" name="Oval 28"/>
            <p:cNvSpPr/>
            <p:nvPr/>
          </p:nvSpPr>
          <p:spPr>
            <a:xfrm>
              <a:off x="169956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27" name="Group 49"/>
          <p:cNvGrpSpPr/>
          <p:nvPr/>
        </p:nvGrpSpPr>
        <p:grpSpPr>
          <a:xfrm>
            <a:off x="2746800" y="3344760"/>
            <a:ext cx="166320" cy="166320"/>
            <a:chOff x="2746800" y="3344760"/>
            <a:chExt cx="166320" cy="166320"/>
          </a:xfrm>
        </p:grpSpPr>
        <p:sp>
          <p:nvSpPr>
            <p:cNvPr id="628" name="Oval 50"/>
            <p:cNvSpPr/>
            <p:nvPr/>
          </p:nvSpPr>
          <p:spPr>
            <a:xfrm>
              <a:off x="274680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29" name="Oval 28"/>
            <p:cNvSpPr/>
            <p:nvPr/>
          </p:nvSpPr>
          <p:spPr>
            <a:xfrm>
              <a:off x="279000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0" name="Group 52"/>
          <p:cNvGrpSpPr/>
          <p:nvPr/>
        </p:nvGrpSpPr>
        <p:grpSpPr>
          <a:xfrm>
            <a:off x="3832200" y="3344760"/>
            <a:ext cx="166320" cy="166320"/>
            <a:chOff x="3832200" y="3344760"/>
            <a:chExt cx="166320" cy="166320"/>
          </a:xfrm>
        </p:grpSpPr>
        <p:sp>
          <p:nvSpPr>
            <p:cNvPr id="631" name="Oval 53"/>
            <p:cNvSpPr/>
            <p:nvPr/>
          </p:nvSpPr>
          <p:spPr>
            <a:xfrm>
              <a:off x="383220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2" name="Oval 28"/>
            <p:cNvSpPr/>
            <p:nvPr/>
          </p:nvSpPr>
          <p:spPr>
            <a:xfrm>
              <a:off x="387540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3" name="Group 55"/>
          <p:cNvGrpSpPr/>
          <p:nvPr/>
        </p:nvGrpSpPr>
        <p:grpSpPr>
          <a:xfrm>
            <a:off x="4921200" y="3344760"/>
            <a:ext cx="166320" cy="166320"/>
            <a:chOff x="4921200" y="3344760"/>
            <a:chExt cx="166320" cy="166320"/>
          </a:xfrm>
        </p:grpSpPr>
        <p:sp>
          <p:nvSpPr>
            <p:cNvPr id="634" name="Oval 56"/>
            <p:cNvSpPr/>
            <p:nvPr/>
          </p:nvSpPr>
          <p:spPr>
            <a:xfrm>
              <a:off x="492120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5" name="Oval 28"/>
            <p:cNvSpPr/>
            <p:nvPr/>
          </p:nvSpPr>
          <p:spPr>
            <a:xfrm>
              <a:off x="496440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6" name="Group 58"/>
          <p:cNvGrpSpPr/>
          <p:nvPr/>
        </p:nvGrpSpPr>
        <p:grpSpPr>
          <a:xfrm>
            <a:off x="6014880" y="3344760"/>
            <a:ext cx="166320" cy="166320"/>
            <a:chOff x="6014880" y="3344760"/>
            <a:chExt cx="166320" cy="166320"/>
          </a:xfrm>
        </p:grpSpPr>
        <p:sp>
          <p:nvSpPr>
            <p:cNvPr id="637" name="Oval 59"/>
            <p:cNvSpPr/>
            <p:nvPr/>
          </p:nvSpPr>
          <p:spPr>
            <a:xfrm>
              <a:off x="601488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8" name="Oval 28"/>
            <p:cNvSpPr/>
            <p:nvPr/>
          </p:nvSpPr>
          <p:spPr>
            <a:xfrm>
              <a:off x="605808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9" name="Group 61"/>
          <p:cNvGrpSpPr/>
          <p:nvPr/>
        </p:nvGrpSpPr>
        <p:grpSpPr>
          <a:xfrm>
            <a:off x="7098840" y="3344760"/>
            <a:ext cx="166320" cy="166320"/>
            <a:chOff x="7098840" y="3344760"/>
            <a:chExt cx="166320" cy="166320"/>
          </a:xfrm>
        </p:grpSpPr>
        <p:sp>
          <p:nvSpPr>
            <p:cNvPr id="640" name="Oval 62"/>
            <p:cNvSpPr/>
            <p:nvPr/>
          </p:nvSpPr>
          <p:spPr>
            <a:xfrm>
              <a:off x="709884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41" name="Oval 28"/>
            <p:cNvSpPr/>
            <p:nvPr/>
          </p:nvSpPr>
          <p:spPr>
            <a:xfrm>
              <a:off x="714204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42" name="Group 64"/>
          <p:cNvGrpSpPr/>
          <p:nvPr/>
        </p:nvGrpSpPr>
        <p:grpSpPr>
          <a:xfrm>
            <a:off x="8182800" y="3344760"/>
            <a:ext cx="166320" cy="166320"/>
            <a:chOff x="8182800" y="3344760"/>
            <a:chExt cx="166320" cy="166320"/>
          </a:xfrm>
        </p:grpSpPr>
        <p:sp>
          <p:nvSpPr>
            <p:cNvPr id="643" name="Oval 65"/>
            <p:cNvSpPr/>
            <p:nvPr/>
          </p:nvSpPr>
          <p:spPr>
            <a:xfrm>
              <a:off x="818280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44" name="Oval 28"/>
            <p:cNvSpPr/>
            <p:nvPr/>
          </p:nvSpPr>
          <p:spPr>
            <a:xfrm>
              <a:off x="822600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45" name="Group 67"/>
          <p:cNvGrpSpPr/>
          <p:nvPr/>
        </p:nvGrpSpPr>
        <p:grpSpPr>
          <a:xfrm>
            <a:off x="9363240" y="3432240"/>
            <a:ext cx="1162800" cy="1062360"/>
            <a:chOff x="9363240" y="3432240"/>
            <a:chExt cx="1162800" cy="1062360"/>
          </a:xfrm>
        </p:grpSpPr>
        <p:sp>
          <p:nvSpPr>
            <p:cNvPr id="646" name="Freeform 14"/>
            <p:cNvSpPr/>
            <p:nvPr/>
          </p:nvSpPr>
          <p:spPr>
            <a:xfrm>
              <a:off x="9363240" y="3432240"/>
              <a:ext cx="1084680" cy="983160"/>
            </a:xfrm>
            <a:custGeom>
              <a:avLst/>
              <a:gdLst>
                <a:gd name="textAreaLeft" fmla="*/ 0 w 1084680"/>
                <a:gd name="textAreaRight" fmla="*/ 1089000 w 1084680"/>
                <a:gd name="textAreaTop" fmla="*/ 0 h 983160"/>
                <a:gd name="textAreaBottom" fmla="*/ 987480 h 983160"/>
              </a:gdLst>
              <a:ahLst/>
              <a:cxn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4"/>
                    <a:pt x="14" y="26"/>
                    <a:pt x="0" y="26"/>
                  </a:cubicBezTo>
                </a:path>
              </a:pathLst>
            </a:custGeom>
            <a:noFill/>
            <a:ln w="38100" cap="rnd">
              <a:solidFill>
                <a:srgbClr val="33425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47" name="Group 69"/>
            <p:cNvGrpSpPr/>
            <p:nvPr/>
          </p:nvGrpSpPr>
          <p:grpSpPr>
            <a:xfrm>
              <a:off x="10359720" y="4328280"/>
              <a:ext cx="166320" cy="166320"/>
              <a:chOff x="10359720" y="4328280"/>
              <a:chExt cx="166320" cy="166320"/>
            </a:xfrm>
          </p:grpSpPr>
          <p:sp>
            <p:nvSpPr>
              <p:cNvPr id="648" name="Oval 70"/>
              <p:cNvSpPr/>
              <p:nvPr/>
            </p:nvSpPr>
            <p:spPr>
              <a:xfrm>
                <a:off x="10359720" y="4328280"/>
                <a:ext cx="166320" cy="1663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blurRad="177840" dist="126260" dir="2700000" algn="tl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49" name="Oval 28"/>
              <p:cNvSpPr/>
              <p:nvPr/>
            </p:nvSpPr>
            <p:spPr>
              <a:xfrm>
                <a:off x="10402920" y="4371480"/>
                <a:ext cx="78120" cy="774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numCol="1" spcCol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50" name="Group 72"/>
          <p:cNvGrpSpPr/>
          <p:nvPr/>
        </p:nvGrpSpPr>
        <p:grpSpPr>
          <a:xfrm>
            <a:off x="9272880" y="3344760"/>
            <a:ext cx="166320" cy="166320"/>
            <a:chOff x="9272880" y="3344760"/>
            <a:chExt cx="166320" cy="166320"/>
          </a:xfrm>
        </p:grpSpPr>
        <p:sp>
          <p:nvSpPr>
            <p:cNvPr id="651" name="Oval 73"/>
            <p:cNvSpPr/>
            <p:nvPr/>
          </p:nvSpPr>
          <p:spPr>
            <a:xfrm>
              <a:off x="927288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2" name="Oval 28"/>
            <p:cNvSpPr/>
            <p:nvPr/>
          </p:nvSpPr>
          <p:spPr>
            <a:xfrm>
              <a:off x="931608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3" name="Group 75"/>
          <p:cNvGrpSpPr/>
          <p:nvPr/>
        </p:nvGrpSpPr>
        <p:grpSpPr>
          <a:xfrm>
            <a:off x="10358640" y="3344760"/>
            <a:ext cx="166320" cy="166320"/>
            <a:chOff x="10358640" y="3344760"/>
            <a:chExt cx="166320" cy="166320"/>
          </a:xfrm>
        </p:grpSpPr>
        <p:sp>
          <p:nvSpPr>
            <p:cNvPr id="654" name="Oval 76"/>
            <p:cNvSpPr/>
            <p:nvPr/>
          </p:nvSpPr>
          <p:spPr>
            <a:xfrm>
              <a:off x="1035864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5" name="Oval 28"/>
            <p:cNvSpPr/>
            <p:nvPr/>
          </p:nvSpPr>
          <p:spPr>
            <a:xfrm>
              <a:off x="1040184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6" name="Group 78"/>
          <p:cNvGrpSpPr/>
          <p:nvPr/>
        </p:nvGrpSpPr>
        <p:grpSpPr>
          <a:xfrm>
            <a:off x="11351880" y="3344760"/>
            <a:ext cx="166320" cy="166320"/>
            <a:chOff x="11351880" y="3344760"/>
            <a:chExt cx="166320" cy="166320"/>
          </a:xfrm>
        </p:grpSpPr>
        <p:sp>
          <p:nvSpPr>
            <p:cNvPr id="657" name="Oval 79"/>
            <p:cNvSpPr/>
            <p:nvPr/>
          </p:nvSpPr>
          <p:spPr>
            <a:xfrm>
              <a:off x="1135188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8" name="Oval 28"/>
            <p:cNvSpPr/>
            <p:nvPr/>
          </p:nvSpPr>
          <p:spPr>
            <a:xfrm>
              <a:off x="1139508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9" name="Group 112"/>
          <p:cNvGrpSpPr/>
          <p:nvPr/>
        </p:nvGrpSpPr>
        <p:grpSpPr>
          <a:xfrm>
            <a:off x="673560" y="3344760"/>
            <a:ext cx="166320" cy="166320"/>
            <a:chOff x="673560" y="3344760"/>
            <a:chExt cx="166320" cy="166320"/>
          </a:xfrm>
        </p:grpSpPr>
        <p:sp>
          <p:nvSpPr>
            <p:cNvPr id="660" name="Oval 113"/>
            <p:cNvSpPr/>
            <p:nvPr/>
          </p:nvSpPr>
          <p:spPr>
            <a:xfrm>
              <a:off x="673560" y="3344760"/>
              <a:ext cx="166320" cy="1663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1" name="Oval 28"/>
            <p:cNvSpPr/>
            <p:nvPr/>
          </p:nvSpPr>
          <p:spPr>
            <a:xfrm>
              <a:off x="716760" y="3387960"/>
              <a:ext cx="78120" cy="77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360" rIns="90000" bIns="273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662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3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4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5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666" name="Group 93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66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69" name="Rectangle 98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7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ABE30526-35FD-4E22-8508-B140A2D9D8DD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Box 9"/>
          <p:cNvSpPr/>
          <p:nvPr/>
        </p:nvSpPr>
        <p:spPr>
          <a:xfrm>
            <a:off x="4515120" y="4888800"/>
            <a:ext cx="3477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800" b="0" strike="noStrike" spc="-1">
                <a:solidFill>
                  <a:srgbClr val="FFFFFF"/>
                </a:solidFill>
                <a:latin typeface="Calibri"/>
              </a:rPr>
              <a:t>www.havelsan.com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Grey_unpressed"/>
          <p:cNvSpPr/>
          <p:nvPr/>
        </p:nvSpPr>
        <p:spPr>
          <a:xfrm>
            <a:off x="2833920" y="2727720"/>
            <a:ext cx="6470280" cy="1518120"/>
          </a:xfrm>
          <a:custGeom>
            <a:avLst/>
            <a:gdLst>
              <a:gd name="textAreaLeft" fmla="*/ 0 w 6470280"/>
              <a:gd name="textAreaRight" fmla="*/ 6474600 w 6470280"/>
              <a:gd name="textAreaTop" fmla="*/ 0 h 1518120"/>
              <a:gd name="textAreaBottom" fmla="*/ 1522440 h 1518120"/>
            </a:gdLst>
            <a:ahLst/>
            <a:cxn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674" name="Freeform 11"/>
          <p:cNvSpPr/>
          <p:nvPr/>
        </p:nvSpPr>
        <p:spPr>
          <a:xfrm>
            <a:off x="2435040" y="2589840"/>
            <a:ext cx="2435760" cy="2610720"/>
          </a:xfrm>
          <a:custGeom>
            <a:avLst/>
            <a:gdLst>
              <a:gd name="textAreaLeft" fmla="*/ 0 w 2435760"/>
              <a:gd name="textAreaRight" fmla="*/ 2440080 w 2435760"/>
              <a:gd name="textAreaTop" fmla="*/ 0 h 2610720"/>
              <a:gd name="textAreaBottom" fmla="*/ 2615040 h 2610720"/>
            </a:gdLst>
            <a:ahLst/>
            <a:cxn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675" name="Oval 12"/>
          <p:cNvSpPr/>
          <p:nvPr/>
        </p:nvSpPr>
        <p:spPr>
          <a:xfrm>
            <a:off x="3103920" y="3080520"/>
            <a:ext cx="982440" cy="9824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676" name="TextBox 13"/>
          <p:cNvSpPr/>
          <p:nvPr/>
        </p:nvSpPr>
        <p:spPr>
          <a:xfrm>
            <a:off x="4591800" y="3215160"/>
            <a:ext cx="340056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4000" b="1" strike="noStrike" spc="-1">
                <a:solidFill>
                  <a:srgbClr val="FFFFFF"/>
                </a:solidFill>
                <a:latin typeface="Arial"/>
              </a:rPr>
              <a:t>ARZ EDERİM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77" name="Group 14"/>
          <p:cNvGrpSpPr/>
          <p:nvPr/>
        </p:nvGrpSpPr>
        <p:grpSpPr>
          <a:xfrm>
            <a:off x="1717560" y="6498720"/>
            <a:ext cx="903600" cy="196920"/>
            <a:chOff x="1717560" y="6498720"/>
            <a:chExt cx="903600" cy="196920"/>
          </a:xfrm>
        </p:grpSpPr>
        <p:pic>
          <p:nvPicPr>
            <p:cNvPr id="678" name="Picture 15"/>
            <p:cNvPicPr/>
            <p:nvPr/>
          </p:nvPicPr>
          <p:blipFill>
            <a:blip r:embed="rId3"/>
            <a:srcRect l="24312"/>
            <a:stretch/>
          </p:blipFill>
          <p:spPr>
            <a:xfrm>
              <a:off x="1934640" y="6498720"/>
              <a:ext cx="686520" cy="186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79" name="Picture 16"/>
            <p:cNvPicPr/>
            <p:nvPr/>
          </p:nvPicPr>
          <p:blipFill>
            <a:blip r:embed="rId3"/>
            <a:srcRect r="76760"/>
            <a:stretch/>
          </p:blipFill>
          <p:spPr>
            <a:xfrm>
              <a:off x="1717560" y="6509520"/>
              <a:ext cx="207720" cy="1861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680" name="Picture 4"/>
          <p:cNvPicPr/>
          <p:nvPr/>
        </p:nvPicPr>
        <p:blipFill>
          <a:blip r:embed="rId4"/>
          <a:stretch/>
        </p:blipFill>
        <p:spPr>
          <a:xfrm>
            <a:off x="169560" y="6469200"/>
            <a:ext cx="1331640" cy="255600"/>
          </a:xfrm>
          <a:prstGeom prst="rect">
            <a:avLst/>
          </a:prstGeom>
          <a:ln w="0">
            <a:noFill/>
          </a:ln>
        </p:spPr>
      </p:pic>
      <p:sp>
        <p:nvSpPr>
          <p:cNvPr id="681" name="TextBox 5"/>
          <p:cNvSpPr/>
          <p:nvPr/>
        </p:nvSpPr>
        <p:spPr>
          <a:xfrm>
            <a:off x="1585440" y="64987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Box 18"/>
          <p:cNvSpPr/>
          <p:nvPr/>
        </p:nvSpPr>
        <p:spPr>
          <a:xfrm>
            <a:off x="1585440" y="645480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Box 19"/>
          <p:cNvSpPr/>
          <p:nvPr/>
        </p:nvSpPr>
        <p:spPr>
          <a:xfrm>
            <a:off x="1585440" y="65095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Box 17"/>
          <p:cNvSpPr/>
          <p:nvPr/>
        </p:nvSpPr>
        <p:spPr>
          <a:xfrm>
            <a:off x="7392960" y="6313680"/>
            <a:ext cx="570672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000" b="0" strike="noStrike" spc="-1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000" b="0" strike="noStrike" spc="-1">
                <a:solidFill>
                  <a:srgbClr val="FFFFFF"/>
                </a:solidFill>
                <a:latin typeface="Arial"/>
                <a:ea typeface="SF Pro Display"/>
              </a:rPr>
              <a:t> belgenin tamamını veya bir kısmını bir başkasına kopyalamak ve vermek yasaktır.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Rectangle 1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8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F8ED6A5E-F436-4A8B-BAD1-D53D93DDA493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Freeform 32"/>
          <p:cNvSpPr/>
          <p:nvPr/>
        </p:nvSpPr>
        <p:spPr>
          <a:xfrm>
            <a:off x="-1935720" y="-101196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89" name="Group 5"/>
          <p:cNvGrpSpPr/>
          <p:nvPr/>
        </p:nvGrpSpPr>
        <p:grpSpPr>
          <a:xfrm>
            <a:off x="837360" y="1394280"/>
            <a:ext cx="5005800" cy="1197000"/>
            <a:chOff x="837360" y="1394280"/>
            <a:chExt cx="5005800" cy="1197000"/>
          </a:xfrm>
        </p:grpSpPr>
        <p:sp>
          <p:nvSpPr>
            <p:cNvPr id="690" name="Freeform 6"/>
            <p:cNvSpPr/>
            <p:nvPr/>
          </p:nvSpPr>
          <p:spPr>
            <a:xfrm>
              <a:off x="837360" y="1397160"/>
              <a:ext cx="5005800" cy="1194120"/>
            </a:xfrm>
            <a:custGeom>
              <a:avLst/>
              <a:gdLst>
                <a:gd name="textAreaLeft" fmla="*/ 0 w 5005800"/>
                <a:gd name="textAreaRight" fmla="*/ 5010120 w 5005800"/>
                <a:gd name="textAreaTop" fmla="*/ 0 h 1194120"/>
                <a:gd name="textAreaBottom" fmla="*/ 1198440 h 1194120"/>
              </a:gdLst>
              <a:ahLst/>
              <a:cxn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77840" dist="114042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1" name="Freeform 6"/>
            <p:cNvSpPr/>
            <p:nvPr/>
          </p:nvSpPr>
          <p:spPr>
            <a:xfrm>
              <a:off x="837360" y="1394280"/>
              <a:ext cx="5005800" cy="1194120"/>
            </a:xfrm>
            <a:custGeom>
              <a:avLst/>
              <a:gdLst>
                <a:gd name="textAreaLeft" fmla="*/ 0 w 5005800"/>
                <a:gd name="textAreaRight" fmla="*/ 5010120 w 5005800"/>
                <a:gd name="textAreaTop" fmla="*/ 0 h 1194120"/>
                <a:gd name="textAreaBottom" fmla="*/ 1198440 h 1194120"/>
              </a:gdLst>
              <a:ahLst/>
              <a:cxn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14480" dist="114042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2" name="Group 8"/>
          <p:cNvGrpSpPr/>
          <p:nvPr/>
        </p:nvGrpSpPr>
        <p:grpSpPr>
          <a:xfrm>
            <a:off x="837360" y="2912040"/>
            <a:ext cx="5005800" cy="1197000"/>
            <a:chOff x="837360" y="2912040"/>
            <a:chExt cx="5005800" cy="1197000"/>
          </a:xfrm>
        </p:grpSpPr>
        <p:sp>
          <p:nvSpPr>
            <p:cNvPr id="693" name="Freeform 6"/>
            <p:cNvSpPr/>
            <p:nvPr/>
          </p:nvSpPr>
          <p:spPr>
            <a:xfrm>
              <a:off x="837360" y="2914920"/>
              <a:ext cx="5005800" cy="1194120"/>
            </a:xfrm>
            <a:custGeom>
              <a:avLst/>
              <a:gdLst>
                <a:gd name="textAreaLeft" fmla="*/ 0 w 5005800"/>
                <a:gd name="textAreaRight" fmla="*/ 5010120 w 5005800"/>
                <a:gd name="textAreaTop" fmla="*/ 0 h 1194120"/>
                <a:gd name="textAreaBottom" fmla="*/ 1198440 h 1194120"/>
              </a:gdLst>
              <a:ahLst/>
              <a:cxn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77840" dist="114042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4" name="Freeform 6"/>
            <p:cNvSpPr/>
            <p:nvPr/>
          </p:nvSpPr>
          <p:spPr>
            <a:xfrm>
              <a:off x="837360" y="2912040"/>
              <a:ext cx="5005800" cy="1194120"/>
            </a:xfrm>
            <a:custGeom>
              <a:avLst/>
              <a:gdLst>
                <a:gd name="textAreaLeft" fmla="*/ 0 w 5005800"/>
                <a:gd name="textAreaRight" fmla="*/ 5010120 w 5005800"/>
                <a:gd name="textAreaTop" fmla="*/ 0 h 1194120"/>
                <a:gd name="textAreaBottom" fmla="*/ 1198440 h 1194120"/>
              </a:gdLst>
              <a:ahLst/>
              <a:cxn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14480" dist="114042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5" name="Group 11"/>
          <p:cNvGrpSpPr/>
          <p:nvPr/>
        </p:nvGrpSpPr>
        <p:grpSpPr>
          <a:xfrm>
            <a:off x="837360" y="4462200"/>
            <a:ext cx="5005800" cy="1197360"/>
            <a:chOff x="837360" y="4462200"/>
            <a:chExt cx="5005800" cy="1197360"/>
          </a:xfrm>
        </p:grpSpPr>
        <p:sp>
          <p:nvSpPr>
            <p:cNvPr id="696" name="Freeform 6"/>
            <p:cNvSpPr/>
            <p:nvPr/>
          </p:nvSpPr>
          <p:spPr>
            <a:xfrm>
              <a:off x="837360" y="4465440"/>
              <a:ext cx="5005800" cy="1194120"/>
            </a:xfrm>
            <a:custGeom>
              <a:avLst/>
              <a:gdLst>
                <a:gd name="textAreaLeft" fmla="*/ 0 w 5005800"/>
                <a:gd name="textAreaRight" fmla="*/ 5010120 w 5005800"/>
                <a:gd name="textAreaTop" fmla="*/ 0 h 1194120"/>
                <a:gd name="textAreaBottom" fmla="*/ 1198440 h 1194120"/>
              </a:gdLst>
              <a:ahLst/>
              <a:cxn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77840" dist="114042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7" name="Freeform 6"/>
            <p:cNvSpPr/>
            <p:nvPr/>
          </p:nvSpPr>
          <p:spPr>
            <a:xfrm>
              <a:off x="837360" y="4462200"/>
              <a:ext cx="5005800" cy="1194120"/>
            </a:xfrm>
            <a:custGeom>
              <a:avLst/>
              <a:gdLst>
                <a:gd name="textAreaLeft" fmla="*/ 0 w 5005800"/>
                <a:gd name="textAreaRight" fmla="*/ 5010120 w 5005800"/>
                <a:gd name="textAreaTop" fmla="*/ 0 h 1194120"/>
                <a:gd name="textAreaBottom" fmla="*/ 1198440 h 1194120"/>
              </a:gdLst>
              <a:ahLst/>
              <a:cxn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14480" dist="114042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8" name="Group 18"/>
          <p:cNvGrpSpPr/>
          <p:nvPr/>
        </p:nvGrpSpPr>
        <p:grpSpPr>
          <a:xfrm>
            <a:off x="6685200" y="1352160"/>
            <a:ext cx="4688280" cy="4304160"/>
            <a:chOff x="6685200" y="1352160"/>
            <a:chExt cx="4688280" cy="4304160"/>
          </a:xfrm>
        </p:grpSpPr>
        <p:sp>
          <p:nvSpPr>
            <p:cNvPr id="699" name="Freeform 19"/>
            <p:cNvSpPr/>
            <p:nvPr/>
          </p:nvSpPr>
          <p:spPr>
            <a:xfrm>
              <a:off x="6685200" y="1352160"/>
              <a:ext cx="4688280" cy="4304160"/>
            </a:xfrm>
            <a:custGeom>
              <a:avLst/>
              <a:gdLst>
                <a:gd name="textAreaLeft" fmla="*/ 0 w 4688280"/>
                <a:gd name="textAreaRight" fmla="*/ 4692600 w 4688280"/>
                <a:gd name="textAreaTop" fmla="*/ 0 h 4304160"/>
                <a:gd name="textAreaBottom" fmla="*/ 4308480 h 4304160"/>
              </a:gdLst>
              <a:ahLst/>
              <a:cxn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41200" dist="164444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00" name="Freeform 6"/>
            <p:cNvSpPr/>
            <p:nvPr/>
          </p:nvSpPr>
          <p:spPr>
            <a:xfrm>
              <a:off x="6685200" y="1352160"/>
              <a:ext cx="4688280" cy="4304160"/>
            </a:xfrm>
            <a:custGeom>
              <a:avLst/>
              <a:gdLst>
                <a:gd name="textAreaLeft" fmla="*/ 0 w 4688280"/>
                <a:gd name="textAreaRight" fmla="*/ 4692600 w 4688280"/>
                <a:gd name="textAreaTop" fmla="*/ 0 h 4304160"/>
                <a:gd name="textAreaBottom" fmla="*/ 4308480 h 4304160"/>
              </a:gdLst>
              <a:ahLst/>
              <a:cxn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203040" dist="138479" dir="13500000" algn="br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01" name="Text Placeholder 6"/>
          <p:cNvSpPr/>
          <p:nvPr/>
        </p:nvSpPr>
        <p:spPr>
          <a:xfrm>
            <a:off x="6685200" y="1352160"/>
            <a:ext cx="4688280" cy="4304160"/>
          </a:xfrm>
          <a:prstGeom prst="roundRect">
            <a:avLst>
              <a:gd name="adj" fmla="val 10328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Open Sans"/>
              </a:rPr>
              <a:t>Second level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Open Sans"/>
              </a:rPr>
              <a:t>Third level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Fourth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Fifth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3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4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5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06" name="Group 28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70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0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09" name="Rectangle 33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1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D86D21E7-5B2F-456C-8A3F-226BE8E37842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Freeform 55"/>
          <p:cNvSpPr/>
          <p:nvPr/>
        </p:nvSpPr>
        <p:spPr>
          <a:xfrm>
            <a:off x="-1935720" y="-101196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13" name="Line 6"/>
          <p:cNvSpPr/>
          <p:nvPr/>
        </p:nvSpPr>
        <p:spPr>
          <a:xfrm>
            <a:off x="2403720" y="3870720"/>
            <a:ext cx="716760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714" name="Group 6"/>
          <p:cNvGrpSpPr/>
          <p:nvPr/>
        </p:nvGrpSpPr>
        <p:grpSpPr>
          <a:xfrm>
            <a:off x="2272320" y="3737520"/>
            <a:ext cx="251280" cy="251280"/>
            <a:chOff x="2272320" y="3737520"/>
            <a:chExt cx="251280" cy="251280"/>
          </a:xfrm>
        </p:grpSpPr>
        <p:sp>
          <p:nvSpPr>
            <p:cNvPr id="715" name="Oval 7"/>
            <p:cNvSpPr/>
            <p:nvPr/>
          </p:nvSpPr>
          <p:spPr>
            <a:xfrm>
              <a:off x="2272320" y="3737520"/>
              <a:ext cx="251280" cy="251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16" name="Oval 28"/>
            <p:cNvSpPr/>
            <p:nvPr/>
          </p:nvSpPr>
          <p:spPr>
            <a:xfrm>
              <a:off x="2336760" y="3802320"/>
              <a:ext cx="119160" cy="118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17" name="Group 9"/>
          <p:cNvGrpSpPr/>
          <p:nvPr/>
        </p:nvGrpSpPr>
        <p:grpSpPr>
          <a:xfrm>
            <a:off x="4667040" y="3737520"/>
            <a:ext cx="251280" cy="251280"/>
            <a:chOff x="4667040" y="3737520"/>
            <a:chExt cx="251280" cy="251280"/>
          </a:xfrm>
        </p:grpSpPr>
        <p:sp>
          <p:nvSpPr>
            <p:cNvPr id="718" name="Oval 10"/>
            <p:cNvSpPr/>
            <p:nvPr/>
          </p:nvSpPr>
          <p:spPr>
            <a:xfrm>
              <a:off x="4667040" y="3737520"/>
              <a:ext cx="251280" cy="251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19" name="Oval 28"/>
            <p:cNvSpPr/>
            <p:nvPr/>
          </p:nvSpPr>
          <p:spPr>
            <a:xfrm>
              <a:off x="4731480" y="3802320"/>
              <a:ext cx="119160" cy="118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0" name="Group 12"/>
          <p:cNvGrpSpPr/>
          <p:nvPr/>
        </p:nvGrpSpPr>
        <p:grpSpPr>
          <a:xfrm>
            <a:off x="7063200" y="3737520"/>
            <a:ext cx="251280" cy="251280"/>
            <a:chOff x="7063200" y="3737520"/>
            <a:chExt cx="251280" cy="251280"/>
          </a:xfrm>
        </p:grpSpPr>
        <p:sp>
          <p:nvSpPr>
            <p:cNvPr id="721" name="Oval 13"/>
            <p:cNvSpPr/>
            <p:nvPr/>
          </p:nvSpPr>
          <p:spPr>
            <a:xfrm>
              <a:off x="7063200" y="3737520"/>
              <a:ext cx="251280" cy="251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2" name="Oval 28"/>
            <p:cNvSpPr/>
            <p:nvPr/>
          </p:nvSpPr>
          <p:spPr>
            <a:xfrm>
              <a:off x="7128000" y="3802320"/>
              <a:ext cx="119160" cy="118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3" name="Group 15"/>
          <p:cNvGrpSpPr/>
          <p:nvPr/>
        </p:nvGrpSpPr>
        <p:grpSpPr>
          <a:xfrm>
            <a:off x="9452520" y="3737520"/>
            <a:ext cx="251280" cy="251280"/>
            <a:chOff x="9452520" y="3737520"/>
            <a:chExt cx="251280" cy="251280"/>
          </a:xfrm>
        </p:grpSpPr>
        <p:sp>
          <p:nvSpPr>
            <p:cNvPr id="724" name="Oval 16"/>
            <p:cNvSpPr/>
            <p:nvPr/>
          </p:nvSpPr>
          <p:spPr>
            <a:xfrm>
              <a:off x="9452520" y="3737520"/>
              <a:ext cx="251280" cy="251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5" name="Oval 28"/>
            <p:cNvSpPr/>
            <p:nvPr/>
          </p:nvSpPr>
          <p:spPr>
            <a:xfrm>
              <a:off x="9517320" y="3802320"/>
              <a:ext cx="119160" cy="118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6" name="Group 19"/>
          <p:cNvGrpSpPr/>
          <p:nvPr/>
        </p:nvGrpSpPr>
        <p:grpSpPr>
          <a:xfrm>
            <a:off x="1460880" y="1296720"/>
            <a:ext cx="1892880" cy="1895040"/>
            <a:chOff x="1460880" y="1296720"/>
            <a:chExt cx="1892880" cy="1895040"/>
          </a:xfrm>
        </p:grpSpPr>
        <p:sp>
          <p:nvSpPr>
            <p:cNvPr id="727" name="Freeform 14"/>
            <p:cNvSpPr/>
            <p:nvPr/>
          </p:nvSpPr>
          <p:spPr>
            <a:xfrm>
              <a:off x="1460880" y="129672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8" name="Freeform 14"/>
            <p:cNvSpPr/>
            <p:nvPr/>
          </p:nvSpPr>
          <p:spPr>
            <a:xfrm>
              <a:off x="1460880" y="129672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29" name="Group 26"/>
          <p:cNvGrpSpPr/>
          <p:nvPr/>
        </p:nvGrpSpPr>
        <p:grpSpPr>
          <a:xfrm>
            <a:off x="3823920" y="1296720"/>
            <a:ext cx="1892880" cy="1895040"/>
            <a:chOff x="3823920" y="1296720"/>
            <a:chExt cx="1892880" cy="1895040"/>
          </a:xfrm>
        </p:grpSpPr>
        <p:sp>
          <p:nvSpPr>
            <p:cNvPr id="730" name="Freeform 14"/>
            <p:cNvSpPr/>
            <p:nvPr/>
          </p:nvSpPr>
          <p:spPr>
            <a:xfrm>
              <a:off x="3823920" y="129672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1" name="Freeform 14"/>
            <p:cNvSpPr/>
            <p:nvPr/>
          </p:nvSpPr>
          <p:spPr>
            <a:xfrm>
              <a:off x="3823920" y="129672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32" name="Group 33"/>
          <p:cNvGrpSpPr/>
          <p:nvPr/>
        </p:nvGrpSpPr>
        <p:grpSpPr>
          <a:xfrm>
            <a:off x="6215760" y="1296720"/>
            <a:ext cx="1892880" cy="1895040"/>
            <a:chOff x="6215760" y="1296720"/>
            <a:chExt cx="1892880" cy="1895040"/>
          </a:xfrm>
        </p:grpSpPr>
        <p:sp>
          <p:nvSpPr>
            <p:cNvPr id="733" name="Freeform 14"/>
            <p:cNvSpPr/>
            <p:nvPr/>
          </p:nvSpPr>
          <p:spPr>
            <a:xfrm>
              <a:off x="6215760" y="129672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4" name="Freeform 14"/>
            <p:cNvSpPr/>
            <p:nvPr/>
          </p:nvSpPr>
          <p:spPr>
            <a:xfrm>
              <a:off x="6215760" y="129672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35" name="Group 40"/>
          <p:cNvGrpSpPr/>
          <p:nvPr/>
        </p:nvGrpSpPr>
        <p:grpSpPr>
          <a:xfrm>
            <a:off x="8571240" y="1296720"/>
            <a:ext cx="1892880" cy="1895040"/>
            <a:chOff x="8571240" y="1296720"/>
            <a:chExt cx="1892880" cy="1895040"/>
          </a:xfrm>
        </p:grpSpPr>
        <p:sp>
          <p:nvSpPr>
            <p:cNvPr id="736" name="Freeform 14"/>
            <p:cNvSpPr/>
            <p:nvPr/>
          </p:nvSpPr>
          <p:spPr>
            <a:xfrm>
              <a:off x="8571240" y="129672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7" name="Freeform 14"/>
            <p:cNvSpPr/>
            <p:nvPr/>
          </p:nvSpPr>
          <p:spPr>
            <a:xfrm>
              <a:off x="8571240" y="129672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38" name="Text Placeholder 48"/>
          <p:cNvSpPr/>
          <p:nvPr/>
        </p:nvSpPr>
        <p:spPr>
          <a:xfrm>
            <a:off x="1460880" y="4126680"/>
            <a:ext cx="1892160" cy="164340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0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1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2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3" name="Text Placeholder 48"/>
          <p:cNvSpPr/>
          <p:nvPr/>
        </p:nvSpPr>
        <p:spPr>
          <a:xfrm>
            <a:off x="3823920" y="4136040"/>
            <a:ext cx="1892160" cy="164340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Placeholder 48"/>
          <p:cNvSpPr/>
          <p:nvPr/>
        </p:nvSpPr>
        <p:spPr>
          <a:xfrm>
            <a:off x="6208560" y="4126680"/>
            <a:ext cx="1892160" cy="164340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Placeholder 48"/>
          <p:cNvSpPr/>
          <p:nvPr/>
        </p:nvSpPr>
        <p:spPr>
          <a:xfrm>
            <a:off x="8571240" y="4136040"/>
            <a:ext cx="1892160" cy="164340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46" name="Group 4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74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4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49" name="Rectangle 56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5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2CBA4746-F7F2-4656-ADFC-100EF22B4CFC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Freeform 44"/>
          <p:cNvSpPr/>
          <p:nvPr/>
        </p:nvSpPr>
        <p:spPr>
          <a:xfrm rot="370200">
            <a:off x="-2064600" y="-133344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53" name="Line 6"/>
          <p:cNvSpPr/>
          <p:nvPr/>
        </p:nvSpPr>
        <p:spPr>
          <a:xfrm>
            <a:off x="2509560" y="5557680"/>
            <a:ext cx="716760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754" name="Group 6"/>
          <p:cNvGrpSpPr/>
          <p:nvPr/>
        </p:nvGrpSpPr>
        <p:grpSpPr>
          <a:xfrm>
            <a:off x="2378160" y="5424480"/>
            <a:ext cx="251280" cy="251280"/>
            <a:chOff x="2378160" y="5424480"/>
            <a:chExt cx="251280" cy="251280"/>
          </a:xfrm>
        </p:grpSpPr>
        <p:sp>
          <p:nvSpPr>
            <p:cNvPr id="755" name="Oval 7"/>
            <p:cNvSpPr/>
            <p:nvPr/>
          </p:nvSpPr>
          <p:spPr>
            <a:xfrm>
              <a:off x="2378160" y="5424480"/>
              <a:ext cx="251280" cy="251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56" name="Oval 28"/>
            <p:cNvSpPr/>
            <p:nvPr/>
          </p:nvSpPr>
          <p:spPr>
            <a:xfrm>
              <a:off x="2442600" y="5488920"/>
              <a:ext cx="119160" cy="118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57" name="Group 9"/>
          <p:cNvGrpSpPr/>
          <p:nvPr/>
        </p:nvGrpSpPr>
        <p:grpSpPr>
          <a:xfrm>
            <a:off x="4772880" y="5424480"/>
            <a:ext cx="251280" cy="251280"/>
            <a:chOff x="4772880" y="5424480"/>
            <a:chExt cx="251280" cy="251280"/>
          </a:xfrm>
        </p:grpSpPr>
        <p:sp>
          <p:nvSpPr>
            <p:cNvPr id="758" name="Oval 10"/>
            <p:cNvSpPr/>
            <p:nvPr/>
          </p:nvSpPr>
          <p:spPr>
            <a:xfrm>
              <a:off x="4772880" y="5424480"/>
              <a:ext cx="251280" cy="251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59" name="Oval 28"/>
            <p:cNvSpPr/>
            <p:nvPr/>
          </p:nvSpPr>
          <p:spPr>
            <a:xfrm>
              <a:off x="4837320" y="5488920"/>
              <a:ext cx="119160" cy="118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0" name="Group 12"/>
          <p:cNvGrpSpPr/>
          <p:nvPr/>
        </p:nvGrpSpPr>
        <p:grpSpPr>
          <a:xfrm>
            <a:off x="7169040" y="5424480"/>
            <a:ext cx="251280" cy="251280"/>
            <a:chOff x="7169040" y="5424480"/>
            <a:chExt cx="251280" cy="251280"/>
          </a:xfrm>
        </p:grpSpPr>
        <p:sp>
          <p:nvSpPr>
            <p:cNvPr id="761" name="Oval 13"/>
            <p:cNvSpPr/>
            <p:nvPr/>
          </p:nvSpPr>
          <p:spPr>
            <a:xfrm>
              <a:off x="7169040" y="5424480"/>
              <a:ext cx="251280" cy="251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2" name="Oval 28"/>
            <p:cNvSpPr/>
            <p:nvPr/>
          </p:nvSpPr>
          <p:spPr>
            <a:xfrm>
              <a:off x="7233840" y="5488920"/>
              <a:ext cx="119160" cy="118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3" name="Group 15"/>
          <p:cNvGrpSpPr/>
          <p:nvPr/>
        </p:nvGrpSpPr>
        <p:grpSpPr>
          <a:xfrm>
            <a:off x="9558360" y="5424480"/>
            <a:ext cx="251280" cy="251280"/>
            <a:chOff x="9558360" y="5424480"/>
            <a:chExt cx="251280" cy="251280"/>
          </a:xfrm>
        </p:grpSpPr>
        <p:sp>
          <p:nvSpPr>
            <p:cNvPr id="764" name="Oval 16"/>
            <p:cNvSpPr/>
            <p:nvPr/>
          </p:nvSpPr>
          <p:spPr>
            <a:xfrm>
              <a:off x="9558360" y="5424480"/>
              <a:ext cx="251280" cy="251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blurRad="177840" dist="126260" dir="2700000" algn="tl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5" name="Oval 28"/>
            <p:cNvSpPr/>
            <p:nvPr/>
          </p:nvSpPr>
          <p:spPr>
            <a:xfrm>
              <a:off x="9622800" y="5488920"/>
              <a:ext cx="119160" cy="1180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6" name="Group 19"/>
          <p:cNvGrpSpPr/>
          <p:nvPr/>
        </p:nvGrpSpPr>
        <p:grpSpPr>
          <a:xfrm>
            <a:off x="1566720" y="2983680"/>
            <a:ext cx="1892880" cy="1895040"/>
            <a:chOff x="1566720" y="2983680"/>
            <a:chExt cx="1892880" cy="1895040"/>
          </a:xfrm>
        </p:grpSpPr>
        <p:sp>
          <p:nvSpPr>
            <p:cNvPr id="767" name="Freeform 14"/>
            <p:cNvSpPr/>
            <p:nvPr/>
          </p:nvSpPr>
          <p:spPr>
            <a:xfrm>
              <a:off x="1566720" y="298368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8" name="Freeform 14"/>
            <p:cNvSpPr/>
            <p:nvPr/>
          </p:nvSpPr>
          <p:spPr>
            <a:xfrm>
              <a:off x="1566720" y="298368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69" name="Group 26"/>
          <p:cNvGrpSpPr/>
          <p:nvPr/>
        </p:nvGrpSpPr>
        <p:grpSpPr>
          <a:xfrm>
            <a:off x="3929760" y="2983680"/>
            <a:ext cx="1892880" cy="1895040"/>
            <a:chOff x="3929760" y="2983680"/>
            <a:chExt cx="1892880" cy="1895040"/>
          </a:xfrm>
        </p:grpSpPr>
        <p:sp>
          <p:nvSpPr>
            <p:cNvPr id="770" name="Freeform 14"/>
            <p:cNvSpPr/>
            <p:nvPr/>
          </p:nvSpPr>
          <p:spPr>
            <a:xfrm>
              <a:off x="3929760" y="298368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1" name="Freeform 14"/>
            <p:cNvSpPr/>
            <p:nvPr/>
          </p:nvSpPr>
          <p:spPr>
            <a:xfrm>
              <a:off x="3929760" y="298368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72" name="Group 33"/>
          <p:cNvGrpSpPr/>
          <p:nvPr/>
        </p:nvGrpSpPr>
        <p:grpSpPr>
          <a:xfrm>
            <a:off x="6321600" y="2983680"/>
            <a:ext cx="1892880" cy="1895040"/>
            <a:chOff x="6321600" y="2983680"/>
            <a:chExt cx="1892880" cy="1895040"/>
          </a:xfrm>
        </p:grpSpPr>
        <p:sp>
          <p:nvSpPr>
            <p:cNvPr id="773" name="Freeform 14"/>
            <p:cNvSpPr/>
            <p:nvPr/>
          </p:nvSpPr>
          <p:spPr>
            <a:xfrm>
              <a:off x="6321600" y="298368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4" name="Freeform 14"/>
            <p:cNvSpPr/>
            <p:nvPr/>
          </p:nvSpPr>
          <p:spPr>
            <a:xfrm>
              <a:off x="6321600" y="298368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75" name="Group 40"/>
          <p:cNvGrpSpPr/>
          <p:nvPr/>
        </p:nvGrpSpPr>
        <p:grpSpPr>
          <a:xfrm>
            <a:off x="8677080" y="2983680"/>
            <a:ext cx="1892880" cy="1895040"/>
            <a:chOff x="8677080" y="2983680"/>
            <a:chExt cx="1892880" cy="1895040"/>
          </a:xfrm>
        </p:grpSpPr>
        <p:sp>
          <p:nvSpPr>
            <p:cNvPr id="776" name="Freeform 14"/>
            <p:cNvSpPr/>
            <p:nvPr/>
          </p:nvSpPr>
          <p:spPr>
            <a:xfrm>
              <a:off x="8677080" y="298368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152280" dist="138479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7" name="Freeform 14"/>
            <p:cNvSpPr/>
            <p:nvPr/>
          </p:nvSpPr>
          <p:spPr>
            <a:xfrm>
              <a:off x="8677080" y="2983680"/>
              <a:ext cx="1892880" cy="1895040"/>
            </a:xfrm>
            <a:custGeom>
              <a:avLst/>
              <a:gdLst>
                <a:gd name="textAreaLeft" fmla="*/ 0 w 1892880"/>
                <a:gd name="textAreaRight" fmla="*/ 1897200 w 1892880"/>
                <a:gd name="textAreaTop" fmla="*/ 0 h 1895040"/>
                <a:gd name="textAreaBottom" fmla="*/ 1899360 h 18950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355680" dist="177681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78" name="Text Placeholder 51"/>
          <p:cNvSpPr/>
          <p:nvPr/>
        </p:nvSpPr>
        <p:spPr>
          <a:xfrm>
            <a:off x="1566720" y="2984400"/>
            <a:ext cx="1892880" cy="189432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Placeholder 51"/>
          <p:cNvSpPr/>
          <p:nvPr/>
        </p:nvSpPr>
        <p:spPr>
          <a:xfrm>
            <a:off x="3929760" y="2984400"/>
            <a:ext cx="1892880" cy="189432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Placeholder 51"/>
          <p:cNvSpPr/>
          <p:nvPr/>
        </p:nvSpPr>
        <p:spPr>
          <a:xfrm>
            <a:off x="6321600" y="2984400"/>
            <a:ext cx="1892880" cy="189432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 Placeholder 51"/>
          <p:cNvSpPr/>
          <p:nvPr/>
        </p:nvSpPr>
        <p:spPr>
          <a:xfrm>
            <a:off x="8677440" y="2984400"/>
            <a:ext cx="1892880" cy="189432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3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4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5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86" name="Group 3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78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8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89" name="Rectangle 47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BE32EB80-F27D-4729-827C-E345E5C35214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Freeform 27"/>
          <p:cNvSpPr/>
          <p:nvPr/>
        </p:nvSpPr>
        <p:spPr>
          <a:xfrm rot="370200">
            <a:off x="-2221200" y="-102060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93" name="Freeform 7"/>
          <p:cNvSpPr/>
          <p:nvPr/>
        </p:nvSpPr>
        <p:spPr>
          <a:xfrm>
            <a:off x="6723000" y="1060560"/>
            <a:ext cx="4420080" cy="4446360"/>
          </a:xfrm>
          <a:custGeom>
            <a:avLst/>
            <a:gdLst>
              <a:gd name="textAreaLeft" fmla="*/ 0 w 4420080"/>
              <a:gd name="textAreaRight" fmla="*/ 4424400 w 4420080"/>
              <a:gd name="textAreaTop" fmla="*/ 0 h 4446360"/>
              <a:gd name="textAreaBottom" fmla="*/ 4450680 h 4446360"/>
            </a:gdLst>
            <a:ahLst/>
            <a:cxn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4" name="Freeform 7"/>
          <p:cNvSpPr/>
          <p:nvPr/>
        </p:nvSpPr>
        <p:spPr>
          <a:xfrm>
            <a:off x="1149120" y="1060560"/>
            <a:ext cx="4420440" cy="4424040"/>
          </a:xfrm>
          <a:custGeom>
            <a:avLst/>
            <a:gdLst>
              <a:gd name="textAreaLeft" fmla="*/ 0 w 4420440"/>
              <a:gd name="textAreaRight" fmla="*/ 4424760 w 4420440"/>
              <a:gd name="textAreaTop" fmla="*/ 0 h 4424040"/>
              <a:gd name="textAreaBottom" fmla="*/ 4428360 h 4424040"/>
            </a:gdLst>
            <a:ahLst/>
            <a:cxn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5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6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7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8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9" name="Freeform 28"/>
          <p:cNvSpPr/>
          <p:nvPr/>
        </p:nvSpPr>
        <p:spPr>
          <a:xfrm>
            <a:off x="-1855800" y="-133848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00" name="Group 1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801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02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03" name="Text Placeholder 14"/>
          <p:cNvSpPr/>
          <p:nvPr/>
        </p:nvSpPr>
        <p:spPr>
          <a:xfrm>
            <a:off x="6747120" y="1060560"/>
            <a:ext cx="4372560" cy="4424760"/>
          </a:xfrm>
          <a:prstGeom prst="roundRect">
            <a:avLst>
              <a:gd name="adj" fmla="val 10626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Open Sans"/>
              </a:rPr>
              <a:t>Second level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/>
                </a:solidFill>
                <a:latin typeface="Open Sans"/>
              </a:rPr>
              <a:t>Third level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Fourth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Open Sans"/>
              </a:rPr>
              <a:t>Fifth level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Rectangle 15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06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4F95B963-C3A3-4C0D-97B9-7BA2F47953DC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Grey_unpressed"/>
          <p:cNvSpPr/>
          <p:nvPr/>
        </p:nvSpPr>
        <p:spPr>
          <a:xfrm>
            <a:off x="2833920" y="2727720"/>
            <a:ext cx="6470280" cy="1518120"/>
          </a:xfrm>
          <a:custGeom>
            <a:avLst/>
            <a:gdLst>
              <a:gd name="textAreaLeft" fmla="*/ 0 w 6470280"/>
              <a:gd name="textAreaRight" fmla="*/ 6474600 w 6470280"/>
              <a:gd name="textAreaTop" fmla="*/ 0 h 1518120"/>
              <a:gd name="textAreaBottom" fmla="*/ 1522440 h 1518120"/>
            </a:gdLst>
            <a:ahLst/>
            <a:cxn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08" name="Freeform 6"/>
          <p:cNvSpPr/>
          <p:nvPr/>
        </p:nvSpPr>
        <p:spPr>
          <a:xfrm>
            <a:off x="2435040" y="2589840"/>
            <a:ext cx="2435760" cy="2610720"/>
          </a:xfrm>
          <a:custGeom>
            <a:avLst/>
            <a:gdLst>
              <a:gd name="textAreaLeft" fmla="*/ 0 w 2435760"/>
              <a:gd name="textAreaRight" fmla="*/ 2440080 w 2435760"/>
              <a:gd name="textAreaTop" fmla="*/ 0 h 2610720"/>
              <a:gd name="textAreaBottom" fmla="*/ 2615040 h 2610720"/>
            </a:gdLst>
            <a:ahLst/>
            <a:cxn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09" name="Oval 7"/>
          <p:cNvSpPr/>
          <p:nvPr/>
        </p:nvSpPr>
        <p:spPr>
          <a:xfrm>
            <a:off x="3103920" y="3080520"/>
            <a:ext cx="982440" cy="9824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10" name="Group 8"/>
          <p:cNvGrpSpPr/>
          <p:nvPr/>
        </p:nvGrpSpPr>
        <p:grpSpPr>
          <a:xfrm>
            <a:off x="4008600" y="3031920"/>
            <a:ext cx="4120560" cy="909720"/>
            <a:chOff x="4008600" y="3031920"/>
            <a:chExt cx="4120560" cy="909720"/>
          </a:xfrm>
        </p:grpSpPr>
        <p:pic>
          <p:nvPicPr>
            <p:cNvPr id="811" name="Picture 9"/>
            <p:cNvPicPr/>
            <p:nvPr/>
          </p:nvPicPr>
          <p:blipFill>
            <a:blip r:embed="rId3"/>
            <a:srcRect l="24312"/>
            <a:stretch/>
          </p:blipFill>
          <p:spPr>
            <a:xfrm>
              <a:off x="4994640" y="3031920"/>
              <a:ext cx="3134520" cy="861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2" name="Picture 10"/>
            <p:cNvPicPr/>
            <p:nvPr/>
          </p:nvPicPr>
          <p:blipFill>
            <a:blip r:embed="rId3"/>
            <a:srcRect r="76760"/>
            <a:stretch/>
          </p:blipFill>
          <p:spPr>
            <a:xfrm>
              <a:off x="4008600" y="3080520"/>
              <a:ext cx="959400" cy="8611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13" name="Rectangle 12"/>
          <p:cNvSpPr/>
          <p:nvPr/>
        </p:nvSpPr>
        <p:spPr>
          <a:xfrm>
            <a:off x="11271960" y="256320"/>
            <a:ext cx="679320" cy="49140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14" name="Group 11"/>
          <p:cNvGrpSpPr/>
          <p:nvPr/>
        </p:nvGrpSpPr>
        <p:grpSpPr>
          <a:xfrm>
            <a:off x="1527120" y="6498720"/>
            <a:ext cx="903600" cy="196920"/>
            <a:chOff x="1527120" y="6498720"/>
            <a:chExt cx="903600" cy="196920"/>
          </a:xfrm>
        </p:grpSpPr>
        <p:pic>
          <p:nvPicPr>
            <p:cNvPr id="815" name="Picture 13"/>
            <p:cNvPicPr/>
            <p:nvPr/>
          </p:nvPicPr>
          <p:blipFill>
            <a:blip r:embed="rId3"/>
            <a:srcRect l="24312"/>
            <a:stretch/>
          </p:blipFill>
          <p:spPr>
            <a:xfrm>
              <a:off x="1744200" y="6498720"/>
              <a:ext cx="686520" cy="186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6" name="Picture 14"/>
            <p:cNvPicPr/>
            <p:nvPr/>
          </p:nvPicPr>
          <p:blipFill>
            <a:blip r:embed="rId3"/>
            <a:srcRect r="76760"/>
            <a:stretch/>
          </p:blipFill>
          <p:spPr>
            <a:xfrm>
              <a:off x="1527120" y="6509520"/>
              <a:ext cx="207720" cy="1861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17" name="TextBox 16"/>
          <p:cNvSpPr/>
          <p:nvPr/>
        </p:nvSpPr>
        <p:spPr>
          <a:xfrm>
            <a:off x="1395000" y="64987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Box 17"/>
          <p:cNvSpPr/>
          <p:nvPr/>
        </p:nvSpPr>
        <p:spPr>
          <a:xfrm>
            <a:off x="1395000" y="645480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TextBox 18"/>
          <p:cNvSpPr/>
          <p:nvPr/>
        </p:nvSpPr>
        <p:spPr>
          <a:xfrm>
            <a:off x="1395000" y="65095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Box 19"/>
          <p:cNvSpPr/>
          <p:nvPr/>
        </p:nvSpPr>
        <p:spPr>
          <a:xfrm>
            <a:off x="6386040" y="6313680"/>
            <a:ext cx="57067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00" b="0" strike="noStrike" spc="-1">
                <a:solidFill>
                  <a:schemeClr val="lt1"/>
                </a:solidFill>
                <a:latin typeface="Arial"/>
                <a:ea typeface="SF Pro Display"/>
              </a:rPr>
              <a:t>The content of this document is the intellectual property of HAVELSAN. It is forbidden to 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n-US" sz="1000" b="0" strike="noStrike" spc="-1">
                <a:solidFill>
                  <a:schemeClr val="lt1"/>
                </a:solidFill>
                <a:latin typeface="Arial"/>
                <a:ea typeface="SF Pro Display"/>
              </a:rPr>
              <a:t>copy </a:t>
            </a:r>
            <a:r>
              <a:rPr lang="tr-TR" sz="1000" b="0" strike="noStrike" spc="-1">
                <a:solidFill>
                  <a:schemeClr val="lt1"/>
                </a:solidFill>
                <a:latin typeface="Arial"/>
                <a:ea typeface="SF Pro Display"/>
              </a:rPr>
              <a:t> </a:t>
            </a:r>
            <a:r>
              <a:rPr lang="en-US" sz="1000" b="0" strike="noStrike" spc="-1">
                <a:solidFill>
                  <a:schemeClr val="lt1"/>
                </a:solidFill>
                <a:latin typeface="Arial"/>
                <a:ea typeface="SF Pro Display"/>
              </a:rPr>
              <a:t>or give all or part of this document to someone else without HAVELSAN’s permission</a:t>
            </a:r>
            <a:r>
              <a:rPr lang="tr-TR" sz="1050" b="0" strike="noStrike" spc="-1">
                <a:solidFill>
                  <a:schemeClr val="dk1"/>
                </a:solidFill>
                <a:latin typeface="Open Sans"/>
                <a:ea typeface="SF Pro Display"/>
              </a:rPr>
              <a:t>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1" name="Picture 1"/>
          <p:cNvPicPr/>
          <p:nvPr/>
        </p:nvPicPr>
        <p:blipFill>
          <a:blip r:embed="rId4"/>
          <a:stretch/>
        </p:blipFill>
        <p:spPr>
          <a:xfrm>
            <a:off x="153000" y="6454800"/>
            <a:ext cx="1155240" cy="2872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2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AA6C1F7E-E110-4FB5-BB15-49825E7C0378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Box 9"/>
          <p:cNvSpPr/>
          <p:nvPr/>
        </p:nvSpPr>
        <p:spPr>
          <a:xfrm>
            <a:off x="4515120" y="4888800"/>
            <a:ext cx="3477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800" b="0" strike="noStrike" spc="-1">
                <a:solidFill>
                  <a:srgbClr val="FFFFFF"/>
                </a:solidFill>
                <a:latin typeface="Calibri"/>
              </a:rPr>
              <a:t>www.havelsan.com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Grey_unpressed"/>
          <p:cNvSpPr/>
          <p:nvPr/>
        </p:nvSpPr>
        <p:spPr>
          <a:xfrm>
            <a:off x="2833920" y="2727720"/>
            <a:ext cx="6470280" cy="1518120"/>
          </a:xfrm>
          <a:custGeom>
            <a:avLst/>
            <a:gdLst>
              <a:gd name="textAreaLeft" fmla="*/ 0 w 6470280"/>
              <a:gd name="textAreaRight" fmla="*/ 6474600 w 6470280"/>
              <a:gd name="textAreaTop" fmla="*/ 0 h 1518120"/>
              <a:gd name="textAreaBottom" fmla="*/ 1522440 h 1518120"/>
            </a:gdLst>
            <a:ahLst/>
            <a:cxn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st="889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26" name="Freeform 11"/>
          <p:cNvSpPr/>
          <p:nvPr/>
        </p:nvSpPr>
        <p:spPr>
          <a:xfrm>
            <a:off x="2435040" y="2589840"/>
            <a:ext cx="2435760" cy="2610720"/>
          </a:xfrm>
          <a:custGeom>
            <a:avLst/>
            <a:gdLst>
              <a:gd name="textAreaLeft" fmla="*/ 0 w 2435760"/>
              <a:gd name="textAreaRight" fmla="*/ 2440080 w 2435760"/>
              <a:gd name="textAreaTop" fmla="*/ 0 h 2610720"/>
              <a:gd name="textAreaBottom" fmla="*/ 2615040 h 2610720"/>
            </a:gdLst>
            <a:ahLst/>
            <a:cxn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27" name="Oval 12"/>
          <p:cNvSpPr/>
          <p:nvPr/>
        </p:nvSpPr>
        <p:spPr>
          <a:xfrm>
            <a:off x="3103920" y="3080520"/>
            <a:ext cx="982440" cy="9824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28" name="TextBox 13"/>
          <p:cNvSpPr/>
          <p:nvPr/>
        </p:nvSpPr>
        <p:spPr>
          <a:xfrm>
            <a:off x="4606200" y="3220200"/>
            <a:ext cx="1018476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4000" b="1" strike="noStrike" spc="-1">
                <a:solidFill>
                  <a:srgbClr val="FFFFFF"/>
                </a:solidFill>
                <a:latin typeface="Arial"/>
              </a:rPr>
              <a:t>THANK YOU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29" name="Group 21"/>
          <p:cNvGrpSpPr/>
          <p:nvPr/>
        </p:nvGrpSpPr>
        <p:grpSpPr>
          <a:xfrm>
            <a:off x="1527120" y="6498720"/>
            <a:ext cx="903600" cy="196920"/>
            <a:chOff x="1527120" y="6498720"/>
            <a:chExt cx="903600" cy="196920"/>
          </a:xfrm>
        </p:grpSpPr>
        <p:pic>
          <p:nvPicPr>
            <p:cNvPr id="830" name="Picture 22"/>
            <p:cNvPicPr/>
            <p:nvPr/>
          </p:nvPicPr>
          <p:blipFill>
            <a:blip r:embed="rId3"/>
            <a:srcRect l="24312"/>
            <a:stretch/>
          </p:blipFill>
          <p:spPr>
            <a:xfrm>
              <a:off x="1744200" y="6498720"/>
              <a:ext cx="686520" cy="186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31" name="Picture 23"/>
            <p:cNvPicPr/>
            <p:nvPr/>
          </p:nvPicPr>
          <p:blipFill>
            <a:blip r:embed="rId3"/>
            <a:srcRect r="76760"/>
            <a:stretch/>
          </p:blipFill>
          <p:spPr>
            <a:xfrm>
              <a:off x="1527120" y="6509520"/>
              <a:ext cx="207720" cy="1861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32" name="TextBox 24"/>
          <p:cNvSpPr/>
          <p:nvPr/>
        </p:nvSpPr>
        <p:spPr>
          <a:xfrm>
            <a:off x="1395000" y="64987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Box 25"/>
          <p:cNvSpPr/>
          <p:nvPr/>
        </p:nvSpPr>
        <p:spPr>
          <a:xfrm>
            <a:off x="1395000" y="645480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TextBox 26"/>
          <p:cNvSpPr/>
          <p:nvPr/>
        </p:nvSpPr>
        <p:spPr>
          <a:xfrm>
            <a:off x="1395000" y="6509520"/>
            <a:ext cx="42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tr-TR" sz="1100" b="0" strike="noStrike" spc="-1">
                <a:solidFill>
                  <a:srgbClr val="FFFFFF"/>
                </a:solidFill>
                <a:latin typeface="Open Sans"/>
              </a:rPr>
              <a:t>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TextBox 27"/>
          <p:cNvSpPr/>
          <p:nvPr/>
        </p:nvSpPr>
        <p:spPr>
          <a:xfrm>
            <a:off x="6386040" y="6313680"/>
            <a:ext cx="57067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00" b="0" strike="noStrike" spc="-1">
                <a:solidFill>
                  <a:schemeClr val="lt1"/>
                </a:solidFill>
                <a:latin typeface="Arial"/>
                <a:ea typeface="SF Pro Display"/>
              </a:rPr>
              <a:t>The content of this document is the intellectual property of HAVELSAN. It is forbidden to 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n-US" sz="1000" b="0" strike="noStrike" spc="-1">
                <a:solidFill>
                  <a:schemeClr val="lt1"/>
                </a:solidFill>
                <a:latin typeface="Arial"/>
                <a:ea typeface="SF Pro Display"/>
              </a:rPr>
              <a:t>copy </a:t>
            </a:r>
            <a:r>
              <a:rPr lang="tr-TR" sz="1000" b="0" strike="noStrike" spc="-1">
                <a:solidFill>
                  <a:schemeClr val="lt1"/>
                </a:solidFill>
                <a:latin typeface="Arial"/>
                <a:ea typeface="SF Pro Display"/>
              </a:rPr>
              <a:t> </a:t>
            </a:r>
            <a:r>
              <a:rPr lang="en-US" sz="1000" b="0" strike="noStrike" spc="-1">
                <a:solidFill>
                  <a:schemeClr val="lt1"/>
                </a:solidFill>
                <a:latin typeface="Arial"/>
                <a:ea typeface="SF Pro Display"/>
              </a:rPr>
              <a:t>or give all or part of this document to someone else without HAVELSAN’s permission</a:t>
            </a:r>
            <a:r>
              <a:rPr lang="tr-TR" sz="1050" b="0" strike="noStrike" spc="-1">
                <a:solidFill>
                  <a:schemeClr val="dk1"/>
                </a:solidFill>
                <a:latin typeface="Open Sans"/>
                <a:ea typeface="SF Pro Display"/>
              </a:rPr>
              <a:t>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6" name="Picture 28"/>
          <p:cNvPicPr/>
          <p:nvPr/>
        </p:nvPicPr>
        <p:blipFill>
          <a:blip r:embed="rId4"/>
          <a:stretch/>
        </p:blipFill>
        <p:spPr>
          <a:xfrm>
            <a:off x="153000" y="6454800"/>
            <a:ext cx="1155240" cy="287280"/>
          </a:xfrm>
          <a:prstGeom prst="rect">
            <a:avLst/>
          </a:prstGeom>
          <a:ln w="0">
            <a:noFill/>
          </a:ln>
        </p:spPr>
      </p:pic>
      <p:sp>
        <p:nvSpPr>
          <p:cNvPr id="837" name="Rectangle 14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3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9C151422-F589-40F8-82F5-A58E2EF0F755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40" name="Group 5"/>
          <p:cNvGrpSpPr/>
          <p:nvPr/>
        </p:nvGrpSpPr>
        <p:grpSpPr>
          <a:xfrm>
            <a:off x="5942880" y="1173240"/>
            <a:ext cx="4776120" cy="4781160"/>
            <a:chOff x="5942880" y="1173240"/>
            <a:chExt cx="4776120" cy="4781160"/>
          </a:xfrm>
        </p:grpSpPr>
        <p:sp>
          <p:nvSpPr>
            <p:cNvPr id="841" name="Oval 101"/>
            <p:cNvSpPr/>
            <p:nvPr/>
          </p:nvSpPr>
          <p:spPr>
            <a:xfrm>
              <a:off x="5942880" y="1173240"/>
              <a:ext cx="4776120" cy="4781160"/>
            </a:xfrm>
            <a:prstGeom prst="ellipse">
              <a:avLst/>
            </a:prstGeom>
            <a:gradFill rotWithShape="0">
              <a:gsLst>
                <a:gs pos="0">
                  <a:srgbClr val="2A3647"/>
                </a:gs>
                <a:gs pos="100000">
                  <a:srgbClr val="1E2633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42" name="Group 7"/>
            <p:cNvGrpSpPr/>
            <p:nvPr/>
          </p:nvGrpSpPr>
          <p:grpSpPr>
            <a:xfrm>
              <a:off x="6314040" y="1564200"/>
              <a:ext cx="4006080" cy="4006080"/>
              <a:chOff x="6314040" y="1564200"/>
              <a:chExt cx="4006080" cy="4006080"/>
            </a:xfrm>
          </p:grpSpPr>
          <p:sp>
            <p:nvSpPr>
              <p:cNvPr id="843" name="Oval 8"/>
              <p:cNvSpPr/>
              <p:nvPr/>
            </p:nvSpPr>
            <p:spPr>
              <a:xfrm>
                <a:off x="6314040" y="1564200"/>
                <a:ext cx="4006080" cy="400608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177840" dist="114042" dir="2700000" algn="tl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44" name="Oval 9"/>
              <p:cNvSpPr/>
              <p:nvPr/>
            </p:nvSpPr>
            <p:spPr>
              <a:xfrm>
                <a:off x="6314040" y="1564200"/>
                <a:ext cx="4006080" cy="400608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114480" dist="114042" dir="13500000" algn="br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45" name="Chart 13"/>
          <p:cNvGraphicFramePr/>
          <p:nvPr/>
        </p:nvGraphicFramePr>
        <p:xfrm>
          <a:off x="4898880" y="1365840"/>
          <a:ext cx="6645600" cy="420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46" name="Group 10"/>
          <p:cNvGrpSpPr/>
          <p:nvPr/>
        </p:nvGrpSpPr>
        <p:grpSpPr>
          <a:xfrm>
            <a:off x="7685640" y="3174840"/>
            <a:ext cx="1400400" cy="897480"/>
            <a:chOff x="7685640" y="3174840"/>
            <a:chExt cx="1400400" cy="897480"/>
          </a:xfrm>
        </p:grpSpPr>
        <p:sp>
          <p:nvSpPr>
            <p:cNvPr id="847" name="Rectangle 114"/>
            <p:cNvSpPr/>
            <p:nvPr/>
          </p:nvSpPr>
          <p:spPr>
            <a:xfrm>
              <a:off x="7685640" y="3174840"/>
              <a:ext cx="1400400" cy="82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5400" b="1" strike="noStrike" spc="-1">
                  <a:solidFill>
                    <a:schemeClr val="accent1"/>
                  </a:solidFill>
                  <a:latin typeface="Arial Black"/>
                </a:rPr>
                <a:t>75</a:t>
              </a:r>
              <a:r>
                <a:rPr lang="ru-RU" sz="5400" b="1" strike="noStrike" spc="-1">
                  <a:solidFill>
                    <a:schemeClr val="accent1"/>
                  </a:solidFill>
                  <a:latin typeface="Arial Black"/>
                </a:rPr>
                <a:t>%</a:t>
              </a:r>
              <a:endParaRPr lang="en-US" sz="54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8" name="Rectangle 115"/>
            <p:cNvSpPr/>
            <p:nvPr/>
          </p:nvSpPr>
          <p:spPr>
            <a:xfrm>
              <a:off x="7781040" y="3904920"/>
              <a:ext cx="125244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100" b="0" strike="noStrike" spc="-1">
                  <a:solidFill>
                    <a:schemeClr val="accent1"/>
                  </a:solidFill>
                  <a:latin typeface="Arial Black"/>
                </a:rPr>
                <a:t>Lorem ipsum dolor</a:t>
              </a:r>
              <a:endParaRPr lang="en-US" sz="11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9" name="object 384"/>
          <p:cNvSpPr/>
          <p:nvPr/>
        </p:nvSpPr>
        <p:spPr>
          <a:xfrm flipV="1">
            <a:off x="356760" y="671400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0" name="object 4"/>
          <p:cNvSpPr/>
          <p:nvPr/>
        </p:nvSpPr>
        <p:spPr>
          <a:xfrm>
            <a:off x="10477800" y="663120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1" name="object 384"/>
          <p:cNvSpPr/>
          <p:nvPr/>
        </p:nvSpPr>
        <p:spPr>
          <a:xfrm rot="10800000" flipV="1">
            <a:off x="6100560" y="671832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2" name="object 386"/>
          <p:cNvSpPr/>
          <p:nvPr/>
        </p:nvSpPr>
        <p:spPr>
          <a:xfrm>
            <a:off x="5927400" y="651744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3" name="Freeform 24"/>
          <p:cNvSpPr/>
          <p:nvPr/>
        </p:nvSpPr>
        <p:spPr>
          <a:xfrm>
            <a:off x="-1688040" y="-113904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54" name="Group 20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855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56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57" name="Rectangle 23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5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624844BB-E5B6-42CE-96EA-EDA2649CC8D2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60" name="Group 10"/>
          <p:cNvGrpSpPr/>
          <p:nvPr/>
        </p:nvGrpSpPr>
        <p:grpSpPr>
          <a:xfrm>
            <a:off x="4579920" y="1447920"/>
            <a:ext cx="2941920" cy="2945160"/>
            <a:chOff x="4579920" y="1447920"/>
            <a:chExt cx="2941920" cy="2945160"/>
          </a:xfrm>
        </p:grpSpPr>
        <p:sp>
          <p:nvSpPr>
            <p:cNvPr id="861" name="Oval 101"/>
            <p:cNvSpPr/>
            <p:nvPr/>
          </p:nvSpPr>
          <p:spPr>
            <a:xfrm>
              <a:off x="4579920" y="1447920"/>
              <a:ext cx="2941920" cy="294516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62" name="Group 12"/>
            <p:cNvGrpSpPr/>
            <p:nvPr/>
          </p:nvGrpSpPr>
          <p:grpSpPr>
            <a:xfrm>
              <a:off x="4808880" y="1688760"/>
              <a:ext cx="2467440" cy="2467440"/>
              <a:chOff x="4808880" y="1688760"/>
              <a:chExt cx="2467440" cy="2467440"/>
            </a:xfrm>
          </p:grpSpPr>
          <p:sp>
            <p:nvSpPr>
              <p:cNvPr id="863" name="Oval 13"/>
              <p:cNvSpPr/>
              <p:nvPr/>
            </p:nvSpPr>
            <p:spPr>
              <a:xfrm>
                <a:off x="4808880" y="1688760"/>
                <a:ext cx="2467440" cy="24674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177840" dist="114042" dir="2700000" algn="tl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64" name="Oval 14"/>
              <p:cNvSpPr/>
              <p:nvPr/>
            </p:nvSpPr>
            <p:spPr>
              <a:xfrm>
                <a:off x="4808880" y="1688760"/>
                <a:ext cx="2467440" cy="24674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114480" dist="114042" dir="13500000" algn="br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865" name="Group 15"/>
          <p:cNvGrpSpPr/>
          <p:nvPr/>
        </p:nvGrpSpPr>
        <p:grpSpPr>
          <a:xfrm>
            <a:off x="1096920" y="1447920"/>
            <a:ext cx="2941920" cy="2945160"/>
            <a:chOff x="1096920" y="1447920"/>
            <a:chExt cx="2941920" cy="2945160"/>
          </a:xfrm>
        </p:grpSpPr>
        <p:sp>
          <p:nvSpPr>
            <p:cNvPr id="866" name="Oval 101"/>
            <p:cNvSpPr/>
            <p:nvPr/>
          </p:nvSpPr>
          <p:spPr>
            <a:xfrm>
              <a:off x="1096920" y="1447920"/>
              <a:ext cx="2941920" cy="294516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67" name="Group 17"/>
            <p:cNvGrpSpPr/>
            <p:nvPr/>
          </p:nvGrpSpPr>
          <p:grpSpPr>
            <a:xfrm>
              <a:off x="1325880" y="1688760"/>
              <a:ext cx="2467440" cy="2467440"/>
              <a:chOff x="1325880" y="1688760"/>
              <a:chExt cx="2467440" cy="2467440"/>
            </a:xfrm>
          </p:grpSpPr>
          <p:sp>
            <p:nvSpPr>
              <p:cNvPr id="868" name="Oval 18"/>
              <p:cNvSpPr/>
              <p:nvPr/>
            </p:nvSpPr>
            <p:spPr>
              <a:xfrm>
                <a:off x="1325880" y="1688760"/>
                <a:ext cx="2467440" cy="24674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177840" dist="114042" dir="2700000" algn="tl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69" name="Oval 19"/>
              <p:cNvSpPr/>
              <p:nvPr/>
            </p:nvSpPr>
            <p:spPr>
              <a:xfrm>
                <a:off x="1325880" y="1688760"/>
                <a:ext cx="2467440" cy="24674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114480" dist="114042" dir="13500000" algn="br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70" name="Chart 20"/>
          <p:cNvGraphicFramePr/>
          <p:nvPr/>
        </p:nvGraphicFramePr>
        <p:xfrm>
          <a:off x="525600" y="1632600"/>
          <a:ext cx="4091760" cy="258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71" name="Rectangle 120"/>
          <p:cNvSpPr/>
          <p:nvPr/>
        </p:nvSpPr>
        <p:spPr>
          <a:xfrm>
            <a:off x="2180160" y="2752560"/>
            <a:ext cx="72144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2800" b="1" strike="noStrike" spc="-1">
                <a:solidFill>
                  <a:schemeClr val="accent1"/>
                </a:solidFill>
                <a:latin typeface="Open Sans"/>
              </a:rPr>
              <a:t>2</a:t>
            </a:r>
            <a:r>
              <a:rPr lang="en-US" sz="2800" b="1" strike="noStrike" spc="-1">
                <a:solidFill>
                  <a:schemeClr val="accent1"/>
                </a:solidFill>
                <a:latin typeface="Open Sans"/>
              </a:rPr>
              <a:t>0</a:t>
            </a:r>
            <a:r>
              <a:rPr lang="ru-RU" sz="2800" b="1" strike="noStrike" spc="-1">
                <a:solidFill>
                  <a:schemeClr val="accent1"/>
                </a:solidFill>
                <a:latin typeface="Open Sans"/>
              </a:rPr>
              <a:t>%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72" name="Chart 22"/>
          <p:cNvGraphicFramePr/>
          <p:nvPr/>
        </p:nvGraphicFramePr>
        <p:xfrm>
          <a:off x="3995280" y="1632600"/>
          <a:ext cx="4091760" cy="258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73" name="Rectangle 120"/>
          <p:cNvSpPr/>
          <p:nvPr/>
        </p:nvSpPr>
        <p:spPr>
          <a:xfrm>
            <a:off x="5719320" y="2759760"/>
            <a:ext cx="72144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>
                <a:solidFill>
                  <a:schemeClr val="accent1"/>
                </a:solidFill>
                <a:latin typeface="Open Sans"/>
              </a:rPr>
              <a:t>6</a:t>
            </a:r>
            <a:r>
              <a:rPr lang="tr-TR" sz="2800" b="1" strike="noStrike" spc="-1">
                <a:solidFill>
                  <a:schemeClr val="accent1"/>
                </a:solidFill>
                <a:latin typeface="Open Sans"/>
              </a:rPr>
              <a:t>9</a:t>
            </a:r>
            <a:r>
              <a:rPr lang="ru-RU" sz="2800" b="1" strike="noStrike" spc="-1">
                <a:solidFill>
                  <a:schemeClr val="accent1"/>
                </a:solidFill>
                <a:latin typeface="Open Sans"/>
              </a:rPr>
              <a:t>%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Freeform 119"/>
          <p:cNvSpPr/>
          <p:nvPr/>
        </p:nvSpPr>
        <p:spPr>
          <a:xfrm>
            <a:off x="1720800" y="4778280"/>
            <a:ext cx="1683360" cy="444960"/>
          </a:xfrm>
          <a:custGeom>
            <a:avLst/>
            <a:gdLst>
              <a:gd name="textAreaLeft" fmla="*/ 0 w 1683360"/>
              <a:gd name="textAreaRight" fmla="*/ 1687680 w 1683360"/>
              <a:gd name="textAreaTop" fmla="*/ 0 h 444960"/>
              <a:gd name="textAreaBottom" fmla="*/ 449280 h 444960"/>
            </a:gdLst>
            <a:ahLst/>
            <a:cxnLst/>
            <a:rect l="textAreaLeft" t="textAreaTop" r="textAreaRight" b="textAreaBottom"/>
            <a:pathLst>
              <a:path w="443" h="118">
                <a:moveTo>
                  <a:pt x="1" y="58"/>
                </a:moveTo>
                <a:cubicBezTo>
                  <a:pt x="0" y="91"/>
                  <a:pt x="27" y="118"/>
                  <a:pt x="61" y="118"/>
                </a:cubicBezTo>
                <a:cubicBezTo>
                  <a:pt x="383" y="118"/>
                  <a:pt x="383" y="118"/>
                  <a:pt x="383" y="118"/>
                </a:cubicBezTo>
                <a:cubicBezTo>
                  <a:pt x="415" y="118"/>
                  <a:pt x="442" y="93"/>
                  <a:pt x="443" y="60"/>
                </a:cubicBezTo>
                <a:cubicBezTo>
                  <a:pt x="443" y="27"/>
                  <a:pt x="416" y="0"/>
                  <a:pt x="384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27" y="0"/>
                  <a:pt x="1" y="26"/>
                  <a:pt x="1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st="508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5" name="Rectangle 120"/>
          <p:cNvSpPr/>
          <p:nvPr/>
        </p:nvSpPr>
        <p:spPr>
          <a:xfrm>
            <a:off x="207792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2000" b="1" strike="noStrike" spc="-1">
                <a:solidFill>
                  <a:schemeClr val="accent1"/>
                </a:solidFill>
                <a:latin typeface="Arial Black"/>
              </a:rPr>
              <a:t>STEP 01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Freeform 121"/>
          <p:cNvSpPr/>
          <p:nvPr/>
        </p:nvSpPr>
        <p:spPr>
          <a:xfrm>
            <a:off x="5224320" y="4778280"/>
            <a:ext cx="1681560" cy="444960"/>
          </a:xfrm>
          <a:custGeom>
            <a:avLst/>
            <a:gdLst>
              <a:gd name="textAreaLeft" fmla="*/ 0 w 1681560"/>
              <a:gd name="textAreaRight" fmla="*/ 1685880 w 1681560"/>
              <a:gd name="textAreaTop" fmla="*/ 0 h 444960"/>
              <a:gd name="textAreaBottom" fmla="*/ 449280 h 444960"/>
            </a:gdLst>
            <a:ahLst/>
            <a:cxnLst/>
            <a:rect l="textAreaLeft" t="textAreaTop" r="textAreaRight" b="textAreaBottom"/>
            <a:pathLst>
              <a:path w="443" h="118">
                <a:moveTo>
                  <a:pt x="1" y="58"/>
                </a:moveTo>
                <a:cubicBezTo>
                  <a:pt x="0" y="91"/>
                  <a:pt x="28" y="118"/>
                  <a:pt x="61" y="118"/>
                </a:cubicBezTo>
                <a:cubicBezTo>
                  <a:pt x="383" y="118"/>
                  <a:pt x="383" y="118"/>
                  <a:pt x="383" y="118"/>
                </a:cubicBezTo>
                <a:cubicBezTo>
                  <a:pt x="415" y="118"/>
                  <a:pt x="442" y="93"/>
                  <a:pt x="443" y="60"/>
                </a:cubicBezTo>
                <a:cubicBezTo>
                  <a:pt x="443" y="27"/>
                  <a:pt x="417" y="0"/>
                  <a:pt x="384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28" y="0"/>
                  <a:pt x="2" y="26"/>
                  <a:pt x="1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st="508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7" name="Rectangle 122"/>
          <p:cNvSpPr/>
          <p:nvPr/>
        </p:nvSpPr>
        <p:spPr>
          <a:xfrm>
            <a:off x="558144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2000" b="1" strike="noStrike" spc="-1">
                <a:solidFill>
                  <a:schemeClr val="accent1"/>
                </a:solidFill>
                <a:latin typeface="Arial Black"/>
              </a:rPr>
              <a:t>STEP 02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Freeform 123"/>
          <p:cNvSpPr/>
          <p:nvPr/>
        </p:nvSpPr>
        <p:spPr>
          <a:xfrm>
            <a:off x="8731080" y="4778280"/>
            <a:ext cx="1681560" cy="444960"/>
          </a:xfrm>
          <a:custGeom>
            <a:avLst/>
            <a:gdLst>
              <a:gd name="textAreaLeft" fmla="*/ 0 w 1681560"/>
              <a:gd name="textAreaRight" fmla="*/ 1685880 w 1681560"/>
              <a:gd name="textAreaTop" fmla="*/ 0 h 444960"/>
              <a:gd name="textAreaBottom" fmla="*/ 449280 h 444960"/>
            </a:gdLst>
            <a:ahLst/>
            <a:cxnLst/>
            <a:rect l="textAreaLeft" t="textAreaTop" r="textAreaRight" b="textAreaBottom"/>
            <a:pathLst>
              <a:path w="443" h="118">
                <a:moveTo>
                  <a:pt x="0" y="58"/>
                </a:moveTo>
                <a:cubicBezTo>
                  <a:pt x="0" y="91"/>
                  <a:pt x="27" y="118"/>
                  <a:pt x="60" y="118"/>
                </a:cubicBezTo>
                <a:cubicBezTo>
                  <a:pt x="382" y="118"/>
                  <a:pt x="382" y="118"/>
                  <a:pt x="382" y="118"/>
                </a:cubicBezTo>
                <a:cubicBezTo>
                  <a:pt x="414" y="118"/>
                  <a:pt x="442" y="93"/>
                  <a:pt x="442" y="60"/>
                </a:cubicBezTo>
                <a:cubicBezTo>
                  <a:pt x="443" y="27"/>
                  <a:pt x="416" y="0"/>
                  <a:pt x="383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27" y="0"/>
                  <a:pt x="1" y="26"/>
                  <a:pt x="0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st="508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9" name="Rectangle 124"/>
          <p:cNvSpPr/>
          <p:nvPr/>
        </p:nvSpPr>
        <p:spPr>
          <a:xfrm>
            <a:off x="908352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2000" b="1" strike="noStrike" spc="-1">
                <a:solidFill>
                  <a:schemeClr val="accent1"/>
                </a:solidFill>
                <a:latin typeface="Arial Black"/>
              </a:rPr>
              <a:t>STEP 03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Box 31"/>
          <p:cNvSpPr/>
          <p:nvPr/>
        </p:nvSpPr>
        <p:spPr>
          <a:xfrm>
            <a:off x="1469880" y="5349960"/>
            <a:ext cx="21790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Box 32"/>
          <p:cNvSpPr/>
          <p:nvPr/>
        </p:nvSpPr>
        <p:spPr>
          <a:xfrm>
            <a:off x="5029560" y="5349960"/>
            <a:ext cx="20988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Box 33"/>
          <p:cNvSpPr/>
          <p:nvPr/>
        </p:nvSpPr>
        <p:spPr>
          <a:xfrm>
            <a:off x="8561160" y="5349960"/>
            <a:ext cx="20847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83" name="Group 40"/>
          <p:cNvGrpSpPr/>
          <p:nvPr/>
        </p:nvGrpSpPr>
        <p:grpSpPr>
          <a:xfrm>
            <a:off x="8104680" y="1447920"/>
            <a:ext cx="2941920" cy="2945160"/>
            <a:chOff x="8104680" y="1447920"/>
            <a:chExt cx="2941920" cy="2945160"/>
          </a:xfrm>
        </p:grpSpPr>
        <p:sp>
          <p:nvSpPr>
            <p:cNvPr id="884" name="Oval 101"/>
            <p:cNvSpPr/>
            <p:nvPr/>
          </p:nvSpPr>
          <p:spPr>
            <a:xfrm>
              <a:off x="8104680" y="1447920"/>
              <a:ext cx="2941920" cy="294516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85" name="Group 42"/>
            <p:cNvGrpSpPr/>
            <p:nvPr/>
          </p:nvGrpSpPr>
          <p:grpSpPr>
            <a:xfrm>
              <a:off x="8333640" y="1688760"/>
              <a:ext cx="2467440" cy="2467440"/>
              <a:chOff x="8333640" y="1688760"/>
              <a:chExt cx="2467440" cy="2467440"/>
            </a:xfrm>
          </p:grpSpPr>
          <p:sp>
            <p:nvSpPr>
              <p:cNvPr id="886" name="Oval 43"/>
              <p:cNvSpPr/>
              <p:nvPr/>
            </p:nvSpPr>
            <p:spPr>
              <a:xfrm>
                <a:off x="8333640" y="1688760"/>
                <a:ext cx="2467440" cy="24674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177840" dist="114042" dir="2700000" algn="tl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87" name="Oval 44"/>
              <p:cNvSpPr/>
              <p:nvPr/>
            </p:nvSpPr>
            <p:spPr>
              <a:xfrm>
                <a:off x="8333640" y="1688760"/>
                <a:ext cx="2467440" cy="24674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114480" dist="114042" dir="13500000" algn="br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ru-UA" sz="1800" b="0" strike="noStrike" spc="-1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88" name="Chart 45"/>
          <p:cNvGraphicFramePr/>
          <p:nvPr/>
        </p:nvGraphicFramePr>
        <p:xfrm>
          <a:off x="7520040" y="1632600"/>
          <a:ext cx="4091760" cy="258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89" name="Rectangle 120"/>
          <p:cNvSpPr/>
          <p:nvPr/>
        </p:nvSpPr>
        <p:spPr>
          <a:xfrm>
            <a:off x="9242280" y="2759760"/>
            <a:ext cx="72396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>
                <a:solidFill>
                  <a:schemeClr val="accent1"/>
                </a:solidFill>
                <a:latin typeface="Open Sans"/>
              </a:rPr>
              <a:t>65%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object 384"/>
          <p:cNvSpPr/>
          <p:nvPr/>
        </p:nvSpPr>
        <p:spPr>
          <a:xfrm flipV="1">
            <a:off x="356760" y="671400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1" name="object 4"/>
          <p:cNvSpPr/>
          <p:nvPr/>
        </p:nvSpPr>
        <p:spPr>
          <a:xfrm>
            <a:off x="10477800" y="663120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2" name="object 384"/>
          <p:cNvSpPr/>
          <p:nvPr/>
        </p:nvSpPr>
        <p:spPr>
          <a:xfrm rot="10800000" flipV="1">
            <a:off x="6100560" y="671832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3" name="object 386"/>
          <p:cNvSpPr/>
          <p:nvPr/>
        </p:nvSpPr>
        <p:spPr>
          <a:xfrm>
            <a:off x="5927400" y="651744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4" name="Freeform 49"/>
          <p:cNvSpPr/>
          <p:nvPr/>
        </p:nvSpPr>
        <p:spPr>
          <a:xfrm rot="237600">
            <a:off x="-1344960" y="-922680"/>
            <a:ext cx="7399800" cy="6143400"/>
          </a:xfrm>
          <a:custGeom>
            <a:avLst/>
            <a:gdLst>
              <a:gd name="textAreaLeft" fmla="*/ 0 w 7399800"/>
              <a:gd name="textAreaRight" fmla="*/ 7404120 w 7399800"/>
              <a:gd name="textAreaTop" fmla="*/ 0 h 6143400"/>
              <a:gd name="textAreaBottom" fmla="*/ 6147720 h 614340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95" name="Group 38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896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9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98" name="Rectangle 50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0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8616CC7F-03C1-4DCB-8263-29FE3FAEDACC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Line 6"/>
          <p:cNvSpPr/>
          <p:nvPr/>
        </p:nvSpPr>
        <p:spPr>
          <a:xfrm>
            <a:off x="2738160" y="112680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2" name="Line 7"/>
          <p:cNvSpPr/>
          <p:nvPr/>
        </p:nvSpPr>
        <p:spPr>
          <a:xfrm>
            <a:off x="2738160" y="158400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3" name="Line 8"/>
          <p:cNvSpPr/>
          <p:nvPr/>
        </p:nvSpPr>
        <p:spPr>
          <a:xfrm>
            <a:off x="2738160" y="204624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4" name="Line 9"/>
          <p:cNvSpPr/>
          <p:nvPr/>
        </p:nvSpPr>
        <p:spPr>
          <a:xfrm>
            <a:off x="2738160" y="250632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5" name="Line 10"/>
          <p:cNvSpPr/>
          <p:nvPr/>
        </p:nvSpPr>
        <p:spPr>
          <a:xfrm>
            <a:off x="2738160" y="296856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6" name="Line 11"/>
          <p:cNvSpPr/>
          <p:nvPr/>
        </p:nvSpPr>
        <p:spPr>
          <a:xfrm>
            <a:off x="2738160" y="342900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7" name="Line 12"/>
          <p:cNvSpPr/>
          <p:nvPr/>
        </p:nvSpPr>
        <p:spPr>
          <a:xfrm>
            <a:off x="2738160" y="388620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8" name="Line 13"/>
          <p:cNvSpPr/>
          <p:nvPr/>
        </p:nvSpPr>
        <p:spPr>
          <a:xfrm>
            <a:off x="2738160" y="434628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9" name="Line 14"/>
          <p:cNvSpPr/>
          <p:nvPr/>
        </p:nvSpPr>
        <p:spPr>
          <a:xfrm>
            <a:off x="2738160" y="480852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0" name="Line 15"/>
          <p:cNvSpPr/>
          <p:nvPr/>
        </p:nvSpPr>
        <p:spPr>
          <a:xfrm>
            <a:off x="2738160" y="526860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1" name="Line 16"/>
          <p:cNvSpPr/>
          <p:nvPr/>
        </p:nvSpPr>
        <p:spPr>
          <a:xfrm>
            <a:off x="2738160" y="5730840"/>
            <a:ext cx="6589800" cy="360"/>
          </a:xfrm>
          <a:prstGeom prst="line">
            <a:avLst/>
          </a:prstGeom>
          <a:ln w="15875" cap="rnd">
            <a:solidFill>
              <a:srgbClr val="20293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numCol="1" spcCol="0" anchor="t">
            <a:noAutofit/>
          </a:bodyPr>
          <a:lstStyle/>
          <a:p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2" name="Freeform 17"/>
          <p:cNvSpPr/>
          <p:nvPr/>
        </p:nvSpPr>
        <p:spPr>
          <a:xfrm>
            <a:off x="3251160" y="1127160"/>
            <a:ext cx="540360" cy="4599360"/>
          </a:xfrm>
          <a:custGeom>
            <a:avLst/>
            <a:gdLst>
              <a:gd name="textAreaLeft" fmla="*/ 0 w 540360"/>
              <a:gd name="textAreaRight" fmla="*/ 544680 w 540360"/>
              <a:gd name="textAreaTop" fmla="*/ 0 h 4599360"/>
              <a:gd name="textAreaBottom" fmla="*/ 4603680 h 4599360"/>
            </a:gdLst>
            <a:ahLst/>
            <a:cxnLst/>
            <a:rect l="textAreaLeft" t="textAreaTop" r="textAreaRight" b="textAreaBottom"/>
            <a:pathLst>
              <a:path w="143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st="508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3" name="Freeform 18"/>
          <p:cNvSpPr/>
          <p:nvPr/>
        </p:nvSpPr>
        <p:spPr>
          <a:xfrm>
            <a:off x="3251160" y="3429000"/>
            <a:ext cx="540360" cy="2297520"/>
          </a:xfrm>
          <a:custGeom>
            <a:avLst/>
            <a:gdLst>
              <a:gd name="textAreaLeft" fmla="*/ 0 w 540360"/>
              <a:gd name="textAreaRight" fmla="*/ 544680 w 540360"/>
              <a:gd name="textAreaTop" fmla="*/ 0 h 2297520"/>
              <a:gd name="textAreaBottom" fmla="*/ 2301840 h 2297520"/>
            </a:gdLst>
            <a:ahLst/>
            <a:cxnLst/>
            <a:rect l="textAreaLeft" t="textAreaTop" r="textAreaRight" b="textAreaBottom"/>
            <a:pathLst>
              <a:path w="143" h="685">
                <a:moveTo>
                  <a:pt x="71" y="685"/>
                </a:moveTo>
                <a:cubicBezTo>
                  <a:pt x="32" y="685"/>
                  <a:pt x="0" y="653"/>
                  <a:pt x="0" y="613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3" y="32"/>
                  <a:pt x="143" y="71"/>
                </a:cubicBezTo>
                <a:cubicBezTo>
                  <a:pt x="143" y="613"/>
                  <a:pt x="143" y="613"/>
                  <a:pt x="143" y="613"/>
                </a:cubicBezTo>
                <a:cubicBezTo>
                  <a:pt x="143" y="653"/>
                  <a:pt x="111" y="685"/>
                  <a:pt x="71" y="685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3123CD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4" name="Freeform 19"/>
          <p:cNvSpPr/>
          <p:nvPr/>
        </p:nvSpPr>
        <p:spPr>
          <a:xfrm>
            <a:off x="4508640" y="1127160"/>
            <a:ext cx="535320" cy="4599360"/>
          </a:xfrm>
          <a:custGeom>
            <a:avLst/>
            <a:gdLst>
              <a:gd name="textAreaLeft" fmla="*/ 0 w 535320"/>
              <a:gd name="textAreaRight" fmla="*/ 539640 w 535320"/>
              <a:gd name="textAreaTop" fmla="*/ 0 h 4599360"/>
              <a:gd name="textAreaBottom" fmla="*/ 4603680 h 4599360"/>
            </a:gdLst>
            <a:ahLst/>
            <a:cxnLst/>
            <a:rect l="textAreaLeft" t="textAreaTop" r="textAreaRight" b="textAreaBottom"/>
            <a:pathLst>
              <a:path w="142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2" y="31"/>
                  <a:pt x="142" y="71"/>
                </a:cubicBezTo>
                <a:cubicBezTo>
                  <a:pt x="142" y="1136"/>
                  <a:pt x="142" y="1136"/>
                  <a:pt x="142" y="1136"/>
                </a:cubicBezTo>
                <a:cubicBezTo>
                  <a:pt x="142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st="508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5" name="Freeform 20"/>
          <p:cNvSpPr/>
          <p:nvPr/>
        </p:nvSpPr>
        <p:spPr>
          <a:xfrm>
            <a:off x="4508640" y="2887560"/>
            <a:ext cx="535320" cy="2838960"/>
          </a:xfrm>
          <a:custGeom>
            <a:avLst/>
            <a:gdLst>
              <a:gd name="textAreaLeft" fmla="*/ 0 w 535320"/>
              <a:gd name="textAreaRight" fmla="*/ 539640 w 535320"/>
              <a:gd name="textAreaTop" fmla="*/ 0 h 2838960"/>
              <a:gd name="textAreaBottom" fmla="*/ 2843280 h 2838960"/>
            </a:gdLst>
            <a:ahLst/>
            <a:cxnLst/>
            <a:rect l="textAreaLeft" t="textAreaTop" r="textAreaRight" b="textAreaBottom"/>
            <a:pathLst>
              <a:path w="142" h="983">
                <a:moveTo>
                  <a:pt x="71" y="983"/>
                </a:moveTo>
                <a:cubicBezTo>
                  <a:pt x="32" y="983"/>
                  <a:pt x="0" y="951"/>
                  <a:pt x="0" y="911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2" y="32"/>
                  <a:pt x="142" y="72"/>
                </a:cubicBezTo>
                <a:cubicBezTo>
                  <a:pt x="142" y="911"/>
                  <a:pt x="142" y="911"/>
                  <a:pt x="142" y="911"/>
                </a:cubicBezTo>
                <a:cubicBezTo>
                  <a:pt x="142" y="951"/>
                  <a:pt x="111" y="983"/>
                  <a:pt x="71" y="983"/>
                </a:cubicBezTo>
                <a:close/>
              </a:path>
            </a:pathLst>
          </a:custGeom>
          <a:gradFill rotWithShape="0">
            <a:gsLst>
              <a:gs pos="0">
                <a:srgbClr val="685DE3"/>
              </a:gs>
              <a:gs pos="0">
                <a:srgbClr val="FF0000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6" name="Freeform 21"/>
          <p:cNvSpPr/>
          <p:nvPr/>
        </p:nvSpPr>
        <p:spPr>
          <a:xfrm>
            <a:off x="5761080" y="1127160"/>
            <a:ext cx="540360" cy="4599360"/>
          </a:xfrm>
          <a:custGeom>
            <a:avLst/>
            <a:gdLst>
              <a:gd name="textAreaLeft" fmla="*/ 0 w 540360"/>
              <a:gd name="textAreaRight" fmla="*/ 544680 w 540360"/>
              <a:gd name="textAreaTop" fmla="*/ 0 h 4599360"/>
              <a:gd name="textAreaBottom" fmla="*/ 4603680 h 4599360"/>
            </a:gdLst>
            <a:ahLst/>
            <a:cxnLst/>
            <a:rect l="textAreaLeft" t="textAreaTop" r="textAreaRight" b="textAreaBottom"/>
            <a:pathLst>
              <a:path w="143" h="1208">
                <a:moveTo>
                  <a:pt x="72" y="1208"/>
                </a:moveTo>
                <a:cubicBezTo>
                  <a:pt x="72" y="1208"/>
                  <a:pt x="72" y="1208"/>
                  <a:pt x="72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2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2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st="508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7" name="Freeform 22"/>
          <p:cNvSpPr/>
          <p:nvPr/>
        </p:nvSpPr>
        <p:spPr>
          <a:xfrm>
            <a:off x="5761080" y="3813120"/>
            <a:ext cx="540360" cy="1913400"/>
          </a:xfrm>
          <a:custGeom>
            <a:avLst/>
            <a:gdLst>
              <a:gd name="textAreaLeft" fmla="*/ 0 w 540360"/>
              <a:gd name="textAreaRight" fmla="*/ 544680 w 540360"/>
              <a:gd name="textAreaTop" fmla="*/ 0 h 1913400"/>
              <a:gd name="textAreaBottom" fmla="*/ 1917720 h 1913400"/>
            </a:gdLst>
            <a:ahLst/>
            <a:cxnLst/>
            <a:rect l="textAreaLeft" t="textAreaTop" r="textAreaRight" b="textAreaBottom"/>
            <a:pathLst>
              <a:path w="143" h="503">
                <a:moveTo>
                  <a:pt x="72" y="503"/>
                </a:moveTo>
                <a:cubicBezTo>
                  <a:pt x="32" y="503"/>
                  <a:pt x="0" y="471"/>
                  <a:pt x="0" y="431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2" y="0"/>
                </a:cubicBezTo>
                <a:cubicBezTo>
                  <a:pt x="111" y="0"/>
                  <a:pt x="143" y="32"/>
                  <a:pt x="143" y="72"/>
                </a:cubicBezTo>
                <a:cubicBezTo>
                  <a:pt x="143" y="431"/>
                  <a:pt x="143" y="431"/>
                  <a:pt x="143" y="431"/>
                </a:cubicBezTo>
                <a:cubicBezTo>
                  <a:pt x="143" y="471"/>
                  <a:pt x="111" y="503"/>
                  <a:pt x="72" y="503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1F67DB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8" name="Freeform 23"/>
          <p:cNvSpPr/>
          <p:nvPr/>
        </p:nvSpPr>
        <p:spPr>
          <a:xfrm>
            <a:off x="7016760" y="1127160"/>
            <a:ext cx="540360" cy="4599360"/>
          </a:xfrm>
          <a:custGeom>
            <a:avLst/>
            <a:gdLst>
              <a:gd name="textAreaLeft" fmla="*/ 0 w 540360"/>
              <a:gd name="textAreaRight" fmla="*/ 544680 w 540360"/>
              <a:gd name="textAreaTop" fmla="*/ 0 h 4599360"/>
              <a:gd name="textAreaBottom" fmla="*/ 4603680 h 4599360"/>
            </a:gdLst>
            <a:ahLst/>
            <a:cxnLst/>
            <a:rect l="textAreaLeft" t="textAreaTop" r="textAreaRight" b="textAreaBottom"/>
            <a:pathLst>
              <a:path w="143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st="508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9" name="Freeform 24"/>
          <p:cNvSpPr/>
          <p:nvPr/>
        </p:nvSpPr>
        <p:spPr>
          <a:xfrm>
            <a:off x="7016760" y="2887560"/>
            <a:ext cx="540360" cy="2838960"/>
          </a:xfrm>
          <a:custGeom>
            <a:avLst/>
            <a:gdLst>
              <a:gd name="textAreaLeft" fmla="*/ 0 w 540360"/>
              <a:gd name="textAreaRight" fmla="*/ 544680 w 540360"/>
              <a:gd name="textAreaTop" fmla="*/ 0 h 2838960"/>
              <a:gd name="textAreaBottom" fmla="*/ 2843280 h 2838960"/>
            </a:gdLst>
            <a:ahLst/>
            <a:cxnLst/>
            <a:rect l="textAreaLeft" t="textAreaTop" r="textAreaRight" b="textAreaBottom"/>
            <a:pathLst>
              <a:path w="143" h="746">
                <a:moveTo>
                  <a:pt x="71" y="746"/>
                </a:moveTo>
                <a:cubicBezTo>
                  <a:pt x="32" y="746"/>
                  <a:pt x="0" y="714"/>
                  <a:pt x="0" y="674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3" y="32"/>
                  <a:pt x="143" y="71"/>
                </a:cubicBezTo>
                <a:cubicBezTo>
                  <a:pt x="143" y="674"/>
                  <a:pt x="143" y="674"/>
                  <a:pt x="143" y="674"/>
                </a:cubicBezTo>
                <a:cubicBezTo>
                  <a:pt x="143" y="714"/>
                  <a:pt x="111" y="746"/>
                  <a:pt x="71" y="746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1F67DB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20" name="Freeform 25"/>
          <p:cNvSpPr/>
          <p:nvPr/>
        </p:nvSpPr>
        <p:spPr>
          <a:xfrm>
            <a:off x="8273880" y="1127160"/>
            <a:ext cx="537120" cy="4599360"/>
          </a:xfrm>
          <a:custGeom>
            <a:avLst/>
            <a:gdLst>
              <a:gd name="textAreaLeft" fmla="*/ 0 w 537120"/>
              <a:gd name="textAreaRight" fmla="*/ 541440 w 537120"/>
              <a:gd name="textAreaTop" fmla="*/ 0 h 4599360"/>
              <a:gd name="textAreaBottom" fmla="*/ 4603680 h 4599360"/>
            </a:gdLst>
            <a:ahLst/>
            <a:cxnLst/>
            <a:rect l="textAreaLeft" t="textAreaTop" r="textAreaRight" b="textAreaBottom"/>
            <a:pathLst>
              <a:path w="142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0" y="0"/>
                  <a:pt x="142" y="31"/>
                  <a:pt x="142" y="71"/>
                </a:cubicBezTo>
                <a:cubicBezTo>
                  <a:pt x="142" y="1136"/>
                  <a:pt x="142" y="1136"/>
                  <a:pt x="142" y="1136"/>
                </a:cubicBezTo>
                <a:cubicBezTo>
                  <a:pt x="142" y="1176"/>
                  <a:pt x="110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st="50800" dir="13200000">
              <a:schemeClr val="tx1">
                <a:alpha val="50000"/>
              </a:scheme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21" name="Freeform 26"/>
          <p:cNvSpPr/>
          <p:nvPr/>
        </p:nvSpPr>
        <p:spPr>
          <a:xfrm>
            <a:off x="8273880" y="1611360"/>
            <a:ext cx="537120" cy="4115160"/>
          </a:xfrm>
          <a:custGeom>
            <a:avLst/>
            <a:gdLst>
              <a:gd name="textAreaLeft" fmla="*/ 0 w 537120"/>
              <a:gd name="textAreaRight" fmla="*/ 541440 w 537120"/>
              <a:gd name="textAreaTop" fmla="*/ 0 h 4115160"/>
              <a:gd name="textAreaBottom" fmla="*/ 4119480 h 4115160"/>
            </a:gdLst>
            <a:ahLst/>
            <a:cxnLst/>
            <a:rect l="textAreaLeft" t="textAreaTop" r="textAreaRight" b="textAreaBottom"/>
            <a:pathLst>
              <a:path w="142" h="1081">
                <a:moveTo>
                  <a:pt x="71" y="1081"/>
                </a:moveTo>
                <a:cubicBezTo>
                  <a:pt x="32" y="1081"/>
                  <a:pt x="0" y="1049"/>
                  <a:pt x="0" y="1009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1" y="0"/>
                </a:cubicBezTo>
                <a:cubicBezTo>
                  <a:pt x="110" y="0"/>
                  <a:pt x="142" y="32"/>
                  <a:pt x="142" y="72"/>
                </a:cubicBezTo>
                <a:cubicBezTo>
                  <a:pt x="142" y="1009"/>
                  <a:pt x="142" y="1009"/>
                  <a:pt x="142" y="1009"/>
                </a:cubicBezTo>
                <a:cubicBezTo>
                  <a:pt x="142" y="1049"/>
                  <a:pt x="110" y="1081"/>
                  <a:pt x="71" y="1081"/>
                </a:cubicBezTo>
                <a:close/>
              </a:path>
            </a:pathLst>
          </a:custGeom>
          <a:gradFill rotWithShape="0">
            <a:gsLst>
              <a:gs pos="0">
                <a:srgbClr val="685DE3"/>
              </a:gs>
              <a:gs pos="0">
                <a:srgbClr val="FF0000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UA" sz="1800" b="0" strike="noStrike" spc="-1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922" name="Group 26"/>
          <p:cNvGrpSpPr/>
          <p:nvPr/>
        </p:nvGrpSpPr>
        <p:grpSpPr>
          <a:xfrm>
            <a:off x="3348360" y="5908680"/>
            <a:ext cx="5396040" cy="228240"/>
            <a:chOff x="3348360" y="5908680"/>
            <a:chExt cx="5396040" cy="228240"/>
          </a:xfrm>
        </p:grpSpPr>
        <p:sp>
          <p:nvSpPr>
            <p:cNvPr id="923" name="Rectangle 28"/>
            <p:cNvSpPr/>
            <p:nvPr/>
          </p:nvSpPr>
          <p:spPr>
            <a:xfrm>
              <a:off x="3348360" y="590868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55%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4" name="Rectangle 29"/>
            <p:cNvSpPr/>
            <p:nvPr/>
          </p:nvSpPr>
          <p:spPr>
            <a:xfrm>
              <a:off x="4605480" y="590868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80%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5" name="Rectangle 30"/>
            <p:cNvSpPr/>
            <p:nvPr/>
          </p:nvSpPr>
          <p:spPr>
            <a:xfrm>
              <a:off x="5857920" y="590868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40%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6" name="Rectangle 31"/>
            <p:cNvSpPr/>
            <p:nvPr/>
          </p:nvSpPr>
          <p:spPr>
            <a:xfrm>
              <a:off x="7113960" y="590868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60%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7" name="Rectangle 32"/>
            <p:cNvSpPr/>
            <p:nvPr/>
          </p:nvSpPr>
          <p:spPr>
            <a:xfrm>
              <a:off x="8371080" y="590868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88%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28" name="Group 32"/>
          <p:cNvGrpSpPr/>
          <p:nvPr/>
        </p:nvGrpSpPr>
        <p:grpSpPr>
          <a:xfrm>
            <a:off x="2066040" y="988920"/>
            <a:ext cx="483120" cy="4854240"/>
            <a:chOff x="2066040" y="988920"/>
            <a:chExt cx="483120" cy="4854240"/>
          </a:xfrm>
        </p:grpSpPr>
        <p:sp>
          <p:nvSpPr>
            <p:cNvPr id="929" name="Rectangle 27"/>
            <p:cNvSpPr/>
            <p:nvPr/>
          </p:nvSpPr>
          <p:spPr>
            <a:xfrm>
              <a:off x="2273760" y="5614920"/>
              <a:ext cx="265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0" name="Rectangle 33"/>
            <p:cNvSpPr/>
            <p:nvPr/>
          </p:nvSpPr>
          <p:spPr>
            <a:xfrm>
              <a:off x="2171880" y="514980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10%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1" name="Rectangle 34"/>
            <p:cNvSpPr/>
            <p:nvPr/>
          </p:nvSpPr>
          <p:spPr>
            <a:xfrm>
              <a:off x="2171880" y="468936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20%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2" name="Rectangle 35"/>
            <p:cNvSpPr/>
            <p:nvPr/>
          </p:nvSpPr>
          <p:spPr>
            <a:xfrm>
              <a:off x="2171880" y="422748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30%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3" name="Rectangle 36"/>
            <p:cNvSpPr/>
            <p:nvPr/>
          </p:nvSpPr>
          <p:spPr>
            <a:xfrm>
              <a:off x="2171880" y="376380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40%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4" name="Rectangle 37"/>
            <p:cNvSpPr/>
            <p:nvPr/>
          </p:nvSpPr>
          <p:spPr>
            <a:xfrm>
              <a:off x="2171880" y="330192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50%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5" name="Rectangle 38"/>
            <p:cNvSpPr/>
            <p:nvPr/>
          </p:nvSpPr>
          <p:spPr>
            <a:xfrm>
              <a:off x="2171880" y="284148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60%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6" name="Rectangle 39"/>
            <p:cNvSpPr/>
            <p:nvPr/>
          </p:nvSpPr>
          <p:spPr>
            <a:xfrm>
              <a:off x="2171880" y="237636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70%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7" name="Rectangle 40"/>
            <p:cNvSpPr/>
            <p:nvPr/>
          </p:nvSpPr>
          <p:spPr>
            <a:xfrm>
              <a:off x="2171880" y="191628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80%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8" name="Rectangle 41"/>
            <p:cNvSpPr/>
            <p:nvPr/>
          </p:nvSpPr>
          <p:spPr>
            <a:xfrm>
              <a:off x="2171880" y="1454040"/>
              <a:ext cx="3733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90%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9" name="Rectangle 42"/>
            <p:cNvSpPr/>
            <p:nvPr/>
          </p:nvSpPr>
          <p:spPr>
            <a:xfrm>
              <a:off x="2066040" y="988920"/>
              <a:ext cx="4831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numCol="1" spcCol="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ru-UA" sz="1500" b="0" strike="noStrike" spc="-1">
                  <a:solidFill>
                    <a:schemeClr val="accent1"/>
                  </a:solidFill>
                  <a:latin typeface="Open Sans"/>
                </a:rPr>
                <a:t>100%</a:t>
              </a:r>
              <a:endParaRPr lang="en-US" sz="15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40" name="object 384"/>
          <p:cNvSpPr/>
          <p:nvPr/>
        </p:nvSpPr>
        <p:spPr>
          <a:xfrm flipV="1">
            <a:off x="356760" y="671400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1" name="object 4"/>
          <p:cNvSpPr/>
          <p:nvPr/>
        </p:nvSpPr>
        <p:spPr>
          <a:xfrm>
            <a:off x="10477800" y="663120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2" name="object 384"/>
          <p:cNvSpPr/>
          <p:nvPr/>
        </p:nvSpPr>
        <p:spPr>
          <a:xfrm rot="10800000" flipV="1">
            <a:off x="6100560" y="671832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3" name="object 386"/>
          <p:cNvSpPr/>
          <p:nvPr/>
        </p:nvSpPr>
        <p:spPr>
          <a:xfrm>
            <a:off x="5927400" y="651744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4" name="Freeform 52"/>
          <p:cNvSpPr/>
          <p:nvPr/>
        </p:nvSpPr>
        <p:spPr>
          <a:xfrm rot="370200">
            <a:off x="-1860120" y="-110736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945" name="Group 48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946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4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48" name="Rectangle 53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5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CB5EA383-276B-4C26-A0CB-4C6B7D7C2AFD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51" name="Group 5"/>
          <p:cNvGrpSpPr/>
          <p:nvPr/>
        </p:nvGrpSpPr>
        <p:grpSpPr>
          <a:xfrm>
            <a:off x="5370480" y="955800"/>
            <a:ext cx="99360" cy="4583520"/>
            <a:chOff x="5370480" y="955800"/>
            <a:chExt cx="99360" cy="4583520"/>
          </a:xfrm>
        </p:grpSpPr>
        <p:sp>
          <p:nvSpPr>
            <p:cNvPr id="952" name="Freeform 10"/>
            <p:cNvSpPr/>
            <p:nvPr/>
          </p:nvSpPr>
          <p:spPr>
            <a:xfrm>
              <a:off x="5370480" y="955800"/>
              <a:ext cx="94680" cy="4583520"/>
            </a:xfrm>
            <a:custGeom>
              <a:avLst/>
              <a:gdLst>
                <a:gd name="textAreaLeft" fmla="*/ 0 w 94680"/>
                <a:gd name="textAreaRight" fmla="*/ 99000 w 94680"/>
                <a:gd name="textAreaTop" fmla="*/ 0 h 4583520"/>
                <a:gd name="textAreaBottom" fmla="*/ 4587840 h 4583520"/>
              </a:gdLst>
              <a:ahLst/>
              <a:cxnLst/>
              <a:rect l="textAreaLeft" t="textAreaTop" r="textAreaRight" b="textAreaBottom"/>
              <a:pathLst>
                <a:path w="24" h="395">
                  <a:moveTo>
                    <a:pt x="12" y="395"/>
                  </a:moveTo>
                  <a:cubicBezTo>
                    <a:pt x="5" y="395"/>
                    <a:pt x="0" y="389"/>
                    <a:pt x="0" y="38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383"/>
                    <a:pt x="24" y="383"/>
                    <a:pt x="24" y="383"/>
                  </a:cubicBezTo>
                  <a:cubicBezTo>
                    <a:pt x="24" y="389"/>
                    <a:pt x="18" y="395"/>
                    <a:pt x="12" y="395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st="50800" dir="13200000">
                <a:schemeClr val="tx1">
                  <a:alpha val="50000"/>
                </a:schemeClr>
              </a:inn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3" name="Freeform 16"/>
            <p:cNvSpPr/>
            <p:nvPr/>
          </p:nvSpPr>
          <p:spPr>
            <a:xfrm>
              <a:off x="5370480" y="4232520"/>
              <a:ext cx="99360" cy="1306800"/>
            </a:xfrm>
            <a:custGeom>
              <a:avLst/>
              <a:gdLst>
                <a:gd name="textAreaLeft" fmla="*/ 0 w 99360"/>
                <a:gd name="textAreaRight" fmla="*/ 103680 w 99360"/>
                <a:gd name="textAreaTop" fmla="*/ 0 h 1306800"/>
                <a:gd name="textAreaBottom" fmla="*/ 1311120 h 1306800"/>
              </a:gdLst>
              <a:ahLst/>
              <a:cxnLst/>
              <a:rect l="textAreaLeft" t="textAreaTop" r="textAreaRight" b="textAreaBottom"/>
              <a:pathLst>
                <a:path w="24" h="833">
                  <a:moveTo>
                    <a:pt x="12" y="833"/>
                  </a:moveTo>
                  <a:cubicBezTo>
                    <a:pt x="5" y="833"/>
                    <a:pt x="0" y="827"/>
                    <a:pt x="0" y="82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821"/>
                    <a:pt x="24" y="821"/>
                    <a:pt x="24" y="821"/>
                  </a:cubicBezTo>
                  <a:cubicBezTo>
                    <a:pt x="24" y="827"/>
                    <a:pt x="18" y="833"/>
                    <a:pt x="12" y="833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4" name="Group 8"/>
          <p:cNvGrpSpPr/>
          <p:nvPr/>
        </p:nvGrpSpPr>
        <p:grpSpPr>
          <a:xfrm>
            <a:off x="6394320" y="955800"/>
            <a:ext cx="106200" cy="4583160"/>
            <a:chOff x="6394320" y="955800"/>
            <a:chExt cx="106200" cy="4583160"/>
          </a:xfrm>
        </p:grpSpPr>
        <p:sp>
          <p:nvSpPr>
            <p:cNvPr id="955" name="Freeform 11"/>
            <p:cNvSpPr/>
            <p:nvPr/>
          </p:nvSpPr>
          <p:spPr>
            <a:xfrm>
              <a:off x="6394320" y="955800"/>
              <a:ext cx="106200" cy="4541040"/>
            </a:xfrm>
            <a:custGeom>
              <a:avLst/>
              <a:gdLst>
                <a:gd name="textAreaLeft" fmla="*/ 0 w 106200"/>
                <a:gd name="textAreaRight" fmla="*/ 110520 w 106200"/>
                <a:gd name="textAreaTop" fmla="*/ 0 h 4541040"/>
                <a:gd name="textAreaBottom" fmla="*/ 4545360 h 4541040"/>
              </a:gdLst>
              <a:ahLst/>
              <a:cxnLst/>
              <a:rect l="textAreaLeft" t="textAreaTop" r="textAreaRight" b="textAreaBottom"/>
              <a:pathLst>
                <a:path w="24" h="729">
                  <a:moveTo>
                    <a:pt x="12" y="729"/>
                  </a:moveTo>
                  <a:cubicBezTo>
                    <a:pt x="6" y="729"/>
                    <a:pt x="0" y="724"/>
                    <a:pt x="0" y="71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717"/>
                    <a:pt x="24" y="717"/>
                    <a:pt x="24" y="717"/>
                  </a:cubicBezTo>
                  <a:cubicBezTo>
                    <a:pt x="24" y="724"/>
                    <a:pt x="19" y="729"/>
                    <a:pt x="12" y="729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st="50800" dir="13200000">
                <a:schemeClr val="tx1">
                  <a:alpha val="50000"/>
                </a:schemeClr>
              </a:inn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6" name="Freeform 17"/>
            <p:cNvSpPr/>
            <p:nvPr/>
          </p:nvSpPr>
          <p:spPr>
            <a:xfrm>
              <a:off x="6394320" y="3753360"/>
              <a:ext cx="106200" cy="1785600"/>
            </a:xfrm>
            <a:custGeom>
              <a:avLst/>
              <a:gdLst>
                <a:gd name="textAreaLeft" fmla="*/ 0 w 106200"/>
                <a:gd name="textAreaRight" fmla="*/ 110520 w 106200"/>
                <a:gd name="textAreaTop" fmla="*/ 0 h 1785600"/>
                <a:gd name="textAreaBottom" fmla="*/ 1789920 h 1785600"/>
              </a:gdLst>
              <a:ahLst/>
              <a:cxnLst/>
              <a:rect l="textAreaLeft" t="textAreaTop" r="textAreaRight" b="textAreaBottom"/>
              <a:pathLst>
                <a:path w="24" h="499">
                  <a:moveTo>
                    <a:pt x="12" y="499"/>
                  </a:moveTo>
                  <a:cubicBezTo>
                    <a:pt x="6" y="499"/>
                    <a:pt x="0" y="493"/>
                    <a:pt x="0" y="48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487"/>
                    <a:pt x="24" y="487"/>
                    <a:pt x="24" y="487"/>
                  </a:cubicBezTo>
                  <a:cubicBezTo>
                    <a:pt x="24" y="493"/>
                    <a:pt x="19" y="499"/>
                    <a:pt x="12" y="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7" name="Group 11"/>
          <p:cNvGrpSpPr/>
          <p:nvPr/>
        </p:nvGrpSpPr>
        <p:grpSpPr>
          <a:xfrm>
            <a:off x="7423200" y="955800"/>
            <a:ext cx="81360" cy="4583520"/>
            <a:chOff x="7423200" y="955800"/>
            <a:chExt cx="81360" cy="4583520"/>
          </a:xfrm>
        </p:grpSpPr>
        <p:sp>
          <p:nvSpPr>
            <p:cNvPr id="958" name="Freeform 12"/>
            <p:cNvSpPr/>
            <p:nvPr/>
          </p:nvSpPr>
          <p:spPr>
            <a:xfrm>
              <a:off x="7423200" y="955800"/>
              <a:ext cx="81360" cy="4583520"/>
            </a:xfrm>
            <a:custGeom>
              <a:avLst/>
              <a:gdLst>
                <a:gd name="textAreaLeft" fmla="*/ 0 w 81360"/>
                <a:gd name="textAreaRight" fmla="*/ 85680 w 81360"/>
                <a:gd name="textAreaTop" fmla="*/ 0 h 4583520"/>
                <a:gd name="textAreaBottom" fmla="*/ 4587840 h 4583520"/>
              </a:gdLst>
              <a:ahLst/>
              <a:cxnLst/>
              <a:rect l="textAreaLeft" t="textAreaTop" r="textAreaRight" b="textAreaBottom"/>
              <a:pathLst>
                <a:path w="24" h="446">
                  <a:moveTo>
                    <a:pt x="12" y="446"/>
                  </a:moveTo>
                  <a:cubicBezTo>
                    <a:pt x="5" y="446"/>
                    <a:pt x="0" y="441"/>
                    <a:pt x="0" y="43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434"/>
                    <a:pt x="24" y="434"/>
                    <a:pt x="24" y="434"/>
                  </a:cubicBezTo>
                  <a:cubicBezTo>
                    <a:pt x="24" y="441"/>
                    <a:pt x="18" y="446"/>
                    <a:pt x="12" y="446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st="50800" dir="13200000">
                <a:schemeClr val="tx1">
                  <a:alpha val="50000"/>
                </a:schemeClr>
              </a:inn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9" name="Freeform 18"/>
            <p:cNvSpPr/>
            <p:nvPr/>
          </p:nvSpPr>
          <p:spPr>
            <a:xfrm>
              <a:off x="7423200" y="2684160"/>
              <a:ext cx="81360" cy="2855160"/>
            </a:xfrm>
            <a:custGeom>
              <a:avLst/>
              <a:gdLst>
                <a:gd name="textAreaLeft" fmla="*/ 0 w 81360"/>
                <a:gd name="textAreaRight" fmla="*/ 85680 w 81360"/>
                <a:gd name="textAreaTop" fmla="*/ 0 h 2855160"/>
                <a:gd name="textAreaBottom" fmla="*/ 2859480 h 2855160"/>
              </a:gdLst>
              <a:ahLst/>
              <a:cxnLst/>
              <a:rect l="textAreaLeft" t="textAreaTop" r="textAreaRight" b="textAreaBottom"/>
              <a:pathLst>
                <a:path w="24" h="782">
                  <a:moveTo>
                    <a:pt x="12" y="782"/>
                  </a:moveTo>
                  <a:cubicBezTo>
                    <a:pt x="5" y="782"/>
                    <a:pt x="0" y="776"/>
                    <a:pt x="0" y="77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4" y="6"/>
                    <a:pt x="24" y="12"/>
                  </a:cubicBezTo>
                  <a:cubicBezTo>
                    <a:pt x="24" y="770"/>
                    <a:pt x="24" y="770"/>
                    <a:pt x="24" y="770"/>
                  </a:cubicBezTo>
                  <a:cubicBezTo>
                    <a:pt x="24" y="776"/>
                    <a:pt x="18" y="782"/>
                    <a:pt x="12" y="782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0" name="Group 14"/>
          <p:cNvGrpSpPr/>
          <p:nvPr/>
        </p:nvGrpSpPr>
        <p:grpSpPr>
          <a:xfrm>
            <a:off x="8447040" y="955800"/>
            <a:ext cx="82440" cy="4583520"/>
            <a:chOff x="8447040" y="955800"/>
            <a:chExt cx="82440" cy="4583520"/>
          </a:xfrm>
        </p:grpSpPr>
        <p:sp>
          <p:nvSpPr>
            <p:cNvPr id="961" name="Freeform 13"/>
            <p:cNvSpPr/>
            <p:nvPr/>
          </p:nvSpPr>
          <p:spPr>
            <a:xfrm>
              <a:off x="8447040" y="955800"/>
              <a:ext cx="82440" cy="4419360"/>
            </a:xfrm>
            <a:custGeom>
              <a:avLst/>
              <a:gdLst>
                <a:gd name="textAreaLeft" fmla="*/ 0 w 82440"/>
                <a:gd name="textAreaRight" fmla="*/ 86760 w 82440"/>
                <a:gd name="textAreaTop" fmla="*/ 0 h 4419360"/>
                <a:gd name="textAreaBottom" fmla="*/ 4423680 h 4419360"/>
              </a:gdLst>
              <a:ahLst/>
              <a:cxnLst/>
              <a:rect l="textAreaLeft" t="textAreaTop" r="textAreaRight" b="textAreaBottom"/>
              <a:pathLst>
                <a:path w="24" h="334">
                  <a:moveTo>
                    <a:pt x="12" y="334"/>
                  </a:moveTo>
                  <a:cubicBezTo>
                    <a:pt x="6" y="334"/>
                    <a:pt x="0" y="329"/>
                    <a:pt x="0" y="32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322"/>
                    <a:pt x="24" y="322"/>
                    <a:pt x="24" y="322"/>
                  </a:cubicBezTo>
                  <a:cubicBezTo>
                    <a:pt x="24" y="329"/>
                    <a:pt x="19" y="334"/>
                    <a:pt x="12" y="33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st="50800" dir="13200000">
                <a:schemeClr val="tx1">
                  <a:alpha val="50000"/>
                </a:schemeClr>
              </a:inn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2" name="Freeform 19"/>
            <p:cNvSpPr/>
            <p:nvPr/>
          </p:nvSpPr>
          <p:spPr>
            <a:xfrm>
              <a:off x="8447040" y="2304720"/>
              <a:ext cx="82440" cy="3234600"/>
            </a:xfrm>
            <a:custGeom>
              <a:avLst/>
              <a:gdLst>
                <a:gd name="textAreaLeft" fmla="*/ 0 w 82440"/>
                <a:gd name="textAreaRight" fmla="*/ 86760 w 82440"/>
                <a:gd name="textAreaTop" fmla="*/ 0 h 3234600"/>
                <a:gd name="textAreaBottom" fmla="*/ 3238920 h 3234600"/>
              </a:gdLst>
              <a:ahLst/>
              <a:cxnLst/>
              <a:rect l="textAreaLeft" t="textAreaTop" r="textAreaRight" b="textAreaBottom"/>
              <a:pathLst>
                <a:path w="24" h="894">
                  <a:moveTo>
                    <a:pt x="12" y="894"/>
                  </a:moveTo>
                  <a:cubicBezTo>
                    <a:pt x="6" y="894"/>
                    <a:pt x="0" y="888"/>
                    <a:pt x="0" y="88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882"/>
                    <a:pt x="24" y="882"/>
                    <a:pt x="24" y="882"/>
                  </a:cubicBezTo>
                  <a:cubicBezTo>
                    <a:pt x="24" y="888"/>
                    <a:pt x="19" y="894"/>
                    <a:pt x="12" y="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3" name="Group 17"/>
          <p:cNvGrpSpPr/>
          <p:nvPr/>
        </p:nvGrpSpPr>
        <p:grpSpPr>
          <a:xfrm>
            <a:off x="9474120" y="955800"/>
            <a:ext cx="87840" cy="4583160"/>
            <a:chOff x="9474120" y="955800"/>
            <a:chExt cx="87840" cy="4583160"/>
          </a:xfrm>
        </p:grpSpPr>
        <p:sp>
          <p:nvSpPr>
            <p:cNvPr id="964" name="Freeform 14"/>
            <p:cNvSpPr/>
            <p:nvPr/>
          </p:nvSpPr>
          <p:spPr>
            <a:xfrm>
              <a:off x="9474120" y="955800"/>
              <a:ext cx="87840" cy="4340520"/>
            </a:xfrm>
            <a:custGeom>
              <a:avLst/>
              <a:gdLst>
                <a:gd name="textAreaLeft" fmla="*/ 0 w 87840"/>
                <a:gd name="textAreaRight" fmla="*/ 92160 w 87840"/>
                <a:gd name="textAreaTop" fmla="*/ 0 h 4340520"/>
                <a:gd name="textAreaBottom" fmla="*/ 4344840 h 4340520"/>
              </a:gdLst>
              <a:ahLst/>
              <a:cxnLst/>
              <a:rect l="textAreaLeft" t="textAreaTop" r="textAreaRight" b="textAreaBottom"/>
              <a:pathLst>
                <a:path w="24" h="825">
                  <a:moveTo>
                    <a:pt x="12" y="825"/>
                  </a:moveTo>
                  <a:cubicBezTo>
                    <a:pt x="5" y="825"/>
                    <a:pt x="0" y="820"/>
                    <a:pt x="0" y="8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813"/>
                    <a:pt x="24" y="813"/>
                    <a:pt x="24" y="813"/>
                  </a:cubicBezTo>
                  <a:cubicBezTo>
                    <a:pt x="24" y="820"/>
                    <a:pt x="19" y="825"/>
                    <a:pt x="12" y="825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st="50800" dir="13200000">
                <a:schemeClr val="tx1">
                  <a:alpha val="50000"/>
                </a:schemeClr>
              </a:inn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5" name="Freeform 20"/>
            <p:cNvSpPr/>
            <p:nvPr/>
          </p:nvSpPr>
          <p:spPr>
            <a:xfrm>
              <a:off x="9474120" y="4072320"/>
              <a:ext cx="87840" cy="1466640"/>
            </a:xfrm>
            <a:custGeom>
              <a:avLst/>
              <a:gdLst>
                <a:gd name="textAreaLeft" fmla="*/ 0 w 87840"/>
                <a:gd name="textAreaRight" fmla="*/ 92160 w 87840"/>
                <a:gd name="textAreaTop" fmla="*/ 0 h 1466640"/>
                <a:gd name="textAreaBottom" fmla="*/ 1470960 h 1466640"/>
              </a:gdLst>
              <a:ahLst/>
              <a:cxnLst/>
              <a:rect l="textAreaLeft" t="textAreaTop" r="textAreaRight" b="textAreaBottom"/>
              <a:pathLst>
                <a:path w="24" h="403">
                  <a:moveTo>
                    <a:pt x="12" y="403"/>
                  </a:moveTo>
                  <a:cubicBezTo>
                    <a:pt x="5" y="403"/>
                    <a:pt x="0" y="397"/>
                    <a:pt x="0" y="39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391"/>
                    <a:pt x="24" y="391"/>
                    <a:pt x="24" y="391"/>
                  </a:cubicBezTo>
                  <a:cubicBezTo>
                    <a:pt x="24" y="397"/>
                    <a:pt x="19" y="403"/>
                    <a:pt x="12" y="403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6" name="Group 20"/>
          <p:cNvGrpSpPr/>
          <p:nvPr/>
        </p:nvGrpSpPr>
        <p:grpSpPr>
          <a:xfrm>
            <a:off x="10503000" y="955800"/>
            <a:ext cx="86040" cy="4583520"/>
            <a:chOff x="10503000" y="955800"/>
            <a:chExt cx="86040" cy="4583520"/>
          </a:xfrm>
        </p:grpSpPr>
        <p:sp>
          <p:nvSpPr>
            <p:cNvPr id="967" name="Freeform 15"/>
            <p:cNvSpPr/>
            <p:nvPr/>
          </p:nvSpPr>
          <p:spPr>
            <a:xfrm>
              <a:off x="10503000" y="955800"/>
              <a:ext cx="86040" cy="4459320"/>
            </a:xfrm>
            <a:custGeom>
              <a:avLst/>
              <a:gdLst>
                <a:gd name="textAreaLeft" fmla="*/ 0 w 86040"/>
                <a:gd name="textAreaRight" fmla="*/ 90360 w 86040"/>
                <a:gd name="textAreaTop" fmla="*/ 0 h 4459320"/>
                <a:gd name="textAreaBottom" fmla="*/ 4463640 h 4459320"/>
              </a:gdLst>
              <a:ahLst/>
              <a:cxnLst/>
              <a:rect l="textAreaLeft" t="textAreaTop" r="textAreaRight" b="textAreaBottom"/>
              <a:pathLst>
                <a:path w="24" h="616">
                  <a:moveTo>
                    <a:pt x="12" y="616"/>
                  </a:moveTo>
                  <a:cubicBezTo>
                    <a:pt x="5" y="616"/>
                    <a:pt x="0" y="610"/>
                    <a:pt x="0" y="60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604"/>
                    <a:pt x="24" y="604"/>
                    <a:pt x="24" y="604"/>
                  </a:cubicBezTo>
                  <a:cubicBezTo>
                    <a:pt x="24" y="610"/>
                    <a:pt x="18" y="616"/>
                    <a:pt x="12" y="616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st="50800" dir="13200000">
                <a:schemeClr val="tx1">
                  <a:alpha val="50000"/>
                </a:schemeClr>
              </a:inn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8" name="Freeform 21"/>
            <p:cNvSpPr/>
            <p:nvPr/>
          </p:nvSpPr>
          <p:spPr>
            <a:xfrm>
              <a:off x="10503000" y="3309840"/>
              <a:ext cx="86040" cy="2229480"/>
            </a:xfrm>
            <a:custGeom>
              <a:avLst/>
              <a:gdLst>
                <a:gd name="textAreaLeft" fmla="*/ 0 w 86040"/>
                <a:gd name="textAreaRight" fmla="*/ 90360 w 86040"/>
                <a:gd name="textAreaTop" fmla="*/ 0 h 2229480"/>
                <a:gd name="textAreaBottom" fmla="*/ 2233800 h 2229480"/>
              </a:gdLst>
              <a:ahLst/>
              <a:cxnLst/>
              <a:rect l="textAreaLeft" t="textAreaTop" r="textAreaRight" b="textAreaBottom"/>
              <a:pathLst>
                <a:path w="24" h="612">
                  <a:moveTo>
                    <a:pt x="12" y="612"/>
                  </a:moveTo>
                  <a:cubicBezTo>
                    <a:pt x="5" y="612"/>
                    <a:pt x="0" y="606"/>
                    <a:pt x="0" y="60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600"/>
                    <a:pt x="24" y="600"/>
                    <a:pt x="24" y="600"/>
                  </a:cubicBezTo>
                  <a:cubicBezTo>
                    <a:pt x="24" y="606"/>
                    <a:pt x="18" y="612"/>
                    <a:pt x="12" y="612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969" name="Rectangle 22"/>
          <p:cNvSpPr/>
          <p:nvPr/>
        </p:nvSpPr>
        <p:spPr>
          <a:xfrm>
            <a:off x="5205240" y="5878440"/>
            <a:ext cx="43308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1700" b="1" strike="noStrike" spc="-1">
                <a:solidFill>
                  <a:schemeClr val="accent1"/>
                </a:solidFill>
                <a:latin typeface="Open Sans Semibold"/>
              </a:rPr>
              <a:t>68%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Rectangle 23"/>
          <p:cNvSpPr/>
          <p:nvPr/>
        </p:nvSpPr>
        <p:spPr>
          <a:xfrm>
            <a:off x="6232320" y="5878440"/>
            <a:ext cx="43308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1700" b="1" strike="noStrike" spc="-1">
                <a:solidFill>
                  <a:schemeClr val="accent1"/>
                </a:solidFill>
                <a:latin typeface="Open Sans Semibold"/>
              </a:rPr>
              <a:t>30%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Rectangle 24"/>
          <p:cNvSpPr/>
          <p:nvPr/>
        </p:nvSpPr>
        <p:spPr>
          <a:xfrm>
            <a:off x="7256160" y="5878440"/>
            <a:ext cx="43308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1700" b="1" strike="noStrike" spc="-1">
                <a:solidFill>
                  <a:schemeClr val="accent1"/>
                </a:solidFill>
                <a:latin typeface="Open Sans Semibold"/>
              </a:rPr>
              <a:t>65%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Rectangle 25"/>
          <p:cNvSpPr/>
          <p:nvPr/>
        </p:nvSpPr>
        <p:spPr>
          <a:xfrm>
            <a:off x="8285040" y="5878440"/>
            <a:ext cx="43308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1700" b="1" strike="noStrike" spc="-1">
                <a:solidFill>
                  <a:schemeClr val="accent1"/>
                </a:solidFill>
                <a:latin typeface="Open Sans Semibold"/>
              </a:rPr>
              <a:t>70%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Rectangle 26"/>
          <p:cNvSpPr/>
          <p:nvPr/>
        </p:nvSpPr>
        <p:spPr>
          <a:xfrm>
            <a:off x="9308880" y="5878440"/>
            <a:ext cx="43308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1700" b="1" strike="noStrike" spc="-1">
                <a:solidFill>
                  <a:schemeClr val="accent1"/>
                </a:solidFill>
                <a:latin typeface="Open Sans Semibold"/>
              </a:rPr>
              <a:t>25%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Rectangle 27"/>
          <p:cNvSpPr/>
          <p:nvPr/>
        </p:nvSpPr>
        <p:spPr>
          <a:xfrm>
            <a:off x="10335960" y="5878440"/>
            <a:ext cx="43308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UA" sz="1700" b="1" strike="noStrike" spc="-1">
                <a:solidFill>
                  <a:schemeClr val="accent1"/>
                </a:solidFill>
                <a:latin typeface="Open Sans Semibold"/>
              </a:rPr>
              <a:t>35%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Oval 29"/>
          <p:cNvSpPr/>
          <p:nvPr/>
        </p:nvSpPr>
        <p:spPr>
          <a:xfrm>
            <a:off x="5168520" y="3993120"/>
            <a:ext cx="474840" cy="474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6" name="Oval 30"/>
          <p:cNvSpPr/>
          <p:nvPr/>
        </p:nvSpPr>
        <p:spPr>
          <a:xfrm>
            <a:off x="6189480" y="3402720"/>
            <a:ext cx="474840" cy="474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7" name="Oval 31"/>
          <p:cNvSpPr/>
          <p:nvPr/>
        </p:nvSpPr>
        <p:spPr>
          <a:xfrm>
            <a:off x="7231680" y="2304720"/>
            <a:ext cx="474840" cy="474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8" name="Oval 32"/>
          <p:cNvSpPr/>
          <p:nvPr/>
        </p:nvSpPr>
        <p:spPr>
          <a:xfrm>
            <a:off x="8253720" y="1885680"/>
            <a:ext cx="474840" cy="474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9" name="Oval 33"/>
          <p:cNvSpPr/>
          <p:nvPr/>
        </p:nvSpPr>
        <p:spPr>
          <a:xfrm>
            <a:off x="9279000" y="3753360"/>
            <a:ext cx="474840" cy="474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80" name="Oval 34"/>
          <p:cNvSpPr/>
          <p:nvPr/>
        </p:nvSpPr>
        <p:spPr>
          <a:xfrm>
            <a:off x="10297800" y="2969640"/>
            <a:ext cx="474840" cy="474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blurRad="177840" dist="126260" dir="2700000" algn="t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UA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81" name="object 384"/>
          <p:cNvSpPr/>
          <p:nvPr/>
        </p:nvSpPr>
        <p:spPr>
          <a:xfrm flipV="1">
            <a:off x="356760" y="671400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2" name="object 4"/>
          <p:cNvSpPr/>
          <p:nvPr/>
        </p:nvSpPr>
        <p:spPr>
          <a:xfrm>
            <a:off x="10477800" y="663120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3" name="object 384"/>
          <p:cNvSpPr/>
          <p:nvPr/>
        </p:nvSpPr>
        <p:spPr>
          <a:xfrm rot="10800000" flipV="1">
            <a:off x="6100560" y="671832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4" name="object 386"/>
          <p:cNvSpPr/>
          <p:nvPr/>
        </p:nvSpPr>
        <p:spPr>
          <a:xfrm>
            <a:off x="5927400" y="651744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5" name="Freeform 44"/>
          <p:cNvSpPr/>
          <p:nvPr/>
        </p:nvSpPr>
        <p:spPr>
          <a:xfrm>
            <a:off x="-2063880" y="-1115280"/>
            <a:ext cx="7425360" cy="3803040"/>
          </a:xfrm>
          <a:custGeom>
            <a:avLst/>
            <a:gdLst>
              <a:gd name="textAreaLeft" fmla="*/ 0 w 7425360"/>
              <a:gd name="textAreaRight" fmla="*/ 7429680 w 7425360"/>
              <a:gd name="textAreaTop" fmla="*/ 0 h 3803040"/>
              <a:gd name="textAreaBottom" fmla="*/ 3807360 h 3803040"/>
            </a:gdLst>
            <a:ahLst/>
            <a:cxn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986" name="Group 40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987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8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89" name="Rectangle 45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Oval 6"/>
          <p:cNvSpPr/>
          <p:nvPr/>
        </p:nvSpPr>
        <p:spPr>
          <a:xfrm>
            <a:off x="11513880" y="273600"/>
            <a:ext cx="344880" cy="3430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tIns="18720" rIns="37080" bIns="1872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650" b="0" strike="noStrike" spc="-1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fld id="{0EBE67FC-6E86-4DC6-945A-FA1A2386F02D}" type="slidenum">
              <a:rPr lang="ru-RU" sz="1200" b="1" strike="noStrike" spc="-1">
                <a:solidFill>
                  <a:schemeClr val="lt1"/>
                </a:solidFill>
                <a:latin typeface="Open Sans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Freeform 13"/>
          <p:cNvSpPr/>
          <p:nvPr/>
        </p:nvSpPr>
        <p:spPr>
          <a:xfrm rot="370200">
            <a:off x="-1923480" y="-907920"/>
            <a:ext cx="12069720" cy="5608080"/>
          </a:xfrm>
          <a:custGeom>
            <a:avLst/>
            <a:gdLst>
              <a:gd name="textAreaLeft" fmla="*/ 0 w 12069720"/>
              <a:gd name="textAreaRight" fmla="*/ 12074040 w 12069720"/>
              <a:gd name="textAreaTop" fmla="*/ 0 h 5608080"/>
              <a:gd name="textAreaBottom" fmla="*/ 5612400 h 5608080"/>
            </a:gdLst>
            <a:ahLst/>
            <a:cxn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93" name="object 384"/>
          <p:cNvSpPr/>
          <p:nvPr/>
        </p:nvSpPr>
        <p:spPr>
          <a:xfrm flipV="1">
            <a:off x="356760" y="6703920"/>
            <a:ext cx="5707800" cy="41400"/>
          </a:xfrm>
          <a:custGeom>
            <a:avLst/>
            <a:gdLst>
              <a:gd name="textAreaLeft" fmla="*/ 0 w 5707800"/>
              <a:gd name="textAreaRight" fmla="*/ 5712120 w 570780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4" name="object 4"/>
          <p:cNvSpPr/>
          <p:nvPr/>
        </p:nvSpPr>
        <p:spPr>
          <a:xfrm>
            <a:off x="10477800" y="6621120"/>
            <a:ext cx="1389600" cy="169920"/>
          </a:xfrm>
          <a:custGeom>
            <a:avLst/>
            <a:gdLst>
              <a:gd name="textAreaLeft" fmla="*/ 0 w 1389600"/>
              <a:gd name="textAreaRight" fmla="*/ 1393920 w 1389600"/>
              <a:gd name="textAreaTop" fmla="*/ 0 h 169920"/>
              <a:gd name="textAreaBottom" fmla="*/ 174240 h 169920"/>
            </a:gdLst>
            <a:ahLst/>
            <a:cxn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5" name="object 384"/>
          <p:cNvSpPr/>
          <p:nvPr/>
        </p:nvSpPr>
        <p:spPr>
          <a:xfrm rot="10800000" flipV="1">
            <a:off x="6100560" y="6708240"/>
            <a:ext cx="4313880" cy="41400"/>
          </a:xfrm>
          <a:custGeom>
            <a:avLst/>
            <a:gdLst>
              <a:gd name="textAreaLeft" fmla="*/ 0 w 4313880"/>
              <a:gd name="textAreaRight" fmla="*/ 4318200 w 4313880"/>
              <a:gd name="textAreaTop" fmla="*/ 2160 h 41400"/>
              <a:gd name="textAreaBottom" fmla="*/ 47880 h 41400"/>
            </a:gdLst>
            <a:ahLst/>
            <a:cxn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6" name="object 386"/>
          <p:cNvSpPr/>
          <p:nvPr/>
        </p:nvSpPr>
        <p:spPr>
          <a:xfrm>
            <a:off x="5927400" y="6507720"/>
            <a:ext cx="332640" cy="317520"/>
          </a:xfrm>
          <a:custGeom>
            <a:avLst/>
            <a:gdLst>
              <a:gd name="textAreaLeft" fmla="*/ 0 w 332640"/>
              <a:gd name="textAreaRight" fmla="*/ 336960 w 332640"/>
              <a:gd name="textAreaTop" fmla="*/ 0 h 317520"/>
              <a:gd name="textAreaBottom" fmla="*/ 321840 h 317520"/>
            </a:gdLst>
            <a:ahLst/>
            <a:cxn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97" name="Group 9"/>
          <p:cNvGrpSpPr/>
          <p:nvPr/>
        </p:nvGrpSpPr>
        <p:grpSpPr>
          <a:xfrm>
            <a:off x="551520" y="565200"/>
            <a:ext cx="1475280" cy="51480"/>
            <a:chOff x="551520" y="565200"/>
            <a:chExt cx="1475280" cy="51480"/>
          </a:xfrm>
        </p:grpSpPr>
        <p:sp>
          <p:nvSpPr>
            <p:cNvPr id="998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blurRad="63360" dist="49635" dir="4309672" sx="103000" sy="103000" algn="tl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99" name="Freeform 7"/>
            <p:cNvSpPr/>
            <p:nvPr/>
          </p:nvSpPr>
          <p:spPr>
            <a:xfrm rot="16200000" flipV="1">
              <a:off x="1263240" y="-146880"/>
              <a:ext cx="51480" cy="1475280"/>
            </a:xfrm>
            <a:custGeom>
              <a:avLst/>
              <a:gdLst>
                <a:gd name="textAreaLeft" fmla="*/ 0 w 51480"/>
                <a:gd name="textAreaRight" fmla="*/ 55800 w 51480"/>
                <a:gd name="textAreaTop" fmla="*/ -2160 h 1475280"/>
                <a:gd name="textAreaBottom" fmla="*/ 1477440 h 1475280"/>
              </a:gdLst>
              <a:ahLst/>
              <a:cxn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blurRad="127080" dist="62595" dir="13206055" algn="br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UA" sz="1800" b="0" strike="noStrike" spc="-1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00" name="Rectangle 14"/>
          <p:cNvSpPr/>
          <p:nvPr/>
        </p:nvSpPr>
        <p:spPr>
          <a:xfrm>
            <a:off x="11441880" y="168480"/>
            <a:ext cx="513000" cy="5371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tr-TR" sz="1800" b="0" strike="noStrike" spc="-1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TextBox 1"/>
          <p:cNvSpPr/>
          <p:nvPr/>
        </p:nvSpPr>
        <p:spPr>
          <a:xfrm>
            <a:off x="5482080" y="6479640"/>
            <a:ext cx="9140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r-TR" sz="1000" b="0" strike="noStrike" spc="-1">
                <a:solidFill>
                  <a:srgbClr val="FFFFFF"/>
                </a:solidFill>
                <a:latin typeface="Arial"/>
                <a:ea typeface="SF Pro Display"/>
              </a:rPr>
              <a:t>versiyon 3.2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Text Placeholder 10"/>
          <p:cNvSpPr/>
          <p:nvPr/>
        </p:nvSpPr>
        <p:spPr>
          <a:xfrm>
            <a:off x="2046600" y="4454640"/>
            <a:ext cx="8298360" cy="125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tr-TR" sz="4400" b="1" strike="noStrike" spc="-1" dirty="0" smtClean="0">
                <a:solidFill>
                  <a:srgbClr val="EBECF0"/>
                </a:solidFill>
                <a:latin typeface="Arial Black"/>
              </a:rPr>
              <a:t>AI </a:t>
            </a:r>
            <a:r>
              <a:rPr lang="tr-TR" sz="4400" b="1" strike="noStrike" spc="-1" dirty="0" err="1" smtClean="0">
                <a:solidFill>
                  <a:srgbClr val="EBECF0"/>
                </a:solidFill>
                <a:latin typeface="Arial Black"/>
              </a:rPr>
              <a:t>for</a:t>
            </a:r>
            <a:r>
              <a:rPr lang="tr-TR" sz="4400" b="1" strike="noStrike" spc="-1" dirty="0" smtClean="0">
                <a:solidFill>
                  <a:srgbClr val="EBECF0"/>
                </a:solidFill>
                <a:latin typeface="Arial Black"/>
              </a:rPr>
              <a:t> Software </a:t>
            </a:r>
            <a:r>
              <a:rPr lang="tr-TR" sz="4400" b="1" strike="noStrike" spc="-1" dirty="0" err="1" smtClean="0">
                <a:solidFill>
                  <a:srgbClr val="EBECF0"/>
                </a:solidFill>
                <a:latin typeface="Arial Black"/>
              </a:rPr>
              <a:t>Engineers</a:t>
            </a:r>
            <a:r>
              <a:rPr lang="tr-TR" sz="4400" b="1" strike="noStrike" spc="-1" dirty="0" smtClean="0">
                <a:solidFill>
                  <a:srgbClr val="EBECF0"/>
                </a:solidFill>
                <a:latin typeface="Arial Black"/>
              </a:rPr>
              <a:t> Course </a:t>
            </a:r>
            <a:endParaRPr lang="en-US" sz="4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0" strike="noStrike" spc="-1" dirty="0" smtClean="0">
                <a:solidFill>
                  <a:srgbClr val="FFFFFF"/>
                </a:solidFill>
                <a:latin typeface="Arial"/>
              </a:rPr>
              <a:t> Building AI Systems + Production + Real Use Cases</a:t>
            </a: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tr-TR" sz="3200" b="1" strike="noStrike" spc="-1" dirty="0" smtClean="0">
                <a:solidFill>
                  <a:srgbClr val="EBECF0"/>
                </a:solidFill>
                <a:latin typeface="Arial Black"/>
              </a:rPr>
              <a:t>Mehmet </a:t>
            </a:r>
            <a:r>
              <a:rPr lang="tr-TR" sz="3200" b="1" strike="noStrike" spc="-1" dirty="0">
                <a:solidFill>
                  <a:srgbClr val="EBECF0"/>
                </a:solidFill>
                <a:latin typeface="Arial Black"/>
              </a:rPr>
              <a:t>PEKMEZCİ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Breakthrough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6480" y="831600"/>
            <a:ext cx="11418840" cy="547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6000"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strike="noStrike" spc="-1" dirty="0">
                <a:solidFill>
                  <a:srgbClr val="FFFFFF"/>
                </a:solidFill>
                <a:latin typeface="arial"/>
                <a:ea typeface="Calibri"/>
              </a:rPr>
              <a:t>    </a:t>
            </a:r>
            <a:r>
              <a:rPr lang="en-US" sz="2000" b="0" i="1" strike="noStrike" spc="-1" dirty="0" err="1" smtClean="0">
                <a:solidFill>
                  <a:srgbClr val="FFFFFF"/>
                </a:solidFill>
                <a:latin typeface="arial"/>
                <a:ea typeface="Calibri"/>
              </a:rPr>
              <a:t>ReAct</a:t>
            </a:r>
            <a:r>
              <a:rPr lang="en-US" sz="2000" b="0" i="1" strike="noStrike" spc="-1" dirty="0" smtClean="0">
                <a:solidFill>
                  <a:srgbClr val="FFFFFF"/>
                </a:solidFill>
                <a:latin typeface="arial"/>
                <a:ea typeface="Calibri"/>
              </a:rPr>
              <a:t>: Synergizing Reasoning and Acting in Language Models</a:t>
            </a:r>
            <a:r>
              <a:rPr lang="tr-TR" sz="2000" b="0" i="1" strike="noStrike" spc="-1" dirty="0" smtClean="0">
                <a:solidFill>
                  <a:srgbClr val="FFFFFF"/>
                </a:solidFill>
                <a:latin typeface="arial"/>
                <a:ea typeface="Calibri"/>
              </a:rPr>
              <a:t> - 2022</a:t>
            </a:r>
            <a:endParaRPr lang="en-US" sz="2800" b="0" strike="noStrike" spc="-1" dirty="0">
              <a:solidFill>
                <a:srgbClr val="FFFFFF"/>
              </a:solidFill>
              <a:latin typeface="Arial"/>
            </a:endParaRPr>
          </a:p>
          <a:p>
            <a:pPr marL="432000" lvl="1" indent="-216000"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strike="noStrike" spc="-1" dirty="0">
                <a:solidFill>
                  <a:srgbClr val="FFFFFF"/>
                </a:solidFill>
                <a:latin typeface="arial"/>
                <a:ea typeface="Calibri"/>
              </a:rPr>
              <a:t>   Google </a:t>
            </a:r>
            <a:r>
              <a:rPr lang="en-US" sz="2000" b="0" i="1" strike="noStrike" spc="-1" dirty="0" smtClean="0">
                <a:solidFill>
                  <a:srgbClr val="FFFFFF"/>
                </a:solidFill>
                <a:latin typeface="arial"/>
                <a:ea typeface="Calibri"/>
              </a:rPr>
              <a:t>:</a:t>
            </a:r>
            <a:r>
              <a:rPr lang="tr-TR" sz="2000" b="0" i="1" strike="noStrike" spc="-1" dirty="0" smtClean="0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lang="tr-TR" sz="2000" b="0" i="1" strike="noStrike" spc="-1" dirty="0" err="1" smtClean="0">
                <a:solidFill>
                  <a:srgbClr val="FFFFFF"/>
                </a:solidFill>
                <a:latin typeface="arial"/>
                <a:ea typeface="Calibri"/>
              </a:rPr>
              <a:t>Shunyu</a:t>
            </a:r>
            <a:r>
              <a:rPr lang="tr-TR" sz="2000" b="0" i="1" strike="noStrike" spc="-1" dirty="0" smtClean="0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lang="tr-TR" sz="2000" b="0" i="1" strike="noStrike" spc="-1" dirty="0" err="1" smtClean="0">
                <a:solidFill>
                  <a:srgbClr val="FFFFFF"/>
                </a:solidFill>
                <a:latin typeface="arial"/>
                <a:ea typeface="Calibri"/>
              </a:rPr>
              <a:t>Yao</a:t>
            </a:r>
            <a:r>
              <a:rPr lang="tr-TR" sz="2000" b="0" i="1" strike="noStrike" spc="-1" dirty="0" smtClean="0">
                <a:solidFill>
                  <a:srgbClr val="FFFFFF"/>
                </a:solidFill>
                <a:latin typeface="arial"/>
                <a:ea typeface="Calibri"/>
              </a:rPr>
              <a:t> et al.</a:t>
            </a:r>
            <a:endParaRPr lang="en-US" sz="20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432000" lvl="1" indent="-216000"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strike="noStrike" spc="-1" dirty="0" smtClean="0">
                <a:solidFill>
                  <a:srgbClr val="FFFFFF"/>
                </a:solidFill>
                <a:latin typeface="arial"/>
                <a:ea typeface="Calibri"/>
              </a:rPr>
              <a:t> Reasoning + Acting </a:t>
            </a:r>
            <a:endParaRPr lang="en-US" sz="20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432000" lvl="1" indent="-216000"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strike="noStrike" spc="-1" dirty="0" smtClean="0">
                <a:solidFill>
                  <a:srgbClr val="FFFFFF"/>
                </a:solidFill>
                <a:latin typeface="arial"/>
                <a:ea typeface="Calibri"/>
              </a:rPr>
              <a:t> LLM agent loop (think-act-observe) </a:t>
            </a:r>
            <a:r>
              <a:rPr lang="en-US" sz="2000" b="0" i="1" strike="noStrike" spc="-1" dirty="0">
                <a:solidFill>
                  <a:srgbClr val="FFFFFF"/>
                </a:solidFill>
                <a:latin typeface="arial"/>
                <a:ea typeface="Calibri"/>
              </a:rPr>
              <a:t>Parallelism</a:t>
            </a:r>
            <a:endParaRPr lang="en-US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Building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AI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Systems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+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Production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+ Real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Use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Cases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356580" y="738554"/>
            <a:ext cx="11428920" cy="31590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AI in real software architecture</a:t>
            </a: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LLM application patterns</a:t>
            </a: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AI agents (modern topic)</a:t>
            </a: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MLOps</a:t>
            </a: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&amp; </a:t>
            </a: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LLMOps</a:t>
            </a: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(important for engineers)</a:t>
            </a: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Cost, latency, and scaling</a:t>
            </a: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Security and risks (engineering angle)</a:t>
            </a: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Final hands-on project (choose one)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750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1. AI in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real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software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architecture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457920" y="807343"/>
            <a:ext cx="11428920" cy="19094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Technology Stack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Where AI sits in system design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API-based AI integration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Microservices</a:t>
            </a: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with LLMs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035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1. AI in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real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software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architecture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457920" y="807343"/>
            <a:ext cx="11428920" cy="19094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Technology Stack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Where AI sits in system design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API-based AI integration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Microservices</a:t>
            </a: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with LLMs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818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2. LLM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application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patterns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255240" y="747345"/>
            <a:ext cx="11428920" cy="22182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Chatbots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tr-TR" sz="1400" spc="-1" dirty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Copilots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Agents (basic intro)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Function calling / tool use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257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3. AI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agents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(modern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topic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)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255240" y="649080"/>
            <a:ext cx="11428920" cy="23325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What is an agent loop:</a:t>
            </a:r>
            <a:r>
              <a:rPr lang="tr-TR" sz="1400" b="0" strike="noStrike" spc="-1" dirty="0" smtClean="0">
                <a:solidFill>
                  <a:srgbClr val="FFFFFF"/>
                </a:solidFill>
                <a:latin typeface="Arial"/>
              </a:rPr>
              <a:t> p</a:t>
            </a: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lan</a:t>
            </a: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→ act → observe → repeat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When agents work / fail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Agentic RAG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Ontology , why it is important and how to build.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Agent frameworks (</a:t>
            </a: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LangCahin</a:t>
            </a: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/Graph, </a:t>
            </a: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LlamaIndex</a:t>
            </a: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2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4. </a:t>
            </a:r>
            <a:r>
              <a:rPr lang="en-US" sz="1600" b="1" strike="noStrike" spc="-1" dirty="0" err="1" smtClean="0">
                <a:solidFill>
                  <a:schemeClr val="lt1"/>
                </a:solidFill>
                <a:latin typeface="Arial Black"/>
              </a:rPr>
              <a:t>MLOps</a:t>
            </a:r>
            <a:r>
              <a:rPr lang="en-US" sz="1600" b="1" strike="noStrike" spc="-1" dirty="0" smtClean="0">
                <a:solidFill>
                  <a:schemeClr val="lt1"/>
                </a:solidFill>
                <a:latin typeface="Arial Black"/>
              </a:rPr>
              <a:t> &amp; </a:t>
            </a:r>
            <a:r>
              <a:rPr lang="en-US" sz="1600" b="1" strike="noStrike" spc="-1" dirty="0" err="1" smtClean="0">
                <a:solidFill>
                  <a:schemeClr val="lt1"/>
                </a:solidFill>
                <a:latin typeface="Arial Black"/>
              </a:rPr>
              <a:t>LLMOps</a:t>
            </a:r>
            <a:r>
              <a:rPr lang="en-US" sz="1600" b="1" strike="noStrike" spc="-1" dirty="0" smtClean="0">
                <a:solidFill>
                  <a:schemeClr val="lt1"/>
                </a:solidFill>
                <a:latin typeface="Arial Black"/>
              </a:rPr>
              <a:t> (important for engineers)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356580" y="791307"/>
            <a:ext cx="11428920" cy="20160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Versioning models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Monitoring drift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Prompt versioning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Evaluation metrics (quality, latency, cost)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629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5.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Cost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,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latency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,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and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scaling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255240" y="729761"/>
            <a:ext cx="11428920" cy="18314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Token cost thinking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Caching strategies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Batch vs real-time inference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341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6. </a:t>
            </a:r>
            <a:r>
              <a:rPr lang="en-US" sz="1600" b="1" strike="noStrike" spc="-1" dirty="0" smtClean="0">
                <a:solidFill>
                  <a:schemeClr val="lt1"/>
                </a:solidFill>
                <a:latin typeface="Arial Black"/>
              </a:rPr>
              <a:t>Security and risks (engineering angle)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255240" y="649080"/>
            <a:ext cx="11428920" cy="18138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Prompt injection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Data leakage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Model hallucination handling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Guardrails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863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7. </a:t>
            </a:r>
            <a:r>
              <a:rPr lang="en-US" sz="1600" b="1" strike="noStrike" spc="-1" dirty="0" smtClean="0">
                <a:solidFill>
                  <a:schemeClr val="lt1"/>
                </a:solidFill>
                <a:latin typeface="Arial Black"/>
              </a:rPr>
              <a:t>Final hands-on project (choose one)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255240" y="649080"/>
            <a:ext cx="11428920" cy="19984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AI code assistant clone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PDF Q&amp;A system (RAG)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Support </a:t>
            </a:r>
            <a:r>
              <a:rPr lang="en-US" sz="1400" b="0" strike="noStrike" spc="-1" dirty="0" err="1" smtClean="0">
                <a:solidFill>
                  <a:srgbClr val="FFFFFF"/>
                </a:solidFill>
                <a:latin typeface="Arial"/>
              </a:rPr>
              <a:t>chatbot</a:t>
            </a: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for a product</a:t>
            </a:r>
            <a:endParaRPr lang="tr-TR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342900" indent="-342900">
              <a:buClr>
                <a:srgbClr val="38BDF8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Log analyzer using LLM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7185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idx="4294967295"/>
          </p:nvPr>
        </p:nvSpPr>
        <p:spPr>
          <a:xfrm>
            <a:off x="255240" y="343800"/>
            <a:ext cx="11631600" cy="30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Building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AI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Systems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+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Production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+ Real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Use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</a:t>
            </a:r>
            <a:r>
              <a:rPr lang="tr-TR" sz="1600" b="1" strike="noStrike" spc="-1" dirty="0" err="1" smtClean="0">
                <a:solidFill>
                  <a:schemeClr val="lt1"/>
                </a:solidFill>
                <a:latin typeface="Arial Black"/>
              </a:rPr>
              <a:t>Cases</a:t>
            </a:r>
            <a:r>
              <a:rPr lang="tr-TR" sz="1600" b="1" strike="noStrike" spc="-1" dirty="0" smtClean="0">
                <a:solidFill>
                  <a:schemeClr val="lt1"/>
                </a:solidFill>
                <a:latin typeface="Arial Black"/>
              </a:rPr>
              <a:t> 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8"/>
          <p:cNvSpPr/>
          <p:nvPr/>
        </p:nvSpPr>
        <p:spPr>
          <a:xfrm>
            <a:off x="457200" y="831600"/>
            <a:ext cx="11428920" cy="548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Outcome: They can design and prototype real AI-powered systems.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Optional Advanced Topics (if time allows or for Q&amp;A)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Open-source models (Llama, Mistral)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Multimodal models (text + image)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Teaching Strategy Tip (important)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Since your audience is experienced engineers: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endParaRPr lang="en-US" sz="1400" b="0" strike="noStrike" spc="-1" dirty="0" smtClean="0">
              <a:solidFill>
                <a:srgbClr val="FFFFFF"/>
              </a:solidFill>
              <a:latin typeface="Arial"/>
            </a:endParaRP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 Avoid long lectures &gt; 20–25 min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 Use “architecture-first explanation”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 Always show: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   diagram → API flow → code snippet → real use case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 Emphasize:</a:t>
            </a:r>
          </a:p>
          <a:p>
            <a:pPr marL="216000" indent="-216000">
              <a:buClr>
                <a:srgbClr val="38BDF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FFFFFF"/>
                </a:solidFill>
                <a:latin typeface="Arial"/>
              </a:rPr>
              <a:t>      “How would you build this in production?”</a:t>
            </a:r>
            <a:endParaRPr lang="en-US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1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HVL- TEMPLATE FOR PRODUCTS AND SOLUTIONS_VERSION  3.2</Template>
  <TotalTime>4764</TotalTime>
  <Words>401</Words>
  <Application>Microsoft Office PowerPoint</Application>
  <PresentationFormat>Geniş ekran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13</vt:i4>
      </vt:variant>
      <vt:variant>
        <vt:lpstr>Tema</vt:lpstr>
      </vt:variant>
      <vt:variant>
        <vt:i4>34</vt:i4>
      </vt:variant>
      <vt:variant>
        <vt:lpstr>Slayt Başlıkları</vt:lpstr>
      </vt:variant>
      <vt:variant>
        <vt:i4>13</vt:i4>
      </vt:variant>
    </vt:vector>
  </HeadingPairs>
  <TitlesOfParts>
    <vt:vector size="60" baseType="lpstr">
      <vt:lpstr>Arial</vt:lpstr>
      <vt:lpstr>Arial</vt:lpstr>
      <vt:lpstr>Arial Black</vt:lpstr>
      <vt:lpstr>Calibri</vt:lpstr>
      <vt:lpstr>DejaVu Sans</vt:lpstr>
      <vt:lpstr>Lato Light</vt:lpstr>
      <vt:lpstr>Montserrat</vt:lpstr>
      <vt:lpstr>Open Sans</vt:lpstr>
      <vt:lpstr>Open Sans Semibold</vt:lpstr>
      <vt:lpstr>SF Pro Display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Mehmet PEKMEZCİ</dc:creator>
  <dc:description/>
  <cp:lastModifiedBy>Mehmet PEKMEZCİ</cp:lastModifiedBy>
  <cp:revision>83</cp:revision>
  <dcterms:created xsi:type="dcterms:W3CDTF">2025-11-24T12:26:39Z</dcterms:created>
  <dcterms:modified xsi:type="dcterms:W3CDTF">2026-07-08T15:34:42Z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0x010100800CEB18A79B964CA054DFDEE64EDA10</vt:lpwstr>
  </property>
  <property fmtid="{D5CDD505-2E9C-101B-9397-08002B2CF9AE}" pid="3" name="Notes">
    <vt:i4>4</vt:i4>
  </property>
  <property fmtid="{D5CDD505-2E9C-101B-9397-08002B2CF9AE}" pid="4" name="PresentationFormat">
    <vt:lpwstr>Widescreen</vt:lpwstr>
  </property>
  <property fmtid="{D5CDD505-2E9C-101B-9397-08002B2CF9AE}" pid="5" name="Slides">
    <vt:i4>10</vt:i4>
  </property>
  <property fmtid="{D5CDD505-2E9C-101B-9397-08002B2CF9AE}" pid="6" name="VeriketAuthor">
    <vt:lpwstr>3ZXl6zLEMop/T4ZOd8aL6mXiYVv8uu7BpPRD/QTH98Q=</vt:lpwstr>
  </property>
  <property fmtid="{D5CDD505-2E9C-101B-9397-08002B2CF9AE}" pid="7" name="VeriketClassification">
    <vt:lpwstr>A5BC3CFD-4D51-461E-B5F0-D84C6FA67A36</vt:lpwstr>
  </property>
</Properties>
</file>