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8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9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30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Layouts/slideLayout22.xml" ContentType="application/vnd.openxmlformats-officedocument.presentationml.slideLayout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</p:sldMasterIdLst>
  <p:sldIdLst>
    <p:sldId id="256" r:id="rId36"/>
    <p:sldId id="257" r:id="rId37"/>
    <p:sldId id="258" r:id="rId38"/>
    <p:sldId id="259" r:id="rId39"/>
    <p:sldId id="260" r:id="rId40"/>
    <p:sldId id="261" r:id="rId41"/>
    <p:sldId id="262" r:id="rId42"/>
    <p:sldId id="263" r:id="rId43"/>
    <p:sldId id="264" r:id="rId44"/>
    <p:sldId id="265" r:id="rId45"/>
    <p:sldId id="266" r:id="rId46"/>
    <p:sldId id="267" r:id="rId47"/>
    <p:sldId id="268" r:id="rId4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" Target="slides/slide1.xml"/><Relationship Id="rId37" Type="http://schemas.openxmlformats.org/officeDocument/2006/relationships/slide" Target="slides/slide2.xml"/><Relationship Id="rId38" Type="http://schemas.openxmlformats.org/officeDocument/2006/relationships/slide" Target="slides/slide3.xml"/><Relationship Id="rId39" Type="http://schemas.openxmlformats.org/officeDocument/2006/relationships/slide" Target="slides/slide4.xml"/><Relationship Id="rId40" Type="http://schemas.openxmlformats.org/officeDocument/2006/relationships/slide" Target="slides/slide5.xml"/><Relationship Id="rId41" Type="http://schemas.openxmlformats.org/officeDocument/2006/relationships/slide" Target="slides/slide6.xml"/><Relationship Id="rId42" Type="http://schemas.openxmlformats.org/officeDocument/2006/relationships/slide" Target="slides/slide7.xml"/><Relationship Id="rId43" Type="http://schemas.openxmlformats.org/officeDocument/2006/relationships/slide" Target="slides/slide8.xml"/><Relationship Id="rId44" Type="http://schemas.openxmlformats.org/officeDocument/2006/relationships/slide" Target="slides/slide9.xml"/><Relationship Id="rId45" Type="http://schemas.openxmlformats.org/officeDocument/2006/relationships/slide" Target="slides/slide10.xml"/><Relationship Id="rId46" Type="http://schemas.openxmlformats.org/officeDocument/2006/relationships/slide" Target="slides/slide11.xml"/><Relationship Id="rId47" Type="http://schemas.openxmlformats.org/officeDocument/2006/relationships/slide" Target="slides/slide12.xml"/><Relationship Id="rId48" Type="http://schemas.openxmlformats.org/officeDocument/2006/relationships/slide" Target="slides/slide13.xml"/><Relationship Id="rId49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1614301191766"/>
          <c:y val="0.0482918058052916"/>
          <c:w val="0.590574214517877"/>
          <c:h val="0.932442846134087"/>
        </c:manualLayout>
      </c:layout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87000">
                    <a:srgbClr val="ff0000"/>
                  </a:gs>
                  <a:gs pos="100000">
                    <a:srgbClr val="b2244c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242e3d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pe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I Arz Eder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o+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7757BEF-BA2B-4962-A25F-A2760CFB5A3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6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Grey_unpressed"/>
          <p:cNvSpPr/>
          <p:nvPr/>
        </p:nvSpPr>
        <p:spPr>
          <a:xfrm>
            <a:off x="2833920" y="2727720"/>
            <a:ext cx="6469920" cy="1517760"/>
          </a:xfrm>
          <a:custGeom>
            <a:avLst/>
            <a:gdLst>
              <a:gd name="textAreaLeft" fmla="*/ 0 w 6469920"/>
              <a:gd name="textAreaRight" fmla="*/ 6474600 w 6469920"/>
              <a:gd name="textAreaTop" fmla="*/ 0 h 1517760"/>
              <a:gd name="textAreaBottom" fmla="*/ 1522440 h 151776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" name="TextBox 4"/>
          <p:cNvSpPr/>
          <p:nvPr/>
        </p:nvSpPr>
        <p:spPr>
          <a:xfrm>
            <a:off x="7392960" y="6313680"/>
            <a:ext cx="5706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Freeform 6"/>
          <p:cNvSpPr/>
          <p:nvPr/>
        </p:nvSpPr>
        <p:spPr>
          <a:xfrm>
            <a:off x="2435040" y="2589840"/>
            <a:ext cx="2435400" cy="2610360"/>
          </a:xfrm>
          <a:custGeom>
            <a:avLst/>
            <a:gdLst>
              <a:gd name="textAreaLeft" fmla="*/ 0 w 2435400"/>
              <a:gd name="textAreaRight" fmla="*/ 2440080 w 2435400"/>
              <a:gd name="textAreaTop" fmla="*/ 0 h 2610360"/>
              <a:gd name="textAreaBottom" fmla="*/ 2615040 h 261036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" name="Oval 7"/>
          <p:cNvSpPr/>
          <p:nvPr/>
        </p:nvSpPr>
        <p:spPr>
          <a:xfrm>
            <a:off x="3103920" y="3080520"/>
            <a:ext cx="982080" cy="9820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" name="Group 8"/>
          <p:cNvGrpSpPr/>
          <p:nvPr/>
        </p:nvGrpSpPr>
        <p:grpSpPr>
          <a:xfrm>
            <a:off x="4008600" y="3031920"/>
            <a:ext cx="4120200" cy="909360"/>
            <a:chOff x="4008600" y="3031920"/>
            <a:chExt cx="4120200" cy="909360"/>
          </a:xfrm>
        </p:grpSpPr>
        <p:pic>
          <p:nvPicPr>
            <p:cNvPr id="7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4160" cy="8607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9040" cy="86076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" name="Rectangle 12"/>
          <p:cNvSpPr/>
          <p:nvPr/>
        </p:nvSpPr>
        <p:spPr>
          <a:xfrm>
            <a:off x="11271960" y="256320"/>
            <a:ext cx="678960" cy="491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" name="Group 19"/>
          <p:cNvGrpSpPr/>
          <p:nvPr/>
        </p:nvGrpSpPr>
        <p:grpSpPr>
          <a:xfrm>
            <a:off x="1717560" y="6498720"/>
            <a:ext cx="903240" cy="196560"/>
            <a:chOff x="1717560" y="6498720"/>
            <a:chExt cx="903240" cy="196560"/>
          </a:xfrm>
        </p:grpSpPr>
        <p:pic>
          <p:nvPicPr>
            <p:cNvPr id="11" name="Picture 20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934640" y="6498720"/>
              <a:ext cx="686160" cy="1857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" name="Picture 21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717560" y="6509520"/>
              <a:ext cx="207360" cy="18576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13" name="Picture 22" descr=""/>
          <p:cNvPicPr/>
          <p:nvPr/>
        </p:nvPicPr>
        <p:blipFill>
          <a:blip r:embed="rId6"/>
          <a:stretch/>
        </p:blipFill>
        <p:spPr>
          <a:xfrm>
            <a:off x="169560" y="6469200"/>
            <a:ext cx="1331280" cy="255240"/>
          </a:xfrm>
          <a:prstGeom prst="rect">
            <a:avLst/>
          </a:prstGeom>
          <a:ln w="0">
            <a:noFill/>
          </a:ln>
        </p:spPr>
      </p:pic>
      <p:sp>
        <p:nvSpPr>
          <p:cNvPr id="14" name="TextBox 23"/>
          <p:cNvSpPr/>
          <p:nvPr/>
        </p:nvSpPr>
        <p:spPr>
          <a:xfrm>
            <a:off x="1585440" y="649872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24"/>
          <p:cNvSpPr/>
          <p:nvPr/>
        </p:nvSpPr>
        <p:spPr>
          <a:xfrm>
            <a:off x="1585440" y="645480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25"/>
          <p:cNvSpPr/>
          <p:nvPr/>
        </p:nvSpPr>
        <p:spPr>
          <a:xfrm>
            <a:off x="1585440" y="650952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tr-TR" sz="1800" spc="-1" strike="noStrike">
                <a:solidFill>
                  <a:schemeClr val="dk1"/>
                </a:solidFill>
                <a:latin typeface="Open Sans"/>
              </a:rPr>
              <a:t>Click to edit the title text format</a:t>
            </a:r>
            <a:endParaRPr b="0" lang="tr-TR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2800" spc="-1" strike="noStrike">
                <a:solidFill>
                  <a:schemeClr val="dk1"/>
                </a:solidFill>
                <a:latin typeface="Open Sans"/>
              </a:rPr>
              <a:t>Click to edit the outline text format</a:t>
            </a:r>
            <a:endParaRPr b="0" lang="tr-TR" sz="2800" spc="-1" strike="noStrike">
              <a:solidFill>
                <a:schemeClr val="dk1"/>
              </a:solidFill>
              <a:latin typeface="Open San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tr-TR" sz="2000" spc="-1" strike="noStrike">
                <a:solidFill>
                  <a:schemeClr val="dk1"/>
                </a:solidFill>
                <a:latin typeface="Open Sans"/>
              </a:rPr>
              <a:t>Second Outline Level</a:t>
            </a:r>
            <a:endParaRPr b="0" lang="tr-TR" sz="2000" spc="-1" strike="noStrike">
              <a:solidFill>
                <a:schemeClr val="dk1"/>
              </a:solidFill>
              <a:latin typeface="Open San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1800" spc="-1" strike="noStrike">
                <a:solidFill>
                  <a:schemeClr val="dk1"/>
                </a:solidFill>
                <a:latin typeface="Open Sans"/>
              </a:rPr>
              <a:t>Third Outline Level</a:t>
            </a:r>
            <a:endParaRPr b="0" lang="tr-TR" sz="1800" spc="-1" strike="noStrike">
              <a:solidFill>
                <a:schemeClr val="dk1"/>
              </a:solidFill>
              <a:latin typeface="Open San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tr-TR" sz="1800" spc="-1" strike="noStrike">
                <a:solidFill>
                  <a:schemeClr val="dk1"/>
                </a:solidFill>
                <a:latin typeface="Open Sans"/>
              </a:rPr>
              <a:t>Fourth Outline Level</a:t>
            </a:r>
            <a:endParaRPr b="0" lang="tr-TR" sz="1800" spc="-1" strike="noStrike">
              <a:solidFill>
                <a:schemeClr val="dk1"/>
              </a:solidFill>
              <a:latin typeface="Open San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2000" spc="-1" strike="noStrike">
                <a:solidFill>
                  <a:schemeClr val="dk1"/>
                </a:solidFill>
                <a:latin typeface="Open Sans"/>
              </a:rPr>
              <a:t>Fifth Outline Level</a:t>
            </a:r>
            <a:endParaRPr b="0" lang="tr-TR" sz="2000" spc="-1" strike="noStrike">
              <a:solidFill>
                <a:schemeClr val="dk1"/>
              </a:solidFill>
              <a:latin typeface="Open San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2000" spc="-1" strike="noStrike">
                <a:solidFill>
                  <a:schemeClr val="dk1"/>
                </a:solidFill>
                <a:latin typeface="Open Sans"/>
              </a:rPr>
              <a:t>Sixth Outline Level</a:t>
            </a:r>
            <a:endParaRPr b="0" lang="tr-TR" sz="2000" spc="-1" strike="noStrike">
              <a:solidFill>
                <a:schemeClr val="dk1"/>
              </a:solidFill>
              <a:latin typeface="Open San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2000" spc="-1" strike="noStrike">
                <a:solidFill>
                  <a:schemeClr val="dk1"/>
                </a:solidFill>
                <a:latin typeface="Open Sans"/>
              </a:rPr>
              <a:t>Seventh Outline Level</a:t>
            </a:r>
            <a:endParaRPr b="0" lang="tr-TR" sz="2000" spc="-1" strike="noStrike">
              <a:solidFill>
                <a:schemeClr val="dk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B0C3C3E-AAE3-4391-B4D6-F3181DB6B03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Freeform 6"/>
          <p:cNvSpPr/>
          <p:nvPr/>
        </p:nvSpPr>
        <p:spPr>
          <a:xfrm>
            <a:off x="2395440" y="1946160"/>
            <a:ext cx="1349280" cy="3706920"/>
          </a:xfrm>
          <a:custGeom>
            <a:avLst/>
            <a:gdLst>
              <a:gd name="textAreaLeft" fmla="*/ 0 w 1349280"/>
              <a:gd name="textAreaRight" fmla="*/ 1353960 w 1349280"/>
              <a:gd name="textAreaTop" fmla="*/ 0 h 3706920"/>
              <a:gd name="textAreaBottom" fmla="*/ 3711600 h 3706920"/>
            </a:gdLst>
            <a:ahLst/>
            <a:rect l="textAreaLeft" t="textAreaTop" r="textAreaRight" b="textAreaBottom"/>
            <a:pathLst>
              <a:path w="356" h="974">
                <a:moveTo>
                  <a:pt x="174" y="972"/>
                </a:moveTo>
                <a:cubicBezTo>
                  <a:pt x="274" y="974"/>
                  <a:pt x="356" y="891"/>
                  <a:pt x="356" y="791"/>
                </a:cubicBezTo>
                <a:cubicBezTo>
                  <a:pt x="356" y="182"/>
                  <a:pt x="356" y="182"/>
                  <a:pt x="356" y="182"/>
                </a:cubicBezTo>
                <a:cubicBezTo>
                  <a:pt x="356" y="85"/>
                  <a:pt x="278" y="3"/>
                  <a:pt x="181" y="1"/>
                </a:cubicBezTo>
                <a:cubicBezTo>
                  <a:pt x="82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2" name="Freeform 7"/>
          <p:cNvSpPr/>
          <p:nvPr/>
        </p:nvSpPr>
        <p:spPr>
          <a:xfrm>
            <a:off x="4432320" y="1946160"/>
            <a:ext cx="1356480" cy="3706920"/>
          </a:xfrm>
          <a:custGeom>
            <a:avLst/>
            <a:gdLst>
              <a:gd name="textAreaLeft" fmla="*/ 0 w 1356480"/>
              <a:gd name="textAreaRight" fmla="*/ 1361160 w 1356480"/>
              <a:gd name="textAreaTop" fmla="*/ 0 h 3706920"/>
              <a:gd name="textAreaBottom" fmla="*/ 3711600 h 370692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3" name="Freeform 8"/>
          <p:cNvSpPr/>
          <p:nvPr/>
        </p:nvSpPr>
        <p:spPr>
          <a:xfrm>
            <a:off x="8443800" y="1946160"/>
            <a:ext cx="1347840" cy="3706920"/>
          </a:xfrm>
          <a:custGeom>
            <a:avLst/>
            <a:gdLst>
              <a:gd name="textAreaLeft" fmla="*/ 0 w 1347840"/>
              <a:gd name="textAreaRight" fmla="*/ 1352520 w 1347840"/>
              <a:gd name="textAreaTop" fmla="*/ 0 h 3706920"/>
              <a:gd name="textAreaBottom" fmla="*/ 3711600 h 370692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4" name="Freeform 9"/>
          <p:cNvSpPr/>
          <p:nvPr/>
        </p:nvSpPr>
        <p:spPr>
          <a:xfrm>
            <a:off x="6396840" y="1946160"/>
            <a:ext cx="1357920" cy="3706920"/>
          </a:xfrm>
          <a:custGeom>
            <a:avLst/>
            <a:gdLst>
              <a:gd name="textAreaLeft" fmla="*/ 0 w 1357920"/>
              <a:gd name="textAreaRight" fmla="*/ 1362600 w 1357920"/>
              <a:gd name="textAreaTop" fmla="*/ 0 h 3706920"/>
              <a:gd name="textAreaBottom" fmla="*/ 3711600 h 370692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" name="Rectangle 18"/>
          <p:cNvSpPr/>
          <p:nvPr/>
        </p:nvSpPr>
        <p:spPr>
          <a:xfrm rot="16200000">
            <a:off x="2796480" y="322668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Rectangle 19"/>
          <p:cNvSpPr/>
          <p:nvPr/>
        </p:nvSpPr>
        <p:spPr>
          <a:xfrm rot="16200000">
            <a:off x="4832280" y="4249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Rectangle 20"/>
          <p:cNvSpPr/>
          <p:nvPr/>
        </p:nvSpPr>
        <p:spPr>
          <a:xfrm rot="16200000">
            <a:off x="6807240" y="3250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ectangle 21"/>
          <p:cNvSpPr/>
          <p:nvPr/>
        </p:nvSpPr>
        <p:spPr>
          <a:xfrm rot="16200000">
            <a:off x="8845560" y="419580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Oval 17"/>
          <p:cNvSpPr/>
          <p:nvPr/>
        </p:nvSpPr>
        <p:spPr>
          <a:xfrm>
            <a:off x="2508840" y="2128320"/>
            <a:ext cx="1100160" cy="11001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" name="Oval 18"/>
          <p:cNvSpPr/>
          <p:nvPr/>
        </p:nvSpPr>
        <p:spPr>
          <a:xfrm>
            <a:off x="4572000" y="4398840"/>
            <a:ext cx="1100160" cy="11001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" name="Oval 19"/>
          <p:cNvSpPr/>
          <p:nvPr/>
        </p:nvSpPr>
        <p:spPr>
          <a:xfrm>
            <a:off x="8562240" y="4398840"/>
            <a:ext cx="1100160" cy="11001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" name="Oval 20"/>
          <p:cNvSpPr/>
          <p:nvPr/>
        </p:nvSpPr>
        <p:spPr>
          <a:xfrm>
            <a:off x="6514920" y="2128320"/>
            <a:ext cx="1100160" cy="11001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3" name="object 384"/>
          <p:cNvSpPr/>
          <p:nvPr/>
        </p:nvSpPr>
        <p:spPr>
          <a:xfrm flipV="1">
            <a:off x="356760" y="671400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object 4"/>
          <p:cNvSpPr/>
          <p:nvPr/>
        </p:nvSpPr>
        <p:spPr>
          <a:xfrm>
            <a:off x="10477800" y="663120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object 384"/>
          <p:cNvSpPr/>
          <p:nvPr/>
        </p:nvSpPr>
        <p:spPr>
          <a:xfrm flipV="1" rot="10800000">
            <a:off x="6100920" y="671868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object 386"/>
          <p:cNvSpPr/>
          <p:nvPr/>
        </p:nvSpPr>
        <p:spPr>
          <a:xfrm>
            <a:off x="5927400" y="651744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Freeform 29"/>
          <p:cNvSpPr/>
          <p:nvPr/>
        </p:nvSpPr>
        <p:spPr>
          <a:xfrm rot="370200">
            <a:off x="-1741680" y="-106992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8" name="Group 25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39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1" name="Rectangle 30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F361A80-8C54-42AF-AC0A-2BCBE25CF91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4" name="Group 4"/>
          <p:cNvGrpSpPr/>
          <p:nvPr/>
        </p:nvGrpSpPr>
        <p:grpSpPr>
          <a:xfrm>
            <a:off x="877320" y="2252880"/>
            <a:ext cx="55800" cy="3384720"/>
            <a:chOff x="877320" y="2252880"/>
            <a:chExt cx="55800" cy="3384720"/>
          </a:xfrm>
        </p:grpSpPr>
        <p:sp>
          <p:nvSpPr>
            <p:cNvPr id="45" name="Freeform 6"/>
            <p:cNvSpPr/>
            <p:nvPr/>
          </p:nvSpPr>
          <p:spPr>
            <a:xfrm>
              <a:off x="877320" y="2257560"/>
              <a:ext cx="55800" cy="3380040"/>
            </a:xfrm>
            <a:custGeom>
              <a:avLst/>
              <a:gdLst>
                <a:gd name="textAreaLeft" fmla="*/ 0 w 55800"/>
                <a:gd name="textAreaRight" fmla="*/ 60480 w 55800"/>
                <a:gd name="textAreaTop" fmla="*/ 0 h 3380040"/>
                <a:gd name="textAreaBottom" fmla="*/ 3384720 h 33800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6" name="Freeform 6"/>
            <p:cNvSpPr/>
            <p:nvPr/>
          </p:nvSpPr>
          <p:spPr>
            <a:xfrm>
              <a:off x="877320" y="2252880"/>
              <a:ext cx="55800" cy="3380040"/>
            </a:xfrm>
            <a:custGeom>
              <a:avLst/>
              <a:gdLst>
                <a:gd name="textAreaLeft" fmla="*/ 0 w 55800"/>
                <a:gd name="textAreaRight" fmla="*/ 60480 w 55800"/>
                <a:gd name="textAreaTop" fmla="*/ 0 h 3380040"/>
                <a:gd name="textAreaBottom" fmla="*/ 3384720 h 33800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" name="Group 8"/>
          <p:cNvGrpSpPr/>
          <p:nvPr/>
        </p:nvGrpSpPr>
        <p:grpSpPr>
          <a:xfrm>
            <a:off x="3442320" y="2233800"/>
            <a:ext cx="55800" cy="3385080"/>
            <a:chOff x="3442320" y="2233800"/>
            <a:chExt cx="55800" cy="3385080"/>
          </a:xfrm>
        </p:grpSpPr>
        <p:sp>
          <p:nvSpPr>
            <p:cNvPr id="48" name="Freeform 6"/>
            <p:cNvSpPr/>
            <p:nvPr/>
          </p:nvSpPr>
          <p:spPr>
            <a:xfrm>
              <a:off x="3442320" y="2238840"/>
              <a:ext cx="55800" cy="3380040"/>
            </a:xfrm>
            <a:custGeom>
              <a:avLst/>
              <a:gdLst>
                <a:gd name="textAreaLeft" fmla="*/ 0 w 55800"/>
                <a:gd name="textAreaRight" fmla="*/ 60480 w 55800"/>
                <a:gd name="textAreaTop" fmla="*/ 0 h 3380040"/>
                <a:gd name="textAreaBottom" fmla="*/ 3384720 h 33800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9" name="Freeform 6"/>
            <p:cNvSpPr/>
            <p:nvPr/>
          </p:nvSpPr>
          <p:spPr>
            <a:xfrm>
              <a:off x="3442320" y="2233800"/>
              <a:ext cx="55800" cy="3380040"/>
            </a:xfrm>
            <a:custGeom>
              <a:avLst/>
              <a:gdLst>
                <a:gd name="textAreaLeft" fmla="*/ 0 w 55800"/>
                <a:gd name="textAreaRight" fmla="*/ 60480 w 55800"/>
                <a:gd name="textAreaTop" fmla="*/ 0 h 3380040"/>
                <a:gd name="textAreaBottom" fmla="*/ 3384720 h 33800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0" name="Group 11"/>
          <p:cNvGrpSpPr/>
          <p:nvPr/>
        </p:nvGrpSpPr>
        <p:grpSpPr>
          <a:xfrm>
            <a:off x="6006960" y="2252880"/>
            <a:ext cx="55800" cy="3384720"/>
            <a:chOff x="6006960" y="2252880"/>
            <a:chExt cx="55800" cy="3384720"/>
          </a:xfrm>
        </p:grpSpPr>
        <p:sp>
          <p:nvSpPr>
            <p:cNvPr id="51" name="Freeform 6"/>
            <p:cNvSpPr/>
            <p:nvPr/>
          </p:nvSpPr>
          <p:spPr>
            <a:xfrm>
              <a:off x="6006960" y="2257560"/>
              <a:ext cx="55800" cy="3380040"/>
            </a:xfrm>
            <a:custGeom>
              <a:avLst/>
              <a:gdLst>
                <a:gd name="textAreaLeft" fmla="*/ 0 w 55800"/>
                <a:gd name="textAreaRight" fmla="*/ 60480 w 55800"/>
                <a:gd name="textAreaTop" fmla="*/ 0 h 3380040"/>
                <a:gd name="textAreaBottom" fmla="*/ 3384720 h 33800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2" name="Freeform 6"/>
            <p:cNvSpPr/>
            <p:nvPr/>
          </p:nvSpPr>
          <p:spPr>
            <a:xfrm>
              <a:off x="6006960" y="2252880"/>
              <a:ext cx="55800" cy="3380040"/>
            </a:xfrm>
            <a:custGeom>
              <a:avLst/>
              <a:gdLst>
                <a:gd name="textAreaLeft" fmla="*/ 0 w 55800"/>
                <a:gd name="textAreaRight" fmla="*/ 60480 w 55800"/>
                <a:gd name="textAreaTop" fmla="*/ 0 h 3380040"/>
                <a:gd name="textAreaBottom" fmla="*/ 3384720 h 33800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3" name="Group 14"/>
          <p:cNvGrpSpPr/>
          <p:nvPr/>
        </p:nvGrpSpPr>
        <p:grpSpPr>
          <a:xfrm>
            <a:off x="8574480" y="2233800"/>
            <a:ext cx="55800" cy="3385080"/>
            <a:chOff x="8574480" y="2233800"/>
            <a:chExt cx="55800" cy="3385080"/>
          </a:xfrm>
        </p:grpSpPr>
        <p:sp>
          <p:nvSpPr>
            <p:cNvPr id="54" name="Freeform 6"/>
            <p:cNvSpPr/>
            <p:nvPr/>
          </p:nvSpPr>
          <p:spPr>
            <a:xfrm>
              <a:off x="8574480" y="2238840"/>
              <a:ext cx="55800" cy="3380040"/>
            </a:xfrm>
            <a:custGeom>
              <a:avLst/>
              <a:gdLst>
                <a:gd name="textAreaLeft" fmla="*/ 0 w 55800"/>
                <a:gd name="textAreaRight" fmla="*/ 60480 w 55800"/>
                <a:gd name="textAreaTop" fmla="*/ 0 h 3380040"/>
                <a:gd name="textAreaBottom" fmla="*/ 3384720 h 33800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5" name="Freeform 6"/>
            <p:cNvSpPr/>
            <p:nvPr/>
          </p:nvSpPr>
          <p:spPr>
            <a:xfrm>
              <a:off x="8574480" y="2233800"/>
              <a:ext cx="55800" cy="3380040"/>
            </a:xfrm>
            <a:custGeom>
              <a:avLst/>
              <a:gdLst>
                <a:gd name="textAreaLeft" fmla="*/ 0 w 55800"/>
                <a:gd name="textAreaRight" fmla="*/ 60480 w 55800"/>
                <a:gd name="textAreaTop" fmla="*/ 0 h 3380040"/>
                <a:gd name="textAreaBottom" fmla="*/ 3384720 h 33800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" name="Group 17"/>
          <p:cNvGrpSpPr/>
          <p:nvPr/>
        </p:nvGrpSpPr>
        <p:grpSpPr>
          <a:xfrm>
            <a:off x="11136960" y="2252880"/>
            <a:ext cx="55800" cy="3384720"/>
            <a:chOff x="11136960" y="2252880"/>
            <a:chExt cx="55800" cy="3384720"/>
          </a:xfrm>
        </p:grpSpPr>
        <p:sp>
          <p:nvSpPr>
            <p:cNvPr id="57" name="Freeform 6"/>
            <p:cNvSpPr/>
            <p:nvPr/>
          </p:nvSpPr>
          <p:spPr>
            <a:xfrm>
              <a:off x="11136960" y="2257560"/>
              <a:ext cx="55800" cy="3380040"/>
            </a:xfrm>
            <a:custGeom>
              <a:avLst/>
              <a:gdLst>
                <a:gd name="textAreaLeft" fmla="*/ 0 w 55800"/>
                <a:gd name="textAreaRight" fmla="*/ 60480 w 55800"/>
                <a:gd name="textAreaTop" fmla="*/ 0 h 3380040"/>
                <a:gd name="textAreaBottom" fmla="*/ 3384720 h 33800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8" name="Freeform 6"/>
            <p:cNvSpPr/>
            <p:nvPr/>
          </p:nvSpPr>
          <p:spPr>
            <a:xfrm>
              <a:off x="11136960" y="2252880"/>
              <a:ext cx="55800" cy="3380040"/>
            </a:xfrm>
            <a:custGeom>
              <a:avLst/>
              <a:gdLst>
                <a:gd name="textAreaLeft" fmla="*/ 0 w 55800"/>
                <a:gd name="textAreaRight" fmla="*/ 60480 w 55800"/>
                <a:gd name="textAreaTop" fmla="*/ 0 h 3380040"/>
                <a:gd name="textAreaBottom" fmla="*/ 3384720 h 33800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9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Freeform 32"/>
          <p:cNvSpPr/>
          <p:nvPr/>
        </p:nvSpPr>
        <p:spPr>
          <a:xfrm>
            <a:off x="-1892160" y="-108900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4" name="Group 24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65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7" name="Rectangle 33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B9CCE2B-B7E4-4582-9147-3EB15201C3D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0" name="Group 7"/>
          <p:cNvGrpSpPr/>
          <p:nvPr/>
        </p:nvGrpSpPr>
        <p:grpSpPr>
          <a:xfrm>
            <a:off x="6215040" y="801720"/>
            <a:ext cx="4687920" cy="5332320"/>
            <a:chOff x="6215040" y="801720"/>
            <a:chExt cx="4687920" cy="5332320"/>
          </a:xfrm>
        </p:grpSpPr>
        <p:sp>
          <p:nvSpPr>
            <p:cNvPr id="71" name="Freeform 8"/>
            <p:cNvSpPr/>
            <p:nvPr/>
          </p:nvSpPr>
          <p:spPr>
            <a:xfrm>
              <a:off x="6215040" y="801720"/>
              <a:ext cx="4687920" cy="5332320"/>
            </a:xfrm>
            <a:custGeom>
              <a:avLst/>
              <a:gdLst>
                <a:gd name="textAreaLeft" fmla="*/ 0 w 4687920"/>
                <a:gd name="textAreaRight" fmla="*/ 4692600 w 4687920"/>
                <a:gd name="textAreaTop" fmla="*/ 0 h 5332320"/>
                <a:gd name="textAreaBottom" fmla="*/ 5337000 h 533232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" name="Freeform 6"/>
            <p:cNvSpPr/>
            <p:nvPr/>
          </p:nvSpPr>
          <p:spPr>
            <a:xfrm>
              <a:off x="6215040" y="801720"/>
              <a:ext cx="4687920" cy="5332320"/>
            </a:xfrm>
            <a:custGeom>
              <a:avLst/>
              <a:gdLst>
                <a:gd name="textAreaLeft" fmla="*/ 0 w 4687920"/>
                <a:gd name="textAreaRight" fmla="*/ 4692600 w 4687920"/>
                <a:gd name="textAreaTop" fmla="*/ 0 h 5332320"/>
                <a:gd name="textAreaBottom" fmla="*/ 5337000 h 533232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Freeform 18"/>
          <p:cNvSpPr/>
          <p:nvPr/>
        </p:nvSpPr>
        <p:spPr>
          <a:xfrm rot="237600">
            <a:off x="-1389960" y="-955080"/>
            <a:ext cx="7399440" cy="6143040"/>
          </a:xfrm>
          <a:custGeom>
            <a:avLst/>
            <a:gdLst>
              <a:gd name="textAreaLeft" fmla="*/ 0 w 7399440"/>
              <a:gd name="textAreaRight" fmla="*/ 7404120 w 7399440"/>
              <a:gd name="textAreaTop" fmla="*/ 0 h 6143040"/>
              <a:gd name="textAreaBottom" fmla="*/ 6147720 h 61430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8" name="Group 10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79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1" name="Text Placeholder 5"/>
          <p:cNvSpPr/>
          <p:nvPr/>
        </p:nvSpPr>
        <p:spPr>
          <a:xfrm>
            <a:off x="603720" y="805680"/>
            <a:ext cx="4770360" cy="5332320"/>
          </a:xfrm>
          <a:prstGeom prst="roundRect">
            <a:avLst>
              <a:gd name="adj" fmla="val 953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Rectangle 19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9EEAC56-5AF7-4F5A-BFD3-8C24986FF84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" name="Group 11"/>
          <p:cNvGrpSpPr/>
          <p:nvPr/>
        </p:nvGrpSpPr>
        <p:grpSpPr>
          <a:xfrm>
            <a:off x="9316080" y="1022400"/>
            <a:ext cx="2318400" cy="2320560"/>
            <a:chOff x="9316080" y="1022400"/>
            <a:chExt cx="2318400" cy="2320560"/>
          </a:xfrm>
        </p:grpSpPr>
        <p:sp>
          <p:nvSpPr>
            <p:cNvPr id="86" name="Freeform 6"/>
            <p:cNvSpPr/>
            <p:nvPr/>
          </p:nvSpPr>
          <p:spPr>
            <a:xfrm>
              <a:off x="9316080" y="1022400"/>
              <a:ext cx="2318400" cy="2320560"/>
            </a:xfrm>
            <a:custGeom>
              <a:avLst/>
              <a:gdLst>
                <a:gd name="textAreaLeft" fmla="*/ 0 w 2318400"/>
                <a:gd name="textAreaRight" fmla="*/ 2323080 w 2318400"/>
                <a:gd name="textAreaTop" fmla="*/ 0 h 2320560"/>
                <a:gd name="textAreaBottom" fmla="*/ 2325240 h 23205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7" name="Freeform 6"/>
            <p:cNvSpPr/>
            <p:nvPr/>
          </p:nvSpPr>
          <p:spPr>
            <a:xfrm>
              <a:off x="9316080" y="1022400"/>
              <a:ext cx="2318400" cy="2320560"/>
            </a:xfrm>
            <a:custGeom>
              <a:avLst/>
              <a:gdLst>
                <a:gd name="textAreaLeft" fmla="*/ 0 w 2318400"/>
                <a:gd name="textAreaRight" fmla="*/ 2323080 w 2318400"/>
                <a:gd name="textAreaTop" fmla="*/ 0 h 2320560"/>
                <a:gd name="textAreaBottom" fmla="*/ 2325240 h 23205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8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2" name="Group 28"/>
          <p:cNvGrpSpPr/>
          <p:nvPr/>
        </p:nvGrpSpPr>
        <p:grpSpPr>
          <a:xfrm>
            <a:off x="6627960" y="1022400"/>
            <a:ext cx="2318400" cy="2320560"/>
            <a:chOff x="6627960" y="1022400"/>
            <a:chExt cx="2318400" cy="2320560"/>
          </a:xfrm>
        </p:grpSpPr>
        <p:sp>
          <p:nvSpPr>
            <p:cNvPr id="93" name="Freeform 6"/>
            <p:cNvSpPr/>
            <p:nvPr/>
          </p:nvSpPr>
          <p:spPr>
            <a:xfrm>
              <a:off x="6627960" y="1022400"/>
              <a:ext cx="2318400" cy="2320560"/>
            </a:xfrm>
            <a:custGeom>
              <a:avLst/>
              <a:gdLst>
                <a:gd name="textAreaLeft" fmla="*/ 0 w 2318400"/>
                <a:gd name="textAreaRight" fmla="*/ 2323080 w 2318400"/>
                <a:gd name="textAreaTop" fmla="*/ 0 h 2320560"/>
                <a:gd name="textAreaBottom" fmla="*/ 2325240 h 23205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" name="Freeform 6"/>
            <p:cNvSpPr/>
            <p:nvPr/>
          </p:nvSpPr>
          <p:spPr>
            <a:xfrm>
              <a:off x="6627960" y="1022400"/>
              <a:ext cx="2318400" cy="2320560"/>
            </a:xfrm>
            <a:custGeom>
              <a:avLst/>
              <a:gdLst>
                <a:gd name="textAreaLeft" fmla="*/ 0 w 2318400"/>
                <a:gd name="textAreaRight" fmla="*/ 2323080 w 2318400"/>
                <a:gd name="textAreaTop" fmla="*/ 0 h 2320560"/>
                <a:gd name="textAreaBottom" fmla="*/ 2325240 h 23205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5" name="Group 32"/>
          <p:cNvGrpSpPr/>
          <p:nvPr/>
        </p:nvGrpSpPr>
        <p:grpSpPr>
          <a:xfrm>
            <a:off x="9316080" y="3486960"/>
            <a:ext cx="2318400" cy="2320560"/>
            <a:chOff x="9316080" y="3486960"/>
            <a:chExt cx="2318400" cy="2320560"/>
          </a:xfrm>
        </p:grpSpPr>
        <p:sp>
          <p:nvSpPr>
            <p:cNvPr id="96" name="Freeform 6"/>
            <p:cNvSpPr/>
            <p:nvPr/>
          </p:nvSpPr>
          <p:spPr>
            <a:xfrm>
              <a:off x="9316080" y="3486960"/>
              <a:ext cx="2318400" cy="2320560"/>
            </a:xfrm>
            <a:custGeom>
              <a:avLst/>
              <a:gdLst>
                <a:gd name="textAreaLeft" fmla="*/ 0 w 2318400"/>
                <a:gd name="textAreaRight" fmla="*/ 2323080 w 2318400"/>
                <a:gd name="textAreaTop" fmla="*/ 0 h 2320560"/>
                <a:gd name="textAreaBottom" fmla="*/ 2325240 h 23205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7" name="Freeform 6"/>
            <p:cNvSpPr/>
            <p:nvPr/>
          </p:nvSpPr>
          <p:spPr>
            <a:xfrm>
              <a:off x="9316080" y="3486960"/>
              <a:ext cx="2318400" cy="2320560"/>
            </a:xfrm>
            <a:custGeom>
              <a:avLst/>
              <a:gdLst>
                <a:gd name="textAreaLeft" fmla="*/ 0 w 2318400"/>
                <a:gd name="textAreaRight" fmla="*/ 2323080 w 2318400"/>
                <a:gd name="textAreaTop" fmla="*/ 0 h 2320560"/>
                <a:gd name="textAreaBottom" fmla="*/ 2325240 h 23205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8" name="Group 36"/>
          <p:cNvGrpSpPr/>
          <p:nvPr/>
        </p:nvGrpSpPr>
        <p:grpSpPr>
          <a:xfrm>
            <a:off x="6627960" y="3486960"/>
            <a:ext cx="2318400" cy="2320560"/>
            <a:chOff x="6627960" y="3486960"/>
            <a:chExt cx="2318400" cy="2320560"/>
          </a:xfrm>
        </p:grpSpPr>
        <p:sp>
          <p:nvSpPr>
            <p:cNvPr id="99" name="Freeform 6"/>
            <p:cNvSpPr/>
            <p:nvPr/>
          </p:nvSpPr>
          <p:spPr>
            <a:xfrm>
              <a:off x="6627960" y="3486960"/>
              <a:ext cx="2318400" cy="2320560"/>
            </a:xfrm>
            <a:custGeom>
              <a:avLst/>
              <a:gdLst>
                <a:gd name="textAreaLeft" fmla="*/ 0 w 2318400"/>
                <a:gd name="textAreaRight" fmla="*/ 2323080 w 2318400"/>
                <a:gd name="textAreaTop" fmla="*/ 0 h 2320560"/>
                <a:gd name="textAreaBottom" fmla="*/ 2325240 h 23205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" name="Freeform 6"/>
            <p:cNvSpPr/>
            <p:nvPr/>
          </p:nvSpPr>
          <p:spPr>
            <a:xfrm>
              <a:off x="6627960" y="3486960"/>
              <a:ext cx="2318400" cy="2320560"/>
            </a:xfrm>
            <a:custGeom>
              <a:avLst/>
              <a:gdLst>
                <a:gd name="textAreaLeft" fmla="*/ 0 w 2318400"/>
                <a:gd name="textAreaRight" fmla="*/ 2323080 w 2318400"/>
                <a:gd name="textAreaTop" fmla="*/ 0 h 2320560"/>
                <a:gd name="textAreaBottom" fmla="*/ 2325240 h 23205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" name="Freeform 45"/>
          <p:cNvSpPr/>
          <p:nvPr/>
        </p:nvSpPr>
        <p:spPr>
          <a:xfrm rot="370200">
            <a:off x="-1693800" y="-68292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2" name="Group 17"/>
          <p:cNvGrpSpPr/>
          <p:nvPr/>
        </p:nvGrpSpPr>
        <p:grpSpPr>
          <a:xfrm>
            <a:off x="581400" y="1022400"/>
            <a:ext cx="4783320" cy="4787640"/>
            <a:chOff x="581400" y="1022400"/>
            <a:chExt cx="4783320" cy="4787640"/>
          </a:xfrm>
        </p:grpSpPr>
        <p:sp>
          <p:nvSpPr>
            <p:cNvPr id="103" name="Freeform 22"/>
            <p:cNvSpPr/>
            <p:nvPr/>
          </p:nvSpPr>
          <p:spPr>
            <a:xfrm>
              <a:off x="581400" y="1022400"/>
              <a:ext cx="4783320" cy="4787640"/>
            </a:xfrm>
            <a:custGeom>
              <a:avLst/>
              <a:gdLst>
                <a:gd name="textAreaLeft" fmla="*/ 0 w 4783320"/>
                <a:gd name="textAreaRight" fmla="*/ 4788000 w 4783320"/>
                <a:gd name="textAreaTop" fmla="*/ 0 h 4787640"/>
                <a:gd name="textAreaBottom" fmla="*/ 4792320 h 4787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>
              <a:off x="581400" y="1022400"/>
              <a:ext cx="4783320" cy="4787640"/>
            </a:xfrm>
            <a:custGeom>
              <a:avLst/>
              <a:gdLst>
                <a:gd name="textAreaLeft" fmla="*/ 0 w 4783320"/>
                <a:gd name="textAreaRight" fmla="*/ 4788000 w 4783320"/>
                <a:gd name="textAreaTop" fmla="*/ 0 h 4787640"/>
                <a:gd name="textAreaBottom" fmla="*/ 4792320 h 4787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" name="Text Placeholder 2"/>
          <p:cNvSpPr/>
          <p:nvPr/>
        </p:nvSpPr>
        <p:spPr>
          <a:xfrm>
            <a:off x="817920" y="1284120"/>
            <a:ext cx="4313160" cy="4275360"/>
          </a:xfrm>
          <a:prstGeom prst="roundRect">
            <a:avLst>
              <a:gd name="adj" fmla="val 666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6" name="Group 35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10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9" name="Rectangle 46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23E2F39-BAF8-4D5F-884F-75C7CF17770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Line 13"/>
          <p:cNvSpPr/>
          <p:nvPr/>
        </p:nvSpPr>
        <p:spPr>
          <a:xfrm>
            <a:off x="1998000" y="3327840"/>
            <a:ext cx="803268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113" name="Group 6"/>
          <p:cNvGrpSpPr/>
          <p:nvPr/>
        </p:nvGrpSpPr>
        <p:grpSpPr>
          <a:xfrm>
            <a:off x="1853640" y="3183480"/>
            <a:ext cx="287280" cy="287280"/>
            <a:chOff x="1853640" y="3183480"/>
            <a:chExt cx="287280" cy="287280"/>
          </a:xfrm>
        </p:grpSpPr>
        <p:sp>
          <p:nvSpPr>
            <p:cNvPr id="114" name="Oval 7"/>
            <p:cNvSpPr/>
            <p:nvPr/>
          </p:nvSpPr>
          <p:spPr>
            <a:xfrm>
              <a:off x="1853640" y="3183480"/>
              <a:ext cx="287280" cy="287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5" name="Oval 28"/>
            <p:cNvSpPr/>
            <p:nvPr/>
          </p:nvSpPr>
          <p:spPr>
            <a:xfrm>
              <a:off x="1927440" y="3257280"/>
              <a:ext cx="13644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6" name="Group 9"/>
          <p:cNvGrpSpPr/>
          <p:nvPr/>
        </p:nvGrpSpPr>
        <p:grpSpPr>
          <a:xfrm>
            <a:off x="3190320" y="3183480"/>
            <a:ext cx="287280" cy="287280"/>
            <a:chOff x="3190320" y="3183480"/>
            <a:chExt cx="287280" cy="287280"/>
          </a:xfrm>
        </p:grpSpPr>
        <p:sp>
          <p:nvSpPr>
            <p:cNvPr id="117" name="Oval 10"/>
            <p:cNvSpPr/>
            <p:nvPr/>
          </p:nvSpPr>
          <p:spPr>
            <a:xfrm>
              <a:off x="3190320" y="3183480"/>
              <a:ext cx="287280" cy="287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8" name="Oval 28"/>
            <p:cNvSpPr/>
            <p:nvPr/>
          </p:nvSpPr>
          <p:spPr>
            <a:xfrm>
              <a:off x="3264120" y="3257280"/>
              <a:ext cx="13644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9" name="Group 12"/>
          <p:cNvGrpSpPr/>
          <p:nvPr/>
        </p:nvGrpSpPr>
        <p:grpSpPr>
          <a:xfrm>
            <a:off x="4525560" y="3183480"/>
            <a:ext cx="287280" cy="287280"/>
            <a:chOff x="4525560" y="3183480"/>
            <a:chExt cx="287280" cy="287280"/>
          </a:xfrm>
        </p:grpSpPr>
        <p:sp>
          <p:nvSpPr>
            <p:cNvPr id="120" name="Oval 13"/>
            <p:cNvSpPr/>
            <p:nvPr/>
          </p:nvSpPr>
          <p:spPr>
            <a:xfrm>
              <a:off x="4525560" y="3183480"/>
              <a:ext cx="287280" cy="287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1" name="Oval 28"/>
            <p:cNvSpPr/>
            <p:nvPr/>
          </p:nvSpPr>
          <p:spPr>
            <a:xfrm>
              <a:off x="4599360" y="3257280"/>
              <a:ext cx="13644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2" name="Group 15"/>
          <p:cNvGrpSpPr/>
          <p:nvPr/>
        </p:nvGrpSpPr>
        <p:grpSpPr>
          <a:xfrm>
            <a:off x="5863680" y="3183480"/>
            <a:ext cx="287280" cy="287280"/>
            <a:chOff x="5863680" y="3183480"/>
            <a:chExt cx="287280" cy="287280"/>
          </a:xfrm>
        </p:grpSpPr>
        <p:sp>
          <p:nvSpPr>
            <p:cNvPr id="123" name="Oval 16"/>
            <p:cNvSpPr/>
            <p:nvPr/>
          </p:nvSpPr>
          <p:spPr>
            <a:xfrm>
              <a:off x="5863680" y="3183480"/>
              <a:ext cx="287280" cy="287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4" name="Oval 28"/>
            <p:cNvSpPr/>
            <p:nvPr/>
          </p:nvSpPr>
          <p:spPr>
            <a:xfrm>
              <a:off x="5937480" y="3257280"/>
              <a:ext cx="13644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5" name="Group 18"/>
          <p:cNvGrpSpPr/>
          <p:nvPr/>
        </p:nvGrpSpPr>
        <p:grpSpPr>
          <a:xfrm>
            <a:off x="7198920" y="3183480"/>
            <a:ext cx="287280" cy="287280"/>
            <a:chOff x="7198920" y="3183480"/>
            <a:chExt cx="287280" cy="287280"/>
          </a:xfrm>
        </p:grpSpPr>
        <p:sp>
          <p:nvSpPr>
            <p:cNvPr id="126" name="Oval 19"/>
            <p:cNvSpPr/>
            <p:nvPr/>
          </p:nvSpPr>
          <p:spPr>
            <a:xfrm>
              <a:off x="7198920" y="3183480"/>
              <a:ext cx="287280" cy="287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7" name="Oval 28"/>
            <p:cNvSpPr/>
            <p:nvPr/>
          </p:nvSpPr>
          <p:spPr>
            <a:xfrm>
              <a:off x="7272720" y="3257280"/>
              <a:ext cx="13644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8" name="Group 21"/>
          <p:cNvGrpSpPr/>
          <p:nvPr/>
        </p:nvGrpSpPr>
        <p:grpSpPr>
          <a:xfrm>
            <a:off x="8547480" y="3183480"/>
            <a:ext cx="287280" cy="287280"/>
            <a:chOff x="8547480" y="3183480"/>
            <a:chExt cx="287280" cy="287280"/>
          </a:xfrm>
        </p:grpSpPr>
        <p:sp>
          <p:nvSpPr>
            <p:cNvPr id="129" name="Oval 22"/>
            <p:cNvSpPr/>
            <p:nvPr/>
          </p:nvSpPr>
          <p:spPr>
            <a:xfrm>
              <a:off x="8547480" y="3183480"/>
              <a:ext cx="287280" cy="287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0" name="Oval 28"/>
            <p:cNvSpPr/>
            <p:nvPr/>
          </p:nvSpPr>
          <p:spPr>
            <a:xfrm>
              <a:off x="8621280" y="3257280"/>
              <a:ext cx="13644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1" name="Group 24"/>
          <p:cNvGrpSpPr/>
          <p:nvPr/>
        </p:nvGrpSpPr>
        <p:grpSpPr>
          <a:xfrm>
            <a:off x="9884880" y="3183480"/>
            <a:ext cx="287280" cy="287280"/>
            <a:chOff x="9884880" y="3183480"/>
            <a:chExt cx="287280" cy="287280"/>
          </a:xfrm>
        </p:grpSpPr>
        <p:sp>
          <p:nvSpPr>
            <p:cNvPr id="132" name="Oval 25"/>
            <p:cNvSpPr/>
            <p:nvPr/>
          </p:nvSpPr>
          <p:spPr>
            <a:xfrm>
              <a:off x="9884880" y="3183480"/>
              <a:ext cx="287280" cy="287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3" name="Oval 28"/>
            <p:cNvSpPr/>
            <p:nvPr/>
          </p:nvSpPr>
          <p:spPr>
            <a:xfrm>
              <a:off x="9958680" y="3257280"/>
              <a:ext cx="13644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4" name="Group 28"/>
          <p:cNvGrpSpPr/>
          <p:nvPr/>
        </p:nvGrpSpPr>
        <p:grpSpPr>
          <a:xfrm>
            <a:off x="8135280" y="1762920"/>
            <a:ext cx="1113840" cy="1266840"/>
            <a:chOff x="8135280" y="1762920"/>
            <a:chExt cx="1113840" cy="1266840"/>
          </a:xfrm>
        </p:grpSpPr>
        <p:sp>
          <p:nvSpPr>
            <p:cNvPr id="135" name="Freeform 28"/>
            <p:cNvSpPr/>
            <p:nvPr/>
          </p:nvSpPr>
          <p:spPr>
            <a:xfrm>
              <a:off x="8141040" y="1762920"/>
              <a:ext cx="1108080" cy="126684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66840"/>
                <a:gd name="textAreaBottom" fmla="*/ 1271520 h 126684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6" name="Freeform 28"/>
            <p:cNvSpPr/>
            <p:nvPr/>
          </p:nvSpPr>
          <p:spPr>
            <a:xfrm>
              <a:off x="8135280" y="1762920"/>
              <a:ext cx="1108080" cy="126684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66840"/>
                <a:gd name="textAreaBottom" fmla="*/ 1271520 h 126684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37" name="Group 33"/>
          <p:cNvGrpSpPr/>
          <p:nvPr/>
        </p:nvGrpSpPr>
        <p:grpSpPr>
          <a:xfrm>
            <a:off x="5445720" y="1762920"/>
            <a:ext cx="1113840" cy="1266840"/>
            <a:chOff x="5445720" y="1762920"/>
            <a:chExt cx="1113840" cy="1266840"/>
          </a:xfrm>
        </p:grpSpPr>
        <p:sp>
          <p:nvSpPr>
            <p:cNvPr id="138" name="Freeform 28"/>
            <p:cNvSpPr/>
            <p:nvPr/>
          </p:nvSpPr>
          <p:spPr>
            <a:xfrm>
              <a:off x="5451480" y="1762920"/>
              <a:ext cx="1108080" cy="126684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66840"/>
                <a:gd name="textAreaBottom" fmla="*/ 1271520 h 126684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9" name="Freeform 28"/>
            <p:cNvSpPr/>
            <p:nvPr/>
          </p:nvSpPr>
          <p:spPr>
            <a:xfrm>
              <a:off x="5445720" y="1762920"/>
              <a:ext cx="1108080" cy="126684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66840"/>
                <a:gd name="textAreaBottom" fmla="*/ 1271520 h 126684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0" name="Group 38"/>
          <p:cNvGrpSpPr/>
          <p:nvPr/>
        </p:nvGrpSpPr>
        <p:grpSpPr>
          <a:xfrm>
            <a:off x="6789240" y="3629520"/>
            <a:ext cx="1108080" cy="1271520"/>
            <a:chOff x="6789240" y="3629520"/>
            <a:chExt cx="1108080" cy="1271520"/>
          </a:xfrm>
        </p:grpSpPr>
        <p:sp>
          <p:nvSpPr>
            <p:cNvPr id="141" name="Freeform 34"/>
            <p:cNvSpPr/>
            <p:nvPr/>
          </p:nvSpPr>
          <p:spPr>
            <a:xfrm>
              <a:off x="6789240" y="3629520"/>
              <a:ext cx="1108080" cy="127152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71520"/>
                <a:gd name="textAreaBottom" fmla="*/ 1276200 h 12715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2" name="Freeform 34"/>
            <p:cNvSpPr/>
            <p:nvPr/>
          </p:nvSpPr>
          <p:spPr>
            <a:xfrm>
              <a:off x="6789240" y="3629520"/>
              <a:ext cx="1108080" cy="127152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71520"/>
                <a:gd name="textAreaBottom" fmla="*/ 1276200 h 12715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3" name="Group 43"/>
          <p:cNvGrpSpPr/>
          <p:nvPr/>
        </p:nvGrpSpPr>
        <p:grpSpPr>
          <a:xfrm>
            <a:off x="1449000" y="3629520"/>
            <a:ext cx="1108080" cy="1271520"/>
            <a:chOff x="1449000" y="3629520"/>
            <a:chExt cx="1108080" cy="1271520"/>
          </a:xfrm>
        </p:grpSpPr>
        <p:sp>
          <p:nvSpPr>
            <p:cNvPr id="144" name="Freeform 34"/>
            <p:cNvSpPr/>
            <p:nvPr/>
          </p:nvSpPr>
          <p:spPr>
            <a:xfrm>
              <a:off x="1449000" y="3629520"/>
              <a:ext cx="1108080" cy="127152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71520"/>
                <a:gd name="textAreaBottom" fmla="*/ 1276200 h 12715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5" name="Freeform 34"/>
            <p:cNvSpPr/>
            <p:nvPr/>
          </p:nvSpPr>
          <p:spPr>
            <a:xfrm>
              <a:off x="1449000" y="3629520"/>
              <a:ext cx="1108080" cy="127152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71520"/>
                <a:gd name="textAreaBottom" fmla="*/ 1276200 h 12715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6" name="Group 48"/>
          <p:cNvGrpSpPr/>
          <p:nvPr/>
        </p:nvGrpSpPr>
        <p:grpSpPr>
          <a:xfrm>
            <a:off x="4109400" y="3629520"/>
            <a:ext cx="1108080" cy="1271520"/>
            <a:chOff x="4109400" y="3629520"/>
            <a:chExt cx="1108080" cy="1271520"/>
          </a:xfrm>
        </p:grpSpPr>
        <p:sp>
          <p:nvSpPr>
            <p:cNvPr id="147" name="Freeform 34"/>
            <p:cNvSpPr/>
            <p:nvPr/>
          </p:nvSpPr>
          <p:spPr>
            <a:xfrm>
              <a:off x="4109400" y="3629520"/>
              <a:ext cx="1108080" cy="127152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71520"/>
                <a:gd name="textAreaBottom" fmla="*/ 1276200 h 12715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8" name="Freeform 34"/>
            <p:cNvSpPr/>
            <p:nvPr/>
          </p:nvSpPr>
          <p:spPr>
            <a:xfrm>
              <a:off x="4109400" y="3629520"/>
              <a:ext cx="1108080" cy="127152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71520"/>
                <a:gd name="textAreaBottom" fmla="*/ 1276200 h 12715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9" name="Group 53"/>
          <p:cNvGrpSpPr/>
          <p:nvPr/>
        </p:nvGrpSpPr>
        <p:grpSpPr>
          <a:xfrm>
            <a:off x="2772000" y="1762920"/>
            <a:ext cx="1113840" cy="1266840"/>
            <a:chOff x="2772000" y="1762920"/>
            <a:chExt cx="1113840" cy="1266840"/>
          </a:xfrm>
        </p:grpSpPr>
        <p:sp>
          <p:nvSpPr>
            <p:cNvPr id="150" name="Freeform 28"/>
            <p:cNvSpPr/>
            <p:nvPr/>
          </p:nvSpPr>
          <p:spPr>
            <a:xfrm>
              <a:off x="2777760" y="1762920"/>
              <a:ext cx="1108080" cy="126684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66840"/>
                <a:gd name="textAreaBottom" fmla="*/ 1271520 h 126684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1" name="Freeform 28"/>
            <p:cNvSpPr/>
            <p:nvPr/>
          </p:nvSpPr>
          <p:spPr>
            <a:xfrm>
              <a:off x="2772000" y="1762920"/>
              <a:ext cx="1108080" cy="126684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66840"/>
                <a:gd name="textAreaBottom" fmla="*/ 1271520 h 126684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52" name="Group 58"/>
          <p:cNvGrpSpPr/>
          <p:nvPr/>
        </p:nvGrpSpPr>
        <p:grpSpPr>
          <a:xfrm>
            <a:off x="9475200" y="3629520"/>
            <a:ext cx="1108080" cy="1271520"/>
            <a:chOff x="9475200" y="3629520"/>
            <a:chExt cx="1108080" cy="1271520"/>
          </a:xfrm>
        </p:grpSpPr>
        <p:sp>
          <p:nvSpPr>
            <p:cNvPr id="153" name="Freeform 34"/>
            <p:cNvSpPr/>
            <p:nvPr/>
          </p:nvSpPr>
          <p:spPr>
            <a:xfrm>
              <a:off x="9475200" y="3629520"/>
              <a:ext cx="1108080" cy="127152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71520"/>
                <a:gd name="textAreaBottom" fmla="*/ 1276200 h 12715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4" name="Freeform 34"/>
            <p:cNvSpPr/>
            <p:nvPr/>
          </p:nvSpPr>
          <p:spPr>
            <a:xfrm>
              <a:off x="9475200" y="3629520"/>
              <a:ext cx="1108080" cy="1271520"/>
            </a:xfrm>
            <a:custGeom>
              <a:avLst/>
              <a:gdLst>
                <a:gd name="textAreaLeft" fmla="*/ 0 w 1108080"/>
                <a:gd name="textAreaRight" fmla="*/ 1112760 w 1108080"/>
                <a:gd name="textAreaTop" fmla="*/ 0 h 1271520"/>
                <a:gd name="textAreaBottom" fmla="*/ 1276200 h 12715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55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9" name="Freeform 73"/>
          <p:cNvSpPr/>
          <p:nvPr/>
        </p:nvSpPr>
        <p:spPr>
          <a:xfrm>
            <a:off x="-1861200" y="-100620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60" name="Group 69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161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62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63" name="Rectangle 74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6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9BF1955-BDEF-49F0-9EAC-5B6B27D5167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Freeform 10"/>
          <p:cNvSpPr/>
          <p:nvPr/>
        </p:nvSpPr>
        <p:spPr>
          <a:xfrm>
            <a:off x="2082960" y="3490920"/>
            <a:ext cx="1968480" cy="1559160"/>
          </a:xfrm>
          <a:custGeom>
            <a:avLst/>
            <a:gdLst>
              <a:gd name="textAreaLeft" fmla="*/ 0 w 1968480"/>
              <a:gd name="textAreaRight" fmla="*/ 1973160 w 1968480"/>
              <a:gd name="textAreaTop" fmla="*/ 0 h 1559160"/>
              <a:gd name="textAreaBottom" fmla="*/ 1563840 h 155916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gradFill rotWithShape="0">
            <a:gsLst>
              <a:gs pos="0">
                <a:srgbClr val="bf0000"/>
              </a:gs>
              <a:gs pos="50000">
                <a:srgbClr val="a10000"/>
              </a:gs>
              <a:gs pos="100000">
                <a:srgbClr val="710000"/>
              </a:gs>
            </a:gsLst>
            <a:lin ang="18900000"/>
          </a:gradFill>
          <a:ln w="0">
            <a:solidFill>
              <a:srgbClr val="c00000"/>
            </a:solidFill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7" name="Freeform 11"/>
          <p:cNvSpPr/>
          <p:nvPr/>
        </p:nvSpPr>
        <p:spPr>
          <a:xfrm>
            <a:off x="6576840" y="3053520"/>
            <a:ext cx="1881360" cy="1330560"/>
          </a:xfrm>
          <a:custGeom>
            <a:avLst/>
            <a:gdLst>
              <a:gd name="textAreaLeft" fmla="*/ 0 w 1881360"/>
              <a:gd name="textAreaRight" fmla="*/ 1886040 w 1881360"/>
              <a:gd name="textAreaTop" fmla="*/ 0 h 1330560"/>
              <a:gd name="textAreaBottom" fmla="*/ 1335240 h 133056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8" name="Freeform 12"/>
          <p:cNvSpPr/>
          <p:nvPr/>
        </p:nvSpPr>
        <p:spPr>
          <a:xfrm>
            <a:off x="4175280" y="1803240"/>
            <a:ext cx="1681200" cy="2259000"/>
          </a:xfrm>
          <a:custGeom>
            <a:avLst/>
            <a:gdLst>
              <a:gd name="textAreaLeft" fmla="*/ 0 w 1681200"/>
              <a:gd name="textAreaRight" fmla="*/ 1685880 w 1681200"/>
              <a:gd name="textAreaTop" fmla="*/ 0 h 2259000"/>
              <a:gd name="textAreaBottom" fmla="*/ 2263680 h 225900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9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2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73" name="Group 24"/>
          <p:cNvGrpSpPr/>
          <p:nvPr/>
        </p:nvGrpSpPr>
        <p:grpSpPr>
          <a:xfrm>
            <a:off x="5927400" y="580320"/>
            <a:ext cx="2220480" cy="2225160"/>
            <a:chOff x="5927400" y="580320"/>
            <a:chExt cx="2220480" cy="2225160"/>
          </a:xfrm>
        </p:grpSpPr>
        <p:sp>
          <p:nvSpPr>
            <p:cNvPr id="174" name="Freeform 25"/>
            <p:cNvSpPr/>
            <p:nvPr/>
          </p:nvSpPr>
          <p:spPr>
            <a:xfrm>
              <a:off x="5927400" y="58032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5" name="Freeform 6"/>
            <p:cNvSpPr/>
            <p:nvPr/>
          </p:nvSpPr>
          <p:spPr>
            <a:xfrm>
              <a:off x="5927400" y="58032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6" name="Group 28"/>
          <p:cNvGrpSpPr/>
          <p:nvPr/>
        </p:nvGrpSpPr>
        <p:grpSpPr>
          <a:xfrm>
            <a:off x="8552520" y="3053520"/>
            <a:ext cx="2220480" cy="2225160"/>
            <a:chOff x="8552520" y="3053520"/>
            <a:chExt cx="2220480" cy="2225160"/>
          </a:xfrm>
        </p:grpSpPr>
        <p:sp>
          <p:nvSpPr>
            <p:cNvPr id="177" name="Freeform 29"/>
            <p:cNvSpPr/>
            <p:nvPr/>
          </p:nvSpPr>
          <p:spPr>
            <a:xfrm>
              <a:off x="8552520" y="305352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8" name="Freeform 6"/>
            <p:cNvSpPr/>
            <p:nvPr/>
          </p:nvSpPr>
          <p:spPr>
            <a:xfrm>
              <a:off x="8552520" y="305352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9" name="Group 32"/>
          <p:cNvGrpSpPr/>
          <p:nvPr/>
        </p:nvGrpSpPr>
        <p:grpSpPr>
          <a:xfrm>
            <a:off x="4307040" y="4130640"/>
            <a:ext cx="2220480" cy="2225160"/>
            <a:chOff x="4307040" y="4130640"/>
            <a:chExt cx="2220480" cy="2225160"/>
          </a:xfrm>
        </p:grpSpPr>
        <p:sp>
          <p:nvSpPr>
            <p:cNvPr id="180" name="Freeform 33"/>
            <p:cNvSpPr/>
            <p:nvPr/>
          </p:nvSpPr>
          <p:spPr>
            <a:xfrm>
              <a:off x="4307040" y="413064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1" name="Freeform 6"/>
            <p:cNvSpPr/>
            <p:nvPr/>
          </p:nvSpPr>
          <p:spPr>
            <a:xfrm>
              <a:off x="4307040" y="413064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2" name="Freeform 44"/>
          <p:cNvSpPr/>
          <p:nvPr/>
        </p:nvSpPr>
        <p:spPr>
          <a:xfrm>
            <a:off x="-2009880" y="-127620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83" name="Group 36"/>
          <p:cNvGrpSpPr/>
          <p:nvPr/>
        </p:nvGrpSpPr>
        <p:grpSpPr>
          <a:xfrm>
            <a:off x="970200" y="1405440"/>
            <a:ext cx="2220480" cy="2225160"/>
            <a:chOff x="970200" y="1405440"/>
            <a:chExt cx="2220480" cy="2225160"/>
          </a:xfrm>
        </p:grpSpPr>
        <p:sp>
          <p:nvSpPr>
            <p:cNvPr id="184" name="Freeform 37"/>
            <p:cNvSpPr/>
            <p:nvPr/>
          </p:nvSpPr>
          <p:spPr>
            <a:xfrm>
              <a:off x="970200" y="140544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5" name="Freeform 6"/>
            <p:cNvSpPr/>
            <p:nvPr/>
          </p:nvSpPr>
          <p:spPr>
            <a:xfrm>
              <a:off x="970200" y="140544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86" name="Group 27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18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9" name="Rectangle 45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7764B83-B5A4-4BD4-96CE-DF02331EB47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Freeform 10"/>
          <p:cNvSpPr/>
          <p:nvPr/>
        </p:nvSpPr>
        <p:spPr>
          <a:xfrm>
            <a:off x="2082960" y="3490920"/>
            <a:ext cx="1968480" cy="1559160"/>
          </a:xfrm>
          <a:custGeom>
            <a:avLst/>
            <a:gdLst>
              <a:gd name="textAreaLeft" fmla="*/ 0 w 1968480"/>
              <a:gd name="textAreaRight" fmla="*/ 1973160 w 1968480"/>
              <a:gd name="textAreaTop" fmla="*/ 0 h 1559160"/>
              <a:gd name="textAreaBottom" fmla="*/ 1563840 h 155916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3" name="Freeform 11"/>
          <p:cNvSpPr/>
          <p:nvPr/>
        </p:nvSpPr>
        <p:spPr>
          <a:xfrm>
            <a:off x="6552720" y="3029760"/>
            <a:ext cx="1881360" cy="1330560"/>
          </a:xfrm>
          <a:custGeom>
            <a:avLst/>
            <a:gdLst>
              <a:gd name="textAreaLeft" fmla="*/ 0 w 1881360"/>
              <a:gd name="textAreaRight" fmla="*/ 1886040 w 1881360"/>
              <a:gd name="textAreaTop" fmla="*/ 0 h 1330560"/>
              <a:gd name="textAreaBottom" fmla="*/ 1335240 h 133056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4" name="Freeform 12"/>
          <p:cNvSpPr/>
          <p:nvPr/>
        </p:nvSpPr>
        <p:spPr>
          <a:xfrm>
            <a:off x="4175280" y="1803240"/>
            <a:ext cx="1681200" cy="2259000"/>
          </a:xfrm>
          <a:custGeom>
            <a:avLst/>
            <a:gdLst>
              <a:gd name="textAreaLeft" fmla="*/ 0 w 1681200"/>
              <a:gd name="textAreaRight" fmla="*/ 1685880 w 1681200"/>
              <a:gd name="textAreaTop" fmla="*/ 0 h 2259000"/>
              <a:gd name="textAreaBottom" fmla="*/ 2263680 h 225900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5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8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99" name="Group 27"/>
          <p:cNvGrpSpPr/>
          <p:nvPr/>
        </p:nvGrpSpPr>
        <p:grpSpPr>
          <a:xfrm>
            <a:off x="5955120" y="495360"/>
            <a:ext cx="2220480" cy="2225160"/>
            <a:chOff x="5955120" y="495360"/>
            <a:chExt cx="2220480" cy="2225160"/>
          </a:xfrm>
        </p:grpSpPr>
        <p:sp>
          <p:nvSpPr>
            <p:cNvPr id="200" name="Freeform 28"/>
            <p:cNvSpPr/>
            <p:nvPr/>
          </p:nvSpPr>
          <p:spPr>
            <a:xfrm>
              <a:off x="5955120" y="49536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1" name="Freeform 6"/>
            <p:cNvSpPr/>
            <p:nvPr/>
          </p:nvSpPr>
          <p:spPr>
            <a:xfrm>
              <a:off x="5955120" y="49536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2" name="Group 30"/>
          <p:cNvGrpSpPr/>
          <p:nvPr/>
        </p:nvGrpSpPr>
        <p:grpSpPr>
          <a:xfrm>
            <a:off x="8549280" y="3029760"/>
            <a:ext cx="2220480" cy="2225160"/>
            <a:chOff x="8549280" y="3029760"/>
            <a:chExt cx="2220480" cy="2225160"/>
          </a:xfrm>
        </p:grpSpPr>
        <p:sp>
          <p:nvSpPr>
            <p:cNvPr id="203" name="Freeform 31"/>
            <p:cNvSpPr/>
            <p:nvPr/>
          </p:nvSpPr>
          <p:spPr>
            <a:xfrm>
              <a:off x="8549280" y="302976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4" name="Freeform 6"/>
            <p:cNvSpPr/>
            <p:nvPr/>
          </p:nvSpPr>
          <p:spPr>
            <a:xfrm>
              <a:off x="8549280" y="302976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5" name="Group 33"/>
          <p:cNvGrpSpPr/>
          <p:nvPr/>
        </p:nvGrpSpPr>
        <p:grpSpPr>
          <a:xfrm>
            <a:off x="4201200" y="4067280"/>
            <a:ext cx="2220480" cy="2225160"/>
            <a:chOff x="4201200" y="4067280"/>
            <a:chExt cx="2220480" cy="2225160"/>
          </a:xfrm>
        </p:grpSpPr>
        <p:sp>
          <p:nvSpPr>
            <p:cNvPr id="206" name="Freeform 34"/>
            <p:cNvSpPr/>
            <p:nvPr/>
          </p:nvSpPr>
          <p:spPr>
            <a:xfrm>
              <a:off x="4201200" y="406728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7" name="Freeform 6"/>
            <p:cNvSpPr/>
            <p:nvPr/>
          </p:nvSpPr>
          <p:spPr>
            <a:xfrm>
              <a:off x="4201200" y="406728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08" name="Text Placeholder 2"/>
          <p:cNvSpPr/>
          <p:nvPr/>
        </p:nvSpPr>
        <p:spPr>
          <a:xfrm>
            <a:off x="6068880" y="615240"/>
            <a:ext cx="1974960" cy="199872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Placeholder 2"/>
          <p:cNvSpPr/>
          <p:nvPr/>
        </p:nvSpPr>
        <p:spPr>
          <a:xfrm>
            <a:off x="8672040" y="3143160"/>
            <a:ext cx="1974960" cy="199872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Placeholder 2"/>
          <p:cNvSpPr/>
          <p:nvPr/>
        </p:nvSpPr>
        <p:spPr>
          <a:xfrm>
            <a:off x="4323960" y="4203000"/>
            <a:ext cx="1974960" cy="199872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Freeform 42"/>
          <p:cNvSpPr/>
          <p:nvPr/>
        </p:nvSpPr>
        <p:spPr>
          <a:xfrm rot="370200">
            <a:off x="-2192400" y="-122328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12" name="Group 23"/>
          <p:cNvGrpSpPr/>
          <p:nvPr/>
        </p:nvGrpSpPr>
        <p:grpSpPr>
          <a:xfrm>
            <a:off x="970200" y="1238040"/>
            <a:ext cx="2220480" cy="2225160"/>
            <a:chOff x="970200" y="1238040"/>
            <a:chExt cx="2220480" cy="2225160"/>
          </a:xfrm>
        </p:grpSpPr>
        <p:sp>
          <p:nvSpPr>
            <p:cNvPr id="213" name="Freeform 24"/>
            <p:cNvSpPr/>
            <p:nvPr/>
          </p:nvSpPr>
          <p:spPr>
            <a:xfrm>
              <a:off x="970200" y="123804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4" name="Freeform 6"/>
            <p:cNvSpPr/>
            <p:nvPr/>
          </p:nvSpPr>
          <p:spPr>
            <a:xfrm>
              <a:off x="970200" y="1238040"/>
              <a:ext cx="2220480" cy="2225160"/>
            </a:xfrm>
            <a:custGeom>
              <a:avLst/>
              <a:gdLst>
                <a:gd name="textAreaLeft" fmla="*/ 0 w 2220480"/>
                <a:gd name="textAreaRight" fmla="*/ 2225160 w 2220480"/>
                <a:gd name="textAreaTop" fmla="*/ 0 h 2225160"/>
                <a:gd name="textAreaBottom" fmla="*/ 2229840 h 2225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5" name="Text Placeholder 2"/>
          <p:cNvSpPr/>
          <p:nvPr/>
        </p:nvSpPr>
        <p:spPr>
          <a:xfrm>
            <a:off x="1089000" y="1362240"/>
            <a:ext cx="1974960" cy="199872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16" name="Group 26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21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9" name="Rectangle 43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8F67778-F3B4-49BE-BC61-03B6EA48ECF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3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4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26" name="Group 25"/>
          <p:cNvGrpSpPr/>
          <p:nvPr/>
        </p:nvGrpSpPr>
        <p:grpSpPr>
          <a:xfrm>
            <a:off x="5057280" y="834120"/>
            <a:ext cx="1735560" cy="1646280"/>
            <a:chOff x="5057280" y="834120"/>
            <a:chExt cx="1735560" cy="1646280"/>
          </a:xfrm>
        </p:grpSpPr>
        <p:sp>
          <p:nvSpPr>
            <p:cNvPr id="227" name="Freeform 6"/>
            <p:cNvSpPr/>
            <p:nvPr/>
          </p:nvSpPr>
          <p:spPr>
            <a:xfrm>
              <a:off x="5057280" y="834120"/>
              <a:ext cx="1728720" cy="1646280"/>
            </a:xfrm>
            <a:custGeom>
              <a:avLst/>
              <a:gdLst>
                <a:gd name="textAreaLeft" fmla="*/ 0 w 1728720"/>
                <a:gd name="textAreaRight" fmla="*/ 1733400 w 1728720"/>
                <a:gd name="textAreaTop" fmla="*/ 0 h 1646280"/>
                <a:gd name="textAreaBottom" fmla="*/ 1650960 h 164628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28" name="Freeform 6"/>
            <p:cNvSpPr/>
            <p:nvPr/>
          </p:nvSpPr>
          <p:spPr>
            <a:xfrm>
              <a:off x="5064120" y="834120"/>
              <a:ext cx="1728720" cy="1646280"/>
            </a:xfrm>
            <a:custGeom>
              <a:avLst/>
              <a:gdLst>
                <a:gd name="textAreaLeft" fmla="*/ 0 w 1728720"/>
                <a:gd name="textAreaRight" fmla="*/ 1733400 w 1728720"/>
                <a:gd name="textAreaTop" fmla="*/ 0 h 1646280"/>
                <a:gd name="textAreaBottom" fmla="*/ 1650960 h 164628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29" name="Group 28"/>
          <p:cNvGrpSpPr/>
          <p:nvPr/>
        </p:nvGrpSpPr>
        <p:grpSpPr>
          <a:xfrm>
            <a:off x="6671520" y="2019960"/>
            <a:ext cx="1731240" cy="1641600"/>
            <a:chOff x="6671520" y="2019960"/>
            <a:chExt cx="1731240" cy="1641600"/>
          </a:xfrm>
        </p:grpSpPr>
        <p:sp>
          <p:nvSpPr>
            <p:cNvPr id="230" name="Freeform 7"/>
            <p:cNvSpPr/>
            <p:nvPr/>
          </p:nvSpPr>
          <p:spPr>
            <a:xfrm>
              <a:off x="6671520" y="2019960"/>
              <a:ext cx="1724040" cy="1641600"/>
            </a:xfrm>
            <a:custGeom>
              <a:avLst/>
              <a:gdLst>
                <a:gd name="textAreaLeft" fmla="*/ 0 w 1724040"/>
                <a:gd name="textAreaRight" fmla="*/ 1728720 w 1724040"/>
                <a:gd name="textAreaTop" fmla="*/ 0 h 1641600"/>
                <a:gd name="textAreaBottom" fmla="*/ 1646280 h 164160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1" name="Freeform 7"/>
            <p:cNvSpPr/>
            <p:nvPr/>
          </p:nvSpPr>
          <p:spPr>
            <a:xfrm>
              <a:off x="6678720" y="2019960"/>
              <a:ext cx="1724040" cy="1641600"/>
            </a:xfrm>
            <a:custGeom>
              <a:avLst/>
              <a:gdLst>
                <a:gd name="textAreaLeft" fmla="*/ 0 w 1724040"/>
                <a:gd name="textAreaRight" fmla="*/ 1728720 w 1724040"/>
                <a:gd name="textAreaTop" fmla="*/ 0 h 1641600"/>
                <a:gd name="textAreaBottom" fmla="*/ 1646280 h 164160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2" name="Group 31"/>
          <p:cNvGrpSpPr/>
          <p:nvPr/>
        </p:nvGrpSpPr>
        <p:grpSpPr>
          <a:xfrm>
            <a:off x="3398400" y="2019960"/>
            <a:ext cx="1734120" cy="1641600"/>
            <a:chOff x="3398400" y="2019960"/>
            <a:chExt cx="1734120" cy="1641600"/>
          </a:xfrm>
        </p:grpSpPr>
        <p:sp>
          <p:nvSpPr>
            <p:cNvPr id="233" name="Freeform 8"/>
            <p:cNvSpPr/>
            <p:nvPr/>
          </p:nvSpPr>
          <p:spPr>
            <a:xfrm>
              <a:off x="3398400" y="2019960"/>
              <a:ext cx="1727280" cy="1641600"/>
            </a:xfrm>
            <a:custGeom>
              <a:avLst/>
              <a:gdLst>
                <a:gd name="textAreaLeft" fmla="*/ 0 w 1727280"/>
                <a:gd name="textAreaRight" fmla="*/ 1731960 w 1727280"/>
                <a:gd name="textAreaTop" fmla="*/ 0 h 1641600"/>
                <a:gd name="textAreaBottom" fmla="*/ 1646280 h 164160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4" name="Freeform 8"/>
            <p:cNvSpPr/>
            <p:nvPr/>
          </p:nvSpPr>
          <p:spPr>
            <a:xfrm>
              <a:off x="3405240" y="2019960"/>
              <a:ext cx="1727280" cy="1641600"/>
            </a:xfrm>
            <a:custGeom>
              <a:avLst/>
              <a:gdLst>
                <a:gd name="textAreaLeft" fmla="*/ 0 w 1727280"/>
                <a:gd name="textAreaRight" fmla="*/ 1731960 w 1727280"/>
                <a:gd name="textAreaTop" fmla="*/ 0 h 1641600"/>
                <a:gd name="textAreaBottom" fmla="*/ 1646280 h 164160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5" name="Group 34"/>
          <p:cNvGrpSpPr/>
          <p:nvPr/>
        </p:nvGrpSpPr>
        <p:grpSpPr>
          <a:xfrm>
            <a:off x="4038120" y="3927960"/>
            <a:ext cx="1734120" cy="1644840"/>
            <a:chOff x="4038120" y="3927960"/>
            <a:chExt cx="1734120" cy="1644840"/>
          </a:xfrm>
        </p:grpSpPr>
        <p:sp>
          <p:nvSpPr>
            <p:cNvPr id="236" name="Freeform 9"/>
            <p:cNvSpPr/>
            <p:nvPr/>
          </p:nvSpPr>
          <p:spPr>
            <a:xfrm>
              <a:off x="4038120" y="3927960"/>
              <a:ext cx="1727280" cy="1644840"/>
            </a:xfrm>
            <a:custGeom>
              <a:avLst/>
              <a:gdLst>
                <a:gd name="textAreaLeft" fmla="*/ 0 w 1727280"/>
                <a:gd name="textAreaRight" fmla="*/ 1731960 w 1727280"/>
                <a:gd name="textAreaTop" fmla="*/ 0 h 1644840"/>
                <a:gd name="textAreaBottom" fmla="*/ 1649520 h 16448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7" name="Freeform 9"/>
            <p:cNvSpPr/>
            <p:nvPr/>
          </p:nvSpPr>
          <p:spPr>
            <a:xfrm>
              <a:off x="4044960" y="3927960"/>
              <a:ext cx="1727280" cy="1644840"/>
            </a:xfrm>
            <a:custGeom>
              <a:avLst/>
              <a:gdLst>
                <a:gd name="textAreaLeft" fmla="*/ 0 w 1727280"/>
                <a:gd name="textAreaRight" fmla="*/ 1731960 w 1727280"/>
                <a:gd name="textAreaTop" fmla="*/ 0 h 1644840"/>
                <a:gd name="textAreaBottom" fmla="*/ 1649520 h 16448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8" name="Group 37"/>
          <p:cNvGrpSpPr/>
          <p:nvPr/>
        </p:nvGrpSpPr>
        <p:grpSpPr>
          <a:xfrm>
            <a:off x="6055560" y="3927960"/>
            <a:ext cx="1734480" cy="1644840"/>
            <a:chOff x="6055560" y="3927960"/>
            <a:chExt cx="1734480" cy="1644840"/>
          </a:xfrm>
        </p:grpSpPr>
        <p:sp>
          <p:nvSpPr>
            <p:cNvPr id="239" name="Freeform 10"/>
            <p:cNvSpPr/>
            <p:nvPr/>
          </p:nvSpPr>
          <p:spPr>
            <a:xfrm>
              <a:off x="6055560" y="3927960"/>
              <a:ext cx="1727280" cy="1644840"/>
            </a:xfrm>
            <a:custGeom>
              <a:avLst/>
              <a:gdLst>
                <a:gd name="textAreaLeft" fmla="*/ 0 w 1727280"/>
                <a:gd name="textAreaRight" fmla="*/ 1731960 w 1727280"/>
                <a:gd name="textAreaTop" fmla="*/ 0 h 1644840"/>
                <a:gd name="textAreaBottom" fmla="*/ 1649520 h 16448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0" name="Freeform 10"/>
            <p:cNvSpPr/>
            <p:nvPr/>
          </p:nvSpPr>
          <p:spPr>
            <a:xfrm>
              <a:off x="6062760" y="3927960"/>
              <a:ext cx="1727280" cy="1644840"/>
            </a:xfrm>
            <a:custGeom>
              <a:avLst/>
              <a:gdLst>
                <a:gd name="textAreaLeft" fmla="*/ 0 w 1727280"/>
                <a:gd name="textAreaRight" fmla="*/ 1731960 w 1727280"/>
                <a:gd name="textAreaTop" fmla="*/ 0 h 1644840"/>
                <a:gd name="textAreaBottom" fmla="*/ 1649520 h 16448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241" name="Picture 60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5283720" y="2795400"/>
            <a:ext cx="1134360" cy="997200"/>
          </a:xfrm>
          <a:prstGeom prst="rect">
            <a:avLst/>
          </a:prstGeom>
          <a:ln w="0">
            <a:noFill/>
          </a:ln>
        </p:spPr>
      </p:pic>
      <p:sp>
        <p:nvSpPr>
          <p:cNvPr id="242" name="Freeform 48"/>
          <p:cNvSpPr/>
          <p:nvPr/>
        </p:nvSpPr>
        <p:spPr>
          <a:xfrm>
            <a:off x="-1935720" y="-101196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43" name="Group 44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244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5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46" name="Rectangle 49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FFD5972-946E-4185-A8EC-A11162EC8E0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Freeform 27"/>
          <p:cNvSpPr/>
          <p:nvPr/>
        </p:nvSpPr>
        <p:spPr>
          <a:xfrm rot="370200">
            <a:off x="-2529000" y="-131760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50" name="Freeform 7"/>
          <p:cNvSpPr/>
          <p:nvPr/>
        </p:nvSpPr>
        <p:spPr>
          <a:xfrm>
            <a:off x="9197280" y="1239120"/>
            <a:ext cx="1898640" cy="1900440"/>
          </a:xfrm>
          <a:custGeom>
            <a:avLst/>
            <a:gdLst>
              <a:gd name="textAreaLeft" fmla="*/ 0 w 1898640"/>
              <a:gd name="textAreaRight" fmla="*/ 1903320 w 1898640"/>
              <a:gd name="textAreaTop" fmla="*/ 0 h 1900440"/>
              <a:gd name="textAreaBottom" fmla="*/ 1905120 h 19004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51" name="Group 6"/>
          <p:cNvGrpSpPr/>
          <p:nvPr/>
        </p:nvGrpSpPr>
        <p:grpSpPr>
          <a:xfrm>
            <a:off x="6915960" y="1239120"/>
            <a:ext cx="1905480" cy="1900440"/>
            <a:chOff x="6915960" y="1239120"/>
            <a:chExt cx="1905480" cy="1900440"/>
          </a:xfrm>
        </p:grpSpPr>
        <p:sp>
          <p:nvSpPr>
            <p:cNvPr id="252" name="Freeform 6"/>
            <p:cNvSpPr/>
            <p:nvPr/>
          </p:nvSpPr>
          <p:spPr>
            <a:xfrm>
              <a:off x="6922800" y="1239120"/>
              <a:ext cx="1898640" cy="1900440"/>
            </a:xfrm>
            <a:custGeom>
              <a:avLst/>
              <a:gdLst>
                <a:gd name="textAreaLeft" fmla="*/ 0 w 1898640"/>
                <a:gd name="textAreaRight" fmla="*/ 1903320 w 1898640"/>
                <a:gd name="textAreaTop" fmla="*/ 0 h 1900440"/>
                <a:gd name="textAreaBottom" fmla="*/ 1905120 h 19004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3" name="Freeform 6"/>
            <p:cNvSpPr/>
            <p:nvPr/>
          </p:nvSpPr>
          <p:spPr>
            <a:xfrm>
              <a:off x="6915960" y="1239120"/>
              <a:ext cx="1898640" cy="1900440"/>
            </a:xfrm>
            <a:custGeom>
              <a:avLst/>
              <a:gdLst>
                <a:gd name="textAreaLeft" fmla="*/ 0 w 1898640"/>
                <a:gd name="textAreaRight" fmla="*/ 1903320 w 1898640"/>
                <a:gd name="textAreaTop" fmla="*/ 0 h 1900440"/>
                <a:gd name="textAreaBottom" fmla="*/ 1905120 h 19004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54" name="Group 9"/>
          <p:cNvGrpSpPr/>
          <p:nvPr/>
        </p:nvGrpSpPr>
        <p:grpSpPr>
          <a:xfrm>
            <a:off x="9161280" y="3479760"/>
            <a:ext cx="1906200" cy="1901160"/>
            <a:chOff x="9161280" y="3479760"/>
            <a:chExt cx="1906200" cy="1901160"/>
          </a:xfrm>
        </p:grpSpPr>
        <p:sp>
          <p:nvSpPr>
            <p:cNvPr id="255" name="Freeform 8"/>
            <p:cNvSpPr/>
            <p:nvPr/>
          </p:nvSpPr>
          <p:spPr>
            <a:xfrm>
              <a:off x="9161280" y="3480480"/>
              <a:ext cx="1898640" cy="1900440"/>
            </a:xfrm>
            <a:custGeom>
              <a:avLst/>
              <a:gdLst>
                <a:gd name="textAreaLeft" fmla="*/ 0 w 1898640"/>
                <a:gd name="textAreaRight" fmla="*/ 1903320 w 1898640"/>
                <a:gd name="textAreaTop" fmla="*/ 0 h 1900440"/>
                <a:gd name="textAreaBottom" fmla="*/ 1905120 h 19004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6" name="Freeform 8"/>
            <p:cNvSpPr/>
            <p:nvPr/>
          </p:nvSpPr>
          <p:spPr>
            <a:xfrm>
              <a:off x="9168840" y="3479760"/>
              <a:ext cx="1898640" cy="1900440"/>
            </a:xfrm>
            <a:custGeom>
              <a:avLst/>
              <a:gdLst>
                <a:gd name="textAreaLeft" fmla="*/ 0 w 1898640"/>
                <a:gd name="textAreaRight" fmla="*/ 1903320 w 1898640"/>
                <a:gd name="textAreaTop" fmla="*/ 0 h 1900440"/>
                <a:gd name="textAreaBottom" fmla="*/ 1905120 h 19004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57" name="Freeform 9"/>
          <p:cNvSpPr/>
          <p:nvPr/>
        </p:nvSpPr>
        <p:spPr>
          <a:xfrm>
            <a:off x="6958800" y="3480480"/>
            <a:ext cx="1898640" cy="1900440"/>
          </a:xfrm>
          <a:custGeom>
            <a:avLst/>
            <a:gdLst>
              <a:gd name="textAreaLeft" fmla="*/ 0 w 1898640"/>
              <a:gd name="textAreaRight" fmla="*/ 1903320 w 1898640"/>
              <a:gd name="textAreaTop" fmla="*/ 0 h 1900440"/>
              <a:gd name="textAreaBottom" fmla="*/ 1905120 h 19004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8" name="Freeform 7"/>
          <p:cNvSpPr/>
          <p:nvPr/>
        </p:nvSpPr>
        <p:spPr>
          <a:xfrm>
            <a:off x="1149120" y="1060560"/>
            <a:ext cx="4420080" cy="4423680"/>
          </a:xfrm>
          <a:custGeom>
            <a:avLst/>
            <a:gdLst>
              <a:gd name="textAreaLeft" fmla="*/ 0 w 4420080"/>
              <a:gd name="textAreaRight" fmla="*/ 4424760 w 4420080"/>
              <a:gd name="textAreaTop" fmla="*/ 0 h 4423680"/>
              <a:gd name="textAreaBottom" fmla="*/ 4428360 h 44236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9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0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1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2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Freeform 28"/>
          <p:cNvSpPr/>
          <p:nvPr/>
        </p:nvSpPr>
        <p:spPr>
          <a:xfrm>
            <a:off x="-1855800" y="-133848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64" name="Text Placeholder 2"/>
          <p:cNvSpPr/>
          <p:nvPr/>
        </p:nvSpPr>
        <p:spPr>
          <a:xfrm>
            <a:off x="1149480" y="1060560"/>
            <a:ext cx="4419720" cy="442440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5" name="Group 19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266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6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68" name="Rectangle 29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7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B27D6FC-2F50-4F28-A3C6-48617F7FF5D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Freeform 27"/>
          <p:cNvSpPr/>
          <p:nvPr/>
        </p:nvSpPr>
        <p:spPr>
          <a:xfrm rot="370200">
            <a:off x="-2738160" y="-156600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72" name="Freeform 7"/>
          <p:cNvSpPr/>
          <p:nvPr/>
        </p:nvSpPr>
        <p:spPr>
          <a:xfrm>
            <a:off x="9197280" y="1239120"/>
            <a:ext cx="1898640" cy="1900440"/>
          </a:xfrm>
          <a:custGeom>
            <a:avLst/>
            <a:gdLst>
              <a:gd name="textAreaLeft" fmla="*/ 0 w 1898640"/>
              <a:gd name="textAreaRight" fmla="*/ 1903320 w 1898640"/>
              <a:gd name="textAreaTop" fmla="*/ 0 h 1900440"/>
              <a:gd name="textAreaBottom" fmla="*/ 1905120 h 19004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73" name="Group 6"/>
          <p:cNvGrpSpPr/>
          <p:nvPr/>
        </p:nvGrpSpPr>
        <p:grpSpPr>
          <a:xfrm>
            <a:off x="6915960" y="1239120"/>
            <a:ext cx="1905480" cy="1900440"/>
            <a:chOff x="6915960" y="1239120"/>
            <a:chExt cx="1905480" cy="1900440"/>
          </a:xfrm>
        </p:grpSpPr>
        <p:sp>
          <p:nvSpPr>
            <p:cNvPr id="274" name="Freeform 6"/>
            <p:cNvSpPr/>
            <p:nvPr/>
          </p:nvSpPr>
          <p:spPr>
            <a:xfrm>
              <a:off x="6922800" y="1239120"/>
              <a:ext cx="1898640" cy="1900440"/>
            </a:xfrm>
            <a:custGeom>
              <a:avLst/>
              <a:gdLst>
                <a:gd name="textAreaLeft" fmla="*/ 0 w 1898640"/>
                <a:gd name="textAreaRight" fmla="*/ 1903320 w 1898640"/>
                <a:gd name="textAreaTop" fmla="*/ 0 h 1900440"/>
                <a:gd name="textAreaBottom" fmla="*/ 1905120 h 19004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5" name="Freeform 6"/>
            <p:cNvSpPr/>
            <p:nvPr/>
          </p:nvSpPr>
          <p:spPr>
            <a:xfrm>
              <a:off x="6915960" y="1239120"/>
              <a:ext cx="1898640" cy="1900440"/>
            </a:xfrm>
            <a:custGeom>
              <a:avLst/>
              <a:gdLst>
                <a:gd name="textAreaLeft" fmla="*/ 0 w 1898640"/>
                <a:gd name="textAreaRight" fmla="*/ 1903320 w 1898640"/>
                <a:gd name="textAreaTop" fmla="*/ 0 h 1900440"/>
                <a:gd name="textAreaBottom" fmla="*/ 1905120 h 19004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76" name="Group 9"/>
          <p:cNvGrpSpPr/>
          <p:nvPr/>
        </p:nvGrpSpPr>
        <p:grpSpPr>
          <a:xfrm>
            <a:off x="9161280" y="3479760"/>
            <a:ext cx="1906200" cy="1901160"/>
            <a:chOff x="9161280" y="3479760"/>
            <a:chExt cx="1906200" cy="1901160"/>
          </a:xfrm>
        </p:grpSpPr>
        <p:sp>
          <p:nvSpPr>
            <p:cNvPr id="277" name="Freeform 8"/>
            <p:cNvSpPr/>
            <p:nvPr/>
          </p:nvSpPr>
          <p:spPr>
            <a:xfrm>
              <a:off x="9161280" y="3480480"/>
              <a:ext cx="1898640" cy="1900440"/>
            </a:xfrm>
            <a:custGeom>
              <a:avLst/>
              <a:gdLst>
                <a:gd name="textAreaLeft" fmla="*/ 0 w 1898640"/>
                <a:gd name="textAreaRight" fmla="*/ 1903320 w 1898640"/>
                <a:gd name="textAreaTop" fmla="*/ 0 h 1900440"/>
                <a:gd name="textAreaBottom" fmla="*/ 1905120 h 19004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8" name="Freeform 8"/>
            <p:cNvSpPr/>
            <p:nvPr/>
          </p:nvSpPr>
          <p:spPr>
            <a:xfrm>
              <a:off x="9168840" y="3479760"/>
              <a:ext cx="1898640" cy="1900440"/>
            </a:xfrm>
            <a:custGeom>
              <a:avLst/>
              <a:gdLst>
                <a:gd name="textAreaLeft" fmla="*/ 0 w 1898640"/>
                <a:gd name="textAreaRight" fmla="*/ 1903320 w 1898640"/>
                <a:gd name="textAreaTop" fmla="*/ 0 h 1900440"/>
                <a:gd name="textAreaBottom" fmla="*/ 1905120 h 19004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79" name="Freeform 9"/>
          <p:cNvSpPr/>
          <p:nvPr/>
        </p:nvSpPr>
        <p:spPr>
          <a:xfrm>
            <a:off x="6958800" y="3480480"/>
            <a:ext cx="1898640" cy="1900440"/>
          </a:xfrm>
          <a:custGeom>
            <a:avLst/>
            <a:gdLst>
              <a:gd name="textAreaLeft" fmla="*/ 0 w 1898640"/>
              <a:gd name="textAreaRight" fmla="*/ 1903320 w 1898640"/>
              <a:gd name="textAreaTop" fmla="*/ 0 h 1900440"/>
              <a:gd name="textAreaBottom" fmla="*/ 1905120 h 19004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0" name="Freeform 7"/>
          <p:cNvSpPr/>
          <p:nvPr/>
        </p:nvSpPr>
        <p:spPr>
          <a:xfrm>
            <a:off x="1149120" y="1060560"/>
            <a:ext cx="4420080" cy="4423680"/>
          </a:xfrm>
          <a:custGeom>
            <a:avLst/>
            <a:gdLst>
              <a:gd name="textAreaLeft" fmla="*/ 0 w 4420080"/>
              <a:gd name="textAreaRight" fmla="*/ 4424760 w 4420080"/>
              <a:gd name="textAreaTop" fmla="*/ 0 h 4423680"/>
              <a:gd name="textAreaBottom" fmla="*/ 4428360 h 44236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1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3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4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5" name="Freeform 28"/>
          <p:cNvSpPr/>
          <p:nvPr/>
        </p:nvSpPr>
        <p:spPr>
          <a:xfrm>
            <a:off x="-1855800" y="-133848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86" name="Text Placeholder 2"/>
          <p:cNvSpPr/>
          <p:nvPr/>
        </p:nvSpPr>
        <p:spPr>
          <a:xfrm>
            <a:off x="1149480" y="1060560"/>
            <a:ext cx="4419720" cy="442440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87" name="Group 19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28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89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90" name="Rectangle 29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9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1F53509-9C7B-4262-B38A-0C5855438AC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4515120" y="4888800"/>
            <a:ext cx="3477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Grey_unpressed"/>
          <p:cNvSpPr/>
          <p:nvPr/>
        </p:nvSpPr>
        <p:spPr>
          <a:xfrm>
            <a:off x="2833920" y="2727720"/>
            <a:ext cx="6469920" cy="1517760"/>
          </a:xfrm>
          <a:custGeom>
            <a:avLst/>
            <a:gdLst>
              <a:gd name="textAreaLeft" fmla="*/ 0 w 6469920"/>
              <a:gd name="textAreaRight" fmla="*/ 6474600 w 6469920"/>
              <a:gd name="textAreaTop" fmla="*/ 0 h 1517760"/>
              <a:gd name="textAreaBottom" fmla="*/ 1522440 h 151776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95" name="Freeform 11"/>
          <p:cNvSpPr/>
          <p:nvPr/>
        </p:nvSpPr>
        <p:spPr>
          <a:xfrm>
            <a:off x="2435040" y="2589840"/>
            <a:ext cx="2435400" cy="2610360"/>
          </a:xfrm>
          <a:custGeom>
            <a:avLst/>
            <a:gdLst>
              <a:gd name="textAreaLeft" fmla="*/ 0 w 2435400"/>
              <a:gd name="textAreaRight" fmla="*/ 2440080 w 2435400"/>
              <a:gd name="textAreaTop" fmla="*/ 0 h 2610360"/>
              <a:gd name="textAreaBottom" fmla="*/ 2615040 h 261036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6" name="Oval 12"/>
          <p:cNvSpPr/>
          <p:nvPr/>
        </p:nvSpPr>
        <p:spPr>
          <a:xfrm>
            <a:off x="3103920" y="3080520"/>
            <a:ext cx="982080" cy="9820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4090680" y="3134880"/>
            <a:ext cx="101844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TEŞEKKÜRLER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98" name="Group 14"/>
          <p:cNvGrpSpPr/>
          <p:nvPr/>
        </p:nvGrpSpPr>
        <p:grpSpPr>
          <a:xfrm>
            <a:off x="1717560" y="6498720"/>
            <a:ext cx="903240" cy="196560"/>
            <a:chOff x="1717560" y="6498720"/>
            <a:chExt cx="903240" cy="196560"/>
          </a:xfrm>
        </p:grpSpPr>
        <p:pic>
          <p:nvPicPr>
            <p:cNvPr id="299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6160" cy="1857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00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7360" cy="18576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301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31280" cy="255240"/>
          </a:xfrm>
          <a:prstGeom prst="rect">
            <a:avLst/>
          </a:prstGeom>
          <a:ln w="0">
            <a:noFill/>
          </a:ln>
        </p:spPr>
      </p:pic>
      <p:sp>
        <p:nvSpPr>
          <p:cNvPr id="302" name="TextBox 5"/>
          <p:cNvSpPr/>
          <p:nvPr/>
        </p:nvSpPr>
        <p:spPr>
          <a:xfrm>
            <a:off x="1585440" y="649872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18"/>
          <p:cNvSpPr/>
          <p:nvPr/>
        </p:nvSpPr>
        <p:spPr>
          <a:xfrm>
            <a:off x="1585440" y="645480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9"/>
          <p:cNvSpPr/>
          <p:nvPr/>
        </p:nvSpPr>
        <p:spPr>
          <a:xfrm>
            <a:off x="1585440" y="650952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Box 17"/>
          <p:cNvSpPr/>
          <p:nvPr/>
        </p:nvSpPr>
        <p:spPr>
          <a:xfrm>
            <a:off x="7392960" y="6313680"/>
            <a:ext cx="5706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ectangle 20"/>
          <p:cNvSpPr/>
          <p:nvPr/>
        </p:nvSpPr>
        <p:spPr>
          <a:xfrm>
            <a:off x="11271960" y="256320"/>
            <a:ext cx="678960" cy="491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tr-TR" sz="1800" spc="-1" strike="noStrike">
                <a:solidFill>
                  <a:schemeClr val="dk1"/>
                </a:solidFill>
                <a:latin typeface="Open Sans"/>
              </a:rPr>
              <a:t>Click to edit the title text format</a:t>
            </a:r>
            <a:endParaRPr b="0" lang="tr-TR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2800" spc="-1" strike="noStrike">
                <a:solidFill>
                  <a:schemeClr val="dk1"/>
                </a:solidFill>
                <a:latin typeface="Open Sans"/>
              </a:rPr>
              <a:t>Click to edit the outline text format</a:t>
            </a:r>
            <a:endParaRPr b="0" lang="tr-TR" sz="2800" spc="-1" strike="noStrike">
              <a:solidFill>
                <a:schemeClr val="dk1"/>
              </a:solidFill>
              <a:latin typeface="Open San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tr-TR" sz="2000" spc="-1" strike="noStrike">
                <a:solidFill>
                  <a:schemeClr val="dk1"/>
                </a:solidFill>
                <a:latin typeface="Open Sans"/>
              </a:rPr>
              <a:t>Second Outline Level</a:t>
            </a:r>
            <a:endParaRPr b="0" lang="tr-TR" sz="2000" spc="-1" strike="noStrike">
              <a:solidFill>
                <a:schemeClr val="dk1"/>
              </a:solidFill>
              <a:latin typeface="Open San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1800" spc="-1" strike="noStrike">
                <a:solidFill>
                  <a:schemeClr val="dk1"/>
                </a:solidFill>
                <a:latin typeface="Open Sans"/>
              </a:rPr>
              <a:t>Third Outline Level</a:t>
            </a:r>
            <a:endParaRPr b="0" lang="tr-TR" sz="1800" spc="-1" strike="noStrike">
              <a:solidFill>
                <a:schemeClr val="dk1"/>
              </a:solidFill>
              <a:latin typeface="Open San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tr-TR" sz="1800" spc="-1" strike="noStrike">
                <a:solidFill>
                  <a:schemeClr val="dk1"/>
                </a:solidFill>
                <a:latin typeface="Open Sans"/>
              </a:rPr>
              <a:t>Fourth Outline Level</a:t>
            </a:r>
            <a:endParaRPr b="0" lang="tr-TR" sz="1800" spc="-1" strike="noStrike">
              <a:solidFill>
                <a:schemeClr val="dk1"/>
              </a:solidFill>
              <a:latin typeface="Open San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2000" spc="-1" strike="noStrike">
                <a:solidFill>
                  <a:schemeClr val="dk1"/>
                </a:solidFill>
                <a:latin typeface="Open Sans"/>
              </a:rPr>
              <a:t>Fifth Outline Level</a:t>
            </a:r>
            <a:endParaRPr b="0" lang="tr-TR" sz="2000" spc="-1" strike="noStrike">
              <a:solidFill>
                <a:schemeClr val="dk1"/>
              </a:solidFill>
              <a:latin typeface="Open San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2000" spc="-1" strike="noStrike">
                <a:solidFill>
                  <a:schemeClr val="dk1"/>
                </a:solidFill>
                <a:latin typeface="Open Sans"/>
              </a:rPr>
              <a:t>Sixth Outline Level</a:t>
            </a:r>
            <a:endParaRPr b="0" lang="tr-TR" sz="2000" spc="-1" strike="noStrike">
              <a:solidFill>
                <a:schemeClr val="dk1"/>
              </a:solidFill>
              <a:latin typeface="Open San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2000" spc="-1" strike="noStrike">
                <a:solidFill>
                  <a:schemeClr val="dk1"/>
                </a:solidFill>
                <a:latin typeface="Open Sans"/>
              </a:rPr>
              <a:t>Seventh Outline Level</a:t>
            </a:r>
            <a:endParaRPr b="0" lang="tr-TR" sz="2000" spc="-1" strike="noStrike">
              <a:solidFill>
                <a:schemeClr val="dk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1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8A28267-236A-46EC-96F4-EEA8ECF1CCC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Freeform 13"/>
          <p:cNvSpPr/>
          <p:nvPr/>
        </p:nvSpPr>
        <p:spPr>
          <a:xfrm rot="370200">
            <a:off x="-1923480" y="-90792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2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5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16" name="Group 9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31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1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19" name="Rectangle 14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8D5996C-EE94-4345-A5F4-810799E1C62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Freeform 58"/>
          <p:cNvSpPr/>
          <p:nvPr/>
        </p:nvSpPr>
        <p:spPr>
          <a:xfrm>
            <a:off x="-1972440" y="-131148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3" name="Freeform 11"/>
          <p:cNvSpPr/>
          <p:nvPr/>
        </p:nvSpPr>
        <p:spPr>
          <a:xfrm>
            <a:off x="23760" y="1996920"/>
            <a:ext cx="1631880" cy="1427400"/>
          </a:xfrm>
          <a:custGeom>
            <a:avLst/>
            <a:gdLst>
              <a:gd name="textAreaLeft" fmla="*/ 0 w 1631880"/>
              <a:gd name="textAreaRight" fmla="*/ 1636560 w 1631880"/>
              <a:gd name="textAreaTop" fmla="*/ 0 h 1427400"/>
              <a:gd name="textAreaBottom" fmla="*/ 1432080 h 1427400"/>
            </a:gdLst>
            <a:ahLst/>
            <a:rect l="textAreaLeft" t="textAreaTop" r="textAreaRight" b="textAreaBottom"/>
            <a:pathLst>
              <a:path w="430" h="376">
                <a:moveTo>
                  <a:pt x="430" y="0"/>
                </a:moveTo>
                <a:cubicBezTo>
                  <a:pt x="430" y="208"/>
                  <a:pt x="430" y="208"/>
                  <a:pt x="430" y="208"/>
                </a:cubicBezTo>
                <a:cubicBezTo>
                  <a:pt x="337" y="208"/>
                  <a:pt x="262" y="283"/>
                  <a:pt x="262" y="376"/>
                </a:cubicBezTo>
                <a:cubicBezTo>
                  <a:pt x="0" y="376"/>
                  <a:pt x="0" y="376"/>
                  <a:pt x="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4" name="Freeform 12"/>
          <p:cNvSpPr/>
          <p:nvPr/>
        </p:nvSpPr>
        <p:spPr>
          <a:xfrm>
            <a:off x="2281320" y="3429000"/>
            <a:ext cx="1631880" cy="1427400"/>
          </a:xfrm>
          <a:custGeom>
            <a:avLst/>
            <a:gdLst>
              <a:gd name="textAreaLeft" fmla="*/ 0 w 1631880"/>
              <a:gd name="textAreaRight" fmla="*/ 1636560 w 1631880"/>
              <a:gd name="textAreaTop" fmla="*/ 0 h 1427400"/>
              <a:gd name="textAreaBottom" fmla="*/ 1432080 h 142740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5" name="Freeform 13"/>
          <p:cNvSpPr/>
          <p:nvPr/>
        </p:nvSpPr>
        <p:spPr>
          <a:xfrm>
            <a:off x="4541760" y="1996920"/>
            <a:ext cx="1631880" cy="1427400"/>
          </a:xfrm>
          <a:custGeom>
            <a:avLst/>
            <a:gdLst>
              <a:gd name="textAreaLeft" fmla="*/ 0 w 1631880"/>
              <a:gd name="textAreaRight" fmla="*/ 1636560 w 1631880"/>
              <a:gd name="textAreaTop" fmla="*/ 0 h 1427400"/>
              <a:gd name="textAreaBottom" fmla="*/ 1432080 h 142740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6" name="Freeform 14"/>
          <p:cNvSpPr/>
          <p:nvPr/>
        </p:nvSpPr>
        <p:spPr>
          <a:xfrm>
            <a:off x="6799320" y="3429000"/>
            <a:ext cx="1631880" cy="1427400"/>
          </a:xfrm>
          <a:custGeom>
            <a:avLst/>
            <a:gdLst>
              <a:gd name="textAreaLeft" fmla="*/ 0 w 1631880"/>
              <a:gd name="textAreaRight" fmla="*/ 1636560 w 1631880"/>
              <a:gd name="textAreaTop" fmla="*/ 0 h 1427400"/>
              <a:gd name="textAreaBottom" fmla="*/ 1432080 h 142740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7" name="Freeform 15"/>
          <p:cNvSpPr/>
          <p:nvPr/>
        </p:nvSpPr>
        <p:spPr>
          <a:xfrm>
            <a:off x="9056520" y="1996920"/>
            <a:ext cx="1631880" cy="1427400"/>
          </a:xfrm>
          <a:custGeom>
            <a:avLst/>
            <a:gdLst>
              <a:gd name="textAreaLeft" fmla="*/ 0 w 1631880"/>
              <a:gd name="textAreaRight" fmla="*/ 1636560 w 1631880"/>
              <a:gd name="textAreaTop" fmla="*/ 0 h 1427400"/>
              <a:gd name="textAreaBottom" fmla="*/ 1432080 h 142740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8" name="Line 16"/>
          <p:cNvSpPr/>
          <p:nvPr/>
        </p:nvSpPr>
        <p:spPr>
          <a:xfrm>
            <a:off x="11337840" y="3429000"/>
            <a:ext cx="866520" cy="360"/>
          </a:xfrm>
          <a:prstGeom prst="line">
            <a:avLst/>
          </a:prstGeom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329" name="Group 11"/>
          <p:cNvGrpSpPr/>
          <p:nvPr/>
        </p:nvGrpSpPr>
        <p:grpSpPr>
          <a:xfrm>
            <a:off x="1544400" y="2684880"/>
            <a:ext cx="216720" cy="216720"/>
            <a:chOff x="1544400" y="2684880"/>
            <a:chExt cx="216720" cy="216720"/>
          </a:xfrm>
        </p:grpSpPr>
        <p:sp>
          <p:nvSpPr>
            <p:cNvPr id="330" name="Oval 12"/>
            <p:cNvSpPr/>
            <p:nvPr/>
          </p:nvSpPr>
          <p:spPr>
            <a:xfrm>
              <a:off x="1544400" y="2684880"/>
              <a:ext cx="216720" cy="2167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1" name="Oval 28"/>
            <p:cNvSpPr/>
            <p:nvPr/>
          </p:nvSpPr>
          <p:spPr>
            <a:xfrm>
              <a:off x="1600200" y="2741040"/>
              <a:ext cx="102600" cy="1011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640" bIns="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2" name="Group 14"/>
          <p:cNvGrpSpPr/>
          <p:nvPr/>
        </p:nvGrpSpPr>
        <p:grpSpPr>
          <a:xfrm>
            <a:off x="3807720" y="3997800"/>
            <a:ext cx="216720" cy="216720"/>
            <a:chOff x="3807720" y="3997800"/>
            <a:chExt cx="216720" cy="216720"/>
          </a:xfrm>
        </p:grpSpPr>
        <p:sp>
          <p:nvSpPr>
            <p:cNvPr id="333" name="Oval 15"/>
            <p:cNvSpPr/>
            <p:nvPr/>
          </p:nvSpPr>
          <p:spPr>
            <a:xfrm>
              <a:off x="3807720" y="3997800"/>
              <a:ext cx="216720" cy="2167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4" name="Oval 28"/>
            <p:cNvSpPr/>
            <p:nvPr/>
          </p:nvSpPr>
          <p:spPr>
            <a:xfrm>
              <a:off x="3863880" y="4053600"/>
              <a:ext cx="102600" cy="1011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640" bIns="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5" name="Group 17"/>
          <p:cNvGrpSpPr/>
          <p:nvPr/>
        </p:nvGrpSpPr>
        <p:grpSpPr>
          <a:xfrm>
            <a:off x="6057360" y="2685960"/>
            <a:ext cx="216720" cy="216720"/>
            <a:chOff x="6057360" y="2685960"/>
            <a:chExt cx="216720" cy="216720"/>
          </a:xfrm>
        </p:grpSpPr>
        <p:sp>
          <p:nvSpPr>
            <p:cNvPr id="336" name="Oval 18"/>
            <p:cNvSpPr/>
            <p:nvPr/>
          </p:nvSpPr>
          <p:spPr>
            <a:xfrm>
              <a:off x="6057360" y="2685960"/>
              <a:ext cx="216720" cy="2167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7" name="Oval 28"/>
            <p:cNvSpPr/>
            <p:nvPr/>
          </p:nvSpPr>
          <p:spPr>
            <a:xfrm>
              <a:off x="6113520" y="2741760"/>
              <a:ext cx="102600" cy="1011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640" bIns="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8" name="Group 20"/>
          <p:cNvGrpSpPr/>
          <p:nvPr/>
        </p:nvGrpSpPr>
        <p:grpSpPr>
          <a:xfrm>
            <a:off x="8325360" y="3995280"/>
            <a:ext cx="216720" cy="216720"/>
            <a:chOff x="8325360" y="3995280"/>
            <a:chExt cx="216720" cy="216720"/>
          </a:xfrm>
        </p:grpSpPr>
        <p:sp>
          <p:nvSpPr>
            <p:cNvPr id="339" name="Oval 21"/>
            <p:cNvSpPr/>
            <p:nvPr/>
          </p:nvSpPr>
          <p:spPr>
            <a:xfrm>
              <a:off x="8325360" y="3995280"/>
              <a:ext cx="216720" cy="2167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0" name="Oval 28"/>
            <p:cNvSpPr/>
            <p:nvPr/>
          </p:nvSpPr>
          <p:spPr>
            <a:xfrm>
              <a:off x="8381160" y="4051440"/>
              <a:ext cx="102600" cy="1011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640" bIns="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1" name="Group 23"/>
          <p:cNvGrpSpPr/>
          <p:nvPr/>
        </p:nvGrpSpPr>
        <p:grpSpPr>
          <a:xfrm>
            <a:off x="10582560" y="2683080"/>
            <a:ext cx="216720" cy="216720"/>
            <a:chOff x="10582560" y="2683080"/>
            <a:chExt cx="216720" cy="216720"/>
          </a:xfrm>
        </p:grpSpPr>
        <p:sp>
          <p:nvSpPr>
            <p:cNvPr id="342" name="Oval 24"/>
            <p:cNvSpPr/>
            <p:nvPr/>
          </p:nvSpPr>
          <p:spPr>
            <a:xfrm>
              <a:off x="10582560" y="2683080"/>
              <a:ext cx="216720" cy="2167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3" name="Oval 28"/>
            <p:cNvSpPr/>
            <p:nvPr/>
          </p:nvSpPr>
          <p:spPr>
            <a:xfrm>
              <a:off x="10638720" y="2739240"/>
              <a:ext cx="102600" cy="1011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640" bIns="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4" name="Group 27"/>
          <p:cNvGrpSpPr/>
          <p:nvPr/>
        </p:nvGrpSpPr>
        <p:grpSpPr>
          <a:xfrm>
            <a:off x="10225080" y="2946600"/>
            <a:ext cx="931680" cy="931680"/>
            <a:chOff x="10225080" y="2946600"/>
            <a:chExt cx="931680" cy="931680"/>
          </a:xfrm>
        </p:grpSpPr>
        <p:sp>
          <p:nvSpPr>
            <p:cNvPr id="345" name="Oval 29"/>
            <p:cNvSpPr/>
            <p:nvPr/>
          </p:nvSpPr>
          <p:spPr>
            <a:xfrm>
              <a:off x="10225080" y="2946600"/>
              <a:ext cx="931680" cy="9316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6" name="Oval 30"/>
            <p:cNvSpPr/>
            <p:nvPr/>
          </p:nvSpPr>
          <p:spPr>
            <a:xfrm>
              <a:off x="10225080" y="2946600"/>
              <a:ext cx="931680" cy="9316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7" name="Group 32"/>
          <p:cNvGrpSpPr/>
          <p:nvPr/>
        </p:nvGrpSpPr>
        <p:grpSpPr>
          <a:xfrm>
            <a:off x="1195560" y="2946600"/>
            <a:ext cx="931680" cy="931680"/>
            <a:chOff x="1195560" y="2946600"/>
            <a:chExt cx="931680" cy="931680"/>
          </a:xfrm>
        </p:grpSpPr>
        <p:sp>
          <p:nvSpPr>
            <p:cNvPr id="348" name="Oval 34"/>
            <p:cNvSpPr/>
            <p:nvPr/>
          </p:nvSpPr>
          <p:spPr>
            <a:xfrm>
              <a:off x="1195560" y="2946600"/>
              <a:ext cx="931680" cy="9316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9" name="Oval 35"/>
            <p:cNvSpPr/>
            <p:nvPr/>
          </p:nvSpPr>
          <p:spPr>
            <a:xfrm>
              <a:off x="1195560" y="2946600"/>
              <a:ext cx="931680" cy="9316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0" name="Group 37"/>
          <p:cNvGrpSpPr/>
          <p:nvPr/>
        </p:nvGrpSpPr>
        <p:grpSpPr>
          <a:xfrm>
            <a:off x="3443400" y="2946600"/>
            <a:ext cx="931680" cy="931680"/>
            <a:chOff x="3443400" y="2946600"/>
            <a:chExt cx="931680" cy="931680"/>
          </a:xfrm>
        </p:grpSpPr>
        <p:sp>
          <p:nvSpPr>
            <p:cNvPr id="351" name="Oval 39"/>
            <p:cNvSpPr/>
            <p:nvPr/>
          </p:nvSpPr>
          <p:spPr>
            <a:xfrm>
              <a:off x="3443400" y="2946600"/>
              <a:ext cx="931680" cy="9316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2" name="Oval 40"/>
            <p:cNvSpPr/>
            <p:nvPr/>
          </p:nvSpPr>
          <p:spPr>
            <a:xfrm>
              <a:off x="3443400" y="2946600"/>
              <a:ext cx="931680" cy="9316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3" name="Group 42"/>
          <p:cNvGrpSpPr/>
          <p:nvPr/>
        </p:nvGrpSpPr>
        <p:grpSpPr>
          <a:xfrm>
            <a:off x="5710320" y="2946600"/>
            <a:ext cx="931680" cy="931680"/>
            <a:chOff x="5710320" y="2946600"/>
            <a:chExt cx="931680" cy="931680"/>
          </a:xfrm>
        </p:grpSpPr>
        <p:sp>
          <p:nvSpPr>
            <p:cNvPr id="354" name="Oval 44"/>
            <p:cNvSpPr/>
            <p:nvPr/>
          </p:nvSpPr>
          <p:spPr>
            <a:xfrm>
              <a:off x="5710320" y="2946600"/>
              <a:ext cx="931680" cy="9316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5" name="Oval 45"/>
            <p:cNvSpPr/>
            <p:nvPr/>
          </p:nvSpPr>
          <p:spPr>
            <a:xfrm>
              <a:off x="5710320" y="2946600"/>
              <a:ext cx="931680" cy="9316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6" name="Group 47"/>
          <p:cNvGrpSpPr/>
          <p:nvPr/>
        </p:nvGrpSpPr>
        <p:grpSpPr>
          <a:xfrm>
            <a:off x="7970400" y="2946600"/>
            <a:ext cx="931680" cy="931680"/>
            <a:chOff x="7970400" y="2946600"/>
            <a:chExt cx="931680" cy="931680"/>
          </a:xfrm>
        </p:grpSpPr>
        <p:sp>
          <p:nvSpPr>
            <p:cNvPr id="357" name="Oval 49"/>
            <p:cNvSpPr/>
            <p:nvPr/>
          </p:nvSpPr>
          <p:spPr>
            <a:xfrm>
              <a:off x="7970400" y="2946600"/>
              <a:ext cx="931680" cy="9316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8" name="Oval 50"/>
            <p:cNvSpPr/>
            <p:nvPr/>
          </p:nvSpPr>
          <p:spPr>
            <a:xfrm>
              <a:off x="7970400" y="2946600"/>
              <a:ext cx="931680" cy="9316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59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0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1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2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63" name="Group 46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364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65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66" name="Rectangle 59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6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B7D1D6A-CD04-4957-BBC9-0F3CFAEA4E8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Freeform 59"/>
          <p:cNvSpPr/>
          <p:nvPr/>
        </p:nvSpPr>
        <p:spPr>
          <a:xfrm>
            <a:off x="-1935720" y="-101196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70" name="Group 6"/>
          <p:cNvGrpSpPr/>
          <p:nvPr/>
        </p:nvGrpSpPr>
        <p:grpSpPr>
          <a:xfrm>
            <a:off x="8416800" y="2606400"/>
            <a:ext cx="1324080" cy="1325520"/>
            <a:chOff x="8416800" y="2606400"/>
            <a:chExt cx="1324080" cy="1325520"/>
          </a:xfrm>
        </p:grpSpPr>
        <p:sp>
          <p:nvSpPr>
            <p:cNvPr id="371" name="Freeform 14"/>
            <p:cNvSpPr/>
            <p:nvPr/>
          </p:nvSpPr>
          <p:spPr>
            <a:xfrm>
              <a:off x="8416800" y="2606400"/>
              <a:ext cx="1324080" cy="1325520"/>
            </a:xfrm>
            <a:custGeom>
              <a:avLst/>
              <a:gdLst>
                <a:gd name="textAreaLeft" fmla="*/ 0 w 1324080"/>
                <a:gd name="textAreaRight" fmla="*/ 1328760 w 1324080"/>
                <a:gd name="textAreaTop" fmla="*/ 0 h 1325520"/>
                <a:gd name="textAreaBottom" fmla="*/ 1330200 h 13255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2" name="Freeform 14"/>
            <p:cNvSpPr/>
            <p:nvPr/>
          </p:nvSpPr>
          <p:spPr>
            <a:xfrm>
              <a:off x="8416800" y="2606400"/>
              <a:ext cx="1324080" cy="1325520"/>
            </a:xfrm>
            <a:custGeom>
              <a:avLst/>
              <a:gdLst>
                <a:gd name="textAreaLeft" fmla="*/ 0 w 1324080"/>
                <a:gd name="textAreaRight" fmla="*/ 1328760 w 1324080"/>
                <a:gd name="textAreaTop" fmla="*/ 0 h 1325520"/>
                <a:gd name="textAreaBottom" fmla="*/ 1330200 h 13255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3" name="Group 14"/>
          <p:cNvGrpSpPr/>
          <p:nvPr/>
        </p:nvGrpSpPr>
        <p:grpSpPr>
          <a:xfrm>
            <a:off x="6778800" y="986040"/>
            <a:ext cx="1336680" cy="1338120"/>
            <a:chOff x="6778800" y="986040"/>
            <a:chExt cx="1336680" cy="1338120"/>
          </a:xfrm>
        </p:grpSpPr>
        <p:sp>
          <p:nvSpPr>
            <p:cNvPr id="374" name="Freeform 6"/>
            <p:cNvSpPr/>
            <p:nvPr/>
          </p:nvSpPr>
          <p:spPr>
            <a:xfrm>
              <a:off x="6778800" y="98604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5" name="Freeform 6"/>
            <p:cNvSpPr/>
            <p:nvPr/>
          </p:nvSpPr>
          <p:spPr>
            <a:xfrm>
              <a:off x="6778800" y="98604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6" name="Group 19"/>
          <p:cNvGrpSpPr/>
          <p:nvPr/>
        </p:nvGrpSpPr>
        <p:grpSpPr>
          <a:xfrm>
            <a:off x="8404200" y="986040"/>
            <a:ext cx="1336680" cy="1338120"/>
            <a:chOff x="8404200" y="986040"/>
            <a:chExt cx="1336680" cy="1338120"/>
          </a:xfrm>
        </p:grpSpPr>
        <p:sp>
          <p:nvSpPr>
            <p:cNvPr id="377" name="Freeform 6"/>
            <p:cNvSpPr/>
            <p:nvPr/>
          </p:nvSpPr>
          <p:spPr>
            <a:xfrm>
              <a:off x="8404200" y="98604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8" name="Freeform 6"/>
            <p:cNvSpPr/>
            <p:nvPr/>
          </p:nvSpPr>
          <p:spPr>
            <a:xfrm>
              <a:off x="8404200" y="98604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9" name="Group 24"/>
          <p:cNvGrpSpPr/>
          <p:nvPr/>
        </p:nvGrpSpPr>
        <p:grpSpPr>
          <a:xfrm>
            <a:off x="10012320" y="986040"/>
            <a:ext cx="1336680" cy="1338120"/>
            <a:chOff x="10012320" y="986040"/>
            <a:chExt cx="1336680" cy="1338120"/>
          </a:xfrm>
        </p:grpSpPr>
        <p:sp>
          <p:nvSpPr>
            <p:cNvPr id="380" name="Freeform 6"/>
            <p:cNvSpPr/>
            <p:nvPr/>
          </p:nvSpPr>
          <p:spPr>
            <a:xfrm>
              <a:off x="10012320" y="98604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1" name="Freeform 6"/>
            <p:cNvSpPr/>
            <p:nvPr/>
          </p:nvSpPr>
          <p:spPr>
            <a:xfrm>
              <a:off x="10012320" y="98604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2" name="Group 29"/>
          <p:cNvGrpSpPr/>
          <p:nvPr/>
        </p:nvGrpSpPr>
        <p:grpSpPr>
          <a:xfrm>
            <a:off x="6778800" y="4192920"/>
            <a:ext cx="1336680" cy="1338120"/>
            <a:chOff x="6778800" y="4192920"/>
            <a:chExt cx="1336680" cy="1338120"/>
          </a:xfrm>
        </p:grpSpPr>
        <p:sp>
          <p:nvSpPr>
            <p:cNvPr id="383" name="Freeform 6"/>
            <p:cNvSpPr/>
            <p:nvPr/>
          </p:nvSpPr>
          <p:spPr>
            <a:xfrm>
              <a:off x="6778800" y="419292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4" name="Freeform 6"/>
            <p:cNvSpPr/>
            <p:nvPr/>
          </p:nvSpPr>
          <p:spPr>
            <a:xfrm>
              <a:off x="6778800" y="419292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5" name="Group 34"/>
          <p:cNvGrpSpPr/>
          <p:nvPr/>
        </p:nvGrpSpPr>
        <p:grpSpPr>
          <a:xfrm>
            <a:off x="8404200" y="4192920"/>
            <a:ext cx="1336680" cy="1338120"/>
            <a:chOff x="8404200" y="4192920"/>
            <a:chExt cx="1336680" cy="1338120"/>
          </a:xfrm>
        </p:grpSpPr>
        <p:sp>
          <p:nvSpPr>
            <p:cNvPr id="386" name="Freeform 6"/>
            <p:cNvSpPr/>
            <p:nvPr/>
          </p:nvSpPr>
          <p:spPr>
            <a:xfrm>
              <a:off x="8404200" y="419292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7" name="Freeform 6"/>
            <p:cNvSpPr/>
            <p:nvPr/>
          </p:nvSpPr>
          <p:spPr>
            <a:xfrm>
              <a:off x="8404200" y="419292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8" name="Group 40"/>
          <p:cNvGrpSpPr/>
          <p:nvPr/>
        </p:nvGrpSpPr>
        <p:grpSpPr>
          <a:xfrm>
            <a:off x="10012320" y="4192920"/>
            <a:ext cx="1336680" cy="1338120"/>
            <a:chOff x="10012320" y="4192920"/>
            <a:chExt cx="1336680" cy="1338120"/>
          </a:xfrm>
        </p:grpSpPr>
        <p:sp>
          <p:nvSpPr>
            <p:cNvPr id="389" name="Freeform 6"/>
            <p:cNvSpPr/>
            <p:nvPr/>
          </p:nvSpPr>
          <p:spPr>
            <a:xfrm>
              <a:off x="10012320" y="419292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0" name="Freeform 6"/>
            <p:cNvSpPr/>
            <p:nvPr/>
          </p:nvSpPr>
          <p:spPr>
            <a:xfrm>
              <a:off x="10012320" y="419292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1" name="Group 45"/>
          <p:cNvGrpSpPr/>
          <p:nvPr/>
        </p:nvGrpSpPr>
        <p:grpSpPr>
          <a:xfrm>
            <a:off x="6778800" y="2602440"/>
            <a:ext cx="1336680" cy="1338120"/>
            <a:chOff x="6778800" y="2602440"/>
            <a:chExt cx="1336680" cy="1338120"/>
          </a:xfrm>
        </p:grpSpPr>
        <p:sp>
          <p:nvSpPr>
            <p:cNvPr id="392" name="Freeform 6"/>
            <p:cNvSpPr/>
            <p:nvPr/>
          </p:nvSpPr>
          <p:spPr>
            <a:xfrm>
              <a:off x="6778800" y="260244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3" name="Freeform 6"/>
            <p:cNvSpPr/>
            <p:nvPr/>
          </p:nvSpPr>
          <p:spPr>
            <a:xfrm>
              <a:off x="6778800" y="260244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4" name="Group 50"/>
          <p:cNvGrpSpPr/>
          <p:nvPr/>
        </p:nvGrpSpPr>
        <p:grpSpPr>
          <a:xfrm>
            <a:off x="10012320" y="2602440"/>
            <a:ext cx="1336680" cy="1338120"/>
            <a:chOff x="10012320" y="2602440"/>
            <a:chExt cx="1336680" cy="1338120"/>
          </a:xfrm>
        </p:grpSpPr>
        <p:sp>
          <p:nvSpPr>
            <p:cNvPr id="395" name="Freeform 6"/>
            <p:cNvSpPr/>
            <p:nvPr/>
          </p:nvSpPr>
          <p:spPr>
            <a:xfrm>
              <a:off x="10012320" y="260244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6" name="Freeform 6"/>
            <p:cNvSpPr/>
            <p:nvPr/>
          </p:nvSpPr>
          <p:spPr>
            <a:xfrm>
              <a:off x="10012320" y="2602440"/>
              <a:ext cx="1336680" cy="1338120"/>
            </a:xfrm>
            <a:custGeom>
              <a:avLst/>
              <a:gdLst>
                <a:gd name="textAreaLeft" fmla="*/ 0 w 1336680"/>
                <a:gd name="textAreaRight" fmla="*/ 1341360 w 1336680"/>
                <a:gd name="textAreaTop" fmla="*/ 0 h 1338120"/>
                <a:gd name="textAreaBottom" fmla="*/ 1342800 h 1338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397" name="Picture 33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8470800" y="2760120"/>
            <a:ext cx="1134360" cy="997200"/>
          </a:xfrm>
          <a:prstGeom prst="rect">
            <a:avLst/>
          </a:prstGeom>
          <a:ln w="0">
            <a:noFill/>
          </a:ln>
        </p:spPr>
      </p:pic>
      <p:sp>
        <p:nvSpPr>
          <p:cNvPr id="398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9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0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1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02" name="Group 49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403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4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05" name="Rectangle 60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0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DA36681-7414-47B9-B1F2-B13A2B4AAF5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Freeform 8"/>
          <p:cNvSpPr/>
          <p:nvPr/>
        </p:nvSpPr>
        <p:spPr>
          <a:xfrm rot="18117000">
            <a:off x="2337120" y="4885200"/>
            <a:ext cx="7443360" cy="2425320"/>
          </a:xfrm>
          <a:custGeom>
            <a:avLst/>
            <a:gdLst>
              <a:gd name="textAreaLeft" fmla="*/ 0 w 7443360"/>
              <a:gd name="textAreaRight" fmla="*/ 7448040 w 7443360"/>
              <a:gd name="textAreaTop" fmla="*/ 0 h 2425320"/>
              <a:gd name="textAreaBottom" fmla="*/ 2430000 h 2425320"/>
            </a:gdLst>
            <a:ahLst/>
            <a:rect l="textAreaLeft" t="textAreaTop" r="textAreaRight" b="textAreaBottom"/>
            <a:pathLst>
              <a:path w="9418037" h="2429992">
                <a:moveTo>
                  <a:pt x="689691" y="804567"/>
                </a:moveTo>
                <a:cubicBezTo>
                  <a:pt x="916962" y="924084"/>
                  <a:pt x="2726928" y="823574"/>
                  <a:pt x="2627787" y="1057254"/>
                </a:cubicBezTo>
                <a:cubicBezTo>
                  <a:pt x="2528646" y="1290934"/>
                  <a:pt x="432010" y="1981122"/>
                  <a:pt x="94843" y="2206648"/>
                </a:cubicBezTo>
                <a:cubicBezTo>
                  <a:pt x="-242324" y="2432174"/>
                  <a:pt x="413087" y="2381633"/>
                  <a:pt x="604784" y="2410409"/>
                </a:cubicBezTo>
                <a:cubicBezTo>
                  <a:pt x="796482" y="2439185"/>
                  <a:pt x="1020626" y="2441981"/>
                  <a:pt x="1245028" y="2379303"/>
                </a:cubicBezTo>
                <a:cubicBezTo>
                  <a:pt x="1469430" y="2316625"/>
                  <a:pt x="1705942" y="2124838"/>
                  <a:pt x="1951198" y="2034342"/>
                </a:cubicBezTo>
                <a:cubicBezTo>
                  <a:pt x="2196454" y="1943846"/>
                  <a:pt x="2451266" y="1860856"/>
                  <a:pt x="2716563" y="1836327"/>
                </a:cubicBezTo>
                <a:cubicBezTo>
                  <a:pt x="2981860" y="1811798"/>
                  <a:pt x="3207578" y="1913398"/>
                  <a:pt x="3542982" y="1887166"/>
                </a:cubicBezTo>
                <a:cubicBezTo>
                  <a:pt x="3878386" y="1860934"/>
                  <a:pt x="4276313" y="1737784"/>
                  <a:pt x="4728986" y="1678936"/>
                </a:cubicBezTo>
                <a:cubicBezTo>
                  <a:pt x="5181659" y="1620088"/>
                  <a:pt x="5652440" y="1577838"/>
                  <a:pt x="6259022" y="1534080"/>
                </a:cubicBezTo>
                <a:cubicBezTo>
                  <a:pt x="6865604" y="1490322"/>
                  <a:pt x="7970127" y="1659320"/>
                  <a:pt x="8368479" y="1416385"/>
                </a:cubicBezTo>
                <a:cubicBezTo>
                  <a:pt x="8766831" y="1173450"/>
                  <a:pt x="10343644" y="280175"/>
                  <a:pt x="8649137" y="76472"/>
                </a:cubicBezTo>
                <a:cubicBezTo>
                  <a:pt x="6954630" y="-127231"/>
                  <a:pt x="2067340" y="135581"/>
                  <a:pt x="836511" y="179528"/>
                </a:cubicBezTo>
                <a:cubicBezTo>
                  <a:pt x="-394318" y="223475"/>
                  <a:pt x="1527886" y="218156"/>
                  <a:pt x="1264164" y="340154"/>
                </a:cubicBezTo>
                <a:cubicBezTo>
                  <a:pt x="1000442" y="462152"/>
                  <a:pt x="462420" y="685050"/>
                  <a:pt x="689691" y="804567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09" name="Freeform 9"/>
          <p:cNvSpPr/>
          <p:nvPr/>
        </p:nvSpPr>
        <p:spPr>
          <a:xfrm rot="3674400">
            <a:off x="2695680" y="928800"/>
            <a:ext cx="6390000" cy="2346120"/>
          </a:xfrm>
          <a:custGeom>
            <a:avLst/>
            <a:gdLst>
              <a:gd name="textAreaLeft" fmla="*/ 0 w 6390000"/>
              <a:gd name="textAreaRight" fmla="*/ 6394680 w 6390000"/>
              <a:gd name="textAreaTop" fmla="*/ 0 h 2346120"/>
              <a:gd name="textAreaBottom" fmla="*/ 2350800 h 2346120"/>
            </a:gdLst>
            <a:ahLst/>
            <a:rect l="textAreaLeft" t="textAreaTop" r="textAreaRight" b="textAreaBottom"/>
            <a:pathLst>
              <a:path w="8085950" h="2350830">
                <a:moveTo>
                  <a:pt x="813307" y="1490610"/>
                </a:moveTo>
                <a:cubicBezTo>
                  <a:pt x="756250" y="1634839"/>
                  <a:pt x="66965" y="1968342"/>
                  <a:pt x="6894" y="2069024"/>
                </a:cubicBezTo>
                <a:cubicBezTo>
                  <a:pt x="-53177" y="2169706"/>
                  <a:pt x="294781" y="2097742"/>
                  <a:pt x="452883" y="2094703"/>
                </a:cubicBezTo>
                <a:cubicBezTo>
                  <a:pt x="610985" y="2091664"/>
                  <a:pt x="892097" y="2008129"/>
                  <a:pt x="955505" y="2050791"/>
                </a:cubicBezTo>
                <a:cubicBezTo>
                  <a:pt x="1018913" y="2093453"/>
                  <a:pt x="735999" y="2358187"/>
                  <a:pt x="833332" y="2350674"/>
                </a:cubicBezTo>
                <a:cubicBezTo>
                  <a:pt x="930665" y="2343161"/>
                  <a:pt x="1294246" y="2096209"/>
                  <a:pt x="1539502" y="2005713"/>
                </a:cubicBezTo>
                <a:cubicBezTo>
                  <a:pt x="1784758" y="1915217"/>
                  <a:pt x="2039570" y="1832227"/>
                  <a:pt x="2304867" y="1807698"/>
                </a:cubicBezTo>
                <a:cubicBezTo>
                  <a:pt x="2570164" y="1783169"/>
                  <a:pt x="2795882" y="1884769"/>
                  <a:pt x="3131286" y="1858537"/>
                </a:cubicBezTo>
                <a:cubicBezTo>
                  <a:pt x="3466690" y="1832305"/>
                  <a:pt x="3864617" y="1709155"/>
                  <a:pt x="4317290" y="1650307"/>
                </a:cubicBezTo>
                <a:cubicBezTo>
                  <a:pt x="4769963" y="1591459"/>
                  <a:pt x="5240744" y="1549209"/>
                  <a:pt x="5847326" y="1505451"/>
                </a:cubicBezTo>
                <a:cubicBezTo>
                  <a:pt x="6453908" y="1461693"/>
                  <a:pt x="7631478" y="1564171"/>
                  <a:pt x="7956783" y="1387756"/>
                </a:cubicBezTo>
                <a:cubicBezTo>
                  <a:pt x="8282088" y="1211342"/>
                  <a:pt x="7365615" y="642797"/>
                  <a:pt x="7799155" y="446964"/>
                </a:cubicBezTo>
                <a:cubicBezTo>
                  <a:pt x="7405669" y="273233"/>
                  <a:pt x="8806227" y="125627"/>
                  <a:pt x="7550675" y="50595"/>
                </a:cubicBezTo>
                <a:cubicBezTo>
                  <a:pt x="6295123" y="-24437"/>
                  <a:pt x="2573389" y="-12246"/>
                  <a:pt x="1387153" y="62307"/>
                </a:cubicBezTo>
                <a:cubicBezTo>
                  <a:pt x="200917" y="136860"/>
                  <a:pt x="193051" y="312190"/>
                  <a:pt x="433260" y="497911"/>
                </a:cubicBezTo>
                <a:cubicBezTo>
                  <a:pt x="673469" y="683632"/>
                  <a:pt x="373786" y="935937"/>
                  <a:pt x="349235" y="1203649"/>
                </a:cubicBezTo>
                <a:cubicBezTo>
                  <a:pt x="296655" y="1477110"/>
                  <a:pt x="870364" y="1346381"/>
                  <a:pt x="813307" y="1490610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pic>
        <p:nvPicPr>
          <p:cNvPr id="410" name="Picture 11" descr=""/>
          <p:cNvPicPr/>
          <p:nvPr/>
        </p:nvPicPr>
        <p:blipFill>
          <a:blip r:embed="rId2"/>
          <a:stretch/>
        </p:blipFill>
        <p:spPr>
          <a:xfrm>
            <a:off x="-123120" y="-124920"/>
            <a:ext cx="7305120" cy="7341480"/>
          </a:xfrm>
          <a:prstGeom prst="rect">
            <a:avLst/>
          </a:prstGeom>
          <a:ln w="0">
            <a:noFill/>
          </a:ln>
        </p:spPr>
      </p:pic>
      <p:sp>
        <p:nvSpPr>
          <p:cNvPr id="411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2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3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4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5" name="Rectangle 10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0D3AB5C-2D33-4CE9-B909-080C68FC946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Freeform 66"/>
          <p:cNvSpPr/>
          <p:nvPr/>
        </p:nvSpPr>
        <p:spPr>
          <a:xfrm rot="370200">
            <a:off x="-2565000" y="-120816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19" name="Freeform 5"/>
          <p:cNvSpPr/>
          <p:nvPr/>
        </p:nvSpPr>
        <p:spPr>
          <a:xfrm>
            <a:off x="2153880" y="3953880"/>
            <a:ext cx="8055000" cy="1211400"/>
          </a:xfrm>
          <a:custGeom>
            <a:avLst/>
            <a:gdLst>
              <a:gd name="textAreaLeft" fmla="*/ 0 w 8055000"/>
              <a:gd name="textAreaRight" fmla="*/ 8059680 w 8055000"/>
              <a:gd name="textAreaTop" fmla="*/ 0 h 1211400"/>
              <a:gd name="textAreaBottom" fmla="*/ 1216080 h 1211400"/>
            </a:gdLst>
            <a:ahLst/>
            <a:rect l="textAreaLeft" t="textAreaTop" r="textAreaRight" b="textAreaBottom"/>
            <a:pathLst>
              <a:path w="2116" h="319">
                <a:moveTo>
                  <a:pt x="2116" y="0"/>
                </a:moveTo>
                <a:cubicBezTo>
                  <a:pt x="2116" y="131"/>
                  <a:pt x="2010" y="237"/>
                  <a:pt x="1879" y="237"/>
                </a:cubicBezTo>
                <a:cubicBezTo>
                  <a:pt x="179" y="237"/>
                  <a:pt x="179" y="237"/>
                  <a:pt x="179" y="237"/>
                </a:cubicBezTo>
                <a:cubicBezTo>
                  <a:pt x="107" y="237"/>
                  <a:pt x="43" y="268"/>
                  <a:pt x="0" y="319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0" name="Freeform 6"/>
          <p:cNvSpPr/>
          <p:nvPr/>
        </p:nvSpPr>
        <p:spPr>
          <a:xfrm>
            <a:off x="1933200" y="2153520"/>
            <a:ext cx="8275680" cy="1795680"/>
          </a:xfrm>
          <a:custGeom>
            <a:avLst/>
            <a:gdLst>
              <a:gd name="textAreaLeft" fmla="*/ 0 w 8275680"/>
              <a:gd name="textAreaRight" fmla="*/ 8280360 w 8275680"/>
              <a:gd name="textAreaTop" fmla="*/ 0 h 1795680"/>
              <a:gd name="textAreaBottom" fmla="*/ 1800360 h 1795680"/>
            </a:gdLst>
            <a:ahLst/>
            <a:rect l="textAreaLeft" t="textAreaTop" r="textAreaRight" b="textAreaBottom"/>
            <a:pathLst>
              <a:path w="2174" h="472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130"/>
                  <a:pt x="106" y="236"/>
                  <a:pt x="237" y="236"/>
                </a:cubicBezTo>
                <a:cubicBezTo>
                  <a:pt x="1937" y="236"/>
                  <a:pt x="1937" y="236"/>
                  <a:pt x="1937" y="236"/>
                </a:cubicBezTo>
                <a:cubicBezTo>
                  <a:pt x="2068" y="236"/>
                  <a:pt x="2174" y="342"/>
                  <a:pt x="2174" y="472"/>
                </a:cubicBezTo>
                <a:cubicBezTo>
                  <a:pt x="2174" y="472"/>
                  <a:pt x="2174" y="472"/>
                  <a:pt x="2174" y="472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1" name="Freeform 7"/>
          <p:cNvSpPr/>
          <p:nvPr/>
        </p:nvSpPr>
        <p:spPr>
          <a:xfrm>
            <a:off x="1933200" y="617040"/>
            <a:ext cx="8226360" cy="1532160"/>
          </a:xfrm>
          <a:custGeom>
            <a:avLst/>
            <a:gdLst>
              <a:gd name="textAreaLeft" fmla="*/ 0 w 8226360"/>
              <a:gd name="textAreaRight" fmla="*/ 8231040 w 8226360"/>
              <a:gd name="textAreaTop" fmla="*/ 0 h 1532160"/>
              <a:gd name="textAreaBottom" fmla="*/ 1536840 h 1532160"/>
            </a:gdLst>
            <a:ahLst/>
            <a:rect l="textAreaLeft" t="textAreaTop" r="textAreaRight" b="textAreaBottom"/>
            <a:pathLst>
              <a:path w="2161" h="403">
                <a:moveTo>
                  <a:pt x="2161" y="0"/>
                </a:moveTo>
                <a:cubicBezTo>
                  <a:pt x="2131" y="96"/>
                  <a:pt x="2041" y="166"/>
                  <a:pt x="1935" y="166"/>
                </a:cubicBezTo>
                <a:cubicBezTo>
                  <a:pt x="237" y="166"/>
                  <a:pt x="237" y="166"/>
                  <a:pt x="237" y="166"/>
                </a:cubicBezTo>
                <a:cubicBezTo>
                  <a:pt x="106" y="166"/>
                  <a:pt x="0" y="272"/>
                  <a:pt x="0" y="403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422" name="Group 10"/>
          <p:cNvGrpSpPr/>
          <p:nvPr/>
        </p:nvGrpSpPr>
        <p:grpSpPr>
          <a:xfrm>
            <a:off x="3841200" y="4700880"/>
            <a:ext cx="300960" cy="300960"/>
            <a:chOff x="3841200" y="4700880"/>
            <a:chExt cx="300960" cy="300960"/>
          </a:xfrm>
        </p:grpSpPr>
        <p:sp>
          <p:nvSpPr>
            <p:cNvPr id="423" name="Oval 11"/>
            <p:cNvSpPr/>
            <p:nvPr/>
          </p:nvSpPr>
          <p:spPr>
            <a:xfrm>
              <a:off x="3841200" y="4700880"/>
              <a:ext cx="300960" cy="30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4" name="Oval 28"/>
            <p:cNvSpPr/>
            <p:nvPr/>
          </p:nvSpPr>
          <p:spPr>
            <a:xfrm>
              <a:off x="3918600" y="4777920"/>
              <a:ext cx="143280" cy="1414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5" name="Group 13"/>
          <p:cNvGrpSpPr/>
          <p:nvPr/>
        </p:nvGrpSpPr>
        <p:grpSpPr>
          <a:xfrm>
            <a:off x="5922360" y="4700880"/>
            <a:ext cx="300960" cy="300960"/>
            <a:chOff x="5922360" y="4700880"/>
            <a:chExt cx="300960" cy="300960"/>
          </a:xfrm>
        </p:grpSpPr>
        <p:sp>
          <p:nvSpPr>
            <p:cNvPr id="426" name="Oval 14"/>
            <p:cNvSpPr/>
            <p:nvPr/>
          </p:nvSpPr>
          <p:spPr>
            <a:xfrm>
              <a:off x="5922360" y="4700880"/>
              <a:ext cx="300960" cy="30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7" name="Oval 28"/>
            <p:cNvSpPr/>
            <p:nvPr/>
          </p:nvSpPr>
          <p:spPr>
            <a:xfrm>
              <a:off x="5999400" y="4777920"/>
              <a:ext cx="143280" cy="1414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8" name="Group 16"/>
          <p:cNvGrpSpPr/>
          <p:nvPr/>
        </p:nvGrpSpPr>
        <p:grpSpPr>
          <a:xfrm>
            <a:off x="7984080" y="4700880"/>
            <a:ext cx="300960" cy="300960"/>
            <a:chOff x="7984080" y="4700880"/>
            <a:chExt cx="300960" cy="300960"/>
          </a:xfrm>
        </p:grpSpPr>
        <p:sp>
          <p:nvSpPr>
            <p:cNvPr id="429" name="Oval 17"/>
            <p:cNvSpPr/>
            <p:nvPr/>
          </p:nvSpPr>
          <p:spPr>
            <a:xfrm>
              <a:off x="7984080" y="4700880"/>
              <a:ext cx="300960" cy="30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0" name="Oval 28"/>
            <p:cNvSpPr/>
            <p:nvPr/>
          </p:nvSpPr>
          <p:spPr>
            <a:xfrm>
              <a:off x="8061120" y="4777920"/>
              <a:ext cx="143280" cy="1414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1" name="Group 19"/>
          <p:cNvGrpSpPr/>
          <p:nvPr/>
        </p:nvGrpSpPr>
        <p:grpSpPr>
          <a:xfrm>
            <a:off x="10055520" y="3793320"/>
            <a:ext cx="300960" cy="300960"/>
            <a:chOff x="10055520" y="3793320"/>
            <a:chExt cx="300960" cy="300960"/>
          </a:xfrm>
        </p:grpSpPr>
        <p:sp>
          <p:nvSpPr>
            <p:cNvPr id="432" name="Oval 20"/>
            <p:cNvSpPr/>
            <p:nvPr/>
          </p:nvSpPr>
          <p:spPr>
            <a:xfrm>
              <a:off x="10055520" y="3793320"/>
              <a:ext cx="300960" cy="30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3" name="Oval 28"/>
            <p:cNvSpPr/>
            <p:nvPr/>
          </p:nvSpPr>
          <p:spPr>
            <a:xfrm>
              <a:off x="10132920" y="3870360"/>
              <a:ext cx="143280" cy="1414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4" name="Group 22"/>
          <p:cNvGrpSpPr/>
          <p:nvPr/>
        </p:nvGrpSpPr>
        <p:grpSpPr>
          <a:xfrm>
            <a:off x="3847680" y="2889360"/>
            <a:ext cx="300960" cy="300960"/>
            <a:chOff x="3847680" y="2889360"/>
            <a:chExt cx="300960" cy="300960"/>
          </a:xfrm>
        </p:grpSpPr>
        <p:sp>
          <p:nvSpPr>
            <p:cNvPr id="435" name="Oval 23"/>
            <p:cNvSpPr/>
            <p:nvPr/>
          </p:nvSpPr>
          <p:spPr>
            <a:xfrm>
              <a:off x="3847680" y="2889360"/>
              <a:ext cx="300960" cy="30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6" name="Oval 28"/>
            <p:cNvSpPr/>
            <p:nvPr/>
          </p:nvSpPr>
          <p:spPr>
            <a:xfrm>
              <a:off x="3925080" y="2966400"/>
              <a:ext cx="143280" cy="1414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7" name="Group 25"/>
          <p:cNvGrpSpPr/>
          <p:nvPr/>
        </p:nvGrpSpPr>
        <p:grpSpPr>
          <a:xfrm>
            <a:off x="5912640" y="2895480"/>
            <a:ext cx="300960" cy="300960"/>
            <a:chOff x="5912640" y="2895480"/>
            <a:chExt cx="300960" cy="300960"/>
          </a:xfrm>
        </p:grpSpPr>
        <p:sp>
          <p:nvSpPr>
            <p:cNvPr id="438" name="Oval 26"/>
            <p:cNvSpPr/>
            <p:nvPr/>
          </p:nvSpPr>
          <p:spPr>
            <a:xfrm>
              <a:off x="5912640" y="2895480"/>
              <a:ext cx="300960" cy="30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9" name="Oval 28"/>
            <p:cNvSpPr/>
            <p:nvPr/>
          </p:nvSpPr>
          <p:spPr>
            <a:xfrm>
              <a:off x="5990040" y="2972880"/>
              <a:ext cx="143280" cy="1414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0" name="Group 28"/>
          <p:cNvGrpSpPr/>
          <p:nvPr/>
        </p:nvGrpSpPr>
        <p:grpSpPr>
          <a:xfrm>
            <a:off x="7974360" y="2895480"/>
            <a:ext cx="300960" cy="300960"/>
            <a:chOff x="7974360" y="2895480"/>
            <a:chExt cx="300960" cy="300960"/>
          </a:xfrm>
        </p:grpSpPr>
        <p:sp>
          <p:nvSpPr>
            <p:cNvPr id="441" name="Oval 29"/>
            <p:cNvSpPr/>
            <p:nvPr/>
          </p:nvSpPr>
          <p:spPr>
            <a:xfrm>
              <a:off x="7974360" y="2895480"/>
              <a:ext cx="300960" cy="30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2" name="Oval 28"/>
            <p:cNvSpPr/>
            <p:nvPr/>
          </p:nvSpPr>
          <p:spPr>
            <a:xfrm>
              <a:off x="8051760" y="2972880"/>
              <a:ext cx="143280" cy="1414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3" name="Group 31"/>
          <p:cNvGrpSpPr/>
          <p:nvPr/>
        </p:nvGrpSpPr>
        <p:grpSpPr>
          <a:xfrm>
            <a:off x="3847680" y="1094760"/>
            <a:ext cx="300960" cy="300960"/>
            <a:chOff x="3847680" y="1094760"/>
            <a:chExt cx="300960" cy="300960"/>
          </a:xfrm>
        </p:grpSpPr>
        <p:sp>
          <p:nvSpPr>
            <p:cNvPr id="444" name="Oval 32"/>
            <p:cNvSpPr/>
            <p:nvPr/>
          </p:nvSpPr>
          <p:spPr>
            <a:xfrm>
              <a:off x="3847680" y="1094760"/>
              <a:ext cx="300960" cy="30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5" name="Oval 28"/>
            <p:cNvSpPr/>
            <p:nvPr/>
          </p:nvSpPr>
          <p:spPr>
            <a:xfrm>
              <a:off x="3925080" y="1172160"/>
              <a:ext cx="143280" cy="1414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6" name="Group 34"/>
          <p:cNvGrpSpPr/>
          <p:nvPr/>
        </p:nvGrpSpPr>
        <p:grpSpPr>
          <a:xfrm>
            <a:off x="5912640" y="1101240"/>
            <a:ext cx="300960" cy="300960"/>
            <a:chOff x="5912640" y="1101240"/>
            <a:chExt cx="300960" cy="300960"/>
          </a:xfrm>
        </p:grpSpPr>
        <p:sp>
          <p:nvSpPr>
            <p:cNvPr id="447" name="Oval 35"/>
            <p:cNvSpPr/>
            <p:nvPr/>
          </p:nvSpPr>
          <p:spPr>
            <a:xfrm>
              <a:off x="5912640" y="1101240"/>
              <a:ext cx="300960" cy="30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8" name="Oval 28"/>
            <p:cNvSpPr/>
            <p:nvPr/>
          </p:nvSpPr>
          <p:spPr>
            <a:xfrm>
              <a:off x="5990040" y="1178280"/>
              <a:ext cx="143280" cy="1414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9" name="Group 37"/>
          <p:cNvGrpSpPr/>
          <p:nvPr/>
        </p:nvGrpSpPr>
        <p:grpSpPr>
          <a:xfrm>
            <a:off x="7974360" y="1101240"/>
            <a:ext cx="300960" cy="300960"/>
            <a:chOff x="7974360" y="1101240"/>
            <a:chExt cx="300960" cy="300960"/>
          </a:xfrm>
        </p:grpSpPr>
        <p:sp>
          <p:nvSpPr>
            <p:cNvPr id="450" name="Oval 38"/>
            <p:cNvSpPr/>
            <p:nvPr/>
          </p:nvSpPr>
          <p:spPr>
            <a:xfrm>
              <a:off x="7974360" y="1101240"/>
              <a:ext cx="300960" cy="30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1" name="Oval 28"/>
            <p:cNvSpPr/>
            <p:nvPr/>
          </p:nvSpPr>
          <p:spPr>
            <a:xfrm>
              <a:off x="8051760" y="1178280"/>
              <a:ext cx="143280" cy="1414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52" name="Group 40"/>
          <p:cNvGrpSpPr/>
          <p:nvPr/>
        </p:nvGrpSpPr>
        <p:grpSpPr>
          <a:xfrm>
            <a:off x="1781280" y="1999080"/>
            <a:ext cx="300960" cy="300960"/>
            <a:chOff x="1781280" y="1999080"/>
            <a:chExt cx="300960" cy="300960"/>
          </a:xfrm>
        </p:grpSpPr>
        <p:sp>
          <p:nvSpPr>
            <p:cNvPr id="453" name="Oval 41"/>
            <p:cNvSpPr/>
            <p:nvPr/>
          </p:nvSpPr>
          <p:spPr>
            <a:xfrm>
              <a:off x="1781280" y="1999080"/>
              <a:ext cx="300960" cy="30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4" name="Oval 28"/>
            <p:cNvSpPr/>
            <p:nvPr/>
          </p:nvSpPr>
          <p:spPr>
            <a:xfrm>
              <a:off x="1858320" y="2076120"/>
              <a:ext cx="143280" cy="1414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455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6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7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8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59" name="Group 62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460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1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62" name="Rectangle 67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6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E1EBC21-7A03-4EAC-8B0F-57A58877175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Freeform 25"/>
          <p:cNvSpPr/>
          <p:nvPr/>
        </p:nvSpPr>
        <p:spPr>
          <a:xfrm>
            <a:off x="-1935720" y="-101196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66" name="Group 9"/>
          <p:cNvGrpSpPr/>
          <p:nvPr/>
        </p:nvGrpSpPr>
        <p:grpSpPr>
          <a:xfrm>
            <a:off x="278280" y="1993320"/>
            <a:ext cx="2703960" cy="2706480"/>
            <a:chOff x="278280" y="1993320"/>
            <a:chExt cx="2703960" cy="2706480"/>
          </a:xfrm>
        </p:grpSpPr>
        <p:sp>
          <p:nvSpPr>
            <p:cNvPr id="467" name="Freeform 6"/>
            <p:cNvSpPr/>
            <p:nvPr/>
          </p:nvSpPr>
          <p:spPr>
            <a:xfrm>
              <a:off x="278280" y="1993320"/>
              <a:ext cx="2703960" cy="2706480"/>
            </a:xfrm>
            <a:custGeom>
              <a:avLst/>
              <a:gdLst>
                <a:gd name="textAreaLeft" fmla="*/ 0 w 2703960"/>
                <a:gd name="textAreaRight" fmla="*/ 2708640 w 2703960"/>
                <a:gd name="textAreaTop" fmla="*/ 0 h 2706480"/>
                <a:gd name="textAreaBottom" fmla="*/ 2711160 h 2706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8" name="Freeform 6"/>
            <p:cNvSpPr/>
            <p:nvPr/>
          </p:nvSpPr>
          <p:spPr>
            <a:xfrm>
              <a:off x="278280" y="1993320"/>
              <a:ext cx="2703960" cy="2706480"/>
            </a:xfrm>
            <a:custGeom>
              <a:avLst/>
              <a:gdLst>
                <a:gd name="textAreaLeft" fmla="*/ 0 w 2703960"/>
                <a:gd name="textAreaRight" fmla="*/ 2708640 w 2703960"/>
                <a:gd name="textAreaTop" fmla="*/ 0 h 2706480"/>
                <a:gd name="textAreaBottom" fmla="*/ 2711160 h 2706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69" name="Group 12"/>
          <p:cNvGrpSpPr/>
          <p:nvPr/>
        </p:nvGrpSpPr>
        <p:grpSpPr>
          <a:xfrm>
            <a:off x="3215520" y="1993320"/>
            <a:ext cx="2703960" cy="2706480"/>
            <a:chOff x="3215520" y="1993320"/>
            <a:chExt cx="2703960" cy="2706480"/>
          </a:xfrm>
        </p:grpSpPr>
        <p:sp>
          <p:nvSpPr>
            <p:cNvPr id="470" name="Freeform 6"/>
            <p:cNvSpPr/>
            <p:nvPr/>
          </p:nvSpPr>
          <p:spPr>
            <a:xfrm>
              <a:off x="3215520" y="1993320"/>
              <a:ext cx="2703960" cy="2706480"/>
            </a:xfrm>
            <a:custGeom>
              <a:avLst/>
              <a:gdLst>
                <a:gd name="textAreaLeft" fmla="*/ 0 w 2703960"/>
                <a:gd name="textAreaRight" fmla="*/ 2708640 w 2703960"/>
                <a:gd name="textAreaTop" fmla="*/ 0 h 2706480"/>
                <a:gd name="textAreaBottom" fmla="*/ 2711160 h 2706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1" name="Freeform 6"/>
            <p:cNvSpPr/>
            <p:nvPr/>
          </p:nvSpPr>
          <p:spPr>
            <a:xfrm>
              <a:off x="3215520" y="1993320"/>
              <a:ext cx="2703960" cy="2706480"/>
            </a:xfrm>
            <a:custGeom>
              <a:avLst/>
              <a:gdLst>
                <a:gd name="textAreaLeft" fmla="*/ 0 w 2703960"/>
                <a:gd name="textAreaRight" fmla="*/ 2708640 w 2703960"/>
                <a:gd name="textAreaTop" fmla="*/ 0 h 2706480"/>
                <a:gd name="textAreaBottom" fmla="*/ 2711160 h 2706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2" name="Group 15"/>
          <p:cNvGrpSpPr/>
          <p:nvPr/>
        </p:nvGrpSpPr>
        <p:grpSpPr>
          <a:xfrm>
            <a:off x="6266880" y="1993320"/>
            <a:ext cx="2703960" cy="2706480"/>
            <a:chOff x="6266880" y="1993320"/>
            <a:chExt cx="2703960" cy="2706480"/>
          </a:xfrm>
        </p:grpSpPr>
        <p:sp>
          <p:nvSpPr>
            <p:cNvPr id="473" name="Freeform 6"/>
            <p:cNvSpPr/>
            <p:nvPr/>
          </p:nvSpPr>
          <p:spPr>
            <a:xfrm>
              <a:off x="6266880" y="1993320"/>
              <a:ext cx="2703960" cy="2706480"/>
            </a:xfrm>
            <a:custGeom>
              <a:avLst/>
              <a:gdLst>
                <a:gd name="textAreaLeft" fmla="*/ 0 w 2703960"/>
                <a:gd name="textAreaRight" fmla="*/ 2708640 w 2703960"/>
                <a:gd name="textAreaTop" fmla="*/ 0 h 2706480"/>
                <a:gd name="textAreaBottom" fmla="*/ 2711160 h 2706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4" name="Freeform 6"/>
            <p:cNvSpPr/>
            <p:nvPr/>
          </p:nvSpPr>
          <p:spPr>
            <a:xfrm>
              <a:off x="6266880" y="1993320"/>
              <a:ext cx="2703960" cy="2706480"/>
            </a:xfrm>
            <a:custGeom>
              <a:avLst/>
              <a:gdLst>
                <a:gd name="textAreaLeft" fmla="*/ 0 w 2703960"/>
                <a:gd name="textAreaRight" fmla="*/ 2708640 w 2703960"/>
                <a:gd name="textAreaTop" fmla="*/ 0 h 2706480"/>
                <a:gd name="textAreaBottom" fmla="*/ 2711160 h 2706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5" name="Group 18"/>
          <p:cNvGrpSpPr/>
          <p:nvPr/>
        </p:nvGrpSpPr>
        <p:grpSpPr>
          <a:xfrm>
            <a:off x="9318240" y="1993320"/>
            <a:ext cx="2703960" cy="2706480"/>
            <a:chOff x="9318240" y="1993320"/>
            <a:chExt cx="2703960" cy="2706480"/>
          </a:xfrm>
        </p:grpSpPr>
        <p:sp>
          <p:nvSpPr>
            <p:cNvPr id="476" name="Freeform 6"/>
            <p:cNvSpPr/>
            <p:nvPr/>
          </p:nvSpPr>
          <p:spPr>
            <a:xfrm>
              <a:off x="9318240" y="1993320"/>
              <a:ext cx="2703960" cy="2706480"/>
            </a:xfrm>
            <a:custGeom>
              <a:avLst/>
              <a:gdLst>
                <a:gd name="textAreaLeft" fmla="*/ 0 w 2703960"/>
                <a:gd name="textAreaRight" fmla="*/ 2708640 w 2703960"/>
                <a:gd name="textAreaTop" fmla="*/ 0 h 2706480"/>
                <a:gd name="textAreaBottom" fmla="*/ 2711160 h 2706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7" name="Freeform 6"/>
            <p:cNvSpPr/>
            <p:nvPr/>
          </p:nvSpPr>
          <p:spPr>
            <a:xfrm>
              <a:off x="9318240" y="1993320"/>
              <a:ext cx="2703960" cy="2706480"/>
            </a:xfrm>
            <a:custGeom>
              <a:avLst/>
              <a:gdLst>
                <a:gd name="textAreaLeft" fmla="*/ 0 w 2703960"/>
                <a:gd name="textAreaRight" fmla="*/ 2708640 w 2703960"/>
                <a:gd name="textAreaTop" fmla="*/ 0 h 2706480"/>
                <a:gd name="textAreaBottom" fmla="*/ 2711160 h 2706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78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9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0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1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82" name="Group 21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483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84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85" name="Rectangle 26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F637702-B27F-4612-B8C1-68F0C660BEC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Freeform 44"/>
          <p:cNvSpPr/>
          <p:nvPr/>
        </p:nvSpPr>
        <p:spPr>
          <a:xfrm rot="370200">
            <a:off x="-2180520" y="-152604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89" name="Group 41"/>
          <p:cNvGrpSpPr/>
          <p:nvPr/>
        </p:nvGrpSpPr>
        <p:grpSpPr>
          <a:xfrm>
            <a:off x="228600" y="1959840"/>
            <a:ext cx="11730240" cy="3596760"/>
            <a:chOff x="228600" y="1959840"/>
            <a:chExt cx="11730240" cy="3596760"/>
          </a:xfrm>
        </p:grpSpPr>
        <p:grpSp>
          <p:nvGrpSpPr>
            <p:cNvPr id="490" name="Group 5"/>
            <p:cNvGrpSpPr/>
            <p:nvPr/>
          </p:nvGrpSpPr>
          <p:grpSpPr>
            <a:xfrm>
              <a:off x="228600" y="1959840"/>
              <a:ext cx="2284200" cy="3596760"/>
              <a:chOff x="228600" y="1959840"/>
              <a:chExt cx="2284200" cy="3596760"/>
            </a:xfrm>
          </p:grpSpPr>
          <p:grpSp>
            <p:nvGrpSpPr>
              <p:cNvPr id="491" name="Group 6"/>
              <p:cNvGrpSpPr/>
              <p:nvPr/>
            </p:nvGrpSpPr>
            <p:grpSpPr>
              <a:xfrm>
                <a:off x="228600" y="1959840"/>
                <a:ext cx="2284200" cy="3596760"/>
                <a:chOff x="228600" y="1959840"/>
                <a:chExt cx="2284200" cy="3596760"/>
              </a:xfrm>
            </p:grpSpPr>
            <p:sp>
              <p:nvSpPr>
                <p:cNvPr id="492" name="Freeform 9"/>
                <p:cNvSpPr/>
                <p:nvPr/>
              </p:nvSpPr>
              <p:spPr>
                <a:xfrm>
                  <a:off x="228600" y="1959840"/>
                  <a:ext cx="2284200" cy="3596760"/>
                </a:xfrm>
                <a:custGeom>
                  <a:avLst/>
                  <a:gdLst>
                    <a:gd name="textAreaLeft" fmla="*/ 0 w 2284200"/>
                    <a:gd name="textAreaRight" fmla="*/ 2288880 w 2284200"/>
                    <a:gd name="textAreaTop" fmla="*/ 0 h 3596760"/>
                    <a:gd name="textAreaBottom" fmla="*/ 3601440 h 359676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3" name="Freeform 9"/>
                <p:cNvSpPr/>
                <p:nvPr/>
              </p:nvSpPr>
              <p:spPr>
                <a:xfrm>
                  <a:off x="228600" y="1959840"/>
                  <a:ext cx="2284200" cy="3596760"/>
                </a:xfrm>
                <a:custGeom>
                  <a:avLst/>
                  <a:gdLst>
                    <a:gd name="textAreaLeft" fmla="*/ 0 w 2284200"/>
                    <a:gd name="textAreaRight" fmla="*/ 2288880 w 2284200"/>
                    <a:gd name="textAreaTop" fmla="*/ 0 h 3596760"/>
                    <a:gd name="textAreaBottom" fmla="*/ 3601440 h 359676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4" name="Oval 7"/>
              <p:cNvSpPr/>
              <p:nvPr/>
            </p:nvSpPr>
            <p:spPr>
              <a:xfrm>
                <a:off x="658800" y="2261160"/>
                <a:ext cx="1438560" cy="143856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5" name="Group 10"/>
            <p:cNvGrpSpPr/>
            <p:nvPr/>
          </p:nvGrpSpPr>
          <p:grpSpPr>
            <a:xfrm>
              <a:off x="3373200" y="1959840"/>
              <a:ext cx="2288160" cy="3596760"/>
              <a:chOff x="3373200" y="1959840"/>
              <a:chExt cx="2288160" cy="3596760"/>
            </a:xfrm>
          </p:grpSpPr>
          <p:grpSp>
            <p:nvGrpSpPr>
              <p:cNvPr id="496" name="Group 11"/>
              <p:cNvGrpSpPr/>
              <p:nvPr/>
            </p:nvGrpSpPr>
            <p:grpSpPr>
              <a:xfrm>
                <a:off x="3373200" y="1959840"/>
                <a:ext cx="2288160" cy="3596760"/>
                <a:chOff x="3373200" y="1959840"/>
                <a:chExt cx="2288160" cy="3596760"/>
              </a:xfrm>
            </p:grpSpPr>
            <p:sp>
              <p:nvSpPr>
                <p:cNvPr id="497" name="Freeform 13"/>
                <p:cNvSpPr/>
                <p:nvPr/>
              </p:nvSpPr>
              <p:spPr>
                <a:xfrm>
                  <a:off x="3373200" y="1959840"/>
                  <a:ext cx="2288160" cy="3596760"/>
                </a:xfrm>
                <a:custGeom>
                  <a:avLst/>
                  <a:gdLst>
                    <a:gd name="textAreaLeft" fmla="*/ 0 w 2288160"/>
                    <a:gd name="textAreaRight" fmla="*/ 2292840 w 2288160"/>
                    <a:gd name="textAreaTop" fmla="*/ 0 h 3596760"/>
                    <a:gd name="textAreaBottom" fmla="*/ 3601440 h 359676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8" name="Freeform 13"/>
                <p:cNvSpPr/>
                <p:nvPr/>
              </p:nvSpPr>
              <p:spPr>
                <a:xfrm>
                  <a:off x="3373200" y="1959840"/>
                  <a:ext cx="2288160" cy="3596760"/>
                </a:xfrm>
                <a:custGeom>
                  <a:avLst/>
                  <a:gdLst>
                    <a:gd name="textAreaLeft" fmla="*/ 0 w 2288160"/>
                    <a:gd name="textAreaRight" fmla="*/ 2292840 w 2288160"/>
                    <a:gd name="textAreaTop" fmla="*/ 0 h 3596760"/>
                    <a:gd name="textAreaBottom" fmla="*/ 3601440 h 359676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9" name="Oval 12"/>
              <p:cNvSpPr/>
              <p:nvPr/>
            </p:nvSpPr>
            <p:spPr>
              <a:xfrm>
                <a:off x="3801240" y="2261160"/>
                <a:ext cx="1438560" cy="143856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0" name="Group 15"/>
            <p:cNvGrpSpPr/>
            <p:nvPr/>
          </p:nvGrpSpPr>
          <p:grpSpPr>
            <a:xfrm>
              <a:off x="6523920" y="1959840"/>
              <a:ext cx="2286360" cy="3596760"/>
              <a:chOff x="6523920" y="1959840"/>
              <a:chExt cx="2286360" cy="3596760"/>
            </a:xfrm>
          </p:grpSpPr>
          <p:grpSp>
            <p:nvGrpSpPr>
              <p:cNvPr id="501" name="Group 16"/>
              <p:cNvGrpSpPr/>
              <p:nvPr/>
            </p:nvGrpSpPr>
            <p:grpSpPr>
              <a:xfrm>
                <a:off x="6523920" y="1959840"/>
                <a:ext cx="2286360" cy="3596760"/>
                <a:chOff x="6523920" y="1959840"/>
                <a:chExt cx="2286360" cy="3596760"/>
              </a:xfrm>
            </p:grpSpPr>
            <p:sp>
              <p:nvSpPr>
                <p:cNvPr id="502" name="Freeform 17"/>
                <p:cNvSpPr/>
                <p:nvPr/>
              </p:nvSpPr>
              <p:spPr>
                <a:xfrm>
                  <a:off x="6523920" y="1959840"/>
                  <a:ext cx="2286360" cy="3596760"/>
                </a:xfrm>
                <a:custGeom>
                  <a:avLst/>
                  <a:gdLst>
                    <a:gd name="textAreaLeft" fmla="*/ 0 w 2286360"/>
                    <a:gd name="textAreaRight" fmla="*/ 2291040 w 2286360"/>
                    <a:gd name="textAreaTop" fmla="*/ 0 h 3596760"/>
                    <a:gd name="textAreaBottom" fmla="*/ 3601440 h 359676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3" name="Freeform 17"/>
                <p:cNvSpPr/>
                <p:nvPr/>
              </p:nvSpPr>
              <p:spPr>
                <a:xfrm>
                  <a:off x="6523920" y="1959840"/>
                  <a:ext cx="2286360" cy="3596760"/>
                </a:xfrm>
                <a:custGeom>
                  <a:avLst/>
                  <a:gdLst>
                    <a:gd name="textAreaLeft" fmla="*/ 0 w 2286360"/>
                    <a:gd name="textAreaRight" fmla="*/ 2291040 w 2286360"/>
                    <a:gd name="textAreaTop" fmla="*/ 0 h 3596760"/>
                    <a:gd name="textAreaBottom" fmla="*/ 3601440 h 359676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4" name="Oval 17"/>
              <p:cNvSpPr/>
              <p:nvPr/>
            </p:nvSpPr>
            <p:spPr>
              <a:xfrm>
                <a:off x="6953040" y="2261160"/>
                <a:ext cx="1438560" cy="143856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5" name="Group 20"/>
            <p:cNvGrpSpPr/>
            <p:nvPr/>
          </p:nvGrpSpPr>
          <p:grpSpPr>
            <a:xfrm>
              <a:off x="9672480" y="1959840"/>
              <a:ext cx="2286360" cy="3596760"/>
              <a:chOff x="9672480" y="1959840"/>
              <a:chExt cx="2286360" cy="3596760"/>
            </a:xfrm>
          </p:grpSpPr>
          <p:grpSp>
            <p:nvGrpSpPr>
              <p:cNvPr id="506" name="Group 21"/>
              <p:cNvGrpSpPr/>
              <p:nvPr/>
            </p:nvGrpSpPr>
            <p:grpSpPr>
              <a:xfrm>
                <a:off x="9672480" y="1959840"/>
                <a:ext cx="2286360" cy="3596760"/>
                <a:chOff x="9672480" y="1959840"/>
                <a:chExt cx="2286360" cy="3596760"/>
              </a:xfrm>
            </p:grpSpPr>
            <p:sp>
              <p:nvSpPr>
                <p:cNvPr id="507" name="Freeform 20"/>
                <p:cNvSpPr/>
                <p:nvPr/>
              </p:nvSpPr>
              <p:spPr>
                <a:xfrm>
                  <a:off x="9672480" y="1959840"/>
                  <a:ext cx="2286360" cy="3596760"/>
                </a:xfrm>
                <a:custGeom>
                  <a:avLst/>
                  <a:gdLst>
                    <a:gd name="textAreaLeft" fmla="*/ 0 w 2286360"/>
                    <a:gd name="textAreaRight" fmla="*/ 2291040 w 2286360"/>
                    <a:gd name="textAreaTop" fmla="*/ 0 h 3596760"/>
                    <a:gd name="textAreaBottom" fmla="*/ 3601440 h 359676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8" name="Freeform 20"/>
                <p:cNvSpPr/>
                <p:nvPr/>
              </p:nvSpPr>
              <p:spPr>
                <a:xfrm>
                  <a:off x="9672480" y="1959840"/>
                  <a:ext cx="2286360" cy="3596760"/>
                </a:xfrm>
                <a:custGeom>
                  <a:avLst/>
                  <a:gdLst>
                    <a:gd name="textAreaLeft" fmla="*/ 0 w 2286360"/>
                    <a:gd name="textAreaRight" fmla="*/ 2291040 w 2286360"/>
                    <a:gd name="textAreaTop" fmla="*/ 0 h 3596760"/>
                    <a:gd name="textAreaBottom" fmla="*/ 3601440 h 359676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9" name="Oval 22"/>
              <p:cNvSpPr/>
              <p:nvPr/>
            </p:nvSpPr>
            <p:spPr>
              <a:xfrm>
                <a:off x="10102680" y="2261160"/>
                <a:ext cx="1438560" cy="143856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sp>
        <p:nvSpPr>
          <p:cNvPr id="510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1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2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3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14" name="Group 34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515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16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17" name="Rectangle 43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1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303D9F1-080C-4F04-98B6-D2475EA7F96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Freeform 30"/>
          <p:cNvSpPr/>
          <p:nvPr/>
        </p:nvSpPr>
        <p:spPr>
          <a:xfrm>
            <a:off x="-1935720" y="-101196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21" name="Group 5"/>
          <p:cNvGrpSpPr/>
          <p:nvPr/>
        </p:nvGrpSpPr>
        <p:grpSpPr>
          <a:xfrm>
            <a:off x="811800" y="1545120"/>
            <a:ext cx="2893680" cy="4030200"/>
            <a:chOff x="811800" y="1545120"/>
            <a:chExt cx="2893680" cy="4030200"/>
          </a:xfrm>
        </p:grpSpPr>
        <p:sp>
          <p:nvSpPr>
            <p:cNvPr id="522" name="Freeform 6"/>
            <p:cNvSpPr/>
            <p:nvPr/>
          </p:nvSpPr>
          <p:spPr>
            <a:xfrm>
              <a:off x="811800" y="1545120"/>
              <a:ext cx="2893680" cy="4030200"/>
            </a:xfrm>
            <a:custGeom>
              <a:avLst/>
              <a:gdLst>
                <a:gd name="textAreaLeft" fmla="*/ 0 w 2893680"/>
                <a:gd name="textAreaRight" fmla="*/ 2898360 w 2893680"/>
                <a:gd name="textAreaTop" fmla="*/ 0 h 4030200"/>
                <a:gd name="textAreaBottom" fmla="*/ 4034880 h 403020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3" name="Freeform 30"/>
            <p:cNvSpPr/>
            <p:nvPr/>
          </p:nvSpPr>
          <p:spPr>
            <a:xfrm>
              <a:off x="811800" y="1545120"/>
              <a:ext cx="2893680" cy="4030200"/>
            </a:xfrm>
            <a:custGeom>
              <a:avLst/>
              <a:gdLst>
                <a:gd name="textAreaLeft" fmla="*/ 0 w 2893680"/>
                <a:gd name="textAreaRight" fmla="*/ 2898360 w 2893680"/>
                <a:gd name="textAreaTop" fmla="*/ 0 h 4030200"/>
                <a:gd name="textAreaBottom" fmla="*/ 4034880 h 403020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24" name="Text Placeholder 2"/>
          <p:cNvSpPr/>
          <p:nvPr/>
        </p:nvSpPr>
        <p:spPr>
          <a:xfrm>
            <a:off x="825120" y="1545120"/>
            <a:ext cx="2893680" cy="403020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6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7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8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29" name="Group 20"/>
          <p:cNvGrpSpPr/>
          <p:nvPr/>
        </p:nvGrpSpPr>
        <p:grpSpPr>
          <a:xfrm>
            <a:off x="4573440" y="1545120"/>
            <a:ext cx="2893680" cy="4030200"/>
            <a:chOff x="4573440" y="1545120"/>
            <a:chExt cx="2893680" cy="4030200"/>
          </a:xfrm>
        </p:grpSpPr>
        <p:sp>
          <p:nvSpPr>
            <p:cNvPr id="530" name="Freeform 21"/>
            <p:cNvSpPr/>
            <p:nvPr/>
          </p:nvSpPr>
          <p:spPr>
            <a:xfrm>
              <a:off x="4573440" y="1545120"/>
              <a:ext cx="2893680" cy="4030200"/>
            </a:xfrm>
            <a:custGeom>
              <a:avLst/>
              <a:gdLst>
                <a:gd name="textAreaLeft" fmla="*/ 0 w 2893680"/>
                <a:gd name="textAreaRight" fmla="*/ 2898360 w 2893680"/>
                <a:gd name="textAreaTop" fmla="*/ 0 h 4030200"/>
                <a:gd name="textAreaBottom" fmla="*/ 4034880 h 403020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1" name="Freeform 30"/>
            <p:cNvSpPr/>
            <p:nvPr/>
          </p:nvSpPr>
          <p:spPr>
            <a:xfrm>
              <a:off x="4573440" y="1545120"/>
              <a:ext cx="2893680" cy="4030200"/>
            </a:xfrm>
            <a:custGeom>
              <a:avLst/>
              <a:gdLst>
                <a:gd name="textAreaLeft" fmla="*/ 0 w 2893680"/>
                <a:gd name="textAreaRight" fmla="*/ 2898360 w 2893680"/>
                <a:gd name="textAreaTop" fmla="*/ 0 h 4030200"/>
                <a:gd name="textAreaBottom" fmla="*/ 4034880 h 403020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2" name="Text Placeholder 2"/>
          <p:cNvSpPr/>
          <p:nvPr/>
        </p:nvSpPr>
        <p:spPr>
          <a:xfrm>
            <a:off x="4587120" y="1545120"/>
            <a:ext cx="2893680" cy="403020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3" name="Group 24"/>
          <p:cNvGrpSpPr/>
          <p:nvPr/>
        </p:nvGrpSpPr>
        <p:grpSpPr>
          <a:xfrm>
            <a:off x="8362080" y="1545120"/>
            <a:ext cx="2893680" cy="4030200"/>
            <a:chOff x="8362080" y="1545120"/>
            <a:chExt cx="2893680" cy="4030200"/>
          </a:xfrm>
        </p:grpSpPr>
        <p:sp>
          <p:nvSpPr>
            <p:cNvPr id="534" name="Freeform 25"/>
            <p:cNvSpPr/>
            <p:nvPr/>
          </p:nvSpPr>
          <p:spPr>
            <a:xfrm>
              <a:off x="8362080" y="1545120"/>
              <a:ext cx="2893680" cy="4030200"/>
            </a:xfrm>
            <a:custGeom>
              <a:avLst/>
              <a:gdLst>
                <a:gd name="textAreaLeft" fmla="*/ 0 w 2893680"/>
                <a:gd name="textAreaRight" fmla="*/ 2898360 w 2893680"/>
                <a:gd name="textAreaTop" fmla="*/ 0 h 4030200"/>
                <a:gd name="textAreaBottom" fmla="*/ 4034880 h 403020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5" name="Freeform 30"/>
            <p:cNvSpPr/>
            <p:nvPr/>
          </p:nvSpPr>
          <p:spPr>
            <a:xfrm>
              <a:off x="8362080" y="1545120"/>
              <a:ext cx="2893680" cy="4030200"/>
            </a:xfrm>
            <a:custGeom>
              <a:avLst/>
              <a:gdLst>
                <a:gd name="textAreaLeft" fmla="*/ 0 w 2893680"/>
                <a:gd name="textAreaRight" fmla="*/ 2898360 w 2893680"/>
                <a:gd name="textAreaTop" fmla="*/ 0 h 4030200"/>
                <a:gd name="textAreaBottom" fmla="*/ 4034880 h 403020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6" name="Text Placeholder 2"/>
          <p:cNvSpPr/>
          <p:nvPr/>
        </p:nvSpPr>
        <p:spPr>
          <a:xfrm>
            <a:off x="8375760" y="1545120"/>
            <a:ext cx="2893680" cy="403020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7" name="Group 18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53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9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40" name="Rectangle 31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4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80F0240-A475-4C01-BA8C-BC0C8B5AD5C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Freeform 51"/>
          <p:cNvSpPr/>
          <p:nvPr/>
        </p:nvSpPr>
        <p:spPr>
          <a:xfrm>
            <a:off x="-1935720" y="-101196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44" name="Group 5"/>
          <p:cNvGrpSpPr/>
          <p:nvPr/>
        </p:nvGrpSpPr>
        <p:grpSpPr>
          <a:xfrm>
            <a:off x="10181520" y="3993840"/>
            <a:ext cx="347760" cy="353160"/>
            <a:chOff x="10181520" y="3993840"/>
            <a:chExt cx="347760" cy="353160"/>
          </a:xfrm>
        </p:grpSpPr>
        <p:sp>
          <p:nvSpPr>
            <p:cNvPr id="545" name="Oval 12"/>
            <p:cNvSpPr/>
            <p:nvPr/>
          </p:nvSpPr>
          <p:spPr>
            <a:xfrm>
              <a:off x="10272600" y="4090320"/>
              <a:ext cx="160560" cy="16056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6" name="Oval 16"/>
            <p:cNvSpPr/>
            <p:nvPr/>
          </p:nvSpPr>
          <p:spPr>
            <a:xfrm>
              <a:off x="10181520" y="3993840"/>
              <a:ext cx="347760" cy="35316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7" name="Group 8"/>
          <p:cNvGrpSpPr/>
          <p:nvPr/>
        </p:nvGrpSpPr>
        <p:grpSpPr>
          <a:xfrm>
            <a:off x="7273080" y="3992760"/>
            <a:ext cx="347760" cy="353160"/>
            <a:chOff x="7273080" y="3992760"/>
            <a:chExt cx="347760" cy="353160"/>
          </a:xfrm>
        </p:grpSpPr>
        <p:sp>
          <p:nvSpPr>
            <p:cNvPr id="548" name="Oval 13"/>
            <p:cNvSpPr/>
            <p:nvPr/>
          </p:nvSpPr>
          <p:spPr>
            <a:xfrm>
              <a:off x="7363800" y="4089240"/>
              <a:ext cx="165960" cy="16056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9" name="Oval 17"/>
            <p:cNvSpPr/>
            <p:nvPr/>
          </p:nvSpPr>
          <p:spPr>
            <a:xfrm>
              <a:off x="7273080" y="3992760"/>
              <a:ext cx="347760" cy="35316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0" name="Group 11"/>
          <p:cNvGrpSpPr/>
          <p:nvPr/>
        </p:nvGrpSpPr>
        <p:grpSpPr>
          <a:xfrm>
            <a:off x="4402440" y="3992760"/>
            <a:ext cx="353160" cy="353160"/>
            <a:chOff x="4402440" y="3992760"/>
            <a:chExt cx="353160" cy="353160"/>
          </a:xfrm>
        </p:grpSpPr>
        <p:sp>
          <p:nvSpPr>
            <p:cNvPr id="551" name="Oval 14"/>
            <p:cNvSpPr/>
            <p:nvPr/>
          </p:nvSpPr>
          <p:spPr>
            <a:xfrm>
              <a:off x="4498920" y="4089240"/>
              <a:ext cx="160560" cy="16056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2" name="Oval 18"/>
            <p:cNvSpPr/>
            <p:nvPr/>
          </p:nvSpPr>
          <p:spPr>
            <a:xfrm>
              <a:off x="4402440" y="3992760"/>
              <a:ext cx="353160" cy="35316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3" name="Group 14"/>
          <p:cNvGrpSpPr/>
          <p:nvPr/>
        </p:nvGrpSpPr>
        <p:grpSpPr>
          <a:xfrm>
            <a:off x="1364760" y="3992760"/>
            <a:ext cx="353160" cy="353160"/>
            <a:chOff x="1364760" y="3992760"/>
            <a:chExt cx="353160" cy="353160"/>
          </a:xfrm>
        </p:grpSpPr>
        <p:sp>
          <p:nvSpPr>
            <p:cNvPr id="554" name="Oval 15"/>
            <p:cNvSpPr/>
            <p:nvPr/>
          </p:nvSpPr>
          <p:spPr>
            <a:xfrm>
              <a:off x="1459440" y="4089240"/>
              <a:ext cx="162360" cy="16056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5" name="Oval 19"/>
            <p:cNvSpPr/>
            <p:nvPr/>
          </p:nvSpPr>
          <p:spPr>
            <a:xfrm>
              <a:off x="1364760" y="3992760"/>
              <a:ext cx="353160" cy="35316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556" name="Freeform 20"/>
          <p:cNvSpPr/>
          <p:nvPr/>
        </p:nvSpPr>
        <p:spPr>
          <a:xfrm>
            <a:off x="10322280" y="3063240"/>
            <a:ext cx="66240" cy="851040"/>
          </a:xfrm>
          <a:custGeom>
            <a:avLst/>
            <a:gdLst>
              <a:gd name="textAreaLeft" fmla="*/ 0 w 66240"/>
              <a:gd name="textAreaRight" fmla="*/ 70920 w 66240"/>
              <a:gd name="textAreaTop" fmla="*/ 0 h 851040"/>
              <a:gd name="textAreaBottom" fmla="*/ 855720 h 85104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3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3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3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3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3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3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3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3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3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3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3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3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7" name="Freeform 21"/>
          <p:cNvSpPr/>
          <p:nvPr/>
        </p:nvSpPr>
        <p:spPr>
          <a:xfrm>
            <a:off x="7413840" y="3048840"/>
            <a:ext cx="66240" cy="851040"/>
          </a:xfrm>
          <a:custGeom>
            <a:avLst/>
            <a:gdLst>
              <a:gd name="textAreaLeft" fmla="*/ 0 w 66240"/>
              <a:gd name="textAreaRight" fmla="*/ 70920 w 66240"/>
              <a:gd name="textAreaTop" fmla="*/ 0 h 851040"/>
              <a:gd name="textAreaBottom" fmla="*/ 855720 h 85104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8" name="Freeform 22"/>
          <p:cNvSpPr/>
          <p:nvPr/>
        </p:nvSpPr>
        <p:spPr>
          <a:xfrm>
            <a:off x="4550040" y="3059640"/>
            <a:ext cx="64440" cy="851040"/>
          </a:xfrm>
          <a:custGeom>
            <a:avLst/>
            <a:gdLst>
              <a:gd name="textAreaLeft" fmla="*/ 0 w 64440"/>
              <a:gd name="textAreaRight" fmla="*/ 69120 w 64440"/>
              <a:gd name="textAreaTop" fmla="*/ 0 h 851040"/>
              <a:gd name="textAreaBottom" fmla="*/ 855720 h 85104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9" name="Freeform 23"/>
          <p:cNvSpPr/>
          <p:nvPr/>
        </p:nvSpPr>
        <p:spPr>
          <a:xfrm>
            <a:off x="1504800" y="3054240"/>
            <a:ext cx="64440" cy="851040"/>
          </a:xfrm>
          <a:custGeom>
            <a:avLst/>
            <a:gdLst>
              <a:gd name="textAreaLeft" fmla="*/ 0 w 64440"/>
              <a:gd name="textAreaRight" fmla="*/ 69120 w 64440"/>
              <a:gd name="textAreaTop" fmla="*/ 0 h 851040"/>
              <a:gd name="textAreaBottom" fmla="*/ 855720 h 85104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60" name="Group 54"/>
          <p:cNvGrpSpPr/>
          <p:nvPr/>
        </p:nvGrpSpPr>
        <p:grpSpPr>
          <a:xfrm>
            <a:off x="524520" y="986040"/>
            <a:ext cx="2171880" cy="2173680"/>
            <a:chOff x="524520" y="986040"/>
            <a:chExt cx="2171880" cy="2173680"/>
          </a:xfrm>
        </p:grpSpPr>
        <p:sp>
          <p:nvSpPr>
            <p:cNvPr id="561" name="Freeform 6"/>
            <p:cNvSpPr/>
            <p:nvPr/>
          </p:nvSpPr>
          <p:spPr>
            <a:xfrm>
              <a:off x="524520" y="986040"/>
              <a:ext cx="2171880" cy="2173680"/>
            </a:xfrm>
            <a:custGeom>
              <a:avLst/>
              <a:gdLst>
                <a:gd name="textAreaLeft" fmla="*/ 0 w 2171880"/>
                <a:gd name="textAreaRight" fmla="*/ 2176560 w 2171880"/>
                <a:gd name="textAreaTop" fmla="*/ 0 h 2173680"/>
                <a:gd name="textAreaBottom" fmla="*/ 2178360 h 2173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2" name="Freeform 6"/>
            <p:cNvSpPr/>
            <p:nvPr/>
          </p:nvSpPr>
          <p:spPr>
            <a:xfrm>
              <a:off x="524520" y="986040"/>
              <a:ext cx="2171880" cy="2173680"/>
            </a:xfrm>
            <a:custGeom>
              <a:avLst/>
              <a:gdLst>
                <a:gd name="textAreaLeft" fmla="*/ 0 w 2171880"/>
                <a:gd name="textAreaRight" fmla="*/ 2176560 w 2171880"/>
                <a:gd name="textAreaTop" fmla="*/ 0 h 2173680"/>
                <a:gd name="textAreaBottom" fmla="*/ 2178360 h 2173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3" name="Group 58"/>
          <p:cNvGrpSpPr/>
          <p:nvPr/>
        </p:nvGrpSpPr>
        <p:grpSpPr>
          <a:xfrm>
            <a:off x="3493080" y="979920"/>
            <a:ext cx="2171880" cy="2173680"/>
            <a:chOff x="3493080" y="979920"/>
            <a:chExt cx="2171880" cy="2173680"/>
          </a:xfrm>
        </p:grpSpPr>
        <p:sp>
          <p:nvSpPr>
            <p:cNvPr id="564" name="Freeform 6"/>
            <p:cNvSpPr/>
            <p:nvPr/>
          </p:nvSpPr>
          <p:spPr>
            <a:xfrm>
              <a:off x="3493080" y="979920"/>
              <a:ext cx="2171880" cy="2173680"/>
            </a:xfrm>
            <a:custGeom>
              <a:avLst/>
              <a:gdLst>
                <a:gd name="textAreaLeft" fmla="*/ 0 w 2171880"/>
                <a:gd name="textAreaRight" fmla="*/ 2176560 w 2171880"/>
                <a:gd name="textAreaTop" fmla="*/ 0 h 2173680"/>
                <a:gd name="textAreaBottom" fmla="*/ 2178360 h 2173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5" name="Freeform 6"/>
            <p:cNvSpPr/>
            <p:nvPr/>
          </p:nvSpPr>
          <p:spPr>
            <a:xfrm>
              <a:off x="3493080" y="979920"/>
              <a:ext cx="2171880" cy="2173680"/>
            </a:xfrm>
            <a:custGeom>
              <a:avLst/>
              <a:gdLst>
                <a:gd name="textAreaLeft" fmla="*/ 0 w 2171880"/>
                <a:gd name="textAreaRight" fmla="*/ 2176560 w 2171880"/>
                <a:gd name="textAreaTop" fmla="*/ 0 h 2173680"/>
                <a:gd name="textAreaBottom" fmla="*/ 2178360 h 2173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6" name="Group 62"/>
          <p:cNvGrpSpPr/>
          <p:nvPr/>
        </p:nvGrpSpPr>
        <p:grpSpPr>
          <a:xfrm>
            <a:off x="6459120" y="979920"/>
            <a:ext cx="2171880" cy="2173680"/>
            <a:chOff x="6459120" y="979920"/>
            <a:chExt cx="2171880" cy="2173680"/>
          </a:xfrm>
        </p:grpSpPr>
        <p:sp>
          <p:nvSpPr>
            <p:cNvPr id="567" name="Freeform 6"/>
            <p:cNvSpPr/>
            <p:nvPr/>
          </p:nvSpPr>
          <p:spPr>
            <a:xfrm>
              <a:off x="6459120" y="979920"/>
              <a:ext cx="2171880" cy="2173680"/>
            </a:xfrm>
            <a:custGeom>
              <a:avLst/>
              <a:gdLst>
                <a:gd name="textAreaLeft" fmla="*/ 0 w 2171880"/>
                <a:gd name="textAreaRight" fmla="*/ 2176560 w 2171880"/>
                <a:gd name="textAreaTop" fmla="*/ 0 h 2173680"/>
                <a:gd name="textAreaBottom" fmla="*/ 2178360 h 2173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8" name="Freeform 6"/>
            <p:cNvSpPr/>
            <p:nvPr/>
          </p:nvSpPr>
          <p:spPr>
            <a:xfrm>
              <a:off x="6459120" y="979920"/>
              <a:ext cx="2171880" cy="2173680"/>
            </a:xfrm>
            <a:custGeom>
              <a:avLst/>
              <a:gdLst>
                <a:gd name="textAreaLeft" fmla="*/ 0 w 2171880"/>
                <a:gd name="textAreaRight" fmla="*/ 2176560 w 2171880"/>
                <a:gd name="textAreaTop" fmla="*/ 0 h 2173680"/>
                <a:gd name="textAreaBottom" fmla="*/ 2178360 h 2173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9" name="Group 66"/>
          <p:cNvGrpSpPr/>
          <p:nvPr/>
        </p:nvGrpSpPr>
        <p:grpSpPr>
          <a:xfrm>
            <a:off x="9425160" y="979920"/>
            <a:ext cx="2171880" cy="2173680"/>
            <a:chOff x="9425160" y="979920"/>
            <a:chExt cx="2171880" cy="2173680"/>
          </a:xfrm>
        </p:grpSpPr>
        <p:sp>
          <p:nvSpPr>
            <p:cNvPr id="570" name="Freeform 6"/>
            <p:cNvSpPr/>
            <p:nvPr/>
          </p:nvSpPr>
          <p:spPr>
            <a:xfrm>
              <a:off x="9425160" y="979920"/>
              <a:ext cx="2171880" cy="2173680"/>
            </a:xfrm>
            <a:custGeom>
              <a:avLst/>
              <a:gdLst>
                <a:gd name="textAreaLeft" fmla="*/ 0 w 2171880"/>
                <a:gd name="textAreaRight" fmla="*/ 2176560 w 2171880"/>
                <a:gd name="textAreaTop" fmla="*/ 0 h 2173680"/>
                <a:gd name="textAreaBottom" fmla="*/ 2178360 h 2173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1" name="Freeform 6"/>
            <p:cNvSpPr/>
            <p:nvPr/>
          </p:nvSpPr>
          <p:spPr>
            <a:xfrm>
              <a:off x="9425160" y="979920"/>
              <a:ext cx="2171880" cy="2173680"/>
            </a:xfrm>
            <a:custGeom>
              <a:avLst/>
              <a:gdLst>
                <a:gd name="textAreaLeft" fmla="*/ 0 w 2171880"/>
                <a:gd name="textAreaRight" fmla="*/ 2176560 w 2171880"/>
                <a:gd name="textAreaTop" fmla="*/ 0 h 2173680"/>
                <a:gd name="textAreaBottom" fmla="*/ 2178360 h 2173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2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3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4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5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76" name="Group 47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57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9" name="Rectangle 52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8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8656A5B-977A-41B4-8413-4DD3CA06705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Freeform 97"/>
          <p:cNvSpPr/>
          <p:nvPr/>
        </p:nvSpPr>
        <p:spPr>
          <a:xfrm rot="370200">
            <a:off x="-2117520" y="-153396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83" name="Freeform 13"/>
          <p:cNvSpPr/>
          <p:nvPr/>
        </p:nvSpPr>
        <p:spPr>
          <a:xfrm>
            <a:off x="10452240" y="3330720"/>
            <a:ext cx="979560" cy="93600"/>
          </a:xfrm>
          <a:custGeom>
            <a:avLst/>
            <a:gdLst>
              <a:gd name="textAreaLeft" fmla="*/ 0 w 979560"/>
              <a:gd name="textAreaRight" fmla="*/ 984240 w 979560"/>
              <a:gd name="textAreaTop" fmla="*/ 0 h 93600"/>
              <a:gd name="textAreaBottom" fmla="*/ 98280 h 93600"/>
            </a:gdLst>
            <a:ahLst/>
            <a:rect l="textAreaLeft" t="textAreaTop" r="textAreaRight" b="textAreaBottom"/>
            <a:pathLst>
              <a:path w="259" h="26">
                <a:moveTo>
                  <a:pt x="259" y="26"/>
                </a:moveTo>
                <a:cubicBezTo>
                  <a:pt x="26" y="26"/>
                  <a:pt x="26" y="26"/>
                  <a:pt x="26" y="26"/>
                </a:cubicBezTo>
                <a:cubicBezTo>
                  <a:pt x="26" y="12"/>
                  <a:pt x="14" y="0"/>
                  <a:pt x="0" y="0"/>
                </a:cubicBezTo>
              </a:path>
            </a:pathLst>
          </a:custGeom>
          <a:noFill/>
          <a:ln cap="rnd" w="3810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84" name="Group 6"/>
          <p:cNvGrpSpPr/>
          <p:nvPr/>
        </p:nvGrpSpPr>
        <p:grpSpPr>
          <a:xfrm>
            <a:off x="1744560" y="2349360"/>
            <a:ext cx="1164960" cy="1074960"/>
            <a:chOff x="1744560" y="2349360"/>
            <a:chExt cx="1164960" cy="1074960"/>
          </a:xfrm>
        </p:grpSpPr>
        <p:sp>
          <p:nvSpPr>
            <p:cNvPr id="585" name="Freeform 6"/>
            <p:cNvSpPr/>
            <p:nvPr/>
          </p:nvSpPr>
          <p:spPr>
            <a:xfrm>
              <a:off x="1744560" y="2441520"/>
              <a:ext cx="1084320" cy="982800"/>
            </a:xfrm>
            <a:custGeom>
              <a:avLst/>
              <a:gdLst>
                <a:gd name="textAreaLeft" fmla="*/ 0 w 1084320"/>
                <a:gd name="textAreaRight" fmla="*/ 1089000 w 1084320"/>
                <a:gd name="textAreaTop" fmla="*/ 0 h 982800"/>
                <a:gd name="textAreaBottom" fmla="*/ 987480 h 9828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2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6" name="Group 8"/>
            <p:cNvGrpSpPr/>
            <p:nvPr/>
          </p:nvGrpSpPr>
          <p:grpSpPr>
            <a:xfrm>
              <a:off x="2743560" y="2349360"/>
              <a:ext cx="165960" cy="165960"/>
              <a:chOff x="2743560" y="2349360"/>
              <a:chExt cx="165960" cy="165960"/>
            </a:xfrm>
          </p:grpSpPr>
          <p:sp>
            <p:nvSpPr>
              <p:cNvPr id="587" name="Oval 9"/>
              <p:cNvSpPr/>
              <p:nvPr/>
            </p:nvSpPr>
            <p:spPr>
              <a:xfrm>
                <a:off x="2743560" y="2349360"/>
                <a:ext cx="165960" cy="1659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88" name="Oval 28"/>
              <p:cNvSpPr/>
              <p:nvPr/>
            </p:nvSpPr>
            <p:spPr>
              <a:xfrm>
                <a:off x="2786760" y="2392560"/>
                <a:ext cx="77760" cy="770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89" name="Group 11"/>
          <p:cNvGrpSpPr/>
          <p:nvPr/>
        </p:nvGrpSpPr>
        <p:grpSpPr>
          <a:xfrm>
            <a:off x="3921120" y="2349360"/>
            <a:ext cx="1169640" cy="1074960"/>
            <a:chOff x="3921120" y="2349360"/>
            <a:chExt cx="1169640" cy="1074960"/>
          </a:xfrm>
        </p:grpSpPr>
        <p:sp>
          <p:nvSpPr>
            <p:cNvPr id="590" name="Freeform 7"/>
            <p:cNvSpPr/>
            <p:nvPr/>
          </p:nvSpPr>
          <p:spPr>
            <a:xfrm>
              <a:off x="3921120" y="2441520"/>
              <a:ext cx="1084320" cy="982800"/>
            </a:xfrm>
            <a:custGeom>
              <a:avLst/>
              <a:gdLst>
                <a:gd name="textAreaLeft" fmla="*/ 0 w 1084320"/>
                <a:gd name="textAreaRight" fmla="*/ 1089000 w 1084320"/>
                <a:gd name="textAreaTop" fmla="*/ 0 h 982800"/>
                <a:gd name="textAreaBottom" fmla="*/ 987480 h 9828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1" name="Group 13"/>
            <p:cNvGrpSpPr/>
            <p:nvPr/>
          </p:nvGrpSpPr>
          <p:grpSpPr>
            <a:xfrm>
              <a:off x="4924800" y="2349360"/>
              <a:ext cx="165960" cy="165960"/>
              <a:chOff x="4924800" y="2349360"/>
              <a:chExt cx="165960" cy="165960"/>
            </a:xfrm>
          </p:grpSpPr>
          <p:sp>
            <p:nvSpPr>
              <p:cNvPr id="592" name="Oval 14"/>
              <p:cNvSpPr/>
              <p:nvPr/>
            </p:nvSpPr>
            <p:spPr>
              <a:xfrm>
                <a:off x="4924800" y="2349360"/>
                <a:ext cx="165960" cy="1659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3" name="Oval 28"/>
              <p:cNvSpPr/>
              <p:nvPr/>
            </p:nvSpPr>
            <p:spPr>
              <a:xfrm>
                <a:off x="4968000" y="2392560"/>
                <a:ext cx="77760" cy="770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4" name="Group 16"/>
          <p:cNvGrpSpPr/>
          <p:nvPr/>
        </p:nvGrpSpPr>
        <p:grpSpPr>
          <a:xfrm>
            <a:off x="6097680" y="2349360"/>
            <a:ext cx="1161000" cy="1074960"/>
            <a:chOff x="6097680" y="2349360"/>
            <a:chExt cx="1161000" cy="1074960"/>
          </a:xfrm>
        </p:grpSpPr>
        <p:sp>
          <p:nvSpPr>
            <p:cNvPr id="595" name="Freeform 8"/>
            <p:cNvSpPr/>
            <p:nvPr/>
          </p:nvSpPr>
          <p:spPr>
            <a:xfrm>
              <a:off x="6097680" y="2441520"/>
              <a:ext cx="1084320" cy="982800"/>
            </a:xfrm>
            <a:custGeom>
              <a:avLst/>
              <a:gdLst>
                <a:gd name="textAreaLeft" fmla="*/ 0 w 1084320"/>
                <a:gd name="textAreaRight" fmla="*/ 1089000 w 1084320"/>
                <a:gd name="textAreaTop" fmla="*/ 0 h 982800"/>
                <a:gd name="textAreaBottom" fmla="*/ 987480 h 9828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6" name="Group 18"/>
            <p:cNvGrpSpPr/>
            <p:nvPr/>
          </p:nvGrpSpPr>
          <p:grpSpPr>
            <a:xfrm>
              <a:off x="7092720" y="2349360"/>
              <a:ext cx="165960" cy="165960"/>
              <a:chOff x="7092720" y="2349360"/>
              <a:chExt cx="165960" cy="165960"/>
            </a:xfrm>
          </p:grpSpPr>
          <p:sp>
            <p:nvSpPr>
              <p:cNvPr id="597" name="Oval 19"/>
              <p:cNvSpPr/>
              <p:nvPr/>
            </p:nvSpPr>
            <p:spPr>
              <a:xfrm>
                <a:off x="7092720" y="2349360"/>
                <a:ext cx="165960" cy="1659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8" name="Oval 28"/>
              <p:cNvSpPr/>
              <p:nvPr/>
            </p:nvSpPr>
            <p:spPr>
              <a:xfrm>
                <a:off x="7135920" y="2392560"/>
                <a:ext cx="77760" cy="770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9" name="Group 21"/>
          <p:cNvGrpSpPr/>
          <p:nvPr/>
        </p:nvGrpSpPr>
        <p:grpSpPr>
          <a:xfrm>
            <a:off x="8273880" y="2349360"/>
            <a:ext cx="1158840" cy="1074960"/>
            <a:chOff x="8273880" y="2349360"/>
            <a:chExt cx="1158840" cy="1074960"/>
          </a:xfrm>
        </p:grpSpPr>
        <p:sp>
          <p:nvSpPr>
            <p:cNvPr id="600" name="Freeform 15"/>
            <p:cNvSpPr/>
            <p:nvPr/>
          </p:nvSpPr>
          <p:spPr>
            <a:xfrm>
              <a:off x="8273880" y="2441520"/>
              <a:ext cx="1084320" cy="982800"/>
            </a:xfrm>
            <a:custGeom>
              <a:avLst/>
              <a:gdLst>
                <a:gd name="textAreaLeft" fmla="*/ 0 w 1084320"/>
                <a:gd name="textAreaRight" fmla="*/ 1089000 w 1084320"/>
                <a:gd name="textAreaTop" fmla="*/ 0 h 982800"/>
                <a:gd name="textAreaBottom" fmla="*/ 987480 h 9828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1" name="Group 23"/>
            <p:cNvGrpSpPr/>
            <p:nvPr/>
          </p:nvGrpSpPr>
          <p:grpSpPr>
            <a:xfrm>
              <a:off x="9266760" y="2349360"/>
              <a:ext cx="165960" cy="165960"/>
              <a:chOff x="9266760" y="2349360"/>
              <a:chExt cx="165960" cy="165960"/>
            </a:xfrm>
          </p:grpSpPr>
          <p:sp>
            <p:nvSpPr>
              <p:cNvPr id="602" name="Oval 24"/>
              <p:cNvSpPr/>
              <p:nvPr/>
            </p:nvSpPr>
            <p:spPr>
              <a:xfrm>
                <a:off x="9266760" y="2349360"/>
                <a:ext cx="165960" cy="1659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3" name="Oval 28"/>
              <p:cNvSpPr/>
              <p:nvPr/>
            </p:nvSpPr>
            <p:spPr>
              <a:xfrm>
                <a:off x="9309960" y="2392560"/>
                <a:ext cx="77760" cy="770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4" name="Group 26"/>
          <p:cNvGrpSpPr/>
          <p:nvPr/>
        </p:nvGrpSpPr>
        <p:grpSpPr>
          <a:xfrm>
            <a:off x="758880" y="3429000"/>
            <a:ext cx="1063800" cy="1065240"/>
            <a:chOff x="758880" y="3429000"/>
            <a:chExt cx="1063800" cy="1065240"/>
          </a:xfrm>
        </p:grpSpPr>
        <p:sp>
          <p:nvSpPr>
            <p:cNvPr id="605" name="Freeform 9"/>
            <p:cNvSpPr/>
            <p:nvPr/>
          </p:nvSpPr>
          <p:spPr>
            <a:xfrm>
              <a:off x="758880" y="3429000"/>
              <a:ext cx="981000" cy="986040"/>
            </a:xfrm>
            <a:custGeom>
              <a:avLst/>
              <a:gdLst>
                <a:gd name="textAreaLeft" fmla="*/ 0 w 981000"/>
                <a:gd name="textAreaRight" fmla="*/ 985680 w 981000"/>
                <a:gd name="textAreaTop" fmla="*/ 0 h 986040"/>
                <a:gd name="textAreaBottom" fmla="*/ 990720 h 986040"/>
              </a:gdLst>
              <a:ahLst/>
              <a:rect l="textAreaLeft" t="textAreaTop" r="textAreaRight" b="textAreaBottom"/>
              <a:pathLst>
                <a:path w="259" h="260">
                  <a:moveTo>
                    <a:pt x="259" y="260"/>
                  </a:moveTo>
                  <a:cubicBezTo>
                    <a:pt x="259" y="27"/>
                    <a:pt x="259" y="27"/>
                    <a:pt x="259" y="27"/>
                  </a:cubicBezTo>
                  <a:cubicBezTo>
                    <a:pt x="245" y="27"/>
                    <a:pt x="233" y="15"/>
                    <a:pt x="23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6" name="Group 28"/>
            <p:cNvGrpSpPr/>
            <p:nvPr/>
          </p:nvGrpSpPr>
          <p:grpSpPr>
            <a:xfrm>
              <a:off x="1656720" y="4328280"/>
              <a:ext cx="165960" cy="165960"/>
              <a:chOff x="1656720" y="4328280"/>
              <a:chExt cx="165960" cy="165960"/>
            </a:xfrm>
          </p:grpSpPr>
          <p:sp>
            <p:nvSpPr>
              <p:cNvPr id="607" name="Oval 29"/>
              <p:cNvSpPr/>
              <p:nvPr/>
            </p:nvSpPr>
            <p:spPr>
              <a:xfrm>
                <a:off x="1656720" y="4328280"/>
                <a:ext cx="165960" cy="1659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8" name="Oval 28"/>
              <p:cNvSpPr/>
              <p:nvPr/>
            </p:nvSpPr>
            <p:spPr>
              <a:xfrm>
                <a:off x="1699560" y="4371480"/>
                <a:ext cx="77760" cy="770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9" name="Group 31"/>
          <p:cNvGrpSpPr/>
          <p:nvPr/>
        </p:nvGrpSpPr>
        <p:grpSpPr>
          <a:xfrm>
            <a:off x="2833560" y="3432240"/>
            <a:ext cx="1170360" cy="1062000"/>
            <a:chOff x="2833560" y="3432240"/>
            <a:chExt cx="1170360" cy="1062000"/>
          </a:xfrm>
        </p:grpSpPr>
        <p:sp>
          <p:nvSpPr>
            <p:cNvPr id="610" name="Freeform 10"/>
            <p:cNvSpPr/>
            <p:nvPr/>
          </p:nvSpPr>
          <p:spPr>
            <a:xfrm>
              <a:off x="2833560" y="3432240"/>
              <a:ext cx="1082880" cy="982800"/>
            </a:xfrm>
            <a:custGeom>
              <a:avLst/>
              <a:gdLst>
                <a:gd name="textAreaLeft" fmla="*/ 0 w 1082880"/>
                <a:gd name="textAreaRight" fmla="*/ 1087560 w 1082880"/>
                <a:gd name="textAreaTop" fmla="*/ 0 h 982800"/>
                <a:gd name="textAreaBottom" fmla="*/ 987480 h 9828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60" y="14"/>
                    <a:pt x="260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1" name="Group 33"/>
            <p:cNvGrpSpPr/>
            <p:nvPr/>
          </p:nvGrpSpPr>
          <p:grpSpPr>
            <a:xfrm>
              <a:off x="3837960" y="4328280"/>
              <a:ext cx="165960" cy="165960"/>
              <a:chOff x="3837960" y="4328280"/>
              <a:chExt cx="165960" cy="165960"/>
            </a:xfrm>
          </p:grpSpPr>
          <p:sp>
            <p:nvSpPr>
              <p:cNvPr id="612" name="Oval 34"/>
              <p:cNvSpPr/>
              <p:nvPr/>
            </p:nvSpPr>
            <p:spPr>
              <a:xfrm>
                <a:off x="3837960" y="4328280"/>
                <a:ext cx="165960" cy="1659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3" name="Oval 28"/>
              <p:cNvSpPr/>
              <p:nvPr/>
            </p:nvSpPr>
            <p:spPr>
              <a:xfrm>
                <a:off x="3880800" y="4371480"/>
                <a:ext cx="77760" cy="770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4" name="Group 36"/>
          <p:cNvGrpSpPr/>
          <p:nvPr/>
        </p:nvGrpSpPr>
        <p:grpSpPr>
          <a:xfrm>
            <a:off x="5010120" y="3432240"/>
            <a:ext cx="1161360" cy="1062000"/>
            <a:chOff x="5010120" y="3432240"/>
            <a:chExt cx="1161360" cy="1062000"/>
          </a:xfrm>
        </p:grpSpPr>
        <p:sp>
          <p:nvSpPr>
            <p:cNvPr id="615" name="Freeform 11"/>
            <p:cNvSpPr/>
            <p:nvPr/>
          </p:nvSpPr>
          <p:spPr>
            <a:xfrm>
              <a:off x="5010120" y="3432240"/>
              <a:ext cx="1082880" cy="982800"/>
            </a:xfrm>
            <a:custGeom>
              <a:avLst/>
              <a:gdLst>
                <a:gd name="textAreaLeft" fmla="*/ 0 w 1082880"/>
                <a:gd name="textAreaRight" fmla="*/ 1087560 w 1082880"/>
                <a:gd name="textAreaTop" fmla="*/ 0 h 982800"/>
                <a:gd name="textAreaBottom" fmla="*/ 987480 h 9828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6" name="Group 38"/>
            <p:cNvGrpSpPr/>
            <p:nvPr/>
          </p:nvGrpSpPr>
          <p:grpSpPr>
            <a:xfrm>
              <a:off x="6005520" y="4328280"/>
              <a:ext cx="165960" cy="165960"/>
              <a:chOff x="6005520" y="4328280"/>
              <a:chExt cx="165960" cy="165960"/>
            </a:xfrm>
          </p:grpSpPr>
          <p:sp>
            <p:nvSpPr>
              <p:cNvPr id="617" name="Oval 39"/>
              <p:cNvSpPr/>
              <p:nvPr/>
            </p:nvSpPr>
            <p:spPr>
              <a:xfrm>
                <a:off x="6005520" y="4328280"/>
                <a:ext cx="165960" cy="1659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8" name="Oval 28"/>
              <p:cNvSpPr/>
              <p:nvPr/>
            </p:nvSpPr>
            <p:spPr>
              <a:xfrm>
                <a:off x="6048720" y="4371480"/>
                <a:ext cx="77760" cy="770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9" name="Group 41"/>
          <p:cNvGrpSpPr/>
          <p:nvPr/>
        </p:nvGrpSpPr>
        <p:grpSpPr>
          <a:xfrm>
            <a:off x="7186680" y="3432240"/>
            <a:ext cx="1158840" cy="1062000"/>
            <a:chOff x="7186680" y="3432240"/>
            <a:chExt cx="1158840" cy="1062000"/>
          </a:xfrm>
        </p:grpSpPr>
        <p:sp>
          <p:nvSpPr>
            <p:cNvPr id="620" name="Freeform 12"/>
            <p:cNvSpPr/>
            <p:nvPr/>
          </p:nvSpPr>
          <p:spPr>
            <a:xfrm>
              <a:off x="7186680" y="3432240"/>
              <a:ext cx="1082880" cy="982800"/>
            </a:xfrm>
            <a:custGeom>
              <a:avLst/>
              <a:gdLst>
                <a:gd name="textAreaLeft" fmla="*/ 0 w 1082880"/>
                <a:gd name="textAreaRight" fmla="*/ 1087560 w 1082880"/>
                <a:gd name="textAreaTop" fmla="*/ 0 h 982800"/>
                <a:gd name="textAreaBottom" fmla="*/ 987480 h 9828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21" name="Group 43"/>
            <p:cNvGrpSpPr/>
            <p:nvPr/>
          </p:nvGrpSpPr>
          <p:grpSpPr>
            <a:xfrm>
              <a:off x="8179560" y="4328280"/>
              <a:ext cx="165960" cy="165960"/>
              <a:chOff x="8179560" y="4328280"/>
              <a:chExt cx="165960" cy="165960"/>
            </a:xfrm>
          </p:grpSpPr>
          <p:sp>
            <p:nvSpPr>
              <p:cNvPr id="622" name="Oval 44"/>
              <p:cNvSpPr/>
              <p:nvPr/>
            </p:nvSpPr>
            <p:spPr>
              <a:xfrm>
                <a:off x="8179560" y="4328280"/>
                <a:ext cx="165960" cy="1659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23" name="Oval 28"/>
              <p:cNvSpPr/>
              <p:nvPr/>
            </p:nvSpPr>
            <p:spPr>
              <a:xfrm>
                <a:off x="8222760" y="4371480"/>
                <a:ext cx="77760" cy="770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24" name="Group 46"/>
          <p:cNvGrpSpPr/>
          <p:nvPr/>
        </p:nvGrpSpPr>
        <p:grpSpPr>
          <a:xfrm>
            <a:off x="1656720" y="3344760"/>
            <a:ext cx="165960" cy="165960"/>
            <a:chOff x="1656720" y="3344760"/>
            <a:chExt cx="165960" cy="165960"/>
          </a:xfrm>
        </p:grpSpPr>
        <p:sp>
          <p:nvSpPr>
            <p:cNvPr id="625" name="Oval 47"/>
            <p:cNvSpPr/>
            <p:nvPr/>
          </p:nvSpPr>
          <p:spPr>
            <a:xfrm>
              <a:off x="1656720" y="3344760"/>
              <a:ext cx="165960" cy="165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6" name="Oval 28"/>
            <p:cNvSpPr/>
            <p:nvPr/>
          </p:nvSpPr>
          <p:spPr>
            <a:xfrm>
              <a:off x="1699560" y="3387960"/>
              <a:ext cx="77760" cy="77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7" name="Group 49"/>
          <p:cNvGrpSpPr/>
          <p:nvPr/>
        </p:nvGrpSpPr>
        <p:grpSpPr>
          <a:xfrm>
            <a:off x="2746800" y="3344760"/>
            <a:ext cx="165960" cy="165960"/>
            <a:chOff x="2746800" y="3344760"/>
            <a:chExt cx="165960" cy="165960"/>
          </a:xfrm>
        </p:grpSpPr>
        <p:sp>
          <p:nvSpPr>
            <p:cNvPr id="628" name="Oval 50"/>
            <p:cNvSpPr/>
            <p:nvPr/>
          </p:nvSpPr>
          <p:spPr>
            <a:xfrm>
              <a:off x="2746800" y="3344760"/>
              <a:ext cx="165960" cy="165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9" name="Oval 28"/>
            <p:cNvSpPr/>
            <p:nvPr/>
          </p:nvSpPr>
          <p:spPr>
            <a:xfrm>
              <a:off x="2790000" y="3387960"/>
              <a:ext cx="77760" cy="77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0" name="Group 52"/>
          <p:cNvGrpSpPr/>
          <p:nvPr/>
        </p:nvGrpSpPr>
        <p:grpSpPr>
          <a:xfrm>
            <a:off x="3832200" y="3344760"/>
            <a:ext cx="165960" cy="165960"/>
            <a:chOff x="3832200" y="3344760"/>
            <a:chExt cx="165960" cy="165960"/>
          </a:xfrm>
        </p:grpSpPr>
        <p:sp>
          <p:nvSpPr>
            <p:cNvPr id="631" name="Oval 53"/>
            <p:cNvSpPr/>
            <p:nvPr/>
          </p:nvSpPr>
          <p:spPr>
            <a:xfrm>
              <a:off x="3832200" y="3344760"/>
              <a:ext cx="165960" cy="165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2" name="Oval 28"/>
            <p:cNvSpPr/>
            <p:nvPr/>
          </p:nvSpPr>
          <p:spPr>
            <a:xfrm>
              <a:off x="3875400" y="3387960"/>
              <a:ext cx="77760" cy="77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3" name="Group 55"/>
          <p:cNvGrpSpPr/>
          <p:nvPr/>
        </p:nvGrpSpPr>
        <p:grpSpPr>
          <a:xfrm>
            <a:off x="4921200" y="3344760"/>
            <a:ext cx="165960" cy="165960"/>
            <a:chOff x="4921200" y="3344760"/>
            <a:chExt cx="165960" cy="165960"/>
          </a:xfrm>
        </p:grpSpPr>
        <p:sp>
          <p:nvSpPr>
            <p:cNvPr id="634" name="Oval 56"/>
            <p:cNvSpPr/>
            <p:nvPr/>
          </p:nvSpPr>
          <p:spPr>
            <a:xfrm>
              <a:off x="4921200" y="3344760"/>
              <a:ext cx="165960" cy="165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5" name="Oval 28"/>
            <p:cNvSpPr/>
            <p:nvPr/>
          </p:nvSpPr>
          <p:spPr>
            <a:xfrm>
              <a:off x="4964400" y="3387960"/>
              <a:ext cx="77760" cy="77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6" name="Group 58"/>
          <p:cNvGrpSpPr/>
          <p:nvPr/>
        </p:nvGrpSpPr>
        <p:grpSpPr>
          <a:xfrm>
            <a:off x="6014880" y="3344760"/>
            <a:ext cx="165960" cy="165960"/>
            <a:chOff x="6014880" y="3344760"/>
            <a:chExt cx="165960" cy="165960"/>
          </a:xfrm>
        </p:grpSpPr>
        <p:sp>
          <p:nvSpPr>
            <p:cNvPr id="637" name="Oval 59"/>
            <p:cNvSpPr/>
            <p:nvPr/>
          </p:nvSpPr>
          <p:spPr>
            <a:xfrm>
              <a:off x="6014880" y="3344760"/>
              <a:ext cx="165960" cy="165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8" name="Oval 28"/>
            <p:cNvSpPr/>
            <p:nvPr/>
          </p:nvSpPr>
          <p:spPr>
            <a:xfrm>
              <a:off x="6058080" y="3387960"/>
              <a:ext cx="77760" cy="77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9" name="Group 61"/>
          <p:cNvGrpSpPr/>
          <p:nvPr/>
        </p:nvGrpSpPr>
        <p:grpSpPr>
          <a:xfrm>
            <a:off x="7098840" y="3344760"/>
            <a:ext cx="165960" cy="165960"/>
            <a:chOff x="7098840" y="3344760"/>
            <a:chExt cx="165960" cy="165960"/>
          </a:xfrm>
        </p:grpSpPr>
        <p:sp>
          <p:nvSpPr>
            <p:cNvPr id="640" name="Oval 62"/>
            <p:cNvSpPr/>
            <p:nvPr/>
          </p:nvSpPr>
          <p:spPr>
            <a:xfrm>
              <a:off x="7098840" y="3344760"/>
              <a:ext cx="165960" cy="165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1" name="Oval 28"/>
            <p:cNvSpPr/>
            <p:nvPr/>
          </p:nvSpPr>
          <p:spPr>
            <a:xfrm>
              <a:off x="7142040" y="3387960"/>
              <a:ext cx="77760" cy="77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2" name="Group 64"/>
          <p:cNvGrpSpPr/>
          <p:nvPr/>
        </p:nvGrpSpPr>
        <p:grpSpPr>
          <a:xfrm>
            <a:off x="8182800" y="3344760"/>
            <a:ext cx="165960" cy="165960"/>
            <a:chOff x="8182800" y="3344760"/>
            <a:chExt cx="165960" cy="165960"/>
          </a:xfrm>
        </p:grpSpPr>
        <p:sp>
          <p:nvSpPr>
            <p:cNvPr id="643" name="Oval 65"/>
            <p:cNvSpPr/>
            <p:nvPr/>
          </p:nvSpPr>
          <p:spPr>
            <a:xfrm>
              <a:off x="8182800" y="3344760"/>
              <a:ext cx="165960" cy="165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4" name="Oval 28"/>
            <p:cNvSpPr/>
            <p:nvPr/>
          </p:nvSpPr>
          <p:spPr>
            <a:xfrm>
              <a:off x="8226000" y="3387960"/>
              <a:ext cx="77760" cy="77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5" name="Group 67"/>
          <p:cNvGrpSpPr/>
          <p:nvPr/>
        </p:nvGrpSpPr>
        <p:grpSpPr>
          <a:xfrm>
            <a:off x="9363240" y="3432240"/>
            <a:ext cx="1162440" cy="1062000"/>
            <a:chOff x="9363240" y="3432240"/>
            <a:chExt cx="1162440" cy="1062000"/>
          </a:xfrm>
        </p:grpSpPr>
        <p:sp>
          <p:nvSpPr>
            <p:cNvPr id="646" name="Freeform 14"/>
            <p:cNvSpPr/>
            <p:nvPr/>
          </p:nvSpPr>
          <p:spPr>
            <a:xfrm>
              <a:off x="9363240" y="3432240"/>
              <a:ext cx="1084320" cy="982800"/>
            </a:xfrm>
            <a:custGeom>
              <a:avLst/>
              <a:gdLst>
                <a:gd name="textAreaLeft" fmla="*/ 0 w 1084320"/>
                <a:gd name="textAreaRight" fmla="*/ 1089000 w 1084320"/>
                <a:gd name="textAreaTop" fmla="*/ 0 h 982800"/>
                <a:gd name="textAreaBottom" fmla="*/ 987480 h 9828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6" y="14"/>
                    <a:pt x="14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47" name="Group 69"/>
            <p:cNvGrpSpPr/>
            <p:nvPr/>
          </p:nvGrpSpPr>
          <p:grpSpPr>
            <a:xfrm>
              <a:off x="10359720" y="4328280"/>
              <a:ext cx="165960" cy="165960"/>
              <a:chOff x="10359720" y="4328280"/>
              <a:chExt cx="165960" cy="165960"/>
            </a:xfrm>
          </p:grpSpPr>
          <p:sp>
            <p:nvSpPr>
              <p:cNvPr id="648" name="Oval 70"/>
              <p:cNvSpPr/>
              <p:nvPr/>
            </p:nvSpPr>
            <p:spPr>
              <a:xfrm>
                <a:off x="10359720" y="4328280"/>
                <a:ext cx="165960" cy="1659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49" name="Oval 28"/>
              <p:cNvSpPr/>
              <p:nvPr/>
            </p:nvSpPr>
            <p:spPr>
              <a:xfrm>
                <a:off x="10402920" y="4371480"/>
                <a:ext cx="77760" cy="770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50" name="Group 72"/>
          <p:cNvGrpSpPr/>
          <p:nvPr/>
        </p:nvGrpSpPr>
        <p:grpSpPr>
          <a:xfrm>
            <a:off x="9272880" y="3344760"/>
            <a:ext cx="165960" cy="165960"/>
            <a:chOff x="9272880" y="3344760"/>
            <a:chExt cx="165960" cy="165960"/>
          </a:xfrm>
        </p:grpSpPr>
        <p:sp>
          <p:nvSpPr>
            <p:cNvPr id="651" name="Oval 73"/>
            <p:cNvSpPr/>
            <p:nvPr/>
          </p:nvSpPr>
          <p:spPr>
            <a:xfrm>
              <a:off x="9272880" y="3344760"/>
              <a:ext cx="165960" cy="165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2" name="Oval 28"/>
            <p:cNvSpPr/>
            <p:nvPr/>
          </p:nvSpPr>
          <p:spPr>
            <a:xfrm>
              <a:off x="9316080" y="3387960"/>
              <a:ext cx="77760" cy="77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3" name="Group 75"/>
          <p:cNvGrpSpPr/>
          <p:nvPr/>
        </p:nvGrpSpPr>
        <p:grpSpPr>
          <a:xfrm>
            <a:off x="10358640" y="3344760"/>
            <a:ext cx="165960" cy="165960"/>
            <a:chOff x="10358640" y="3344760"/>
            <a:chExt cx="165960" cy="165960"/>
          </a:xfrm>
        </p:grpSpPr>
        <p:sp>
          <p:nvSpPr>
            <p:cNvPr id="654" name="Oval 76"/>
            <p:cNvSpPr/>
            <p:nvPr/>
          </p:nvSpPr>
          <p:spPr>
            <a:xfrm>
              <a:off x="10358640" y="3344760"/>
              <a:ext cx="165960" cy="165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5" name="Oval 28"/>
            <p:cNvSpPr/>
            <p:nvPr/>
          </p:nvSpPr>
          <p:spPr>
            <a:xfrm>
              <a:off x="10401840" y="3387960"/>
              <a:ext cx="77760" cy="77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6" name="Group 78"/>
          <p:cNvGrpSpPr/>
          <p:nvPr/>
        </p:nvGrpSpPr>
        <p:grpSpPr>
          <a:xfrm>
            <a:off x="11351880" y="3344760"/>
            <a:ext cx="165960" cy="165960"/>
            <a:chOff x="11351880" y="3344760"/>
            <a:chExt cx="165960" cy="165960"/>
          </a:xfrm>
        </p:grpSpPr>
        <p:sp>
          <p:nvSpPr>
            <p:cNvPr id="657" name="Oval 79"/>
            <p:cNvSpPr/>
            <p:nvPr/>
          </p:nvSpPr>
          <p:spPr>
            <a:xfrm>
              <a:off x="11351880" y="3344760"/>
              <a:ext cx="165960" cy="165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8" name="Oval 28"/>
            <p:cNvSpPr/>
            <p:nvPr/>
          </p:nvSpPr>
          <p:spPr>
            <a:xfrm>
              <a:off x="11395080" y="3387960"/>
              <a:ext cx="77760" cy="77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9" name="Group 112"/>
          <p:cNvGrpSpPr/>
          <p:nvPr/>
        </p:nvGrpSpPr>
        <p:grpSpPr>
          <a:xfrm>
            <a:off x="673560" y="3344760"/>
            <a:ext cx="165960" cy="165960"/>
            <a:chOff x="673560" y="3344760"/>
            <a:chExt cx="165960" cy="165960"/>
          </a:xfrm>
        </p:grpSpPr>
        <p:sp>
          <p:nvSpPr>
            <p:cNvPr id="660" name="Oval 113"/>
            <p:cNvSpPr/>
            <p:nvPr/>
          </p:nvSpPr>
          <p:spPr>
            <a:xfrm>
              <a:off x="673560" y="3344760"/>
              <a:ext cx="165960" cy="165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1" name="Oval 28"/>
            <p:cNvSpPr/>
            <p:nvPr/>
          </p:nvSpPr>
          <p:spPr>
            <a:xfrm>
              <a:off x="716760" y="3387960"/>
              <a:ext cx="77760" cy="77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662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3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4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5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666" name="Group 93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66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69" name="Rectangle 98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7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BDC4780-1FF1-4116-9248-2E55DC39345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Box 9"/>
          <p:cNvSpPr/>
          <p:nvPr/>
        </p:nvSpPr>
        <p:spPr>
          <a:xfrm>
            <a:off x="4515120" y="4888800"/>
            <a:ext cx="3477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Grey_unpressed"/>
          <p:cNvSpPr/>
          <p:nvPr/>
        </p:nvSpPr>
        <p:spPr>
          <a:xfrm>
            <a:off x="2833920" y="2727720"/>
            <a:ext cx="6469920" cy="1517760"/>
          </a:xfrm>
          <a:custGeom>
            <a:avLst/>
            <a:gdLst>
              <a:gd name="textAreaLeft" fmla="*/ 0 w 6469920"/>
              <a:gd name="textAreaRight" fmla="*/ 6474600 w 6469920"/>
              <a:gd name="textAreaTop" fmla="*/ 0 h 1517760"/>
              <a:gd name="textAreaBottom" fmla="*/ 1522440 h 151776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674" name="Freeform 11"/>
          <p:cNvSpPr/>
          <p:nvPr/>
        </p:nvSpPr>
        <p:spPr>
          <a:xfrm>
            <a:off x="2435040" y="2589840"/>
            <a:ext cx="2435400" cy="2610360"/>
          </a:xfrm>
          <a:custGeom>
            <a:avLst/>
            <a:gdLst>
              <a:gd name="textAreaLeft" fmla="*/ 0 w 2435400"/>
              <a:gd name="textAreaRight" fmla="*/ 2440080 w 2435400"/>
              <a:gd name="textAreaTop" fmla="*/ 0 h 2610360"/>
              <a:gd name="textAreaBottom" fmla="*/ 2615040 h 261036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5" name="Oval 12"/>
          <p:cNvSpPr/>
          <p:nvPr/>
        </p:nvSpPr>
        <p:spPr>
          <a:xfrm>
            <a:off x="3103920" y="3080520"/>
            <a:ext cx="982080" cy="9820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6" name="TextBox 13"/>
          <p:cNvSpPr/>
          <p:nvPr/>
        </p:nvSpPr>
        <p:spPr>
          <a:xfrm>
            <a:off x="4591800" y="3215160"/>
            <a:ext cx="3400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ARZ EDERİM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677" name="Group 14"/>
          <p:cNvGrpSpPr/>
          <p:nvPr/>
        </p:nvGrpSpPr>
        <p:grpSpPr>
          <a:xfrm>
            <a:off x="1717560" y="6498720"/>
            <a:ext cx="903240" cy="196560"/>
            <a:chOff x="1717560" y="6498720"/>
            <a:chExt cx="903240" cy="196560"/>
          </a:xfrm>
        </p:grpSpPr>
        <p:pic>
          <p:nvPicPr>
            <p:cNvPr id="678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6160" cy="1857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679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7360" cy="18576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680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31280" cy="255240"/>
          </a:xfrm>
          <a:prstGeom prst="rect">
            <a:avLst/>
          </a:prstGeom>
          <a:ln w="0">
            <a:noFill/>
          </a:ln>
        </p:spPr>
      </p:pic>
      <p:sp>
        <p:nvSpPr>
          <p:cNvPr id="681" name="TextBox 5"/>
          <p:cNvSpPr/>
          <p:nvPr/>
        </p:nvSpPr>
        <p:spPr>
          <a:xfrm>
            <a:off x="1585440" y="649872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18"/>
          <p:cNvSpPr/>
          <p:nvPr/>
        </p:nvSpPr>
        <p:spPr>
          <a:xfrm>
            <a:off x="1585440" y="645480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19"/>
          <p:cNvSpPr/>
          <p:nvPr/>
        </p:nvSpPr>
        <p:spPr>
          <a:xfrm>
            <a:off x="1585440" y="650952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Box 17"/>
          <p:cNvSpPr/>
          <p:nvPr/>
        </p:nvSpPr>
        <p:spPr>
          <a:xfrm>
            <a:off x="7392960" y="6313680"/>
            <a:ext cx="5706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Rectangle 1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5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49F55C5-6978-449B-B684-D8C7621246A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Freeform 32"/>
          <p:cNvSpPr/>
          <p:nvPr/>
        </p:nvSpPr>
        <p:spPr>
          <a:xfrm>
            <a:off x="-1935720" y="-101196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89" name="Group 5"/>
          <p:cNvGrpSpPr/>
          <p:nvPr/>
        </p:nvGrpSpPr>
        <p:grpSpPr>
          <a:xfrm>
            <a:off x="837360" y="1394280"/>
            <a:ext cx="5005440" cy="1196640"/>
            <a:chOff x="837360" y="1394280"/>
            <a:chExt cx="5005440" cy="1196640"/>
          </a:xfrm>
        </p:grpSpPr>
        <p:sp>
          <p:nvSpPr>
            <p:cNvPr id="690" name="Freeform 6"/>
            <p:cNvSpPr/>
            <p:nvPr/>
          </p:nvSpPr>
          <p:spPr>
            <a:xfrm>
              <a:off x="837360" y="1397160"/>
              <a:ext cx="5005440" cy="1193760"/>
            </a:xfrm>
            <a:custGeom>
              <a:avLst/>
              <a:gdLst>
                <a:gd name="textAreaLeft" fmla="*/ 0 w 5005440"/>
                <a:gd name="textAreaRight" fmla="*/ 5010120 w 5005440"/>
                <a:gd name="textAreaTop" fmla="*/ 0 h 1193760"/>
                <a:gd name="textAreaBottom" fmla="*/ 1198440 h 119376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1" name="Freeform 6"/>
            <p:cNvSpPr/>
            <p:nvPr/>
          </p:nvSpPr>
          <p:spPr>
            <a:xfrm>
              <a:off x="837360" y="1394280"/>
              <a:ext cx="5005440" cy="1193760"/>
            </a:xfrm>
            <a:custGeom>
              <a:avLst/>
              <a:gdLst>
                <a:gd name="textAreaLeft" fmla="*/ 0 w 5005440"/>
                <a:gd name="textAreaRight" fmla="*/ 5010120 w 5005440"/>
                <a:gd name="textAreaTop" fmla="*/ 0 h 1193760"/>
                <a:gd name="textAreaBottom" fmla="*/ 1198440 h 119376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2" name="Group 8"/>
          <p:cNvGrpSpPr/>
          <p:nvPr/>
        </p:nvGrpSpPr>
        <p:grpSpPr>
          <a:xfrm>
            <a:off x="837360" y="2912040"/>
            <a:ext cx="5005440" cy="1196640"/>
            <a:chOff x="837360" y="2912040"/>
            <a:chExt cx="5005440" cy="1196640"/>
          </a:xfrm>
        </p:grpSpPr>
        <p:sp>
          <p:nvSpPr>
            <p:cNvPr id="693" name="Freeform 6"/>
            <p:cNvSpPr/>
            <p:nvPr/>
          </p:nvSpPr>
          <p:spPr>
            <a:xfrm>
              <a:off x="837360" y="2914920"/>
              <a:ext cx="5005440" cy="1193760"/>
            </a:xfrm>
            <a:custGeom>
              <a:avLst/>
              <a:gdLst>
                <a:gd name="textAreaLeft" fmla="*/ 0 w 5005440"/>
                <a:gd name="textAreaRight" fmla="*/ 5010120 w 5005440"/>
                <a:gd name="textAreaTop" fmla="*/ 0 h 1193760"/>
                <a:gd name="textAreaBottom" fmla="*/ 1198440 h 119376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4" name="Freeform 6"/>
            <p:cNvSpPr/>
            <p:nvPr/>
          </p:nvSpPr>
          <p:spPr>
            <a:xfrm>
              <a:off x="837360" y="2912040"/>
              <a:ext cx="5005440" cy="1193760"/>
            </a:xfrm>
            <a:custGeom>
              <a:avLst/>
              <a:gdLst>
                <a:gd name="textAreaLeft" fmla="*/ 0 w 5005440"/>
                <a:gd name="textAreaRight" fmla="*/ 5010120 w 5005440"/>
                <a:gd name="textAreaTop" fmla="*/ 0 h 1193760"/>
                <a:gd name="textAreaBottom" fmla="*/ 1198440 h 119376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5" name="Group 11"/>
          <p:cNvGrpSpPr/>
          <p:nvPr/>
        </p:nvGrpSpPr>
        <p:grpSpPr>
          <a:xfrm>
            <a:off x="837360" y="4462200"/>
            <a:ext cx="5005440" cy="1197000"/>
            <a:chOff x="837360" y="4462200"/>
            <a:chExt cx="5005440" cy="1197000"/>
          </a:xfrm>
        </p:grpSpPr>
        <p:sp>
          <p:nvSpPr>
            <p:cNvPr id="696" name="Freeform 6"/>
            <p:cNvSpPr/>
            <p:nvPr/>
          </p:nvSpPr>
          <p:spPr>
            <a:xfrm>
              <a:off x="837360" y="4465440"/>
              <a:ext cx="5005440" cy="1193760"/>
            </a:xfrm>
            <a:custGeom>
              <a:avLst/>
              <a:gdLst>
                <a:gd name="textAreaLeft" fmla="*/ 0 w 5005440"/>
                <a:gd name="textAreaRight" fmla="*/ 5010120 w 5005440"/>
                <a:gd name="textAreaTop" fmla="*/ 0 h 1193760"/>
                <a:gd name="textAreaBottom" fmla="*/ 1198440 h 119376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7" name="Freeform 6"/>
            <p:cNvSpPr/>
            <p:nvPr/>
          </p:nvSpPr>
          <p:spPr>
            <a:xfrm>
              <a:off x="837360" y="4462200"/>
              <a:ext cx="5005440" cy="1193760"/>
            </a:xfrm>
            <a:custGeom>
              <a:avLst/>
              <a:gdLst>
                <a:gd name="textAreaLeft" fmla="*/ 0 w 5005440"/>
                <a:gd name="textAreaRight" fmla="*/ 5010120 w 5005440"/>
                <a:gd name="textAreaTop" fmla="*/ 0 h 1193760"/>
                <a:gd name="textAreaBottom" fmla="*/ 1198440 h 119376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8" name="Group 18"/>
          <p:cNvGrpSpPr/>
          <p:nvPr/>
        </p:nvGrpSpPr>
        <p:grpSpPr>
          <a:xfrm>
            <a:off x="6685200" y="1352160"/>
            <a:ext cx="4687920" cy="4303800"/>
            <a:chOff x="6685200" y="1352160"/>
            <a:chExt cx="4687920" cy="4303800"/>
          </a:xfrm>
        </p:grpSpPr>
        <p:sp>
          <p:nvSpPr>
            <p:cNvPr id="699" name="Freeform 19"/>
            <p:cNvSpPr/>
            <p:nvPr/>
          </p:nvSpPr>
          <p:spPr>
            <a:xfrm>
              <a:off x="6685200" y="1352160"/>
              <a:ext cx="4687920" cy="4303800"/>
            </a:xfrm>
            <a:custGeom>
              <a:avLst/>
              <a:gdLst>
                <a:gd name="textAreaLeft" fmla="*/ 0 w 4687920"/>
                <a:gd name="textAreaRight" fmla="*/ 4692600 w 4687920"/>
                <a:gd name="textAreaTop" fmla="*/ 0 h 4303800"/>
                <a:gd name="textAreaBottom" fmla="*/ 4308480 h 430380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0" name="Freeform 6"/>
            <p:cNvSpPr/>
            <p:nvPr/>
          </p:nvSpPr>
          <p:spPr>
            <a:xfrm>
              <a:off x="6685200" y="1352160"/>
              <a:ext cx="4687920" cy="4303800"/>
            </a:xfrm>
            <a:custGeom>
              <a:avLst/>
              <a:gdLst>
                <a:gd name="textAreaLeft" fmla="*/ 0 w 4687920"/>
                <a:gd name="textAreaRight" fmla="*/ 4692600 w 4687920"/>
                <a:gd name="textAreaTop" fmla="*/ 0 h 4303800"/>
                <a:gd name="textAreaBottom" fmla="*/ 4308480 h 430380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1" name="Text Placeholder 6"/>
          <p:cNvSpPr/>
          <p:nvPr/>
        </p:nvSpPr>
        <p:spPr>
          <a:xfrm>
            <a:off x="6685200" y="1352160"/>
            <a:ext cx="4687920" cy="4303800"/>
          </a:xfrm>
          <a:prstGeom prst="roundRect">
            <a:avLst>
              <a:gd name="adj" fmla="val 10328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3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4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5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06" name="Group 28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70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9" name="Rectangle 33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6242E8D-5F9E-45D2-BFE5-486AC87FFF9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Freeform 55"/>
          <p:cNvSpPr/>
          <p:nvPr/>
        </p:nvSpPr>
        <p:spPr>
          <a:xfrm>
            <a:off x="-1935720" y="-101196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13" name="Line 6"/>
          <p:cNvSpPr/>
          <p:nvPr/>
        </p:nvSpPr>
        <p:spPr>
          <a:xfrm>
            <a:off x="2403720" y="387072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14" name="Group 6"/>
          <p:cNvGrpSpPr/>
          <p:nvPr/>
        </p:nvGrpSpPr>
        <p:grpSpPr>
          <a:xfrm>
            <a:off x="2272320" y="3737520"/>
            <a:ext cx="250920" cy="250920"/>
            <a:chOff x="2272320" y="3737520"/>
            <a:chExt cx="250920" cy="250920"/>
          </a:xfrm>
        </p:grpSpPr>
        <p:sp>
          <p:nvSpPr>
            <p:cNvPr id="715" name="Oval 7"/>
            <p:cNvSpPr/>
            <p:nvPr/>
          </p:nvSpPr>
          <p:spPr>
            <a:xfrm>
              <a:off x="2272320" y="3737520"/>
              <a:ext cx="250920" cy="250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6" name="Oval 28"/>
            <p:cNvSpPr/>
            <p:nvPr/>
          </p:nvSpPr>
          <p:spPr>
            <a:xfrm>
              <a:off x="2336760" y="3802320"/>
              <a:ext cx="118800" cy="117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7" name="Group 9"/>
          <p:cNvGrpSpPr/>
          <p:nvPr/>
        </p:nvGrpSpPr>
        <p:grpSpPr>
          <a:xfrm>
            <a:off x="4667040" y="3737520"/>
            <a:ext cx="250920" cy="250920"/>
            <a:chOff x="4667040" y="3737520"/>
            <a:chExt cx="250920" cy="250920"/>
          </a:xfrm>
        </p:grpSpPr>
        <p:sp>
          <p:nvSpPr>
            <p:cNvPr id="718" name="Oval 10"/>
            <p:cNvSpPr/>
            <p:nvPr/>
          </p:nvSpPr>
          <p:spPr>
            <a:xfrm>
              <a:off x="4667040" y="3737520"/>
              <a:ext cx="250920" cy="250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9" name="Oval 28"/>
            <p:cNvSpPr/>
            <p:nvPr/>
          </p:nvSpPr>
          <p:spPr>
            <a:xfrm>
              <a:off x="4731480" y="3802320"/>
              <a:ext cx="118800" cy="117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0" name="Group 12"/>
          <p:cNvGrpSpPr/>
          <p:nvPr/>
        </p:nvGrpSpPr>
        <p:grpSpPr>
          <a:xfrm>
            <a:off x="7063200" y="3737520"/>
            <a:ext cx="250920" cy="250920"/>
            <a:chOff x="7063200" y="3737520"/>
            <a:chExt cx="250920" cy="250920"/>
          </a:xfrm>
        </p:grpSpPr>
        <p:sp>
          <p:nvSpPr>
            <p:cNvPr id="721" name="Oval 13"/>
            <p:cNvSpPr/>
            <p:nvPr/>
          </p:nvSpPr>
          <p:spPr>
            <a:xfrm>
              <a:off x="7063200" y="3737520"/>
              <a:ext cx="250920" cy="250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2" name="Oval 28"/>
            <p:cNvSpPr/>
            <p:nvPr/>
          </p:nvSpPr>
          <p:spPr>
            <a:xfrm>
              <a:off x="7128000" y="3802320"/>
              <a:ext cx="118800" cy="117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3" name="Group 15"/>
          <p:cNvGrpSpPr/>
          <p:nvPr/>
        </p:nvGrpSpPr>
        <p:grpSpPr>
          <a:xfrm>
            <a:off x="9452520" y="3737520"/>
            <a:ext cx="250920" cy="250920"/>
            <a:chOff x="9452520" y="3737520"/>
            <a:chExt cx="250920" cy="250920"/>
          </a:xfrm>
        </p:grpSpPr>
        <p:sp>
          <p:nvSpPr>
            <p:cNvPr id="724" name="Oval 16"/>
            <p:cNvSpPr/>
            <p:nvPr/>
          </p:nvSpPr>
          <p:spPr>
            <a:xfrm>
              <a:off x="9452520" y="3737520"/>
              <a:ext cx="250920" cy="250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5" name="Oval 28"/>
            <p:cNvSpPr/>
            <p:nvPr/>
          </p:nvSpPr>
          <p:spPr>
            <a:xfrm>
              <a:off x="9517320" y="3802320"/>
              <a:ext cx="118800" cy="117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6" name="Group 19"/>
          <p:cNvGrpSpPr/>
          <p:nvPr/>
        </p:nvGrpSpPr>
        <p:grpSpPr>
          <a:xfrm>
            <a:off x="1460880" y="1296720"/>
            <a:ext cx="1892520" cy="1894680"/>
            <a:chOff x="1460880" y="1296720"/>
            <a:chExt cx="1892520" cy="1894680"/>
          </a:xfrm>
        </p:grpSpPr>
        <p:sp>
          <p:nvSpPr>
            <p:cNvPr id="727" name="Freeform 14"/>
            <p:cNvSpPr/>
            <p:nvPr/>
          </p:nvSpPr>
          <p:spPr>
            <a:xfrm>
              <a:off x="1460880" y="129672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8" name="Freeform 14"/>
            <p:cNvSpPr/>
            <p:nvPr/>
          </p:nvSpPr>
          <p:spPr>
            <a:xfrm>
              <a:off x="1460880" y="129672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29" name="Group 26"/>
          <p:cNvGrpSpPr/>
          <p:nvPr/>
        </p:nvGrpSpPr>
        <p:grpSpPr>
          <a:xfrm>
            <a:off x="3823920" y="1296720"/>
            <a:ext cx="1892520" cy="1894680"/>
            <a:chOff x="3823920" y="1296720"/>
            <a:chExt cx="1892520" cy="1894680"/>
          </a:xfrm>
        </p:grpSpPr>
        <p:sp>
          <p:nvSpPr>
            <p:cNvPr id="730" name="Freeform 14"/>
            <p:cNvSpPr/>
            <p:nvPr/>
          </p:nvSpPr>
          <p:spPr>
            <a:xfrm>
              <a:off x="3823920" y="129672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1" name="Freeform 14"/>
            <p:cNvSpPr/>
            <p:nvPr/>
          </p:nvSpPr>
          <p:spPr>
            <a:xfrm>
              <a:off x="3823920" y="129672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2" name="Group 33"/>
          <p:cNvGrpSpPr/>
          <p:nvPr/>
        </p:nvGrpSpPr>
        <p:grpSpPr>
          <a:xfrm>
            <a:off x="6215760" y="1296720"/>
            <a:ext cx="1892520" cy="1894680"/>
            <a:chOff x="6215760" y="1296720"/>
            <a:chExt cx="1892520" cy="1894680"/>
          </a:xfrm>
        </p:grpSpPr>
        <p:sp>
          <p:nvSpPr>
            <p:cNvPr id="733" name="Freeform 14"/>
            <p:cNvSpPr/>
            <p:nvPr/>
          </p:nvSpPr>
          <p:spPr>
            <a:xfrm>
              <a:off x="6215760" y="129672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4" name="Freeform 14"/>
            <p:cNvSpPr/>
            <p:nvPr/>
          </p:nvSpPr>
          <p:spPr>
            <a:xfrm>
              <a:off x="6215760" y="129672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5" name="Group 40"/>
          <p:cNvGrpSpPr/>
          <p:nvPr/>
        </p:nvGrpSpPr>
        <p:grpSpPr>
          <a:xfrm>
            <a:off x="8571240" y="1296720"/>
            <a:ext cx="1892520" cy="1894680"/>
            <a:chOff x="8571240" y="1296720"/>
            <a:chExt cx="1892520" cy="1894680"/>
          </a:xfrm>
        </p:grpSpPr>
        <p:sp>
          <p:nvSpPr>
            <p:cNvPr id="736" name="Freeform 14"/>
            <p:cNvSpPr/>
            <p:nvPr/>
          </p:nvSpPr>
          <p:spPr>
            <a:xfrm>
              <a:off x="8571240" y="129672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7" name="Freeform 14"/>
            <p:cNvSpPr/>
            <p:nvPr/>
          </p:nvSpPr>
          <p:spPr>
            <a:xfrm>
              <a:off x="8571240" y="129672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8" name="Text Placeholder 48"/>
          <p:cNvSpPr/>
          <p:nvPr/>
        </p:nvSpPr>
        <p:spPr>
          <a:xfrm>
            <a:off x="1460880" y="4126680"/>
            <a:ext cx="1891800" cy="164304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0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1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2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3" name="Text Placeholder 48"/>
          <p:cNvSpPr/>
          <p:nvPr/>
        </p:nvSpPr>
        <p:spPr>
          <a:xfrm>
            <a:off x="3823920" y="4136040"/>
            <a:ext cx="1891800" cy="164304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Placeholder 48"/>
          <p:cNvSpPr/>
          <p:nvPr/>
        </p:nvSpPr>
        <p:spPr>
          <a:xfrm>
            <a:off x="6208560" y="4126680"/>
            <a:ext cx="1891800" cy="164304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Text Placeholder 48"/>
          <p:cNvSpPr/>
          <p:nvPr/>
        </p:nvSpPr>
        <p:spPr>
          <a:xfrm>
            <a:off x="8571240" y="4136040"/>
            <a:ext cx="1891800" cy="164304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46" name="Group 49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74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4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49" name="Rectangle 56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5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6627429-D3BC-41E0-AFA6-C1C4C4AE084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Freeform 44"/>
          <p:cNvSpPr/>
          <p:nvPr/>
        </p:nvSpPr>
        <p:spPr>
          <a:xfrm rot="370200">
            <a:off x="-2064600" y="-133344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53" name="Line 6"/>
          <p:cNvSpPr/>
          <p:nvPr/>
        </p:nvSpPr>
        <p:spPr>
          <a:xfrm>
            <a:off x="2509560" y="555768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54" name="Group 6"/>
          <p:cNvGrpSpPr/>
          <p:nvPr/>
        </p:nvGrpSpPr>
        <p:grpSpPr>
          <a:xfrm>
            <a:off x="2378160" y="5424480"/>
            <a:ext cx="250920" cy="250920"/>
            <a:chOff x="2378160" y="5424480"/>
            <a:chExt cx="250920" cy="250920"/>
          </a:xfrm>
        </p:grpSpPr>
        <p:sp>
          <p:nvSpPr>
            <p:cNvPr id="755" name="Oval 7"/>
            <p:cNvSpPr/>
            <p:nvPr/>
          </p:nvSpPr>
          <p:spPr>
            <a:xfrm>
              <a:off x="2378160" y="5424480"/>
              <a:ext cx="250920" cy="250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6" name="Oval 28"/>
            <p:cNvSpPr/>
            <p:nvPr/>
          </p:nvSpPr>
          <p:spPr>
            <a:xfrm>
              <a:off x="2442600" y="5488920"/>
              <a:ext cx="118800" cy="117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7" name="Group 9"/>
          <p:cNvGrpSpPr/>
          <p:nvPr/>
        </p:nvGrpSpPr>
        <p:grpSpPr>
          <a:xfrm>
            <a:off x="4772880" y="5424480"/>
            <a:ext cx="250920" cy="250920"/>
            <a:chOff x="4772880" y="5424480"/>
            <a:chExt cx="250920" cy="250920"/>
          </a:xfrm>
        </p:grpSpPr>
        <p:sp>
          <p:nvSpPr>
            <p:cNvPr id="758" name="Oval 10"/>
            <p:cNvSpPr/>
            <p:nvPr/>
          </p:nvSpPr>
          <p:spPr>
            <a:xfrm>
              <a:off x="4772880" y="5424480"/>
              <a:ext cx="250920" cy="250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9" name="Oval 28"/>
            <p:cNvSpPr/>
            <p:nvPr/>
          </p:nvSpPr>
          <p:spPr>
            <a:xfrm>
              <a:off x="4837320" y="5488920"/>
              <a:ext cx="118800" cy="117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0" name="Group 12"/>
          <p:cNvGrpSpPr/>
          <p:nvPr/>
        </p:nvGrpSpPr>
        <p:grpSpPr>
          <a:xfrm>
            <a:off x="7169040" y="5424480"/>
            <a:ext cx="250920" cy="250920"/>
            <a:chOff x="7169040" y="5424480"/>
            <a:chExt cx="250920" cy="250920"/>
          </a:xfrm>
        </p:grpSpPr>
        <p:sp>
          <p:nvSpPr>
            <p:cNvPr id="761" name="Oval 13"/>
            <p:cNvSpPr/>
            <p:nvPr/>
          </p:nvSpPr>
          <p:spPr>
            <a:xfrm>
              <a:off x="7169040" y="5424480"/>
              <a:ext cx="250920" cy="250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2" name="Oval 28"/>
            <p:cNvSpPr/>
            <p:nvPr/>
          </p:nvSpPr>
          <p:spPr>
            <a:xfrm>
              <a:off x="7233840" y="5488920"/>
              <a:ext cx="118800" cy="117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3" name="Group 15"/>
          <p:cNvGrpSpPr/>
          <p:nvPr/>
        </p:nvGrpSpPr>
        <p:grpSpPr>
          <a:xfrm>
            <a:off x="9558360" y="5424480"/>
            <a:ext cx="250920" cy="250920"/>
            <a:chOff x="9558360" y="5424480"/>
            <a:chExt cx="250920" cy="250920"/>
          </a:xfrm>
        </p:grpSpPr>
        <p:sp>
          <p:nvSpPr>
            <p:cNvPr id="764" name="Oval 16"/>
            <p:cNvSpPr/>
            <p:nvPr/>
          </p:nvSpPr>
          <p:spPr>
            <a:xfrm>
              <a:off x="9558360" y="5424480"/>
              <a:ext cx="250920" cy="250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5" name="Oval 28"/>
            <p:cNvSpPr/>
            <p:nvPr/>
          </p:nvSpPr>
          <p:spPr>
            <a:xfrm>
              <a:off x="9622800" y="5488920"/>
              <a:ext cx="118800" cy="117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400" bIns="41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6" name="Group 19"/>
          <p:cNvGrpSpPr/>
          <p:nvPr/>
        </p:nvGrpSpPr>
        <p:grpSpPr>
          <a:xfrm>
            <a:off x="1566720" y="2983680"/>
            <a:ext cx="1892520" cy="1894680"/>
            <a:chOff x="1566720" y="2983680"/>
            <a:chExt cx="1892520" cy="1894680"/>
          </a:xfrm>
        </p:grpSpPr>
        <p:sp>
          <p:nvSpPr>
            <p:cNvPr id="767" name="Freeform 14"/>
            <p:cNvSpPr/>
            <p:nvPr/>
          </p:nvSpPr>
          <p:spPr>
            <a:xfrm>
              <a:off x="1566720" y="298368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8" name="Freeform 14"/>
            <p:cNvSpPr/>
            <p:nvPr/>
          </p:nvSpPr>
          <p:spPr>
            <a:xfrm>
              <a:off x="1566720" y="298368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69" name="Group 26"/>
          <p:cNvGrpSpPr/>
          <p:nvPr/>
        </p:nvGrpSpPr>
        <p:grpSpPr>
          <a:xfrm>
            <a:off x="3929760" y="2983680"/>
            <a:ext cx="1892520" cy="1894680"/>
            <a:chOff x="3929760" y="2983680"/>
            <a:chExt cx="1892520" cy="1894680"/>
          </a:xfrm>
        </p:grpSpPr>
        <p:sp>
          <p:nvSpPr>
            <p:cNvPr id="770" name="Freeform 14"/>
            <p:cNvSpPr/>
            <p:nvPr/>
          </p:nvSpPr>
          <p:spPr>
            <a:xfrm>
              <a:off x="3929760" y="298368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1" name="Freeform 14"/>
            <p:cNvSpPr/>
            <p:nvPr/>
          </p:nvSpPr>
          <p:spPr>
            <a:xfrm>
              <a:off x="3929760" y="298368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2" name="Group 33"/>
          <p:cNvGrpSpPr/>
          <p:nvPr/>
        </p:nvGrpSpPr>
        <p:grpSpPr>
          <a:xfrm>
            <a:off x="6321600" y="2983680"/>
            <a:ext cx="1892520" cy="1894680"/>
            <a:chOff x="6321600" y="2983680"/>
            <a:chExt cx="1892520" cy="1894680"/>
          </a:xfrm>
        </p:grpSpPr>
        <p:sp>
          <p:nvSpPr>
            <p:cNvPr id="773" name="Freeform 14"/>
            <p:cNvSpPr/>
            <p:nvPr/>
          </p:nvSpPr>
          <p:spPr>
            <a:xfrm>
              <a:off x="6321600" y="298368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4" name="Freeform 14"/>
            <p:cNvSpPr/>
            <p:nvPr/>
          </p:nvSpPr>
          <p:spPr>
            <a:xfrm>
              <a:off x="6321600" y="298368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5" name="Group 40"/>
          <p:cNvGrpSpPr/>
          <p:nvPr/>
        </p:nvGrpSpPr>
        <p:grpSpPr>
          <a:xfrm>
            <a:off x="8677080" y="2983680"/>
            <a:ext cx="1892520" cy="1894680"/>
            <a:chOff x="8677080" y="2983680"/>
            <a:chExt cx="1892520" cy="1894680"/>
          </a:xfrm>
        </p:grpSpPr>
        <p:sp>
          <p:nvSpPr>
            <p:cNvPr id="776" name="Freeform 14"/>
            <p:cNvSpPr/>
            <p:nvPr/>
          </p:nvSpPr>
          <p:spPr>
            <a:xfrm>
              <a:off x="8677080" y="298368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7" name="Freeform 14"/>
            <p:cNvSpPr/>
            <p:nvPr/>
          </p:nvSpPr>
          <p:spPr>
            <a:xfrm>
              <a:off x="8677080" y="2983680"/>
              <a:ext cx="1892520" cy="1894680"/>
            </a:xfrm>
            <a:custGeom>
              <a:avLst/>
              <a:gdLst>
                <a:gd name="textAreaLeft" fmla="*/ 0 w 1892520"/>
                <a:gd name="textAreaRight" fmla="*/ 1897200 w 1892520"/>
                <a:gd name="textAreaTop" fmla="*/ 0 h 1894680"/>
                <a:gd name="textAreaBottom" fmla="*/ 1899360 h 18946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78" name="Text Placeholder 51"/>
          <p:cNvSpPr/>
          <p:nvPr/>
        </p:nvSpPr>
        <p:spPr>
          <a:xfrm>
            <a:off x="1566720" y="2984400"/>
            <a:ext cx="1892520" cy="189396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Placeholder 51"/>
          <p:cNvSpPr/>
          <p:nvPr/>
        </p:nvSpPr>
        <p:spPr>
          <a:xfrm>
            <a:off x="3929760" y="2984400"/>
            <a:ext cx="1892520" cy="189396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 Placeholder 51"/>
          <p:cNvSpPr/>
          <p:nvPr/>
        </p:nvSpPr>
        <p:spPr>
          <a:xfrm>
            <a:off x="6321600" y="2984400"/>
            <a:ext cx="1892520" cy="189396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Text Placeholder 51"/>
          <p:cNvSpPr/>
          <p:nvPr/>
        </p:nvSpPr>
        <p:spPr>
          <a:xfrm>
            <a:off x="8677440" y="2984400"/>
            <a:ext cx="1892520" cy="189396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3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4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5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86" name="Group 39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78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8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89" name="Rectangle 47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8346BB2-9D26-4DB4-A7C0-5CE027DD3D7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Freeform 27"/>
          <p:cNvSpPr/>
          <p:nvPr/>
        </p:nvSpPr>
        <p:spPr>
          <a:xfrm rot="370200">
            <a:off x="-2221200" y="-102060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93" name="Freeform 7"/>
          <p:cNvSpPr/>
          <p:nvPr/>
        </p:nvSpPr>
        <p:spPr>
          <a:xfrm>
            <a:off x="6723000" y="1060560"/>
            <a:ext cx="4419720" cy="4446000"/>
          </a:xfrm>
          <a:custGeom>
            <a:avLst/>
            <a:gdLst>
              <a:gd name="textAreaLeft" fmla="*/ 0 w 4419720"/>
              <a:gd name="textAreaRight" fmla="*/ 4424400 w 4419720"/>
              <a:gd name="textAreaTop" fmla="*/ 0 h 4446000"/>
              <a:gd name="textAreaBottom" fmla="*/ 4450680 h 44460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4" name="Freeform 7"/>
          <p:cNvSpPr/>
          <p:nvPr/>
        </p:nvSpPr>
        <p:spPr>
          <a:xfrm>
            <a:off x="1149120" y="1060560"/>
            <a:ext cx="4420080" cy="4423680"/>
          </a:xfrm>
          <a:custGeom>
            <a:avLst/>
            <a:gdLst>
              <a:gd name="textAreaLeft" fmla="*/ 0 w 4420080"/>
              <a:gd name="textAreaRight" fmla="*/ 4424760 w 4420080"/>
              <a:gd name="textAreaTop" fmla="*/ 0 h 4423680"/>
              <a:gd name="textAreaBottom" fmla="*/ 4428360 h 44236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5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6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7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8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9" name="Freeform 28"/>
          <p:cNvSpPr/>
          <p:nvPr/>
        </p:nvSpPr>
        <p:spPr>
          <a:xfrm>
            <a:off x="-1855800" y="-133848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00" name="Group 19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801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2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03" name="Text Placeholder 14"/>
          <p:cNvSpPr/>
          <p:nvPr/>
        </p:nvSpPr>
        <p:spPr>
          <a:xfrm>
            <a:off x="6747120" y="1060560"/>
            <a:ext cx="4372200" cy="4424400"/>
          </a:xfrm>
          <a:prstGeom prst="roundRect">
            <a:avLst>
              <a:gd name="adj" fmla="val 1062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ectangle 15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0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762A36F-ED27-43CF-B842-DBA027E7F50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Grey_unpressed"/>
          <p:cNvSpPr/>
          <p:nvPr/>
        </p:nvSpPr>
        <p:spPr>
          <a:xfrm>
            <a:off x="2833920" y="2727720"/>
            <a:ext cx="6469920" cy="1517760"/>
          </a:xfrm>
          <a:custGeom>
            <a:avLst/>
            <a:gdLst>
              <a:gd name="textAreaLeft" fmla="*/ 0 w 6469920"/>
              <a:gd name="textAreaRight" fmla="*/ 6474600 w 6469920"/>
              <a:gd name="textAreaTop" fmla="*/ 0 h 1517760"/>
              <a:gd name="textAreaBottom" fmla="*/ 1522440 h 151776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08" name="Freeform 6"/>
          <p:cNvSpPr/>
          <p:nvPr/>
        </p:nvSpPr>
        <p:spPr>
          <a:xfrm>
            <a:off x="2435040" y="2589840"/>
            <a:ext cx="2435400" cy="2610360"/>
          </a:xfrm>
          <a:custGeom>
            <a:avLst/>
            <a:gdLst>
              <a:gd name="textAreaLeft" fmla="*/ 0 w 2435400"/>
              <a:gd name="textAreaRight" fmla="*/ 2440080 w 2435400"/>
              <a:gd name="textAreaTop" fmla="*/ 0 h 2610360"/>
              <a:gd name="textAreaBottom" fmla="*/ 2615040 h 261036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09" name="Oval 7"/>
          <p:cNvSpPr/>
          <p:nvPr/>
        </p:nvSpPr>
        <p:spPr>
          <a:xfrm>
            <a:off x="3103920" y="3080520"/>
            <a:ext cx="982080" cy="9820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0" name="Group 8"/>
          <p:cNvGrpSpPr/>
          <p:nvPr/>
        </p:nvGrpSpPr>
        <p:grpSpPr>
          <a:xfrm>
            <a:off x="4008600" y="3031920"/>
            <a:ext cx="4120200" cy="909360"/>
            <a:chOff x="4008600" y="3031920"/>
            <a:chExt cx="4120200" cy="909360"/>
          </a:xfrm>
        </p:grpSpPr>
        <p:pic>
          <p:nvPicPr>
            <p:cNvPr id="811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4160" cy="8607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2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9040" cy="86076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3" name="Rectangle 12"/>
          <p:cNvSpPr/>
          <p:nvPr/>
        </p:nvSpPr>
        <p:spPr>
          <a:xfrm>
            <a:off x="11271960" y="256320"/>
            <a:ext cx="678960" cy="491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4" name="Group 11"/>
          <p:cNvGrpSpPr/>
          <p:nvPr/>
        </p:nvGrpSpPr>
        <p:grpSpPr>
          <a:xfrm>
            <a:off x="1527120" y="6498720"/>
            <a:ext cx="903240" cy="196560"/>
            <a:chOff x="1527120" y="6498720"/>
            <a:chExt cx="903240" cy="196560"/>
          </a:xfrm>
        </p:grpSpPr>
        <p:pic>
          <p:nvPicPr>
            <p:cNvPr id="815" name="Picture 13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744200" y="6498720"/>
              <a:ext cx="686160" cy="1857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6" name="Picture 14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527120" y="6509520"/>
              <a:ext cx="207360" cy="18576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7" name="TextBox 16"/>
          <p:cNvSpPr/>
          <p:nvPr/>
        </p:nvSpPr>
        <p:spPr>
          <a:xfrm>
            <a:off x="1395000" y="649872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Box 17"/>
          <p:cNvSpPr/>
          <p:nvPr/>
        </p:nvSpPr>
        <p:spPr>
          <a:xfrm>
            <a:off x="1395000" y="645480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Box 18"/>
          <p:cNvSpPr/>
          <p:nvPr/>
        </p:nvSpPr>
        <p:spPr>
          <a:xfrm>
            <a:off x="1395000" y="650952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Box 19"/>
          <p:cNvSpPr/>
          <p:nvPr/>
        </p:nvSpPr>
        <p:spPr>
          <a:xfrm>
            <a:off x="6386040" y="6313680"/>
            <a:ext cx="57063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1" name="Picture 1" descr=""/>
          <p:cNvPicPr/>
          <p:nvPr/>
        </p:nvPicPr>
        <p:blipFill>
          <a:blip r:embed="rId6"/>
          <a:stretch/>
        </p:blipFill>
        <p:spPr>
          <a:xfrm>
            <a:off x="153000" y="6454800"/>
            <a:ext cx="1154880" cy="28692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7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2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0AB0B97-33BD-49B8-B800-C24563CDB11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9"/>
          <p:cNvSpPr/>
          <p:nvPr/>
        </p:nvSpPr>
        <p:spPr>
          <a:xfrm>
            <a:off x="4515120" y="4888800"/>
            <a:ext cx="3477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Grey_unpressed"/>
          <p:cNvSpPr/>
          <p:nvPr/>
        </p:nvSpPr>
        <p:spPr>
          <a:xfrm>
            <a:off x="2833920" y="2727720"/>
            <a:ext cx="6469920" cy="1517760"/>
          </a:xfrm>
          <a:custGeom>
            <a:avLst/>
            <a:gdLst>
              <a:gd name="textAreaLeft" fmla="*/ 0 w 6469920"/>
              <a:gd name="textAreaRight" fmla="*/ 6474600 w 6469920"/>
              <a:gd name="textAreaTop" fmla="*/ 0 h 1517760"/>
              <a:gd name="textAreaBottom" fmla="*/ 1522440 h 151776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26" name="Freeform 11"/>
          <p:cNvSpPr/>
          <p:nvPr/>
        </p:nvSpPr>
        <p:spPr>
          <a:xfrm>
            <a:off x="2435040" y="2589840"/>
            <a:ext cx="2435400" cy="2610360"/>
          </a:xfrm>
          <a:custGeom>
            <a:avLst/>
            <a:gdLst>
              <a:gd name="textAreaLeft" fmla="*/ 0 w 2435400"/>
              <a:gd name="textAreaRight" fmla="*/ 2440080 w 2435400"/>
              <a:gd name="textAreaTop" fmla="*/ 0 h 2610360"/>
              <a:gd name="textAreaBottom" fmla="*/ 2615040 h 261036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7" name="Oval 12"/>
          <p:cNvSpPr/>
          <p:nvPr/>
        </p:nvSpPr>
        <p:spPr>
          <a:xfrm>
            <a:off x="3103920" y="3080520"/>
            <a:ext cx="982080" cy="9820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8" name="TextBox 13"/>
          <p:cNvSpPr/>
          <p:nvPr/>
        </p:nvSpPr>
        <p:spPr>
          <a:xfrm>
            <a:off x="4606200" y="3220200"/>
            <a:ext cx="101844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THANK YOU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29" name="Group 21"/>
          <p:cNvGrpSpPr/>
          <p:nvPr/>
        </p:nvGrpSpPr>
        <p:grpSpPr>
          <a:xfrm>
            <a:off x="1527120" y="6498720"/>
            <a:ext cx="903240" cy="196560"/>
            <a:chOff x="1527120" y="6498720"/>
            <a:chExt cx="903240" cy="196560"/>
          </a:xfrm>
        </p:grpSpPr>
        <p:pic>
          <p:nvPicPr>
            <p:cNvPr id="830" name="Picture 22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744200" y="6498720"/>
              <a:ext cx="686160" cy="1857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31" name="Picture 23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527120" y="6509520"/>
              <a:ext cx="207360" cy="18576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2" name="TextBox 24"/>
          <p:cNvSpPr/>
          <p:nvPr/>
        </p:nvSpPr>
        <p:spPr>
          <a:xfrm>
            <a:off x="1395000" y="649872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Box 25"/>
          <p:cNvSpPr/>
          <p:nvPr/>
        </p:nvSpPr>
        <p:spPr>
          <a:xfrm>
            <a:off x="1395000" y="645480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Box 26"/>
          <p:cNvSpPr/>
          <p:nvPr/>
        </p:nvSpPr>
        <p:spPr>
          <a:xfrm>
            <a:off x="1395000" y="6509520"/>
            <a:ext cx="42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27"/>
          <p:cNvSpPr/>
          <p:nvPr/>
        </p:nvSpPr>
        <p:spPr>
          <a:xfrm>
            <a:off x="6386040" y="6313680"/>
            <a:ext cx="57063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6" name="Picture 28" descr=""/>
          <p:cNvPicPr/>
          <p:nvPr/>
        </p:nvPicPr>
        <p:blipFill>
          <a:blip r:embed="rId4"/>
          <a:stretch/>
        </p:blipFill>
        <p:spPr>
          <a:xfrm>
            <a:off x="153000" y="6454800"/>
            <a:ext cx="1154880" cy="286920"/>
          </a:xfrm>
          <a:prstGeom prst="rect">
            <a:avLst/>
          </a:prstGeom>
          <a:ln w="0">
            <a:noFill/>
          </a:ln>
        </p:spPr>
      </p:pic>
      <p:sp>
        <p:nvSpPr>
          <p:cNvPr id="837" name="Rectangle 14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5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3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D7D78CA-2E25-47BF-9E22-DE97C8209B0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40" name="Group 5"/>
          <p:cNvGrpSpPr/>
          <p:nvPr/>
        </p:nvGrpSpPr>
        <p:grpSpPr>
          <a:xfrm>
            <a:off x="5942880" y="1173240"/>
            <a:ext cx="4775760" cy="4780800"/>
            <a:chOff x="5942880" y="1173240"/>
            <a:chExt cx="4775760" cy="4780800"/>
          </a:xfrm>
        </p:grpSpPr>
        <p:sp>
          <p:nvSpPr>
            <p:cNvPr id="841" name="Oval 101"/>
            <p:cNvSpPr/>
            <p:nvPr/>
          </p:nvSpPr>
          <p:spPr>
            <a:xfrm>
              <a:off x="5942880" y="1173240"/>
              <a:ext cx="4775760" cy="4780800"/>
            </a:xfrm>
            <a:prstGeom prst="ellipse">
              <a:avLst/>
            </a:prstGeom>
            <a:gradFill rotWithShape="0">
              <a:gsLst>
                <a:gs pos="0">
                  <a:srgbClr val="2a3647"/>
                </a:gs>
                <a:gs pos="100000">
                  <a:srgbClr val="1e2633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42" name="Group 7"/>
            <p:cNvGrpSpPr/>
            <p:nvPr/>
          </p:nvGrpSpPr>
          <p:grpSpPr>
            <a:xfrm>
              <a:off x="6314040" y="1564200"/>
              <a:ext cx="4005720" cy="4005720"/>
              <a:chOff x="6314040" y="1564200"/>
              <a:chExt cx="4005720" cy="4005720"/>
            </a:xfrm>
          </p:grpSpPr>
          <p:sp>
            <p:nvSpPr>
              <p:cNvPr id="843" name="Oval 8"/>
              <p:cNvSpPr/>
              <p:nvPr/>
            </p:nvSpPr>
            <p:spPr>
              <a:xfrm>
                <a:off x="6314040" y="1564200"/>
                <a:ext cx="4005720" cy="40057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44" name="Oval 9"/>
              <p:cNvSpPr/>
              <p:nvPr/>
            </p:nvSpPr>
            <p:spPr>
              <a:xfrm>
                <a:off x="6314040" y="1564200"/>
                <a:ext cx="4005720" cy="40057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45" name="Chart 13"/>
          <p:cNvGraphicFramePr/>
          <p:nvPr/>
        </p:nvGraphicFramePr>
        <p:xfrm>
          <a:off x="4898880" y="1365840"/>
          <a:ext cx="6645240" cy="4204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846" name="Group 10"/>
          <p:cNvGrpSpPr/>
          <p:nvPr/>
        </p:nvGrpSpPr>
        <p:grpSpPr>
          <a:xfrm>
            <a:off x="7685640" y="3174840"/>
            <a:ext cx="1400400" cy="897480"/>
            <a:chOff x="7685640" y="3174840"/>
            <a:chExt cx="1400400" cy="897480"/>
          </a:xfrm>
        </p:grpSpPr>
        <p:sp>
          <p:nvSpPr>
            <p:cNvPr id="847" name="Rectangle 114"/>
            <p:cNvSpPr/>
            <p:nvPr/>
          </p:nvSpPr>
          <p:spPr>
            <a:xfrm>
              <a:off x="7685640" y="3174840"/>
              <a:ext cx="140040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ru-UA" sz="5400" spc="-1" strike="noStrike">
                  <a:solidFill>
                    <a:schemeClr val="accent1"/>
                  </a:solidFill>
                  <a:latin typeface="Arial Black"/>
                </a:rPr>
                <a:t>75</a:t>
              </a:r>
              <a:r>
                <a:rPr b="1" lang="ru-RU" sz="5400" spc="-1" strike="noStrike">
                  <a:solidFill>
                    <a:schemeClr val="accent1"/>
                  </a:solidFill>
                  <a:latin typeface="Arial Black"/>
                </a:rPr>
                <a:t>%</a:t>
              </a:r>
              <a:endParaRPr b="0" lang="en-US" sz="5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48" name="Rectangle 115"/>
            <p:cNvSpPr/>
            <p:nvPr/>
          </p:nvSpPr>
          <p:spPr>
            <a:xfrm>
              <a:off x="7781040" y="3904920"/>
              <a:ext cx="1252440" cy="167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100" spc="-1" strike="noStrike">
                  <a:solidFill>
                    <a:schemeClr val="accent1"/>
                  </a:solidFill>
                  <a:latin typeface="Arial Black"/>
                </a:rPr>
                <a:t>Lorem ipsum dolor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49" name="object 384"/>
          <p:cNvSpPr/>
          <p:nvPr/>
        </p:nvSpPr>
        <p:spPr>
          <a:xfrm flipV="1">
            <a:off x="356760" y="671400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0" name="object 4"/>
          <p:cNvSpPr/>
          <p:nvPr/>
        </p:nvSpPr>
        <p:spPr>
          <a:xfrm>
            <a:off x="10477800" y="663120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1" name="object 384"/>
          <p:cNvSpPr/>
          <p:nvPr/>
        </p:nvSpPr>
        <p:spPr>
          <a:xfrm flipV="1" rot="10800000">
            <a:off x="6100920" y="671868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2" name="object 386"/>
          <p:cNvSpPr/>
          <p:nvPr/>
        </p:nvSpPr>
        <p:spPr>
          <a:xfrm>
            <a:off x="5927400" y="651744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3" name="Freeform 24"/>
          <p:cNvSpPr/>
          <p:nvPr/>
        </p:nvSpPr>
        <p:spPr>
          <a:xfrm>
            <a:off x="-1688040" y="-113904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54" name="Group 20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855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56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57" name="Rectangle 23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3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5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3657382-3CCE-442B-AC23-D742F783287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60" name="Group 10"/>
          <p:cNvGrpSpPr/>
          <p:nvPr/>
        </p:nvGrpSpPr>
        <p:grpSpPr>
          <a:xfrm>
            <a:off x="4579920" y="1447920"/>
            <a:ext cx="2941560" cy="2944800"/>
            <a:chOff x="4579920" y="1447920"/>
            <a:chExt cx="2941560" cy="2944800"/>
          </a:xfrm>
        </p:grpSpPr>
        <p:sp>
          <p:nvSpPr>
            <p:cNvPr id="861" name="Oval 101"/>
            <p:cNvSpPr/>
            <p:nvPr/>
          </p:nvSpPr>
          <p:spPr>
            <a:xfrm>
              <a:off x="4579920" y="1447920"/>
              <a:ext cx="2941560" cy="294480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2" name="Group 12"/>
            <p:cNvGrpSpPr/>
            <p:nvPr/>
          </p:nvGrpSpPr>
          <p:grpSpPr>
            <a:xfrm>
              <a:off x="4808880" y="1688760"/>
              <a:ext cx="2467080" cy="2467080"/>
              <a:chOff x="4808880" y="1688760"/>
              <a:chExt cx="2467080" cy="2467080"/>
            </a:xfrm>
          </p:grpSpPr>
          <p:sp>
            <p:nvSpPr>
              <p:cNvPr id="863" name="Oval 13"/>
              <p:cNvSpPr/>
              <p:nvPr/>
            </p:nvSpPr>
            <p:spPr>
              <a:xfrm>
                <a:off x="4808880" y="1688760"/>
                <a:ext cx="2467080" cy="24670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4" name="Oval 14"/>
              <p:cNvSpPr/>
              <p:nvPr/>
            </p:nvSpPr>
            <p:spPr>
              <a:xfrm>
                <a:off x="4808880" y="1688760"/>
                <a:ext cx="2467080" cy="24670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865" name="Group 15"/>
          <p:cNvGrpSpPr/>
          <p:nvPr/>
        </p:nvGrpSpPr>
        <p:grpSpPr>
          <a:xfrm>
            <a:off x="1096920" y="1447920"/>
            <a:ext cx="2941560" cy="2944800"/>
            <a:chOff x="1096920" y="1447920"/>
            <a:chExt cx="2941560" cy="2944800"/>
          </a:xfrm>
        </p:grpSpPr>
        <p:sp>
          <p:nvSpPr>
            <p:cNvPr id="866" name="Oval 101"/>
            <p:cNvSpPr/>
            <p:nvPr/>
          </p:nvSpPr>
          <p:spPr>
            <a:xfrm>
              <a:off x="1096920" y="1447920"/>
              <a:ext cx="2941560" cy="294480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7" name="Group 17"/>
            <p:cNvGrpSpPr/>
            <p:nvPr/>
          </p:nvGrpSpPr>
          <p:grpSpPr>
            <a:xfrm>
              <a:off x="1325880" y="1688760"/>
              <a:ext cx="2467080" cy="2467080"/>
              <a:chOff x="1325880" y="1688760"/>
              <a:chExt cx="2467080" cy="2467080"/>
            </a:xfrm>
          </p:grpSpPr>
          <p:sp>
            <p:nvSpPr>
              <p:cNvPr id="868" name="Oval 18"/>
              <p:cNvSpPr/>
              <p:nvPr/>
            </p:nvSpPr>
            <p:spPr>
              <a:xfrm>
                <a:off x="1325880" y="1688760"/>
                <a:ext cx="2467080" cy="24670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9" name="Oval 19"/>
              <p:cNvSpPr/>
              <p:nvPr/>
            </p:nvSpPr>
            <p:spPr>
              <a:xfrm>
                <a:off x="1325880" y="1688760"/>
                <a:ext cx="2467080" cy="24670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70" name="Chart 20"/>
          <p:cNvGraphicFramePr/>
          <p:nvPr/>
        </p:nvGraphicFramePr>
        <p:xfrm>
          <a:off x="525600" y="1632600"/>
          <a:ext cx="4091400" cy="2588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1" name="Rectangle 120"/>
          <p:cNvSpPr/>
          <p:nvPr/>
        </p:nvSpPr>
        <p:spPr>
          <a:xfrm>
            <a:off x="2180160" y="2752560"/>
            <a:ext cx="7210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2</a:t>
            </a:r>
            <a:r>
              <a:rPr b="1" lang="en-US" sz="2800" spc="-1" strike="noStrike">
                <a:solidFill>
                  <a:schemeClr val="accent1"/>
                </a:solidFill>
                <a:latin typeface="Open Sans"/>
              </a:rPr>
              <a:t>0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72" name="Chart 22"/>
          <p:cNvGraphicFramePr/>
          <p:nvPr/>
        </p:nvGraphicFramePr>
        <p:xfrm>
          <a:off x="3995280" y="1632600"/>
          <a:ext cx="4091400" cy="2588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73" name="Rectangle 120"/>
          <p:cNvSpPr/>
          <p:nvPr/>
        </p:nvSpPr>
        <p:spPr>
          <a:xfrm>
            <a:off x="5719320" y="2759760"/>
            <a:ext cx="7210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</a:t>
            </a: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9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Freeform 119"/>
          <p:cNvSpPr/>
          <p:nvPr/>
        </p:nvSpPr>
        <p:spPr>
          <a:xfrm>
            <a:off x="1720800" y="4778280"/>
            <a:ext cx="1683000" cy="444600"/>
          </a:xfrm>
          <a:custGeom>
            <a:avLst/>
            <a:gdLst>
              <a:gd name="textAreaLeft" fmla="*/ 0 w 1683000"/>
              <a:gd name="textAreaRight" fmla="*/ 1687680 w 1683000"/>
              <a:gd name="textAreaTop" fmla="*/ 0 h 444600"/>
              <a:gd name="textAreaBottom" fmla="*/ 449280 h 44460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7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6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7" y="0"/>
                  <a:pt x="1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5" name="Rectangle 120"/>
          <p:cNvSpPr/>
          <p:nvPr/>
        </p:nvSpPr>
        <p:spPr>
          <a:xfrm>
            <a:off x="20779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Freeform 121"/>
          <p:cNvSpPr/>
          <p:nvPr/>
        </p:nvSpPr>
        <p:spPr>
          <a:xfrm>
            <a:off x="5224320" y="4778280"/>
            <a:ext cx="1681200" cy="444600"/>
          </a:xfrm>
          <a:custGeom>
            <a:avLst/>
            <a:gdLst>
              <a:gd name="textAreaLeft" fmla="*/ 0 w 1681200"/>
              <a:gd name="textAreaRight" fmla="*/ 1685880 w 1681200"/>
              <a:gd name="textAreaTop" fmla="*/ 0 h 444600"/>
              <a:gd name="textAreaBottom" fmla="*/ 449280 h 44460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8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7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8" y="0"/>
                  <a:pt x="2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7" name="Rectangle 122"/>
          <p:cNvSpPr/>
          <p:nvPr/>
        </p:nvSpPr>
        <p:spPr>
          <a:xfrm>
            <a:off x="558144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Freeform 123"/>
          <p:cNvSpPr/>
          <p:nvPr/>
        </p:nvSpPr>
        <p:spPr>
          <a:xfrm>
            <a:off x="8731080" y="4778280"/>
            <a:ext cx="1681200" cy="444600"/>
          </a:xfrm>
          <a:custGeom>
            <a:avLst/>
            <a:gdLst>
              <a:gd name="textAreaLeft" fmla="*/ 0 w 1681200"/>
              <a:gd name="textAreaRight" fmla="*/ 1685880 w 1681200"/>
              <a:gd name="textAreaTop" fmla="*/ 0 h 444600"/>
              <a:gd name="textAreaBottom" fmla="*/ 449280 h 444600"/>
            </a:gdLst>
            <a:ahLst/>
            <a:rect l="textAreaLeft" t="textAreaTop" r="textAreaRight" b="textAreaBottom"/>
            <a:pathLst>
              <a:path w="443" h="118">
                <a:moveTo>
                  <a:pt x="0" y="58"/>
                </a:moveTo>
                <a:cubicBezTo>
                  <a:pt x="0" y="91"/>
                  <a:pt x="27" y="118"/>
                  <a:pt x="60" y="118"/>
                </a:cubicBezTo>
                <a:cubicBezTo>
                  <a:pt x="382" y="118"/>
                  <a:pt x="382" y="118"/>
                  <a:pt x="382" y="118"/>
                </a:cubicBezTo>
                <a:cubicBezTo>
                  <a:pt x="414" y="118"/>
                  <a:pt x="442" y="93"/>
                  <a:pt x="442" y="60"/>
                </a:cubicBezTo>
                <a:cubicBezTo>
                  <a:pt x="443" y="27"/>
                  <a:pt x="416" y="0"/>
                  <a:pt x="383" y="0"/>
                </a:cubicBezTo>
                <a:cubicBezTo>
                  <a:pt x="59" y="0"/>
                  <a:pt x="59" y="0"/>
                  <a:pt x="59" y="0"/>
                </a:cubicBezTo>
                <a:cubicBezTo>
                  <a:pt x="27" y="0"/>
                  <a:pt x="1" y="26"/>
                  <a:pt x="0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9" name="Rectangle 124"/>
          <p:cNvSpPr/>
          <p:nvPr/>
        </p:nvSpPr>
        <p:spPr>
          <a:xfrm>
            <a:off x="90835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03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31"/>
          <p:cNvSpPr/>
          <p:nvPr/>
        </p:nvSpPr>
        <p:spPr>
          <a:xfrm>
            <a:off x="1469880" y="5349960"/>
            <a:ext cx="2178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Box 32"/>
          <p:cNvSpPr/>
          <p:nvPr/>
        </p:nvSpPr>
        <p:spPr>
          <a:xfrm>
            <a:off x="5029560" y="5349960"/>
            <a:ext cx="2098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TextBox 33"/>
          <p:cNvSpPr/>
          <p:nvPr/>
        </p:nvSpPr>
        <p:spPr>
          <a:xfrm>
            <a:off x="8561160" y="5349960"/>
            <a:ext cx="2084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83" name="Group 40"/>
          <p:cNvGrpSpPr/>
          <p:nvPr/>
        </p:nvGrpSpPr>
        <p:grpSpPr>
          <a:xfrm>
            <a:off x="8104680" y="1447920"/>
            <a:ext cx="2941560" cy="2944800"/>
            <a:chOff x="8104680" y="1447920"/>
            <a:chExt cx="2941560" cy="2944800"/>
          </a:xfrm>
        </p:grpSpPr>
        <p:sp>
          <p:nvSpPr>
            <p:cNvPr id="884" name="Oval 101"/>
            <p:cNvSpPr/>
            <p:nvPr/>
          </p:nvSpPr>
          <p:spPr>
            <a:xfrm>
              <a:off x="8104680" y="1447920"/>
              <a:ext cx="2941560" cy="294480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85" name="Group 42"/>
            <p:cNvGrpSpPr/>
            <p:nvPr/>
          </p:nvGrpSpPr>
          <p:grpSpPr>
            <a:xfrm>
              <a:off x="8333640" y="1688760"/>
              <a:ext cx="2467080" cy="2467080"/>
              <a:chOff x="8333640" y="1688760"/>
              <a:chExt cx="2467080" cy="2467080"/>
            </a:xfrm>
          </p:grpSpPr>
          <p:sp>
            <p:nvSpPr>
              <p:cNvPr id="886" name="Oval 43"/>
              <p:cNvSpPr/>
              <p:nvPr/>
            </p:nvSpPr>
            <p:spPr>
              <a:xfrm>
                <a:off x="8333640" y="1688760"/>
                <a:ext cx="2467080" cy="24670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87" name="Oval 44"/>
              <p:cNvSpPr/>
              <p:nvPr/>
            </p:nvSpPr>
            <p:spPr>
              <a:xfrm>
                <a:off x="8333640" y="1688760"/>
                <a:ext cx="2467080" cy="24670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88" name="Chart 45"/>
          <p:cNvGraphicFramePr/>
          <p:nvPr/>
        </p:nvGraphicFramePr>
        <p:xfrm>
          <a:off x="7520040" y="1632600"/>
          <a:ext cx="4091400" cy="2588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89" name="Rectangle 120"/>
          <p:cNvSpPr/>
          <p:nvPr/>
        </p:nvSpPr>
        <p:spPr>
          <a:xfrm>
            <a:off x="9242280" y="2759760"/>
            <a:ext cx="723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65%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object 384"/>
          <p:cNvSpPr/>
          <p:nvPr/>
        </p:nvSpPr>
        <p:spPr>
          <a:xfrm flipV="1">
            <a:off x="356760" y="671400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1" name="object 4"/>
          <p:cNvSpPr/>
          <p:nvPr/>
        </p:nvSpPr>
        <p:spPr>
          <a:xfrm>
            <a:off x="10477800" y="663120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2" name="object 384"/>
          <p:cNvSpPr/>
          <p:nvPr/>
        </p:nvSpPr>
        <p:spPr>
          <a:xfrm flipV="1" rot="10800000">
            <a:off x="6100920" y="671868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3" name="object 386"/>
          <p:cNvSpPr/>
          <p:nvPr/>
        </p:nvSpPr>
        <p:spPr>
          <a:xfrm>
            <a:off x="5927400" y="651744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4" name="Freeform 49"/>
          <p:cNvSpPr/>
          <p:nvPr/>
        </p:nvSpPr>
        <p:spPr>
          <a:xfrm rot="237600">
            <a:off x="-1344600" y="-922320"/>
            <a:ext cx="7399440" cy="6143040"/>
          </a:xfrm>
          <a:custGeom>
            <a:avLst/>
            <a:gdLst>
              <a:gd name="textAreaLeft" fmla="*/ 0 w 7399440"/>
              <a:gd name="textAreaRight" fmla="*/ 7404120 w 7399440"/>
              <a:gd name="textAreaTop" fmla="*/ 0 h 6143040"/>
              <a:gd name="textAreaBottom" fmla="*/ 6147720 h 61430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95" name="Group 38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896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9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98" name="Rectangle 50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0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D01EEB7-8E8D-4392-9B11-92A9E62BF9B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Line 6"/>
          <p:cNvSpPr/>
          <p:nvPr/>
        </p:nvSpPr>
        <p:spPr>
          <a:xfrm>
            <a:off x="2738160" y="11268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2" name="Line 7"/>
          <p:cNvSpPr/>
          <p:nvPr/>
        </p:nvSpPr>
        <p:spPr>
          <a:xfrm>
            <a:off x="2738160" y="1584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3" name="Line 8"/>
          <p:cNvSpPr/>
          <p:nvPr/>
        </p:nvSpPr>
        <p:spPr>
          <a:xfrm>
            <a:off x="2738160" y="20462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4" name="Line 9"/>
          <p:cNvSpPr/>
          <p:nvPr/>
        </p:nvSpPr>
        <p:spPr>
          <a:xfrm>
            <a:off x="2738160" y="25063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5" name="Line 10"/>
          <p:cNvSpPr/>
          <p:nvPr/>
        </p:nvSpPr>
        <p:spPr>
          <a:xfrm>
            <a:off x="2738160" y="296856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6" name="Line 11"/>
          <p:cNvSpPr/>
          <p:nvPr/>
        </p:nvSpPr>
        <p:spPr>
          <a:xfrm>
            <a:off x="2738160" y="3429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7" name="Line 12"/>
          <p:cNvSpPr/>
          <p:nvPr/>
        </p:nvSpPr>
        <p:spPr>
          <a:xfrm>
            <a:off x="2738160" y="38862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8" name="Line 13"/>
          <p:cNvSpPr/>
          <p:nvPr/>
        </p:nvSpPr>
        <p:spPr>
          <a:xfrm>
            <a:off x="2738160" y="434628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9" name="Line 14"/>
          <p:cNvSpPr/>
          <p:nvPr/>
        </p:nvSpPr>
        <p:spPr>
          <a:xfrm>
            <a:off x="2738160" y="48085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0" name="Line 15"/>
          <p:cNvSpPr/>
          <p:nvPr/>
        </p:nvSpPr>
        <p:spPr>
          <a:xfrm>
            <a:off x="2738160" y="52686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1" name="Line 16"/>
          <p:cNvSpPr/>
          <p:nvPr/>
        </p:nvSpPr>
        <p:spPr>
          <a:xfrm>
            <a:off x="2738160" y="57308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2" name="Freeform 17"/>
          <p:cNvSpPr/>
          <p:nvPr/>
        </p:nvSpPr>
        <p:spPr>
          <a:xfrm>
            <a:off x="3251160" y="1127160"/>
            <a:ext cx="540000" cy="4599000"/>
          </a:xfrm>
          <a:custGeom>
            <a:avLst/>
            <a:gdLst>
              <a:gd name="textAreaLeft" fmla="*/ 0 w 540000"/>
              <a:gd name="textAreaRight" fmla="*/ 544680 w 540000"/>
              <a:gd name="textAreaTop" fmla="*/ 0 h 4599000"/>
              <a:gd name="textAreaBottom" fmla="*/ 4603680 h 459900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3" name="Freeform 18"/>
          <p:cNvSpPr/>
          <p:nvPr/>
        </p:nvSpPr>
        <p:spPr>
          <a:xfrm>
            <a:off x="3251160" y="3429000"/>
            <a:ext cx="540000" cy="2297160"/>
          </a:xfrm>
          <a:custGeom>
            <a:avLst/>
            <a:gdLst>
              <a:gd name="textAreaLeft" fmla="*/ 0 w 540000"/>
              <a:gd name="textAreaRight" fmla="*/ 544680 w 540000"/>
              <a:gd name="textAreaTop" fmla="*/ 0 h 2297160"/>
              <a:gd name="textAreaBottom" fmla="*/ 2301840 h 2297160"/>
            </a:gdLst>
            <a:ahLst/>
            <a:rect l="textAreaLeft" t="textAreaTop" r="textAreaRight" b="textAreaBottom"/>
            <a:pathLst>
              <a:path w="143" h="685">
                <a:moveTo>
                  <a:pt x="71" y="685"/>
                </a:moveTo>
                <a:cubicBezTo>
                  <a:pt x="32" y="685"/>
                  <a:pt x="0" y="653"/>
                  <a:pt x="0" y="613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13"/>
                  <a:pt x="143" y="613"/>
                  <a:pt x="143" y="613"/>
                </a:cubicBezTo>
                <a:cubicBezTo>
                  <a:pt x="143" y="653"/>
                  <a:pt x="111" y="685"/>
                  <a:pt x="71" y="685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3123cd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4" name="Freeform 19"/>
          <p:cNvSpPr/>
          <p:nvPr/>
        </p:nvSpPr>
        <p:spPr>
          <a:xfrm>
            <a:off x="4508640" y="1127160"/>
            <a:ext cx="534960" cy="4599000"/>
          </a:xfrm>
          <a:custGeom>
            <a:avLst/>
            <a:gdLst>
              <a:gd name="textAreaLeft" fmla="*/ 0 w 534960"/>
              <a:gd name="textAreaRight" fmla="*/ 539640 w 534960"/>
              <a:gd name="textAreaTop" fmla="*/ 0 h 4599000"/>
              <a:gd name="textAreaBottom" fmla="*/ 4603680 h 459900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5" name="Freeform 20"/>
          <p:cNvSpPr/>
          <p:nvPr/>
        </p:nvSpPr>
        <p:spPr>
          <a:xfrm>
            <a:off x="4508640" y="2887560"/>
            <a:ext cx="534960" cy="2838600"/>
          </a:xfrm>
          <a:custGeom>
            <a:avLst/>
            <a:gdLst>
              <a:gd name="textAreaLeft" fmla="*/ 0 w 534960"/>
              <a:gd name="textAreaRight" fmla="*/ 539640 w 534960"/>
              <a:gd name="textAreaTop" fmla="*/ 0 h 2838600"/>
              <a:gd name="textAreaBottom" fmla="*/ 2843280 h 2838600"/>
            </a:gdLst>
            <a:ahLst/>
            <a:rect l="textAreaLeft" t="textAreaTop" r="textAreaRight" b="textAreaBottom"/>
            <a:pathLst>
              <a:path w="142" h="983">
                <a:moveTo>
                  <a:pt x="71" y="983"/>
                </a:moveTo>
                <a:cubicBezTo>
                  <a:pt x="32" y="983"/>
                  <a:pt x="0" y="951"/>
                  <a:pt x="0" y="91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2" y="32"/>
                  <a:pt x="142" y="72"/>
                </a:cubicBezTo>
                <a:cubicBezTo>
                  <a:pt x="142" y="911"/>
                  <a:pt x="142" y="911"/>
                  <a:pt x="142" y="911"/>
                </a:cubicBezTo>
                <a:cubicBezTo>
                  <a:pt x="142" y="951"/>
                  <a:pt x="111" y="983"/>
                  <a:pt x="71" y="983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6" name="Freeform 21"/>
          <p:cNvSpPr/>
          <p:nvPr/>
        </p:nvSpPr>
        <p:spPr>
          <a:xfrm>
            <a:off x="5761080" y="1127160"/>
            <a:ext cx="540000" cy="4599000"/>
          </a:xfrm>
          <a:custGeom>
            <a:avLst/>
            <a:gdLst>
              <a:gd name="textAreaLeft" fmla="*/ 0 w 540000"/>
              <a:gd name="textAreaRight" fmla="*/ 544680 w 540000"/>
              <a:gd name="textAreaTop" fmla="*/ 0 h 4599000"/>
              <a:gd name="textAreaBottom" fmla="*/ 4603680 h 4599000"/>
            </a:gdLst>
            <a:ahLst/>
            <a:rect l="textAreaLeft" t="textAreaTop" r="textAreaRight" b="textAreaBottom"/>
            <a:pathLst>
              <a:path w="143" h="1208">
                <a:moveTo>
                  <a:pt x="72" y="1208"/>
                </a:moveTo>
                <a:cubicBezTo>
                  <a:pt x="72" y="1208"/>
                  <a:pt x="72" y="1208"/>
                  <a:pt x="72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2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2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7" name="Freeform 22"/>
          <p:cNvSpPr/>
          <p:nvPr/>
        </p:nvSpPr>
        <p:spPr>
          <a:xfrm>
            <a:off x="5761080" y="3813120"/>
            <a:ext cx="540000" cy="1913040"/>
          </a:xfrm>
          <a:custGeom>
            <a:avLst/>
            <a:gdLst>
              <a:gd name="textAreaLeft" fmla="*/ 0 w 540000"/>
              <a:gd name="textAreaRight" fmla="*/ 544680 w 540000"/>
              <a:gd name="textAreaTop" fmla="*/ 0 h 1913040"/>
              <a:gd name="textAreaBottom" fmla="*/ 1917720 h 1913040"/>
            </a:gdLst>
            <a:ahLst/>
            <a:rect l="textAreaLeft" t="textAreaTop" r="textAreaRight" b="textAreaBottom"/>
            <a:pathLst>
              <a:path w="143" h="503">
                <a:moveTo>
                  <a:pt x="72" y="503"/>
                </a:moveTo>
                <a:cubicBezTo>
                  <a:pt x="32" y="503"/>
                  <a:pt x="0" y="471"/>
                  <a:pt x="0" y="43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2" y="0"/>
                </a:cubicBezTo>
                <a:cubicBezTo>
                  <a:pt x="111" y="0"/>
                  <a:pt x="143" y="32"/>
                  <a:pt x="143" y="72"/>
                </a:cubicBezTo>
                <a:cubicBezTo>
                  <a:pt x="143" y="431"/>
                  <a:pt x="143" y="431"/>
                  <a:pt x="143" y="431"/>
                </a:cubicBezTo>
                <a:cubicBezTo>
                  <a:pt x="143" y="471"/>
                  <a:pt x="111" y="503"/>
                  <a:pt x="72" y="503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8" name="Freeform 23"/>
          <p:cNvSpPr/>
          <p:nvPr/>
        </p:nvSpPr>
        <p:spPr>
          <a:xfrm>
            <a:off x="7016760" y="1127160"/>
            <a:ext cx="540000" cy="4599000"/>
          </a:xfrm>
          <a:custGeom>
            <a:avLst/>
            <a:gdLst>
              <a:gd name="textAreaLeft" fmla="*/ 0 w 540000"/>
              <a:gd name="textAreaRight" fmla="*/ 544680 w 540000"/>
              <a:gd name="textAreaTop" fmla="*/ 0 h 4599000"/>
              <a:gd name="textAreaBottom" fmla="*/ 4603680 h 459900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9" name="Freeform 24"/>
          <p:cNvSpPr/>
          <p:nvPr/>
        </p:nvSpPr>
        <p:spPr>
          <a:xfrm>
            <a:off x="7016760" y="2887560"/>
            <a:ext cx="540000" cy="2838600"/>
          </a:xfrm>
          <a:custGeom>
            <a:avLst/>
            <a:gdLst>
              <a:gd name="textAreaLeft" fmla="*/ 0 w 540000"/>
              <a:gd name="textAreaRight" fmla="*/ 544680 w 540000"/>
              <a:gd name="textAreaTop" fmla="*/ 0 h 2838600"/>
              <a:gd name="textAreaBottom" fmla="*/ 2843280 h 2838600"/>
            </a:gdLst>
            <a:ahLst/>
            <a:rect l="textAreaLeft" t="textAreaTop" r="textAreaRight" b="textAreaBottom"/>
            <a:pathLst>
              <a:path w="143" h="746">
                <a:moveTo>
                  <a:pt x="71" y="746"/>
                </a:moveTo>
                <a:cubicBezTo>
                  <a:pt x="32" y="746"/>
                  <a:pt x="0" y="714"/>
                  <a:pt x="0" y="674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74"/>
                  <a:pt x="143" y="674"/>
                  <a:pt x="143" y="674"/>
                </a:cubicBezTo>
                <a:cubicBezTo>
                  <a:pt x="143" y="714"/>
                  <a:pt x="111" y="746"/>
                  <a:pt x="71" y="746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0" name="Freeform 25"/>
          <p:cNvSpPr/>
          <p:nvPr/>
        </p:nvSpPr>
        <p:spPr>
          <a:xfrm>
            <a:off x="8273880" y="1127160"/>
            <a:ext cx="536760" cy="4599000"/>
          </a:xfrm>
          <a:custGeom>
            <a:avLst/>
            <a:gdLst>
              <a:gd name="textAreaLeft" fmla="*/ 0 w 536760"/>
              <a:gd name="textAreaRight" fmla="*/ 541440 w 536760"/>
              <a:gd name="textAreaTop" fmla="*/ 0 h 4599000"/>
              <a:gd name="textAreaBottom" fmla="*/ 4603680 h 459900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0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0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1" name="Freeform 26"/>
          <p:cNvSpPr/>
          <p:nvPr/>
        </p:nvSpPr>
        <p:spPr>
          <a:xfrm>
            <a:off x="8273880" y="1611360"/>
            <a:ext cx="536760" cy="4114800"/>
          </a:xfrm>
          <a:custGeom>
            <a:avLst/>
            <a:gdLst>
              <a:gd name="textAreaLeft" fmla="*/ 0 w 536760"/>
              <a:gd name="textAreaRight" fmla="*/ 541440 w 536760"/>
              <a:gd name="textAreaTop" fmla="*/ 0 h 4114800"/>
              <a:gd name="textAreaBottom" fmla="*/ 4119480 h 4114800"/>
            </a:gdLst>
            <a:ahLst/>
            <a:rect l="textAreaLeft" t="textAreaTop" r="textAreaRight" b="textAreaBottom"/>
            <a:pathLst>
              <a:path w="142" h="1081">
                <a:moveTo>
                  <a:pt x="71" y="1081"/>
                </a:moveTo>
                <a:cubicBezTo>
                  <a:pt x="32" y="1081"/>
                  <a:pt x="0" y="1049"/>
                  <a:pt x="0" y="1009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0" y="0"/>
                  <a:pt x="142" y="32"/>
                  <a:pt x="142" y="72"/>
                </a:cubicBezTo>
                <a:cubicBezTo>
                  <a:pt x="142" y="1009"/>
                  <a:pt x="142" y="1009"/>
                  <a:pt x="142" y="1009"/>
                </a:cubicBezTo>
                <a:cubicBezTo>
                  <a:pt x="142" y="1049"/>
                  <a:pt x="110" y="1081"/>
                  <a:pt x="71" y="1081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922" name="Group 26"/>
          <p:cNvGrpSpPr/>
          <p:nvPr/>
        </p:nvGrpSpPr>
        <p:grpSpPr>
          <a:xfrm>
            <a:off x="3348360" y="5908680"/>
            <a:ext cx="5395680" cy="228240"/>
            <a:chOff x="3348360" y="5908680"/>
            <a:chExt cx="5395680" cy="228240"/>
          </a:xfrm>
        </p:grpSpPr>
        <p:sp>
          <p:nvSpPr>
            <p:cNvPr id="923" name="Rectangle 28"/>
            <p:cNvSpPr/>
            <p:nvPr/>
          </p:nvSpPr>
          <p:spPr>
            <a:xfrm>
              <a:off x="33483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55%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4" name="Rectangle 29"/>
            <p:cNvSpPr/>
            <p:nvPr/>
          </p:nvSpPr>
          <p:spPr>
            <a:xfrm>
              <a:off x="46054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5" name="Rectangle 30"/>
            <p:cNvSpPr/>
            <p:nvPr/>
          </p:nvSpPr>
          <p:spPr>
            <a:xfrm>
              <a:off x="585792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6" name="Rectangle 31"/>
            <p:cNvSpPr/>
            <p:nvPr/>
          </p:nvSpPr>
          <p:spPr>
            <a:xfrm>
              <a:off x="71139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7" name="Rectangle 32"/>
            <p:cNvSpPr/>
            <p:nvPr/>
          </p:nvSpPr>
          <p:spPr>
            <a:xfrm>
              <a:off x="83710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88%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28" name="Group 32"/>
          <p:cNvGrpSpPr/>
          <p:nvPr/>
        </p:nvGrpSpPr>
        <p:grpSpPr>
          <a:xfrm>
            <a:off x="2066040" y="988920"/>
            <a:ext cx="482760" cy="4854240"/>
            <a:chOff x="2066040" y="988920"/>
            <a:chExt cx="482760" cy="4854240"/>
          </a:xfrm>
        </p:grpSpPr>
        <p:sp>
          <p:nvSpPr>
            <p:cNvPr id="929" name="Rectangle 27"/>
            <p:cNvSpPr/>
            <p:nvPr/>
          </p:nvSpPr>
          <p:spPr>
            <a:xfrm>
              <a:off x="2273760" y="5614920"/>
              <a:ext cx="264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0" name="Rectangle 33"/>
            <p:cNvSpPr/>
            <p:nvPr/>
          </p:nvSpPr>
          <p:spPr>
            <a:xfrm>
              <a:off x="2171880" y="5149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1" name="Rectangle 34"/>
            <p:cNvSpPr/>
            <p:nvPr/>
          </p:nvSpPr>
          <p:spPr>
            <a:xfrm>
              <a:off x="2171880" y="4689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20%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2" name="Rectangle 35"/>
            <p:cNvSpPr/>
            <p:nvPr/>
          </p:nvSpPr>
          <p:spPr>
            <a:xfrm>
              <a:off x="2171880" y="4227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30%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3" name="Rectangle 36"/>
            <p:cNvSpPr/>
            <p:nvPr/>
          </p:nvSpPr>
          <p:spPr>
            <a:xfrm>
              <a:off x="2171880" y="3763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4" name="Rectangle 37"/>
            <p:cNvSpPr/>
            <p:nvPr/>
          </p:nvSpPr>
          <p:spPr>
            <a:xfrm>
              <a:off x="2171880" y="330192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5" name="Rectangle 38"/>
            <p:cNvSpPr/>
            <p:nvPr/>
          </p:nvSpPr>
          <p:spPr>
            <a:xfrm>
              <a:off x="2171880" y="2841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6" name="Rectangle 39"/>
            <p:cNvSpPr/>
            <p:nvPr/>
          </p:nvSpPr>
          <p:spPr>
            <a:xfrm>
              <a:off x="2171880" y="2376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70%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7" name="Rectangle 40"/>
            <p:cNvSpPr/>
            <p:nvPr/>
          </p:nvSpPr>
          <p:spPr>
            <a:xfrm>
              <a:off x="2171880" y="19162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8" name="Rectangle 41"/>
            <p:cNvSpPr/>
            <p:nvPr/>
          </p:nvSpPr>
          <p:spPr>
            <a:xfrm>
              <a:off x="2171880" y="145404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90%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9" name="Rectangle 42"/>
            <p:cNvSpPr/>
            <p:nvPr/>
          </p:nvSpPr>
          <p:spPr>
            <a:xfrm>
              <a:off x="2066040" y="988920"/>
              <a:ext cx="4827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40" name="object 384"/>
          <p:cNvSpPr/>
          <p:nvPr/>
        </p:nvSpPr>
        <p:spPr>
          <a:xfrm flipV="1">
            <a:off x="356760" y="671400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1" name="object 4"/>
          <p:cNvSpPr/>
          <p:nvPr/>
        </p:nvSpPr>
        <p:spPr>
          <a:xfrm>
            <a:off x="10477800" y="663120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2" name="object 384"/>
          <p:cNvSpPr/>
          <p:nvPr/>
        </p:nvSpPr>
        <p:spPr>
          <a:xfrm flipV="1" rot="10800000">
            <a:off x="6100920" y="671868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3" name="object 386"/>
          <p:cNvSpPr/>
          <p:nvPr/>
        </p:nvSpPr>
        <p:spPr>
          <a:xfrm>
            <a:off x="5927400" y="651744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4" name="Freeform 52"/>
          <p:cNvSpPr/>
          <p:nvPr/>
        </p:nvSpPr>
        <p:spPr>
          <a:xfrm rot="370200">
            <a:off x="-1860120" y="-110736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45" name="Group 48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946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48" name="Rectangle 53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5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7646757-4C40-425F-A54F-9AFB90708FA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51" name="Group 5"/>
          <p:cNvGrpSpPr/>
          <p:nvPr/>
        </p:nvGrpSpPr>
        <p:grpSpPr>
          <a:xfrm>
            <a:off x="5370480" y="955800"/>
            <a:ext cx="99000" cy="4583160"/>
            <a:chOff x="5370480" y="955800"/>
            <a:chExt cx="99000" cy="4583160"/>
          </a:xfrm>
        </p:grpSpPr>
        <p:sp>
          <p:nvSpPr>
            <p:cNvPr id="952" name="Freeform 10"/>
            <p:cNvSpPr/>
            <p:nvPr/>
          </p:nvSpPr>
          <p:spPr>
            <a:xfrm>
              <a:off x="5370480" y="955800"/>
              <a:ext cx="94320" cy="4583160"/>
            </a:xfrm>
            <a:custGeom>
              <a:avLst/>
              <a:gdLst>
                <a:gd name="textAreaLeft" fmla="*/ 0 w 94320"/>
                <a:gd name="textAreaRight" fmla="*/ 99000 w 94320"/>
                <a:gd name="textAreaTop" fmla="*/ 0 h 4583160"/>
                <a:gd name="textAreaBottom" fmla="*/ 4587840 h 4583160"/>
              </a:gdLst>
              <a:ahLst/>
              <a:rect l="textAreaLeft" t="textAreaTop" r="textAreaRight" b="textAreaBottom"/>
              <a:pathLst>
                <a:path w="24" h="395">
                  <a:moveTo>
                    <a:pt x="12" y="395"/>
                  </a:moveTo>
                  <a:cubicBezTo>
                    <a:pt x="5" y="395"/>
                    <a:pt x="0" y="389"/>
                    <a:pt x="0" y="38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383"/>
                    <a:pt x="24" y="383"/>
                    <a:pt x="24" y="383"/>
                  </a:cubicBezTo>
                  <a:cubicBezTo>
                    <a:pt x="24" y="389"/>
                    <a:pt x="18" y="395"/>
                    <a:pt x="12" y="39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3" name="Freeform 16"/>
            <p:cNvSpPr/>
            <p:nvPr/>
          </p:nvSpPr>
          <p:spPr>
            <a:xfrm>
              <a:off x="5370480" y="4232520"/>
              <a:ext cx="99000" cy="1306440"/>
            </a:xfrm>
            <a:custGeom>
              <a:avLst/>
              <a:gdLst>
                <a:gd name="textAreaLeft" fmla="*/ 0 w 99000"/>
                <a:gd name="textAreaRight" fmla="*/ 103680 w 99000"/>
                <a:gd name="textAreaTop" fmla="*/ 0 h 1306440"/>
                <a:gd name="textAreaBottom" fmla="*/ 1311120 h 1306440"/>
              </a:gdLst>
              <a:ahLst/>
              <a:rect l="textAreaLeft" t="textAreaTop" r="textAreaRight" b="textAreaBottom"/>
              <a:pathLst>
                <a:path w="24" h="833">
                  <a:moveTo>
                    <a:pt x="12" y="833"/>
                  </a:moveTo>
                  <a:cubicBezTo>
                    <a:pt x="5" y="833"/>
                    <a:pt x="0" y="827"/>
                    <a:pt x="0" y="82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821"/>
                    <a:pt x="24" y="821"/>
                    <a:pt x="24" y="821"/>
                  </a:cubicBezTo>
                  <a:cubicBezTo>
                    <a:pt x="24" y="827"/>
                    <a:pt x="18" y="833"/>
                    <a:pt x="12" y="83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4" name="Group 8"/>
          <p:cNvGrpSpPr/>
          <p:nvPr/>
        </p:nvGrpSpPr>
        <p:grpSpPr>
          <a:xfrm>
            <a:off x="6394320" y="955800"/>
            <a:ext cx="105840" cy="4582800"/>
            <a:chOff x="6394320" y="955800"/>
            <a:chExt cx="105840" cy="4582800"/>
          </a:xfrm>
        </p:grpSpPr>
        <p:sp>
          <p:nvSpPr>
            <p:cNvPr id="955" name="Freeform 11"/>
            <p:cNvSpPr/>
            <p:nvPr/>
          </p:nvSpPr>
          <p:spPr>
            <a:xfrm>
              <a:off x="6394320" y="955800"/>
              <a:ext cx="105840" cy="4540680"/>
            </a:xfrm>
            <a:custGeom>
              <a:avLst/>
              <a:gdLst>
                <a:gd name="textAreaLeft" fmla="*/ 0 w 105840"/>
                <a:gd name="textAreaRight" fmla="*/ 110520 w 105840"/>
                <a:gd name="textAreaTop" fmla="*/ 0 h 4540680"/>
                <a:gd name="textAreaBottom" fmla="*/ 4545360 h 4540680"/>
              </a:gdLst>
              <a:ahLst/>
              <a:rect l="textAreaLeft" t="textAreaTop" r="textAreaRight" b="textAreaBottom"/>
              <a:pathLst>
                <a:path w="24" h="729">
                  <a:moveTo>
                    <a:pt x="12" y="729"/>
                  </a:moveTo>
                  <a:cubicBezTo>
                    <a:pt x="6" y="729"/>
                    <a:pt x="0" y="724"/>
                    <a:pt x="0" y="71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717"/>
                    <a:pt x="24" y="717"/>
                    <a:pt x="24" y="717"/>
                  </a:cubicBezTo>
                  <a:cubicBezTo>
                    <a:pt x="24" y="724"/>
                    <a:pt x="19" y="729"/>
                    <a:pt x="12" y="729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6" name="Freeform 17"/>
            <p:cNvSpPr/>
            <p:nvPr/>
          </p:nvSpPr>
          <p:spPr>
            <a:xfrm>
              <a:off x="6394320" y="3753360"/>
              <a:ext cx="105840" cy="1785240"/>
            </a:xfrm>
            <a:custGeom>
              <a:avLst/>
              <a:gdLst>
                <a:gd name="textAreaLeft" fmla="*/ 0 w 105840"/>
                <a:gd name="textAreaRight" fmla="*/ 110520 w 105840"/>
                <a:gd name="textAreaTop" fmla="*/ 0 h 1785240"/>
                <a:gd name="textAreaBottom" fmla="*/ 1789920 h 1785240"/>
              </a:gdLst>
              <a:ahLst/>
              <a:rect l="textAreaLeft" t="textAreaTop" r="textAreaRight" b="textAreaBottom"/>
              <a:pathLst>
                <a:path w="24" h="499">
                  <a:moveTo>
                    <a:pt x="12" y="499"/>
                  </a:moveTo>
                  <a:cubicBezTo>
                    <a:pt x="6" y="499"/>
                    <a:pt x="0" y="493"/>
                    <a:pt x="0" y="48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487"/>
                    <a:pt x="24" y="487"/>
                    <a:pt x="24" y="487"/>
                  </a:cubicBezTo>
                  <a:cubicBezTo>
                    <a:pt x="24" y="493"/>
                    <a:pt x="19" y="499"/>
                    <a:pt x="12" y="499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7" name="Group 11"/>
          <p:cNvGrpSpPr/>
          <p:nvPr/>
        </p:nvGrpSpPr>
        <p:grpSpPr>
          <a:xfrm>
            <a:off x="7423200" y="955800"/>
            <a:ext cx="81000" cy="4583160"/>
            <a:chOff x="7423200" y="955800"/>
            <a:chExt cx="81000" cy="4583160"/>
          </a:xfrm>
        </p:grpSpPr>
        <p:sp>
          <p:nvSpPr>
            <p:cNvPr id="958" name="Freeform 12"/>
            <p:cNvSpPr/>
            <p:nvPr/>
          </p:nvSpPr>
          <p:spPr>
            <a:xfrm>
              <a:off x="7423200" y="955800"/>
              <a:ext cx="81000" cy="4583160"/>
            </a:xfrm>
            <a:custGeom>
              <a:avLst/>
              <a:gdLst>
                <a:gd name="textAreaLeft" fmla="*/ 0 w 81000"/>
                <a:gd name="textAreaRight" fmla="*/ 85680 w 81000"/>
                <a:gd name="textAreaTop" fmla="*/ 0 h 4583160"/>
                <a:gd name="textAreaBottom" fmla="*/ 4587840 h 4583160"/>
              </a:gdLst>
              <a:ahLst/>
              <a:rect l="textAreaLeft" t="textAreaTop" r="textAreaRight" b="textAreaBottom"/>
              <a:pathLst>
                <a:path w="24" h="446">
                  <a:moveTo>
                    <a:pt x="12" y="446"/>
                  </a:moveTo>
                  <a:cubicBezTo>
                    <a:pt x="5" y="446"/>
                    <a:pt x="0" y="441"/>
                    <a:pt x="0" y="43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434"/>
                    <a:pt x="24" y="434"/>
                    <a:pt x="24" y="434"/>
                  </a:cubicBezTo>
                  <a:cubicBezTo>
                    <a:pt x="24" y="441"/>
                    <a:pt x="18" y="446"/>
                    <a:pt x="12" y="44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9" name="Freeform 18"/>
            <p:cNvSpPr/>
            <p:nvPr/>
          </p:nvSpPr>
          <p:spPr>
            <a:xfrm>
              <a:off x="7423200" y="2684160"/>
              <a:ext cx="81000" cy="2854800"/>
            </a:xfrm>
            <a:custGeom>
              <a:avLst/>
              <a:gdLst>
                <a:gd name="textAreaLeft" fmla="*/ 0 w 81000"/>
                <a:gd name="textAreaRight" fmla="*/ 85680 w 81000"/>
                <a:gd name="textAreaTop" fmla="*/ 0 h 2854800"/>
                <a:gd name="textAreaBottom" fmla="*/ 2859480 h 2854800"/>
              </a:gdLst>
              <a:ahLst/>
              <a:rect l="textAreaLeft" t="textAreaTop" r="textAreaRight" b="textAreaBottom"/>
              <a:pathLst>
                <a:path w="24" h="782">
                  <a:moveTo>
                    <a:pt x="12" y="782"/>
                  </a:moveTo>
                  <a:cubicBezTo>
                    <a:pt x="5" y="782"/>
                    <a:pt x="0" y="776"/>
                    <a:pt x="0" y="77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4" y="6"/>
                    <a:pt x="24" y="12"/>
                  </a:cubicBezTo>
                  <a:cubicBezTo>
                    <a:pt x="24" y="770"/>
                    <a:pt x="24" y="770"/>
                    <a:pt x="24" y="770"/>
                  </a:cubicBezTo>
                  <a:cubicBezTo>
                    <a:pt x="24" y="776"/>
                    <a:pt x="18" y="782"/>
                    <a:pt x="12" y="78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0" name="Group 14"/>
          <p:cNvGrpSpPr/>
          <p:nvPr/>
        </p:nvGrpSpPr>
        <p:grpSpPr>
          <a:xfrm>
            <a:off x="8447040" y="955800"/>
            <a:ext cx="82080" cy="4583160"/>
            <a:chOff x="8447040" y="955800"/>
            <a:chExt cx="82080" cy="4583160"/>
          </a:xfrm>
        </p:grpSpPr>
        <p:sp>
          <p:nvSpPr>
            <p:cNvPr id="961" name="Freeform 13"/>
            <p:cNvSpPr/>
            <p:nvPr/>
          </p:nvSpPr>
          <p:spPr>
            <a:xfrm>
              <a:off x="8447040" y="955800"/>
              <a:ext cx="82080" cy="4419000"/>
            </a:xfrm>
            <a:custGeom>
              <a:avLst/>
              <a:gdLst>
                <a:gd name="textAreaLeft" fmla="*/ 0 w 82080"/>
                <a:gd name="textAreaRight" fmla="*/ 86760 w 82080"/>
                <a:gd name="textAreaTop" fmla="*/ 0 h 4419000"/>
                <a:gd name="textAreaBottom" fmla="*/ 4423680 h 4419000"/>
              </a:gdLst>
              <a:ahLst/>
              <a:rect l="textAreaLeft" t="textAreaTop" r="textAreaRight" b="textAreaBottom"/>
              <a:pathLst>
                <a:path w="24" h="334">
                  <a:moveTo>
                    <a:pt x="12" y="334"/>
                  </a:moveTo>
                  <a:cubicBezTo>
                    <a:pt x="6" y="334"/>
                    <a:pt x="0" y="329"/>
                    <a:pt x="0" y="32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322"/>
                    <a:pt x="24" y="322"/>
                    <a:pt x="24" y="322"/>
                  </a:cubicBezTo>
                  <a:cubicBezTo>
                    <a:pt x="24" y="329"/>
                    <a:pt x="19" y="334"/>
                    <a:pt x="12" y="33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2" name="Freeform 19"/>
            <p:cNvSpPr/>
            <p:nvPr/>
          </p:nvSpPr>
          <p:spPr>
            <a:xfrm>
              <a:off x="8447040" y="2304720"/>
              <a:ext cx="82080" cy="3234240"/>
            </a:xfrm>
            <a:custGeom>
              <a:avLst/>
              <a:gdLst>
                <a:gd name="textAreaLeft" fmla="*/ 0 w 82080"/>
                <a:gd name="textAreaRight" fmla="*/ 86760 w 82080"/>
                <a:gd name="textAreaTop" fmla="*/ 0 h 3234240"/>
                <a:gd name="textAreaBottom" fmla="*/ 3238920 h 3234240"/>
              </a:gdLst>
              <a:ahLst/>
              <a:rect l="textAreaLeft" t="textAreaTop" r="textAreaRight" b="textAreaBottom"/>
              <a:pathLst>
                <a:path w="24" h="894">
                  <a:moveTo>
                    <a:pt x="12" y="894"/>
                  </a:moveTo>
                  <a:cubicBezTo>
                    <a:pt x="6" y="894"/>
                    <a:pt x="0" y="888"/>
                    <a:pt x="0" y="88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6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882"/>
                    <a:pt x="24" y="882"/>
                    <a:pt x="24" y="882"/>
                  </a:cubicBezTo>
                  <a:cubicBezTo>
                    <a:pt x="24" y="888"/>
                    <a:pt x="19" y="894"/>
                    <a:pt x="12" y="894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3" name="Group 17"/>
          <p:cNvGrpSpPr/>
          <p:nvPr/>
        </p:nvGrpSpPr>
        <p:grpSpPr>
          <a:xfrm>
            <a:off x="9474120" y="955800"/>
            <a:ext cx="87480" cy="4582800"/>
            <a:chOff x="9474120" y="955800"/>
            <a:chExt cx="87480" cy="4582800"/>
          </a:xfrm>
        </p:grpSpPr>
        <p:sp>
          <p:nvSpPr>
            <p:cNvPr id="964" name="Freeform 14"/>
            <p:cNvSpPr/>
            <p:nvPr/>
          </p:nvSpPr>
          <p:spPr>
            <a:xfrm>
              <a:off x="9474120" y="955800"/>
              <a:ext cx="87480" cy="4340160"/>
            </a:xfrm>
            <a:custGeom>
              <a:avLst/>
              <a:gdLst>
                <a:gd name="textAreaLeft" fmla="*/ 0 w 87480"/>
                <a:gd name="textAreaRight" fmla="*/ 92160 w 87480"/>
                <a:gd name="textAreaTop" fmla="*/ 0 h 4340160"/>
                <a:gd name="textAreaBottom" fmla="*/ 4344840 h 4340160"/>
              </a:gdLst>
              <a:ahLst/>
              <a:rect l="textAreaLeft" t="textAreaTop" r="textAreaRight" b="textAreaBottom"/>
              <a:pathLst>
                <a:path w="24" h="825">
                  <a:moveTo>
                    <a:pt x="12" y="825"/>
                  </a:moveTo>
                  <a:cubicBezTo>
                    <a:pt x="5" y="825"/>
                    <a:pt x="0" y="820"/>
                    <a:pt x="0" y="81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813"/>
                    <a:pt x="24" y="813"/>
                    <a:pt x="24" y="813"/>
                  </a:cubicBezTo>
                  <a:cubicBezTo>
                    <a:pt x="24" y="820"/>
                    <a:pt x="19" y="825"/>
                    <a:pt x="12" y="82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5" name="Freeform 20"/>
            <p:cNvSpPr/>
            <p:nvPr/>
          </p:nvSpPr>
          <p:spPr>
            <a:xfrm>
              <a:off x="9474120" y="4072320"/>
              <a:ext cx="87480" cy="1466280"/>
            </a:xfrm>
            <a:custGeom>
              <a:avLst/>
              <a:gdLst>
                <a:gd name="textAreaLeft" fmla="*/ 0 w 87480"/>
                <a:gd name="textAreaRight" fmla="*/ 92160 w 87480"/>
                <a:gd name="textAreaTop" fmla="*/ 0 h 1466280"/>
                <a:gd name="textAreaBottom" fmla="*/ 1470960 h 1466280"/>
              </a:gdLst>
              <a:ahLst/>
              <a:rect l="textAreaLeft" t="textAreaTop" r="textAreaRight" b="textAreaBottom"/>
              <a:pathLst>
                <a:path w="24" h="403">
                  <a:moveTo>
                    <a:pt x="12" y="403"/>
                  </a:moveTo>
                  <a:cubicBezTo>
                    <a:pt x="5" y="403"/>
                    <a:pt x="0" y="397"/>
                    <a:pt x="0" y="39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391"/>
                    <a:pt x="24" y="391"/>
                    <a:pt x="24" y="391"/>
                  </a:cubicBezTo>
                  <a:cubicBezTo>
                    <a:pt x="24" y="397"/>
                    <a:pt x="19" y="403"/>
                    <a:pt x="12" y="40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6" name="Group 20"/>
          <p:cNvGrpSpPr/>
          <p:nvPr/>
        </p:nvGrpSpPr>
        <p:grpSpPr>
          <a:xfrm>
            <a:off x="10503000" y="955800"/>
            <a:ext cx="85680" cy="4583160"/>
            <a:chOff x="10503000" y="955800"/>
            <a:chExt cx="85680" cy="4583160"/>
          </a:xfrm>
        </p:grpSpPr>
        <p:sp>
          <p:nvSpPr>
            <p:cNvPr id="967" name="Freeform 15"/>
            <p:cNvSpPr/>
            <p:nvPr/>
          </p:nvSpPr>
          <p:spPr>
            <a:xfrm>
              <a:off x="10503000" y="955800"/>
              <a:ext cx="85680" cy="4458960"/>
            </a:xfrm>
            <a:custGeom>
              <a:avLst/>
              <a:gdLst>
                <a:gd name="textAreaLeft" fmla="*/ 0 w 85680"/>
                <a:gd name="textAreaRight" fmla="*/ 90360 w 85680"/>
                <a:gd name="textAreaTop" fmla="*/ 0 h 4458960"/>
                <a:gd name="textAreaBottom" fmla="*/ 4463640 h 4458960"/>
              </a:gdLst>
              <a:ahLst/>
              <a:rect l="textAreaLeft" t="textAreaTop" r="textAreaRight" b="textAreaBottom"/>
              <a:pathLst>
                <a:path w="24" h="616">
                  <a:moveTo>
                    <a:pt x="12" y="616"/>
                  </a:moveTo>
                  <a:cubicBezTo>
                    <a:pt x="5" y="616"/>
                    <a:pt x="0" y="610"/>
                    <a:pt x="0" y="60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4"/>
                    <a:pt x="24" y="604"/>
                    <a:pt x="24" y="604"/>
                  </a:cubicBezTo>
                  <a:cubicBezTo>
                    <a:pt x="24" y="610"/>
                    <a:pt x="18" y="616"/>
                    <a:pt x="12" y="61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8" name="Freeform 21"/>
            <p:cNvSpPr/>
            <p:nvPr/>
          </p:nvSpPr>
          <p:spPr>
            <a:xfrm>
              <a:off x="10503000" y="3309840"/>
              <a:ext cx="85680" cy="2229120"/>
            </a:xfrm>
            <a:custGeom>
              <a:avLst/>
              <a:gdLst>
                <a:gd name="textAreaLeft" fmla="*/ 0 w 85680"/>
                <a:gd name="textAreaRight" fmla="*/ 90360 w 85680"/>
                <a:gd name="textAreaTop" fmla="*/ 0 h 2229120"/>
                <a:gd name="textAreaBottom" fmla="*/ 2233800 h 2229120"/>
              </a:gdLst>
              <a:ahLst/>
              <a:rect l="textAreaLeft" t="textAreaTop" r="textAreaRight" b="textAreaBottom"/>
              <a:pathLst>
                <a:path w="24" h="612">
                  <a:moveTo>
                    <a:pt x="12" y="612"/>
                  </a:moveTo>
                  <a:cubicBezTo>
                    <a:pt x="5" y="612"/>
                    <a:pt x="0" y="606"/>
                    <a:pt x="0" y="60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0"/>
                    <a:pt x="24" y="600"/>
                    <a:pt x="24" y="600"/>
                  </a:cubicBezTo>
                  <a:cubicBezTo>
                    <a:pt x="24" y="606"/>
                    <a:pt x="18" y="612"/>
                    <a:pt x="12" y="61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969" name="Rectangle 22"/>
          <p:cNvSpPr/>
          <p:nvPr/>
        </p:nvSpPr>
        <p:spPr>
          <a:xfrm>
            <a:off x="5205240" y="5878440"/>
            <a:ext cx="4327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68%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ectangle 23"/>
          <p:cNvSpPr/>
          <p:nvPr/>
        </p:nvSpPr>
        <p:spPr>
          <a:xfrm>
            <a:off x="6232320" y="5878440"/>
            <a:ext cx="4327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Rectangle 24"/>
          <p:cNvSpPr/>
          <p:nvPr/>
        </p:nvSpPr>
        <p:spPr>
          <a:xfrm>
            <a:off x="7256160" y="5878440"/>
            <a:ext cx="4327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Rectangle 25"/>
          <p:cNvSpPr/>
          <p:nvPr/>
        </p:nvSpPr>
        <p:spPr>
          <a:xfrm>
            <a:off x="8285040" y="5878440"/>
            <a:ext cx="4327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70%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Rectangle 26"/>
          <p:cNvSpPr/>
          <p:nvPr/>
        </p:nvSpPr>
        <p:spPr>
          <a:xfrm>
            <a:off x="9308880" y="5878440"/>
            <a:ext cx="4327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25%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Rectangle 27"/>
          <p:cNvSpPr/>
          <p:nvPr/>
        </p:nvSpPr>
        <p:spPr>
          <a:xfrm>
            <a:off x="10335960" y="5878440"/>
            <a:ext cx="4327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Oval 29"/>
          <p:cNvSpPr/>
          <p:nvPr/>
        </p:nvSpPr>
        <p:spPr>
          <a:xfrm>
            <a:off x="5168520" y="3993120"/>
            <a:ext cx="474480" cy="4744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6" name="Oval 30"/>
          <p:cNvSpPr/>
          <p:nvPr/>
        </p:nvSpPr>
        <p:spPr>
          <a:xfrm>
            <a:off x="6189480" y="3402720"/>
            <a:ext cx="474480" cy="4744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7" name="Oval 31"/>
          <p:cNvSpPr/>
          <p:nvPr/>
        </p:nvSpPr>
        <p:spPr>
          <a:xfrm>
            <a:off x="7231680" y="2304720"/>
            <a:ext cx="474480" cy="4744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8" name="Oval 32"/>
          <p:cNvSpPr/>
          <p:nvPr/>
        </p:nvSpPr>
        <p:spPr>
          <a:xfrm>
            <a:off x="8253720" y="1885680"/>
            <a:ext cx="474480" cy="4744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9" name="Oval 33"/>
          <p:cNvSpPr/>
          <p:nvPr/>
        </p:nvSpPr>
        <p:spPr>
          <a:xfrm>
            <a:off x="9279000" y="3753360"/>
            <a:ext cx="474480" cy="4744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0" name="Oval 34"/>
          <p:cNvSpPr/>
          <p:nvPr/>
        </p:nvSpPr>
        <p:spPr>
          <a:xfrm>
            <a:off x="10297800" y="2969640"/>
            <a:ext cx="474480" cy="4744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1" name="object 384"/>
          <p:cNvSpPr/>
          <p:nvPr/>
        </p:nvSpPr>
        <p:spPr>
          <a:xfrm flipV="1">
            <a:off x="356760" y="671400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2" name="object 4"/>
          <p:cNvSpPr/>
          <p:nvPr/>
        </p:nvSpPr>
        <p:spPr>
          <a:xfrm>
            <a:off x="10477800" y="663120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3" name="object 384"/>
          <p:cNvSpPr/>
          <p:nvPr/>
        </p:nvSpPr>
        <p:spPr>
          <a:xfrm flipV="1" rot="10800000">
            <a:off x="6100920" y="671868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4" name="object 386"/>
          <p:cNvSpPr/>
          <p:nvPr/>
        </p:nvSpPr>
        <p:spPr>
          <a:xfrm>
            <a:off x="5927400" y="651744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5" name="Freeform 44"/>
          <p:cNvSpPr/>
          <p:nvPr/>
        </p:nvSpPr>
        <p:spPr>
          <a:xfrm>
            <a:off x="-2063880" y="-1115280"/>
            <a:ext cx="7425000" cy="3802680"/>
          </a:xfrm>
          <a:custGeom>
            <a:avLst/>
            <a:gdLst>
              <a:gd name="textAreaLeft" fmla="*/ 0 w 7425000"/>
              <a:gd name="textAreaRight" fmla="*/ 7429680 w 7425000"/>
              <a:gd name="textAreaTop" fmla="*/ 0 h 3802680"/>
              <a:gd name="textAreaBottom" fmla="*/ 3807360 h 38026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86" name="Group 40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987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8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89" name="Rectangle 45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Oval 6"/>
          <p:cNvSpPr/>
          <p:nvPr/>
        </p:nvSpPr>
        <p:spPr>
          <a:xfrm>
            <a:off x="11513880" y="273600"/>
            <a:ext cx="344520" cy="342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44AC8C1-108D-458E-90B5-659FF669163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Freeform 13"/>
          <p:cNvSpPr/>
          <p:nvPr/>
        </p:nvSpPr>
        <p:spPr>
          <a:xfrm rot="370200">
            <a:off x="-1923480" y="-907920"/>
            <a:ext cx="12069360" cy="5607720"/>
          </a:xfrm>
          <a:custGeom>
            <a:avLst/>
            <a:gdLst>
              <a:gd name="textAreaLeft" fmla="*/ 0 w 12069360"/>
              <a:gd name="textAreaRight" fmla="*/ 12074040 w 12069360"/>
              <a:gd name="textAreaTop" fmla="*/ 0 h 5607720"/>
              <a:gd name="textAreaBottom" fmla="*/ 5612400 h 56077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93" name="object 384"/>
          <p:cNvSpPr/>
          <p:nvPr/>
        </p:nvSpPr>
        <p:spPr>
          <a:xfrm flipV="1">
            <a:off x="356760" y="6703920"/>
            <a:ext cx="5707440" cy="41040"/>
          </a:xfrm>
          <a:custGeom>
            <a:avLst/>
            <a:gdLst>
              <a:gd name="textAreaLeft" fmla="*/ 0 w 5707440"/>
              <a:gd name="textAreaRight" fmla="*/ 5712120 w 570744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4" name="object 4"/>
          <p:cNvSpPr/>
          <p:nvPr/>
        </p:nvSpPr>
        <p:spPr>
          <a:xfrm>
            <a:off x="10477800" y="6621120"/>
            <a:ext cx="1389240" cy="169560"/>
          </a:xfrm>
          <a:custGeom>
            <a:avLst/>
            <a:gdLst>
              <a:gd name="textAreaLeft" fmla="*/ 0 w 1389240"/>
              <a:gd name="textAreaRight" fmla="*/ 1393920 w 1389240"/>
              <a:gd name="textAreaTop" fmla="*/ 0 h 169560"/>
              <a:gd name="textAreaBottom" fmla="*/ 174240 h 1695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5" name="object 384"/>
          <p:cNvSpPr/>
          <p:nvPr/>
        </p:nvSpPr>
        <p:spPr>
          <a:xfrm flipV="1" rot="10800000">
            <a:off x="6100920" y="6708600"/>
            <a:ext cx="4313520" cy="41040"/>
          </a:xfrm>
          <a:custGeom>
            <a:avLst/>
            <a:gdLst>
              <a:gd name="textAreaLeft" fmla="*/ 0 w 4313520"/>
              <a:gd name="textAreaRight" fmla="*/ 4318200 w 4313520"/>
              <a:gd name="textAreaTop" fmla="*/ 2520 h 41040"/>
              <a:gd name="textAreaBottom" fmla="*/ 48240 h 410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6" name="object 386"/>
          <p:cNvSpPr/>
          <p:nvPr/>
        </p:nvSpPr>
        <p:spPr>
          <a:xfrm>
            <a:off x="5927400" y="6507720"/>
            <a:ext cx="332280" cy="317160"/>
          </a:xfrm>
          <a:custGeom>
            <a:avLst/>
            <a:gdLst>
              <a:gd name="textAreaLeft" fmla="*/ 0 w 332280"/>
              <a:gd name="textAreaRight" fmla="*/ 336960 w 332280"/>
              <a:gd name="textAreaTop" fmla="*/ 0 h 317160"/>
              <a:gd name="textAreaBottom" fmla="*/ 321840 h 3171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97" name="Group 9"/>
          <p:cNvGrpSpPr/>
          <p:nvPr/>
        </p:nvGrpSpPr>
        <p:grpSpPr>
          <a:xfrm>
            <a:off x="551880" y="565200"/>
            <a:ext cx="1474920" cy="51120"/>
            <a:chOff x="551880" y="565200"/>
            <a:chExt cx="1474920" cy="51120"/>
          </a:xfrm>
        </p:grpSpPr>
        <p:sp>
          <p:nvSpPr>
            <p:cNvPr id="998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99" name="Freeform 7"/>
            <p:cNvSpPr/>
            <p:nvPr/>
          </p:nvSpPr>
          <p:spPr>
            <a:xfrm flipV="1" rot="16200000">
              <a:off x="1263600" y="-146520"/>
              <a:ext cx="51120" cy="1474920"/>
            </a:xfrm>
            <a:custGeom>
              <a:avLst/>
              <a:gdLst>
                <a:gd name="textAreaLeft" fmla="*/ 0 w 51120"/>
                <a:gd name="textAreaRight" fmla="*/ 55800 w 51120"/>
                <a:gd name="textAreaTop" fmla="*/ -2520 h 1474920"/>
                <a:gd name="textAreaBottom" fmla="*/ 1477080 h 14749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00" name="Rectangle 14"/>
          <p:cNvSpPr/>
          <p:nvPr/>
        </p:nvSpPr>
        <p:spPr>
          <a:xfrm>
            <a:off x="11441880" y="168480"/>
            <a:ext cx="512640" cy="5367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tr-TR" sz="1800" spc="-1" strike="noStrike">
                <a:solidFill>
                  <a:schemeClr val="dk1"/>
                </a:solidFill>
                <a:latin typeface="Open Sans"/>
              </a:rPr>
              <a:t>Click to edit the title text format</a:t>
            </a:r>
            <a:endParaRPr b="0" lang="tr-TR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0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2800" spc="-1" strike="noStrike">
                <a:solidFill>
                  <a:schemeClr val="dk1"/>
                </a:solidFill>
                <a:latin typeface="Open Sans"/>
              </a:rPr>
              <a:t>Click to edit the outline text format</a:t>
            </a:r>
            <a:endParaRPr b="0" lang="tr-TR" sz="2800" spc="-1" strike="noStrike">
              <a:solidFill>
                <a:schemeClr val="dk1"/>
              </a:solidFill>
              <a:latin typeface="Open San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tr-TR" sz="2000" spc="-1" strike="noStrike">
                <a:solidFill>
                  <a:schemeClr val="dk1"/>
                </a:solidFill>
                <a:latin typeface="Open Sans"/>
              </a:rPr>
              <a:t>Second Outline Level</a:t>
            </a:r>
            <a:endParaRPr b="0" lang="tr-TR" sz="2000" spc="-1" strike="noStrike">
              <a:solidFill>
                <a:schemeClr val="dk1"/>
              </a:solidFill>
              <a:latin typeface="Open San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1800" spc="-1" strike="noStrike">
                <a:solidFill>
                  <a:schemeClr val="dk1"/>
                </a:solidFill>
                <a:latin typeface="Open Sans"/>
              </a:rPr>
              <a:t>Third Outline Level</a:t>
            </a:r>
            <a:endParaRPr b="0" lang="tr-TR" sz="1800" spc="-1" strike="noStrike">
              <a:solidFill>
                <a:schemeClr val="dk1"/>
              </a:solidFill>
              <a:latin typeface="Open San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tr-TR" sz="1800" spc="-1" strike="noStrike">
                <a:solidFill>
                  <a:schemeClr val="dk1"/>
                </a:solidFill>
                <a:latin typeface="Open Sans"/>
              </a:rPr>
              <a:t>Fourth Outline Level</a:t>
            </a:r>
            <a:endParaRPr b="0" lang="tr-TR" sz="1800" spc="-1" strike="noStrike">
              <a:solidFill>
                <a:schemeClr val="dk1"/>
              </a:solidFill>
              <a:latin typeface="Open San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2000" spc="-1" strike="noStrike">
                <a:solidFill>
                  <a:schemeClr val="dk1"/>
                </a:solidFill>
                <a:latin typeface="Open Sans"/>
              </a:rPr>
              <a:t>Fifth Outline Level</a:t>
            </a:r>
            <a:endParaRPr b="0" lang="tr-TR" sz="2000" spc="-1" strike="noStrike">
              <a:solidFill>
                <a:schemeClr val="dk1"/>
              </a:solidFill>
              <a:latin typeface="Open San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2000" spc="-1" strike="noStrike">
                <a:solidFill>
                  <a:schemeClr val="dk1"/>
                </a:solidFill>
                <a:latin typeface="Open Sans"/>
              </a:rPr>
              <a:t>Sixth Outline Level</a:t>
            </a:r>
            <a:endParaRPr b="0" lang="tr-TR" sz="2000" spc="-1" strike="noStrike">
              <a:solidFill>
                <a:schemeClr val="dk1"/>
              </a:solidFill>
              <a:latin typeface="Open San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tr-TR" sz="2000" spc="-1" strike="noStrike">
                <a:solidFill>
                  <a:schemeClr val="dk1"/>
                </a:solidFill>
                <a:latin typeface="Open Sans"/>
              </a:rPr>
              <a:t>Seventh Outline Level</a:t>
            </a:r>
            <a:endParaRPr b="0" lang="tr-TR" sz="2000" spc="-1" strike="noStrike">
              <a:solidFill>
                <a:schemeClr val="dk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TextBox 1"/>
          <p:cNvSpPr/>
          <p:nvPr/>
        </p:nvSpPr>
        <p:spPr>
          <a:xfrm>
            <a:off x="5482080" y="6479640"/>
            <a:ext cx="913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versiyon 3.2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" name="Text Placeholder 10"/>
          <p:cNvSpPr/>
          <p:nvPr/>
        </p:nvSpPr>
        <p:spPr>
          <a:xfrm>
            <a:off x="2046600" y="4454640"/>
            <a:ext cx="8298000" cy="12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40000"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4400" spc="-1" strike="noStrike">
                <a:solidFill>
                  <a:srgbClr val="ebecf0"/>
                </a:solidFill>
                <a:latin typeface="Arial Black"/>
              </a:rPr>
              <a:t>AI for Software Engineers Course 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Building AI Systems + Production + Real Use Cases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https://github.com/havelsan/YZ_EGITIM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Mehmet PEKMEZCİ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1240" cy="30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3333"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Breakthrough</a:t>
            </a:r>
            <a:endParaRPr b="0" lang="tr-TR" sz="16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006" name="Text 1"/>
          <p:cNvSpPr/>
          <p:nvPr/>
        </p:nvSpPr>
        <p:spPr>
          <a:xfrm>
            <a:off x="456480" y="831600"/>
            <a:ext cx="11418480" cy="547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ReAct: Synergizing Reasoning and Acting in Language Models</a:t>
            </a:r>
            <a:r>
              <a:rPr b="0" i="1" lang="tr-TR" sz="2000" spc="-1" strike="noStrike">
                <a:solidFill>
                  <a:srgbClr val="ffffff"/>
                </a:solidFill>
                <a:latin typeface="arial"/>
                <a:ea typeface="Calibri"/>
              </a:rPr>
              <a:t> - 2022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Google :</a:t>
            </a:r>
            <a:r>
              <a:rPr b="0" i="1" lang="tr-TR" sz="2000" spc="-1" strike="noStrike">
                <a:solidFill>
                  <a:srgbClr val="ffffff"/>
                </a:solidFill>
                <a:latin typeface="arial"/>
                <a:ea typeface="Calibri"/>
              </a:rPr>
              <a:t> Shunyu Yao et al.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Reasoning + Acting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LLM agent loop (think-act-observe) Parallelism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1240" cy="30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Building AI Systems + Production + Real Use Cases </a:t>
            </a:r>
            <a:endParaRPr b="0" lang="tr-TR" sz="16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008" name="Text 18"/>
          <p:cNvSpPr/>
          <p:nvPr/>
        </p:nvSpPr>
        <p:spPr>
          <a:xfrm>
            <a:off x="356760" y="738720"/>
            <a:ext cx="11428560" cy="315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AI in real software architecture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LLM application patterns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AI agents (modern topic)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MLOps &amp; LLMOps (important for engineers)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Cost, latency, and scaling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Security and risks (engineering angle)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Final hands-on project (choose one)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1240" cy="30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1. AI in real software architecture</a:t>
            </a:r>
            <a:endParaRPr b="0" lang="tr-TR" sz="16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010" name="Text 18"/>
          <p:cNvSpPr/>
          <p:nvPr/>
        </p:nvSpPr>
        <p:spPr>
          <a:xfrm>
            <a:off x="457920" y="807480"/>
            <a:ext cx="11428560" cy="19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Technology Stack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Where AI sits in system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API-based AI integration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Microservices with LLMs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1240" cy="30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1. AI in real software architecture</a:t>
            </a:r>
            <a:endParaRPr b="0" lang="tr-TR" sz="16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012" name="Text 18"/>
          <p:cNvSpPr/>
          <p:nvPr/>
        </p:nvSpPr>
        <p:spPr>
          <a:xfrm>
            <a:off x="457920" y="807480"/>
            <a:ext cx="11428560" cy="19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Technology Stack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Where AI sits in system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API-based AI integration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Microservices with LLMs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1240" cy="30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2. LLM application patterns</a:t>
            </a:r>
            <a:endParaRPr b="0" lang="tr-TR" sz="16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014" name="Text 18"/>
          <p:cNvSpPr/>
          <p:nvPr/>
        </p:nvSpPr>
        <p:spPr>
          <a:xfrm>
            <a:off x="255240" y="747360"/>
            <a:ext cx="11428560" cy="22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Chatbots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Copilots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Agents (basic intro)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Function calling / tool use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1240" cy="30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3. AI agents (modern topic)</a:t>
            </a:r>
            <a:endParaRPr b="0" lang="tr-TR" sz="16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016" name="Text 18"/>
          <p:cNvSpPr/>
          <p:nvPr/>
        </p:nvSpPr>
        <p:spPr>
          <a:xfrm>
            <a:off x="255240" y="649080"/>
            <a:ext cx="11428560" cy="233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What is an agent loop:</a:t>
            </a:r>
            <a:r>
              <a:rPr b="0" lang="tr-TR" sz="1400" spc="-1" strike="noStrike">
                <a:solidFill>
                  <a:srgbClr val="ffffff"/>
                </a:solidFill>
                <a:latin typeface="Arial"/>
              </a:rPr>
              <a:t> p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lan → act → observe → repeat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When agents work / fail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Agentic RAG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Ontology , why it is important and how to build.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Agent frameworks (LangCahin/Graph, LlamaIndex)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1240" cy="30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4. </a:t>
            </a:r>
            <a:r>
              <a:rPr b="1" lang="en-US" sz="1600" spc="-1" strike="noStrike">
                <a:solidFill>
                  <a:schemeClr val="lt1"/>
                </a:solidFill>
                <a:latin typeface="Arial Black"/>
              </a:rPr>
              <a:t>MLOps &amp; LLMOps (important for engineers)</a:t>
            </a:r>
            <a:endParaRPr b="0" lang="tr-TR" sz="16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018" name="Text 18"/>
          <p:cNvSpPr/>
          <p:nvPr/>
        </p:nvSpPr>
        <p:spPr>
          <a:xfrm>
            <a:off x="356760" y="791280"/>
            <a:ext cx="11428560" cy="20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Versioning models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Monitoring drift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Prompt versioning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Evaluation metrics (quality, latency, cost)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1240" cy="30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5. Cost, latency, and scaling</a:t>
            </a:r>
            <a:endParaRPr b="0" lang="tr-TR" sz="16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020" name="Text 18"/>
          <p:cNvSpPr/>
          <p:nvPr/>
        </p:nvSpPr>
        <p:spPr>
          <a:xfrm>
            <a:off x="255240" y="729720"/>
            <a:ext cx="11428560" cy="183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Token cost thinking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Caching strategies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Batch vs real-time inference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1240" cy="30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6. </a:t>
            </a:r>
            <a:r>
              <a:rPr b="1" lang="en-US" sz="1600" spc="-1" strike="noStrike">
                <a:solidFill>
                  <a:schemeClr val="lt1"/>
                </a:solidFill>
                <a:latin typeface="Arial Black"/>
              </a:rPr>
              <a:t>Security and risks (engineering angle)</a:t>
            </a:r>
            <a:endParaRPr b="0" lang="tr-TR" sz="16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022" name="Text 18"/>
          <p:cNvSpPr/>
          <p:nvPr/>
        </p:nvSpPr>
        <p:spPr>
          <a:xfrm>
            <a:off x="255240" y="649080"/>
            <a:ext cx="11428560" cy="18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Prompt injection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Data leakage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Model hallucination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Guardrails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1240" cy="30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7. </a:t>
            </a:r>
            <a:r>
              <a:rPr b="1" lang="en-US" sz="1600" spc="-1" strike="noStrike">
                <a:solidFill>
                  <a:schemeClr val="lt1"/>
                </a:solidFill>
                <a:latin typeface="Arial Black"/>
              </a:rPr>
              <a:t>Final hands-on project (choose one)</a:t>
            </a:r>
            <a:endParaRPr b="0" lang="tr-TR" sz="16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024" name="Text 18"/>
          <p:cNvSpPr/>
          <p:nvPr/>
        </p:nvSpPr>
        <p:spPr>
          <a:xfrm>
            <a:off x="255240" y="649080"/>
            <a:ext cx="11428560" cy="19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AI code assistant clone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PDF Q&amp;A system (RAG)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Support chatbot for a product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Log analyzer using LLM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1240" cy="30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Building AI Systems + Production + Real Use Cases </a:t>
            </a:r>
            <a:endParaRPr b="0" lang="tr-TR" sz="16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026" name="Text 18"/>
          <p:cNvSpPr/>
          <p:nvPr/>
        </p:nvSpPr>
        <p:spPr>
          <a:xfrm>
            <a:off x="457200" y="831600"/>
            <a:ext cx="11428560" cy="548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Outcome: They can design and prototype real AI-powered systems.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Optional Advanced Topics (if time allows or for Q&amp;A)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Open-source models (Llama, Mistral)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Multimodal models (text + image)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Teaching Strategy Tip (important)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Since your audience is experienced engineers: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Avoid long lectures &gt; 20–25 min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Use “architecture-first explanation”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Always show: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diagram → API flow → code snippet → real use case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Emphasize: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  “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How would you build this in production?”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HVL- TEMPLATE FOR PRODUCTS AND SOLUTIONS_VERSION  3.2</Template>
  <TotalTime>4764</TotalTime>
  <Application>LibreOffice/24.2.7.2$Linux_X86_64 LibreOffice_project/420$Build-2</Application>
  <AppVersion>15.0000</AppVersion>
  <Words>401</Words>
  <Paragraphs>108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2025-11-24T12:26:39Z</dcterms:created>
  <dc:creator>Mehmet PEKMEZCİ</dc:creator>
  <dc:description/>
  <dc:language>en-US</dc:language>
  <cp:lastModifiedBy/>
  <dcterms:modified xsi:type="dcterms:W3CDTF">2026-07-09T00:21:58Z</dcterms:modified>
  <cp:revision>85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0x010100800CEB18A79B964CA054DFDEE64EDA10</vt:lpwstr>
  </property>
  <property fmtid="{D5CDD505-2E9C-101B-9397-08002B2CF9AE}" pid="3" name="Notes">
    <vt:i4>4</vt:i4>
  </property>
  <property fmtid="{D5CDD505-2E9C-101B-9397-08002B2CF9AE}" pid="4" name="PresentationFormat">
    <vt:lpwstr>Geniş ekran</vt:lpwstr>
  </property>
  <property fmtid="{D5CDD505-2E9C-101B-9397-08002B2CF9AE}" pid="5" name="Slides">
    <vt:i4>13</vt:i4>
  </property>
  <property fmtid="{D5CDD505-2E9C-101B-9397-08002B2CF9AE}" pid="6" name="VeriketAuthor">
    <vt:lpwstr>3ZXl6zLEMop/T4ZOd8aL6mXiYVv8uu7BpPRD/QTH98Q=</vt:lpwstr>
  </property>
  <property fmtid="{D5CDD505-2E9C-101B-9397-08002B2CF9AE}" pid="7" name="VeriketClassification">
    <vt:lpwstr>A5BC3CFD-4D51-461E-B5F0-D84C6FA67A36</vt:lpwstr>
  </property>
</Properties>
</file>