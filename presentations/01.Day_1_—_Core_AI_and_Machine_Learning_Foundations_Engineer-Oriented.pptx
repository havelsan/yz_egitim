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4.xml.rels" ContentType="application/vnd.openxmlformats-package.relationships+xml"/>
  <Override PartName="/ppt/slideMasters/_rels/slideMaster45.xml.rels" ContentType="application/vnd.openxmlformats-package.relationships+xml"/>
  <Override PartName="/ppt/slideMasters/_rels/slideMaster10.xml.rels" ContentType="application/vnd.openxmlformats-package.relationships+xml"/>
  <Override PartName="/ppt/slideMasters/_rels/slideMaster47.xml.rels" ContentType="application/vnd.openxmlformats-package.relationships+xml"/>
  <Override PartName="/ppt/slideMasters/_rels/slideMaster5.xml.rels" ContentType="application/vnd.openxmlformats-package.relationships+xml"/>
  <Override PartName="/ppt/slideMasters/_rels/slideMaster40.xml.rels" ContentType="application/vnd.openxmlformats-package.relationships+xml"/>
  <Override PartName="/ppt/slideMasters/_rels/slideMaster46.xml.rels" ContentType="application/vnd.openxmlformats-package.relationships+xml"/>
  <Override PartName="/ppt/slideMasters/_rels/slideMaster11.xml.rels" ContentType="application/vnd.openxmlformats-package.relationships+xml"/>
  <Override PartName="/ppt/slideMasters/_rels/slideMaster48.xml.rels" ContentType="application/vnd.openxmlformats-package.relationships+xml"/>
  <Override PartName="/ppt/slideMasters/_rels/slideMaster6.xml.rels" ContentType="application/vnd.openxmlformats-package.relationships+xml"/>
  <Override PartName="/ppt/slideMasters/_rels/slideMaster41.xml.rels" ContentType="application/vnd.openxmlformats-package.relationships+xml"/>
  <Override PartName="/ppt/slideMasters/_rels/slideMaster12.xml.rels" ContentType="application/vnd.openxmlformats-package.relationships+xml"/>
  <Override PartName="/ppt/slideMasters/_rels/slideMaster49.xml.rels" ContentType="application/vnd.openxmlformats-package.relationships+xml"/>
  <Override PartName="/ppt/slideMasters/_rels/slideMaster3.xml.rels" ContentType="application/vnd.openxmlformats-package.relationships+xml"/>
  <Override PartName="/ppt/slideMasters/_rels/slideMaster28.xml.rels" ContentType="application/vnd.openxmlformats-package.relationships+xml"/>
  <Override PartName="/ppt/slideMasters/_rels/slideMaster30.xml.rels" ContentType="application/vnd.openxmlformats-package.relationships+xml"/>
  <Override PartName="/ppt/slideMasters/_rels/slideMaster29.xml.rels" ContentType="application/vnd.openxmlformats-package.relationships+xml"/>
  <Override PartName="/ppt/slideMasters/_rels/slideMaster31.xml.rels" ContentType="application/vnd.openxmlformats-package.relationships+xml"/>
  <Override PartName="/ppt/slideMasters/_rels/slideMaster50.xml.rels" ContentType="application/vnd.openxmlformats-package.relationships+xml"/>
  <Override PartName="/ppt/slideMasters/_rels/slideMaster43.xml.rels" ContentType="application/vnd.openxmlformats-package.relationships+xml"/>
  <Override PartName="/ppt/slideMasters/_rels/slideMaster8.xml.rels" ContentType="application/vnd.openxmlformats-package.relationships+xml"/>
  <Override PartName="/ppt/slideMasters/_rels/slideMaster26.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20.xml.rels" ContentType="application/vnd.openxmlformats-package.relationships+xml"/>
  <Override PartName="/ppt/slideMasters/_rels/slideMaster19.xml.rels" ContentType="application/vnd.openxmlformats-package.relationships+xml"/>
  <Override PartName="/ppt/slideMasters/_rels/slideMaster21.xml.rels" ContentType="application/vnd.openxmlformats-package.relationships+xml"/>
  <Override PartName="/ppt/slideMasters/_rels/slideMaster22.xml.rels" ContentType="application/vnd.openxmlformats-package.relationships+xml"/>
  <Override PartName="/ppt/slideMasters/_rels/slideMaster23.xml.rels" ContentType="application/vnd.openxmlformats-package.relationships+xml"/>
  <Override PartName="/ppt/slideMasters/_rels/slideMaster24.xml.rels" ContentType="application/vnd.openxmlformats-package.relationships+xml"/>
  <Override PartName="/ppt/slideMasters/_rels/slideMaster25.xml.rels" ContentType="application/vnd.openxmlformats-package.relationships+xml"/>
  <Override PartName="/ppt/slideMasters/_rels/slideMaster1.xml.rels" ContentType="application/vnd.openxmlformats-package.relationships+xml"/>
  <Override PartName="/ppt/slideMasters/_rels/slideMaster9.xml.rels" ContentType="application/vnd.openxmlformats-package.relationships+xml"/>
  <Override PartName="/ppt/slideMasters/_rels/slideMaster44.xml.rels" ContentType="application/vnd.openxmlformats-package.relationships+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27.xml.rels" ContentType="application/vnd.openxmlformats-package.relationships+xml"/>
  <Override PartName="/ppt/slideMasters/_rels/slideMaster32.xml.rels" ContentType="application/vnd.openxmlformats-package.relationships+xml"/>
  <Override PartName="/ppt/slideMasters/_rels/slideMaster33.xml.rels" ContentType="application/vnd.openxmlformats-package.relationships+xml"/>
  <Override PartName="/ppt/slideMasters/_rels/slideMaster34.xml.rels" ContentType="application/vnd.openxmlformats-package.relationships+xml"/>
  <Override PartName="/ppt/slideMasters/_rels/slideMaster35.xml.rels" ContentType="application/vnd.openxmlformats-package.relationships+xml"/>
  <Override PartName="/ppt/slideMasters/_rels/slideMaster36.xml.rels" ContentType="application/vnd.openxmlformats-package.relationships+xml"/>
  <Override PartName="/ppt/slideMasters/_rels/slideMaster37.xml.rels" ContentType="application/vnd.openxmlformats-package.relationships+xml"/>
  <Override PartName="/ppt/slideMasters/_rels/slideMaster38.xml.rels" ContentType="application/vnd.openxmlformats-package.relationships+xml"/>
  <Override PartName="/ppt/slideMasters/_rels/slideMaster39.xml.rels" ContentType="application/vnd.openxmlformats-package.relationships+xml"/>
  <Override PartName="/ppt/slideMasters/_rels/slideMaster7.xml.rels" ContentType="application/vnd.openxmlformats-package.relationships+xml"/>
  <Override PartName="/ppt/slideMasters/_rels/slideMaster42.xml.rels" ContentType="application/vnd.openxmlformats-package.relationships+xml"/>
  <Override PartName="/ppt/slideMasters/slideMaster25.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slideMaster9.xml" ContentType="application/vnd.openxmlformats-officedocument.presentationml.slideMaster+xml"/>
  <Override PartName="/ppt/slideMasters/slideMaster14.xml" ContentType="application/vnd.openxmlformats-officedocument.presentationml.slideMaster+xml"/>
  <Override PartName="/ppt/slideMasters/slideMaster8.xml" ContentType="application/vnd.openxmlformats-officedocument.presentationml.slideMaster+xml"/>
  <Override PartName="/ppt/slideMasters/slideMaster26.xml" ContentType="application/vnd.openxmlformats-officedocument.presentationml.slideMaster+xml"/>
  <Override PartName="/ppt/slideMasters/slideMaster1.xml" ContentType="application/vnd.openxmlformats-officedocument.presentationml.slideMaster+xml"/>
  <Override PartName="/ppt/slideMasters/slideMaster44.xml" ContentType="application/vnd.openxmlformats-officedocument.presentationml.slideMaster+xml"/>
  <Override PartName="/ppt/slideMasters/slideMaster13.xml" ContentType="application/vnd.openxmlformats-officedocument.presentationml.slideMaster+xml"/>
  <Override PartName="/ppt/slideMasters/slideMaster7.xml" ContentType="application/vnd.openxmlformats-officedocument.presentationml.slideMaster+xml"/>
  <Override PartName="/ppt/slideMasters/slideMaster27.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39.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50.xml" ContentType="application/vnd.openxmlformats-officedocument.presentationml.slideMaster+xml"/>
  <Override PartName="/ppt/slideMasters/slideMaster31.xml" ContentType="application/vnd.openxmlformats-officedocument.presentationml.slideMaster+xml"/>
  <Override PartName="/ppt/slideMasters/slideMaster29.xml" ContentType="application/vnd.openxmlformats-officedocument.presentationml.slideMaster+xml"/>
  <Override PartName="/ppt/slideMasters/slideMaster30.xml" ContentType="application/vnd.openxmlformats-officedocument.presentationml.slideMaster+xml"/>
  <Override PartName="/ppt/slideMasters/slideMaster28.xml" ContentType="application/vnd.openxmlformats-officedocument.presentationml.slideMaster+xml"/>
  <Override PartName="/ppt/slideMasters/slideMaster6.xml" ContentType="application/vnd.openxmlformats-officedocument.presentationml.slideMaster+xml"/>
  <Override PartName="/ppt/slideMasters/slideMaster49.xml" ContentType="application/vnd.openxmlformats-officedocument.presentationml.slideMaster+xml"/>
  <Override PartName="/ppt/slideMasters/slideMaster12.xml" ContentType="application/vnd.openxmlformats-officedocument.presentationml.slideMaster+xml"/>
  <Override PartName="/ppt/slideMasters/slideMaster5.xml" ContentType="application/vnd.openxmlformats-officedocument.presentationml.slideMaster+xml"/>
  <Override PartName="/ppt/slideMasters/slideMaster48.xml" ContentType="application/vnd.openxmlformats-officedocument.presentationml.slideMaster+xml"/>
  <Override PartName="/ppt/slideMasters/slideMaster11.xml" ContentType="application/vnd.openxmlformats-officedocument.presentationml.slideMaster+xml"/>
  <Override PartName="/ppt/slideMasters/slideMaster3.xml" ContentType="application/vnd.openxmlformats-officedocument.presentationml.slideMaster+xml"/>
  <Override PartName="/ppt/slideMasters/slideMaster46.xml" ContentType="application/vnd.openxmlformats-officedocument.presentationml.slideMaster+xml"/>
  <Override PartName="/ppt/slideMasters/slideMaster4.xml" ContentType="application/vnd.openxmlformats-officedocument.presentationml.slideMaster+xml"/>
  <Override PartName="/ppt/slideMasters/slideMaster47.xml" ContentType="application/vnd.openxmlformats-officedocument.presentationml.slideMaster+xml"/>
  <Override PartName="/ppt/slideMasters/slideMaster10.xml" ContentType="application/vnd.openxmlformats-officedocument.presentationml.slideMaster+xml"/>
  <Override PartName="/ppt/slideMasters/slideMaster2.xml" ContentType="application/vnd.openxmlformats-officedocument.presentationml.slideMaster+xml"/>
  <Override PartName="/ppt/slideMasters/slideMaster45.xml" ContentType="application/vnd.openxmlformats-officedocument.presentationml.slideMaster+xml"/>
  <Override PartName="/ppt/presProps.xml" ContentType="application/vnd.openxmlformats-officedocument.presentationml.presProps+xml"/>
  <Override PartName="/ppt/theme/theme29.xml" ContentType="application/vnd.openxmlformats-officedocument.theme+xml"/>
  <Override PartName="/ppt/theme/theme28.xml" ContentType="application/vnd.openxmlformats-officedocument.theme+xml"/>
  <Override PartName="/ppt/theme/theme27.xml" ContentType="application/vnd.openxmlformats-officedocument.theme+xml"/>
  <Override PartName="/ppt/theme/theme26.xml" ContentType="application/vnd.openxmlformats-officedocument.theme+xml"/>
  <Override PartName="/ppt/theme/theme25.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48.xml" ContentType="application/vnd.openxmlformats-officedocument.theme+xml"/>
  <Override PartName="/ppt/theme/theme2.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39.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7.xml" ContentType="application/vnd.openxmlformats-officedocument.theme+xml"/>
  <Override PartName="/ppt/theme/theme10.xml" ContentType="application/vnd.openxmlformats-officedocument.theme+xml"/>
  <Override PartName="/ppt/theme/theme46.xml" ContentType="application/vnd.openxmlformats-officedocument.theme+xml"/>
  <Override PartName="/ppt/theme/theme50.xml" ContentType="application/vnd.openxmlformats-officedocument.theme+xml"/>
  <Override PartName="/ppt/theme/theme13.xml" ContentType="application/vnd.openxmlformats-officedocument.theme+xml"/>
  <Override PartName="/ppt/theme/theme9.xml" ContentType="application/vnd.openxmlformats-officedocument.theme+xml"/>
  <Override PartName="/ppt/theme/theme36.xml" ContentType="application/vnd.openxmlformats-officedocument.theme+xml"/>
  <Override PartName="/ppt/theme/theme8.xml" ContentType="application/vnd.openxmlformats-officedocument.theme+xml"/>
  <Override PartName="/ppt/theme/theme35.xml" ContentType="application/vnd.openxmlformats-officedocument.theme+xml"/>
  <Override PartName="/ppt/theme/theme7.xml" ContentType="application/vnd.openxmlformats-officedocument.theme+xml"/>
  <Override PartName="/ppt/theme/theme34.xml" ContentType="application/vnd.openxmlformats-officedocument.theme+xml"/>
  <Override PartName="/ppt/theme/theme6.xml" ContentType="application/vnd.openxmlformats-officedocument.theme+xml"/>
  <Override PartName="/ppt/theme/theme33.xml" ContentType="application/vnd.openxmlformats-officedocument.theme+xml"/>
  <Override PartName="/ppt/theme/theme5.xml" ContentType="application/vnd.openxmlformats-officedocument.theme+xml"/>
  <Override PartName="/ppt/theme/theme32.xml" ContentType="application/vnd.openxmlformats-officedocument.theme+xml"/>
  <Override PartName="/ppt/theme/theme4.xml" ContentType="application/vnd.openxmlformats-officedocument.theme+xml"/>
  <Override PartName="/ppt/theme/theme31.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12.xml" ContentType="application/vnd.openxmlformats-officedocument.theme+xml"/>
  <Override PartName="/ppt/theme/theme49.xml" ContentType="application/vnd.openxmlformats-officedocument.theme+xml"/>
  <Override PartName="/ppt/_rels/presentation.xml.rels" ContentType="application/vnd.openxmlformats-package.relationships+xml"/>
  <Override PartName="/ppt/media/image29.png" ContentType="image/png"/>
  <Override PartName="/ppt/media/image28.png" ContentType="image/png"/>
  <Override PartName="/ppt/media/image27.png" ContentType="image/png"/>
  <Override PartName="/ppt/media/image26.png" ContentType="image/png"/>
  <Override PartName="/ppt/media/image25.png" ContentType="image/png"/>
  <Override PartName="/ppt/media/image11.png" ContentType="image/png"/>
  <Override PartName="/ppt/media/image17.png" ContentType="image/png"/>
  <Override PartName="/ppt/media/image8.png" ContentType="image/png"/>
  <Override PartName="/ppt/media/image12.png" ContentType="image/png"/>
  <Override PartName="/ppt/media/image3.png" ContentType="image/png"/>
  <Override PartName="/ppt/media/image18.png" ContentType="image/png"/>
  <Override PartName="/ppt/media/image9.png" ContentType="image/png"/>
  <Override PartName="/ppt/media/image20.png" ContentType="image/png"/>
  <Override PartName="/ppt/media/image13.png" ContentType="image/png"/>
  <Override PartName="/ppt/media/image4.png" ContentType="image/png"/>
  <Override PartName="/ppt/media/image30.png" ContentType="image/png"/>
  <Override PartName="/ppt/media/image31.png" ContentType="image/png"/>
  <Override PartName="/ppt/media/image32.png" ContentType="image/png"/>
  <Override PartName="/ppt/media/image2.png" ContentType="image/png"/>
  <Override PartName="/ppt/media/image34.png" ContentType="image/png"/>
  <Override PartName="/ppt/media/image7.png" ContentType="image/png"/>
  <Override PartName="/ppt/media/image16.png" ContentType="image/png"/>
  <Override PartName="/ppt/media/image10.png" ContentType="image/png"/>
  <Override PartName="/ppt/media/image1.png" ContentType="image/png"/>
  <Override PartName="/ppt/media/image33.png" ContentType="image/png"/>
  <Override PartName="/ppt/media/image6.png" ContentType="image/png"/>
  <Override PartName="/ppt/media/image15.png" ContentType="image/png"/>
  <Override PartName="/ppt/media/image5.png" ContentType="image/png"/>
  <Override PartName="/ppt/media/image14.png" ContentType="image/png"/>
  <Override PartName="/ppt/media/image19.png" ContentType="image/png"/>
  <Override PartName="/ppt/media/image21.png" ContentType="image/png"/>
  <Override PartName="/ppt/media/image22.png" ContentType="image/png"/>
  <Override PartName="/ppt/media/image23.png" ContentType="image/png"/>
  <Override PartName="/ppt/media/image24.png" ContentType="image/png"/>
  <Override PartName="/ppt/slideLayouts/slideLayout22.xml" ContentType="application/vnd.openxmlformats-officedocument.presentationml.slideLayout+xml"/>
  <Override PartName="/ppt/slideLayouts/_rels/slideLayout6.xml.rels" ContentType="application/vnd.openxmlformats-package.relationships+xml"/>
  <Override PartName="/ppt/slideLayouts/_rels/slideLayout14.xml.rels" ContentType="application/vnd.openxmlformats-package.relationships+xml"/>
  <Override PartName="/ppt/slideLayouts/_rels/slideLayout7.xml.rels" ContentType="application/vnd.openxmlformats-package.relationships+xml"/>
  <Override PartName="/ppt/slideLayouts/_rels/slideLayout15.xml.rels" ContentType="application/vnd.openxmlformats-package.relationships+xml"/>
  <Override PartName="/ppt/slideLayouts/_rels/slideLayout47.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12.xml.rels" ContentType="application/vnd.openxmlformats-package.relationships+xml"/>
  <Override PartName="/ppt/slideLayouts/_rels/slideLayout49.xml.rels" ContentType="application/vnd.openxmlformats-package.relationships+xml"/>
  <Override PartName="/ppt/slideLayouts/_rels/slideLayout4.xml.rels" ContentType="application/vnd.openxmlformats-package.relationships+xml"/>
  <Override PartName="/ppt/slideLayouts/_rels/slideLayout48.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50.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28.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30.xml.rels" ContentType="application/vnd.openxmlformats-package.relationships+xml"/>
  <Override PartName="/ppt/slideLayouts/_rels/slideLayout29.xml.rels" ContentType="application/vnd.openxmlformats-package.relationships+xml"/>
  <Override PartName="/ppt/slideLayouts/_rels/slideLayout26.xml.rels" ContentType="application/vnd.openxmlformats-package.relationships+xml"/>
  <Override PartName="/ppt/slideLayouts/_rels/slideLayout25.xml.rels" ContentType="application/vnd.openxmlformats-package.relationships+xml"/>
  <Override PartName="/ppt/slideLayouts/_rels/slideLayout36.xml.rels" ContentType="application/vnd.openxmlformats-package.relationships+xml"/>
  <Override PartName="/ppt/slideLayouts/_rels/slideLayout24.xml.rels" ContentType="application/vnd.openxmlformats-package.relationships+xml"/>
  <Override PartName="/ppt/slideLayouts/_rels/slideLayout27.xml.rels" ContentType="application/vnd.openxmlformats-package.relationships+xml"/>
  <Override PartName="/ppt/slideLayouts/_rels/slideLayout39.xml.rels" ContentType="application/vnd.openxmlformats-package.relationships+xml"/>
  <Override PartName="/ppt/slideLayouts/_rels/slideLayout41.xml.rels" ContentType="application/vnd.openxmlformats-package.relationships+xml"/>
  <Override PartName="/ppt/slideLayouts/_rels/slideLayout35.xml.rels" ContentType="application/vnd.openxmlformats-package.relationships+xml"/>
  <Override PartName="/ppt/slideLayouts/_rels/slideLayout23.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37.xml.rels" ContentType="application/vnd.openxmlformats-package.relationships+xml"/>
  <Override PartName="/ppt/slideLayouts/_rels/slideLayout38.xml.rels" ContentType="application/vnd.openxmlformats-package.relationships+xml"/>
  <Override PartName="/ppt/slideLayouts/_rels/slideLayout40.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4.xml.rels" ContentType="application/vnd.openxmlformats-package.relationships+xml"/>
  <Override PartName="/ppt/slideLayouts/_rels/slideLayout33.xml.rels" ContentType="application/vnd.openxmlformats-package.relationships+xml"/>
  <Override PartName="/ppt/slideLayouts/_rels/slideLayout45.xml.rels" ContentType="application/vnd.openxmlformats-package.relationships+xml"/>
  <Override PartName="/ppt/slideLayouts/_rels/slideLayout34.xml.rels" ContentType="application/vnd.openxmlformats-package.relationships+xml"/>
  <Override PartName="/ppt/slideLayouts/_rels/slideLayout1.xml.rels" ContentType="application/vnd.openxmlformats-package.relationships+xml"/>
  <Override PartName="/ppt/slideLayouts/_rels/slideLayout46.xml.rels" ContentType="application/vnd.openxmlformats-package.relationships+xml"/>
  <Override PartName="/ppt/slideLayouts/_rels/slideLayout32.xml.rels" ContentType="application/vnd.openxmlformats-package.relationships+xml"/>
  <Override PartName="/ppt/slideLayouts/_rels/slideLayout31.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39.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26.xml" ContentType="application/vnd.openxmlformats-officedocument.presentationml.slideLayout+xml"/>
  <Override PartName="/ppt/slideLayouts/slideLayout4.xml" ContentType="application/vnd.openxmlformats-officedocument.presentationml.slideLayout+xml"/>
  <Override PartName="/ppt/slideLayouts/slideLayout27.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33.xml" ContentType="application/vnd.openxmlformats-officedocument.presentationml.slideLayout+xml"/>
  <Override PartName="/ppt/slideLayouts/slideLayout9.xml" ContentType="application/vnd.openxmlformats-officedocument.presentationml.slideLayout+xml"/>
  <Override PartName="/ppt/slideLayouts/slideLayout45.xml" ContentType="application/vnd.openxmlformats-officedocument.presentationml.slideLayout+xml"/>
  <Override PartName="/ppt/slideLayouts/slideLayout34.xml" ContentType="application/vnd.openxmlformats-officedocument.presentationml.slideLayout+xml"/>
  <Override PartName="/ppt/slideLayouts/slideLayout46.xml" ContentType="application/vnd.openxmlformats-officedocument.presentationml.slideLayout+xml"/>
  <Override PartName="/ppt/slideLayouts/slideLayout32.xml" ContentType="application/vnd.openxmlformats-officedocument.presentationml.slideLayout+xml"/>
  <Override PartName="/ppt/slideLayouts/slideLayout8.xml" ContentType="application/vnd.openxmlformats-officedocument.presentationml.slideLayout+xml"/>
  <Override PartName="/ppt/slideLayouts/slideLayout31.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6.xml" ContentType="application/vnd.openxmlformats-officedocument.presentationml.slideLayout+xml"/>
  <Override PartName="/ppt/slideLayouts/slideLayout28.xml" ContentType="application/vnd.openxmlformats-officedocument.presentationml.slideLayout+xml"/>
  <Override PartName="/ppt/slideLayouts/slideLayout13.xml" ContentType="application/vnd.openxmlformats-officedocument.presentationml.slideLayout+xml"/>
  <Override PartName="/ppt/slideLayouts/slideLayout7.xml" ContentType="application/vnd.openxmlformats-officedocument.presentationml.slideLayout+xml"/>
  <Override PartName="/ppt/slideLayouts/slideLayout50.xml" ContentType="application/vnd.openxmlformats-officedocument.presentationml.slideLayout+xml"/>
  <Override PartName="/ppt/slideLayouts/slideLayout11.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12.xml" ContentType="application/vnd.openxmlformats-officedocument.presentationml.slideLayout+xml"/>
  <Override PartName="/ppt/slideLayouts/slideLayout10.xml" ContentType="application/vnd.openxmlformats-officedocument.presentationml.slideLayout+xml"/>
  <Override PartName="/ppt/slideLayouts/slideLayout47.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40.xml" ContentType="application/vnd.openxmlformats-officedocument.presentationml.slide+xml"/>
  <Override PartName="/ppt/slides/_rels/slide1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37.xml.rels" ContentType="application/vnd.openxmlformats-package.relationships+xml"/>
  <Override PartName="/ppt/slides/_rels/slide55.xml.rels" ContentType="application/vnd.openxmlformats-package.relationships+xml"/>
  <Override PartName="/ppt/slides/_rels/slide1.xml.rels" ContentType="application/vnd.openxmlformats-package.relationships+xml"/>
  <Override PartName="/ppt/slides/_rels/slide43.xml.rels" ContentType="application/vnd.openxmlformats-package.relationships+xml"/>
  <Override PartName="/ppt/slides/_rels/slide54.xml.rels" ContentType="application/vnd.openxmlformats-package.relationships+xml"/>
  <Override PartName="/ppt/slides/_rels/slide42.xml.rels" ContentType="application/vnd.openxmlformats-package.relationships+xml"/>
  <Override PartName="/ppt/slides/_rels/slide53.xml.rels" ContentType="application/vnd.openxmlformats-package.relationships+xml"/>
  <Override PartName="/ppt/slides/_rels/slide52.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2.xml.rels" ContentType="application/vnd.openxmlformats-package.relationships+xml"/>
  <Override PartName="/ppt/slides/_rels/slide49.xml.rels" ContentType="application/vnd.openxmlformats-package.relationships+xml"/>
  <Override PartName="/ppt/slides/_rels/slide51.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50.xml.rels" ContentType="application/vnd.openxmlformats-package.relationships+xml"/>
  <Override PartName="/ppt/slides/_rels/slide13.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xml.rels" ContentType="application/vnd.openxmlformats-package.relationships+xml"/>
  <Override PartName="/ppt/slides/_rels/slide21.xml.rels" ContentType="application/vnd.openxmlformats-package.relationships+xml"/>
  <Override PartName="/ppt/slides/_rels/slide44.xml.rels" ContentType="application/vnd.openxmlformats-package.relationships+xml"/>
  <Override PartName="/ppt/slides/slide38.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42.xml" ContentType="application/vnd.openxmlformats-officedocument.presentationml.slide+xml"/>
  <Override PartName="/ppt/slides/slide54.xml" ContentType="application/vnd.openxmlformats-officedocument.presentationml.slide+xml"/>
  <Override PartName="/ppt/slides/slide43.xml" ContentType="application/vnd.openxmlformats-officedocument.presentationml.slide+xml"/>
  <Override PartName="/ppt/slides/slide55.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 id="2147483696" r:id="rId26"/>
    <p:sldMasterId id="2147483698" r:id="rId27"/>
    <p:sldMasterId id="2147483700" r:id="rId28"/>
    <p:sldMasterId id="2147483702" r:id="rId29"/>
    <p:sldMasterId id="2147483704" r:id="rId30"/>
    <p:sldMasterId id="2147483706" r:id="rId31"/>
    <p:sldMasterId id="2147483708" r:id="rId32"/>
    <p:sldMasterId id="2147483710" r:id="rId33"/>
    <p:sldMasterId id="2147483712" r:id="rId34"/>
    <p:sldMasterId id="2147483714" r:id="rId35"/>
    <p:sldMasterId id="2147483716" r:id="rId36"/>
    <p:sldMasterId id="2147483718" r:id="rId37"/>
    <p:sldMasterId id="2147483720" r:id="rId38"/>
    <p:sldMasterId id="2147483722" r:id="rId39"/>
    <p:sldMasterId id="2147483724" r:id="rId40"/>
    <p:sldMasterId id="2147483726" r:id="rId41"/>
    <p:sldMasterId id="2147483728" r:id="rId42"/>
    <p:sldMasterId id="2147483730" r:id="rId43"/>
    <p:sldMasterId id="2147483732" r:id="rId44"/>
    <p:sldMasterId id="2147483734" r:id="rId45"/>
    <p:sldMasterId id="2147483736" r:id="rId46"/>
    <p:sldMasterId id="2147483738" r:id="rId47"/>
    <p:sldMasterId id="2147483740" r:id="rId48"/>
    <p:sldMasterId id="2147483742" r:id="rId49"/>
    <p:sldMasterId id="2147483744" r:id="rId50"/>
    <p:sldMasterId id="2147483746" r:id="rId51"/>
  </p:sldMasterIdLst>
  <p:sldIdLst>
    <p:sldId id="256" r:id="rId52"/>
    <p:sldId id="257" r:id="rId53"/>
    <p:sldId id="258" r:id="rId54"/>
    <p:sldId id="259" r:id="rId55"/>
    <p:sldId id="260" r:id="rId56"/>
    <p:sldId id="261" r:id="rId57"/>
    <p:sldId id="262" r:id="rId58"/>
    <p:sldId id="263" r:id="rId59"/>
    <p:sldId id="264" r:id="rId60"/>
    <p:sldId id="265" r:id="rId61"/>
    <p:sldId id="266" r:id="rId62"/>
    <p:sldId id="267" r:id="rId63"/>
    <p:sldId id="268" r:id="rId64"/>
    <p:sldId id="269" r:id="rId65"/>
    <p:sldId id="270" r:id="rId66"/>
    <p:sldId id="271" r:id="rId67"/>
    <p:sldId id="272" r:id="rId68"/>
    <p:sldId id="273" r:id="rId69"/>
    <p:sldId id="274" r:id="rId70"/>
    <p:sldId id="275" r:id="rId71"/>
    <p:sldId id="276" r:id="rId72"/>
    <p:sldId id="277" r:id="rId73"/>
    <p:sldId id="278" r:id="rId74"/>
    <p:sldId id="279" r:id="rId75"/>
    <p:sldId id="280" r:id="rId76"/>
    <p:sldId id="281" r:id="rId77"/>
    <p:sldId id="282" r:id="rId78"/>
    <p:sldId id="283" r:id="rId79"/>
    <p:sldId id="284" r:id="rId80"/>
    <p:sldId id="285" r:id="rId81"/>
    <p:sldId id="286" r:id="rId82"/>
    <p:sldId id="287" r:id="rId83"/>
    <p:sldId id="288" r:id="rId84"/>
    <p:sldId id="289" r:id="rId85"/>
    <p:sldId id="290" r:id="rId86"/>
    <p:sldId id="291" r:id="rId87"/>
    <p:sldId id="292" r:id="rId88"/>
    <p:sldId id="293" r:id="rId89"/>
    <p:sldId id="294" r:id="rId90"/>
    <p:sldId id="295" r:id="rId91"/>
    <p:sldId id="296" r:id="rId92"/>
    <p:sldId id="297" r:id="rId93"/>
    <p:sldId id="298" r:id="rId94"/>
    <p:sldId id="299" r:id="rId95"/>
    <p:sldId id="300" r:id="rId96"/>
    <p:sldId id="301" r:id="rId97"/>
    <p:sldId id="302" r:id="rId98"/>
    <p:sldId id="303" r:id="rId99"/>
    <p:sldId id="304" r:id="rId100"/>
    <p:sldId id="305" r:id="rId101"/>
    <p:sldId id="306" r:id="rId102"/>
    <p:sldId id="307" r:id="rId103"/>
    <p:sldId id="308" r:id="rId104"/>
    <p:sldId id="309" r:id="rId105"/>
    <p:sldId id="310" r:id="rId106"/>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Master" Target="slideMasters/slideMaster25.xml"/><Relationship Id="rId27" Type="http://schemas.openxmlformats.org/officeDocument/2006/relationships/slideMaster" Target="slideMasters/slideMaster26.xml"/><Relationship Id="rId28" Type="http://schemas.openxmlformats.org/officeDocument/2006/relationships/slideMaster" Target="slideMasters/slideMaster27.xml"/><Relationship Id="rId29" Type="http://schemas.openxmlformats.org/officeDocument/2006/relationships/slideMaster" Target="slideMasters/slideMaster28.xml"/><Relationship Id="rId30" Type="http://schemas.openxmlformats.org/officeDocument/2006/relationships/slideMaster" Target="slideMasters/slideMaster29.xml"/><Relationship Id="rId31" Type="http://schemas.openxmlformats.org/officeDocument/2006/relationships/slideMaster" Target="slideMasters/slideMaster30.xml"/><Relationship Id="rId32" Type="http://schemas.openxmlformats.org/officeDocument/2006/relationships/slideMaster" Target="slideMasters/slideMaster31.xml"/><Relationship Id="rId33" Type="http://schemas.openxmlformats.org/officeDocument/2006/relationships/slideMaster" Target="slideMasters/slideMaster32.xml"/><Relationship Id="rId34" Type="http://schemas.openxmlformats.org/officeDocument/2006/relationships/slideMaster" Target="slideMasters/slideMaster33.xml"/><Relationship Id="rId35" Type="http://schemas.openxmlformats.org/officeDocument/2006/relationships/slideMaster" Target="slideMasters/slideMaster34.xml"/><Relationship Id="rId36" Type="http://schemas.openxmlformats.org/officeDocument/2006/relationships/slideMaster" Target="slideMasters/slideMaster35.xml"/><Relationship Id="rId37" Type="http://schemas.openxmlformats.org/officeDocument/2006/relationships/slideMaster" Target="slideMasters/slideMaster36.xml"/><Relationship Id="rId38" Type="http://schemas.openxmlformats.org/officeDocument/2006/relationships/slideMaster" Target="slideMasters/slideMaster37.xml"/><Relationship Id="rId39" Type="http://schemas.openxmlformats.org/officeDocument/2006/relationships/slideMaster" Target="slideMasters/slideMaster38.xml"/><Relationship Id="rId40" Type="http://schemas.openxmlformats.org/officeDocument/2006/relationships/slideMaster" Target="slideMasters/slideMaster39.xml"/><Relationship Id="rId41" Type="http://schemas.openxmlformats.org/officeDocument/2006/relationships/slideMaster" Target="slideMasters/slideMaster40.xml"/><Relationship Id="rId42" Type="http://schemas.openxmlformats.org/officeDocument/2006/relationships/slideMaster" Target="slideMasters/slideMaster41.xml"/><Relationship Id="rId43" Type="http://schemas.openxmlformats.org/officeDocument/2006/relationships/slideMaster" Target="slideMasters/slideMaster42.xml"/><Relationship Id="rId44" Type="http://schemas.openxmlformats.org/officeDocument/2006/relationships/slideMaster" Target="slideMasters/slideMaster43.xml"/><Relationship Id="rId45" Type="http://schemas.openxmlformats.org/officeDocument/2006/relationships/slideMaster" Target="slideMasters/slideMaster44.xml"/><Relationship Id="rId46" Type="http://schemas.openxmlformats.org/officeDocument/2006/relationships/slideMaster" Target="slideMasters/slideMaster45.xml"/><Relationship Id="rId47" Type="http://schemas.openxmlformats.org/officeDocument/2006/relationships/slideMaster" Target="slideMasters/slideMaster46.xml"/><Relationship Id="rId48" Type="http://schemas.openxmlformats.org/officeDocument/2006/relationships/slideMaster" Target="slideMasters/slideMaster47.xml"/><Relationship Id="rId49" Type="http://schemas.openxmlformats.org/officeDocument/2006/relationships/slideMaster" Target="slideMasters/slideMaster48.xml"/><Relationship Id="rId50" Type="http://schemas.openxmlformats.org/officeDocument/2006/relationships/slideMaster" Target="slideMasters/slideMaster49.xml"/><Relationship Id="rId51" Type="http://schemas.openxmlformats.org/officeDocument/2006/relationships/slideMaster" Target="slideMasters/slideMaster50.xml"/><Relationship Id="rId52" Type="http://schemas.openxmlformats.org/officeDocument/2006/relationships/slide" Target="slides/slide1.xml"/><Relationship Id="rId53" Type="http://schemas.openxmlformats.org/officeDocument/2006/relationships/slide" Target="slides/slide2.xml"/><Relationship Id="rId54" Type="http://schemas.openxmlformats.org/officeDocument/2006/relationships/slide" Target="slides/slide3.xml"/><Relationship Id="rId55" Type="http://schemas.openxmlformats.org/officeDocument/2006/relationships/slide" Target="slides/slide4.xml"/><Relationship Id="rId56" Type="http://schemas.openxmlformats.org/officeDocument/2006/relationships/slide" Target="slides/slide5.xml"/><Relationship Id="rId57" Type="http://schemas.openxmlformats.org/officeDocument/2006/relationships/slide" Target="slides/slide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19.xml"/><Relationship Id="rId71" Type="http://schemas.openxmlformats.org/officeDocument/2006/relationships/slide" Target="slides/slide20.xml"/><Relationship Id="rId72" Type="http://schemas.openxmlformats.org/officeDocument/2006/relationships/slide" Target="slides/slide21.xml"/><Relationship Id="rId73" Type="http://schemas.openxmlformats.org/officeDocument/2006/relationships/slide" Target="slides/slide22.xml"/><Relationship Id="rId74" Type="http://schemas.openxmlformats.org/officeDocument/2006/relationships/slide" Target="slides/slide23.xml"/><Relationship Id="rId75" Type="http://schemas.openxmlformats.org/officeDocument/2006/relationships/slide" Target="slides/slide24.xml"/><Relationship Id="rId76" Type="http://schemas.openxmlformats.org/officeDocument/2006/relationships/slide" Target="slides/slide25.xml"/><Relationship Id="rId77" Type="http://schemas.openxmlformats.org/officeDocument/2006/relationships/slide" Target="slides/slide26.xml"/><Relationship Id="rId78" Type="http://schemas.openxmlformats.org/officeDocument/2006/relationships/slide" Target="slides/slide27.xml"/><Relationship Id="rId79" Type="http://schemas.openxmlformats.org/officeDocument/2006/relationships/slide" Target="slides/slide28.xml"/><Relationship Id="rId80" Type="http://schemas.openxmlformats.org/officeDocument/2006/relationships/slide" Target="slides/slide29.xml"/><Relationship Id="rId81" Type="http://schemas.openxmlformats.org/officeDocument/2006/relationships/slide" Target="slides/slide30.xml"/><Relationship Id="rId82" Type="http://schemas.openxmlformats.org/officeDocument/2006/relationships/slide" Target="slides/slide31.xml"/><Relationship Id="rId83" Type="http://schemas.openxmlformats.org/officeDocument/2006/relationships/slide" Target="slides/slide32.xml"/><Relationship Id="rId84" Type="http://schemas.openxmlformats.org/officeDocument/2006/relationships/slide" Target="slides/slide33.xml"/><Relationship Id="rId85" Type="http://schemas.openxmlformats.org/officeDocument/2006/relationships/slide" Target="slides/slide34.xml"/><Relationship Id="rId86" Type="http://schemas.openxmlformats.org/officeDocument/2006/relationships/slide" Target="slides/slide35.xml"/><Relationship Id="rId87" Type="http://schemas.openxmlformats.org/officeDocument/2006/relationships/slide" Target="slides/slide36.xml"/><Relationship Id="rId88" Type="http://schemas.openxmlformats.org/officeDocument/2006/relationships/slide" Target="slides/slide37.xml"/><Relationship Id="rId89" Type="http://schemas.openxmlformats.org/officeDocument/2006/relationships/slide" Target="slides/slide38.xml"/><Relationship Id="rId90" Type="http://schemas.openxmlformats.org/officeDocument/2006/relationships/slide" Target="slides/slide39.xml"/><Relationship Id="rId91" Type="http://schemas.openxmlformats.org/officeDocument/2006/relationships/slide" Target="slides/slide40.xml"/><Relationship Id="rId92" Type="http://schemas.openxmlformats.org/officeDocument/2006/relationships/slide" Target="slides/slide41.xml"/><Relationship Id="rId93" Type="http://schemas.openxmlformats.org/officeDocument/2006/relationships/slide" Target="slides/slide42.xml"/><Relationship Id="rId94" Type="http://schemas.openxmlformats.org/officeDocument/2006/relationships/slide" Target="slides/slide43.xml"/><Relationship Id="rId95" Type="http://schemas.openxmlformats.org/officeDocument/2006/relationships/slide" Target="slides/slide44.xml"/><Relationship Id="rId96" Type="http://schemas.openxmlformats.org/officeDocument/2006/relationships/slide" Target="slides/slide45.xml"/><Relationship Id="rId97" Type="http://schemas.openxmlformats.org/officeDocument/2006/relationships/slide" Target="slides/slide46.xml"/><Relationship Id="rId98" Type="http://schemas.openxmlformats.org/officeDocument/2006/relationships/slide" Target="slides/slide47.xml"/><Relationship Id="rId99" Type="http://schemas.openxmlformats.org/officeDocument/2006/relationships/slide" Target="slides/slide48.xml"/><Relationship Id="rId100" Type="http://schemas.openxmlformats.org/officeDocument/2006/relationships/slide" Target="slides/slide49.xml"/><Relationship Id="rId101" Type="http://schemas.openxmlformats.org/officeDocument/2006/relationships/slide" Target="slides/slide50.xml"/><Relationship Id="rId102" Type="http://schemas.openxmlformats.org/officeDocument/2006/relationships/slide" Target="slides/slide51.xml"/><Relationship Id="rId103" Type="http://schemas.openxmlformats.org/officeDocument/2006/relationships/slide" Target="slides/slide52.xml"/><Relationship Id="rId104" Type="http://schemas.openxmlformats.org/officeDocument/2006/relationships/slide" Target="slides/slide53.xml"/><Relationship Id="rId105" Type="http://schemas.openxmlformats.org/officeDocument/2006/relationships/slide" Target="slides/slide54.xml"/><Relationship Id="rId106" Type="http://schemas.openxmlformats.org/officeDocument/2006/relationships/slide" Target="slides/slide55.xml"/><Relationship Id="rId107"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216377440347072"/>
          <c:y val="0.0483746461960717"/>
          <c:w val="0.590130151843818"/>
          <c:h val="0.930611544729394"/>
        </c:manualLayout>
      </c:layout>
      <c:doughnutChart>
        <c:varyColors val="1"/>
        <c:ser>
          <c:idx val="0"/>
          <c:order val="0"/>
          <c:tx>
            <c:strRef>
              <c:f>label 0</c:f>
              <c:strCache>
                <c:ptCount val="1"/>
                <c:pt idx="0">
                  <c:v>Sales</c:v>
                </c:pt>
              </c:strCache>
            </c:strRef>
          </c:tx>
          <c:spPr>
            <a:solidFill>
              <a:srgbClr val="6e84a6"/>
            </a:solidFill>
            <a:ln w="0">
              <a:noFill/>
            </a:ln>
          </c:spPr>
          <c:explosion val="0"/>
          <c:dPt>
            <c:idx val="0"/>
            <c:spPr>
              <a:gradFill>
                <a:gsLst>
                  <a:gs pos="87000">
                    <a:srgbClr val="ff0000"/>
                  </a:gs>
                  <a:gs pos="100000">
                    <a:srgbClr val="b2244c"/>
                  </a:gs>
                </a:gsLst>
                <a:lin ang="10800000"/>
              </a:gradFill>
              <a:ln w="19080">
                <a:noFill/>
              </a:ln>
            </c:spPr>
          </c:dPt>
          <c:dPt>
            <c:idx val="1"/>
            <c:spPr>
              <a:solidFill>
                <a:srgbClr val="242e3d"/>
              </a:solidFill>
              <a:ln w="19080">
                <a:noFill/>
              </a:ln>
            </c:spPr>
          </c:dPt>
          <c:dLbls>
            <c:dLbl>
              <c:idx val="0"/>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dLbl>
              <c:idx val="1"/>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showLeaderLines val="1"/>
          </c:dLbls>
          <c:cat>
            <c:strRef>
              <c:f>categories</c:f>
              <c:strCache>
                <c:ptCount val="2"/>
                <c:pt idx="0">
                  <c:v>1st Qtr</c:v>
                </c:pt>
                <c:pt idx="1">
                  <c:v>2nd Qtr</c:v>
                </c:pt>
              </c:strCache>
            </c:strRef>
          </c:cat>
          <c:val>
            <c:numRef>
              <c:f>0</c:f>
              <c:numCache>
                <c:formatCode>0%</c:formatCode>
                <c:ptCount val="2"/>
                <c:pt idx="0">
                  <c:v>0.8</c:v>
                </c:pt>
                <c:pt idx="1">
                  <c:v>0.2</c:v>
                </c:pt>
              </c:numCache>
            </c:numRef>
          </c:val>
        </c:ser>
        <c:firstSliceAng val="0"/>
        <c:holeSize val="50"/>
      </c:doughnutChart>
      <c:spPr>
        <a:noFill/>
        <a:ln w="0">
          <a:noFill/>
        </a:ln>
      </c:spPr>
    </c:plotArea>
    <c:plotVisOnly val="1"/>
    <c:dispBlanksAs val="gap"/>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doughnutChart>
        <c:varyColors val="1"/>
        <c:ser>
          <c:idx val="0"/>
          <c:order val="0"/>
          <c:tx>
            <c:strRef>
              <c:f>label 0</c:f>
              <c:strCache>
                <c:ptCount val="1"/>
                <c:pt idx="0">
                  <c:v>Sales</c:v>
                </c:pt>
              </c:strCache>
            </c:strRef>
          </c:tx>
          <c:spPr>
            <a:solidFill>
              <a:srgbClr val="6e84a6"/>
            </a:solidFill>
            <a:ln w="0">
              <a:noFill/>
            </a:ln>
          </c:spPr>
          <c:explosion val="0"/>
          <c:dPt>
            <c:idx val="0"/>
            <c:spPr>
              <a:gradFill>
                <a:gsLst>
                  <a:gs pos="100000">
                    <a:srgbClr val="ff0000"/>
                  </a:gs>
                  <a:gs pos="100000">
                    <a:srgbClr val="1f67db"/>
                  </a:gs>
                </a:gsLst>
                <a:lin ang="10800000"/>
              </a:gradFill>
              <a:ln w="19080">
                <a:noFill/>
              </a:ln>
            </c:spPr>
          </c:dPt>
          <c:dPt>
            <c:idx val="1"/>
            <c:spPr>
              <a:solidFill>
                <a:srgbClr val="344156"/>
              </a:solidFill>
              <a:ln w="19080">
                <a:noFill/>
              </a:ln>
            </c:spPr>
          </c:dPt>
          <c:dLbls>
            <c:dLbl>
              <c:idx val="0"/>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dLbl>
              <c:idx val="1"/>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showLeaderLines val="1"/>
          </c:dLbls>
          <c:cat>
            <c:strRef>
              <c:f>categories</c:f>
              <c:strCache>
                <c:ptCount val="2"/>
                <c:pt idx="0">
                  <c:v>1st Qtr</c:v>
                </c:pt>
                <c:pt idx="1">
                  <c:v>2nd Qtr</c:v>
                </c:pt>
              </c:strCache>
            </c:strRef>
          </c:cat>
          <c:val>
            <c:numRef>
              <c:f>0</c:f>
              <c:numCache>
                <c:formatCode>0%</c:formatCode>
                <c:ptCount val="2"/>
                <c:pt idx="0">
                  <c:v>0.3</c:v>
                </c:pt>
                <c:pt idx="1">
                  <c:v>0.7</c:v>
                </c:pt>
              </c:numCache>
            </c:numRef>
          </c:val>
        </c:ser>
        <c:firstSliceAng val="0"/>
        <c:holeSize val="50"/>
      </c:doughnutChart>
      <c:spPr>
        <a:noFill/>
        <a:ln w="0">
          <a:noFill/>
        </a:ln>
      </c:spPr>
    </c:plotArea>
    <c:plotVisOnly val="1"/>
    <c:dispBlanksAs val="gap"/>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doughnutChart>
        <c:varyColors val="1"/>
        <c:ser>
          <c:idx val="0"/>
          <c:order val="0"/>
          <c:tx>
            <c:strRef>
              <c:f>label 0</c:f>
              <c:strCache>
                <c:ptCount val="1"/>
                <c:pt idx="0">
                  <c:v>Sales</c:v>
                </c:pt>
              </c:strCache>
            </c:strRef>
          </c:tx>
          <c:spPr>
            <a:solidFill>
              <a:srgbClr val="6e84a6"/>
            </a:solidFill>
            <a:ln w="0">
              <a:noFill/>
            </a:ln>
          </c:spPr>
          <c:explosion val="0"/>
          <c:dPt>
            <c:idx val="0"/>
            <c:spPr>
              <a:gradFill>
                <a:gsLst>
                  <a:gs pos="100000">
                    <a:srgbClr val="ff0000"/>
                  </a:gs>
                  <a:gs pos="100000">
                    <a:srgbClr val="1f67db"/>
                  </a:gs>
                </a:gsLst>
                <a:lin ang="10800000"/>
              </a:gradFill>
              <a:ln w="19080">
                <a:noFill/>
              </a:ln>
            </c:spPr>
          </c:dPt>
          <c:dPt>
            <c:idx val="1"/>
            <c:spPr>
              <a:solidFill>
                <a:srgbClr val="344156"/>
              </a:solidFill>
              <a:ln w="19080">
                <a:noFill/>
              </a:ln>
            </c:spPr>
          </c:dPt>
          <c:dLbls>
            <c:dLbl>
              <c:idx val="0"/>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dLbl>
              <c:idx val="1"/>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showLeaderLines val="1"/>
          </c:dLbls>
          <c:cat>
            <c:strRef>
              <c:f>categories</c:f>
              <c:strCache>
                <c:ptCount val="2"/>
                <c:pt idx="0">
                  <c:v>1st Qtr</c:v>
                </c:pt>
                <c:pt idx="1">
                  <c:v>2nd Qtr</c:v>
                </c:pt>
              </c:strCache>
            </c:strRef>
          </c:cat>
          <c:val>
            <c:numRef>
              <c:f>0</c:f>
              <c:numCache>
                <c:formatCode>0%</c:formatCode>
                <c:ptCount val="2"/>
                <c:pt idx="0">
                  <c:v>0.65</c:v>
                </c:pt>
                <c:pt idx="1">
                  <c:v>0.35</c:v>
                </c:pt>
              </c:numCache>
            </c:numRef>
          </c:val>
        </c:ser>
        <c:firstSliceAng val="0"/>
        <c:holeSize val="50"/>
      </c:doughnutChart>
      <c:spPr>
        <a:noFill/>
        <a:ln w="0">
          <a:noFill/>
        </a:ln>
      </c:spPr>
    </c:plotArea>
    <c:plotVisOnly val="1"/>
    <c:dispBlanksAs val="gap"/>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doughnutChart>
        <c:varyColors val="1"/>
        <c:ser>
          <c:idx val="0"/>
          <c:order val="0"/>
          <c:tx>
            <c:strRef>
              <c:f>label 0</c:f>
              <c:strCache>
                <c:ptCount val="1"/>
                <c:pt idx="0">
                  <c:v>Sales</c:v>
                </c:pt>
              </c:strCache>
            </c:strRef>
          </c:tx>
          <c:spPr>
            <a:solidFill>
              <a:srgbClr val="6e84a6"/>
            </a:solidFill>
            <a:ln w="0">
              <a:noFill/>
            </a:ln>
          </c:spPr>
          <c:explosion val="0"/>
          <c:dPt>
            <c:idx val="0"/>
            <c:spPr>
              <a:gradFill>
                <a:gsLst>
                  <a:gs pos="100000">
                    <a:srgbClr val="ff0000"/>
                  </a:gs>
                  <a:gs pos="100000">
                    <a:srgbClr val="1f67db"/>
                  </a:gs>
                </a:gsLst>
                <a:lin ang="10800000"/>
              </a:gradFill>
              <a:ln w="19080">
                <a:noFill/>
              </a:ln>
            </c:spPr>
          </c:dPt>
          <c:dPt>
            <c:idx val="1"/>
            <c:spPr>
              <a:solidFill>
                <a:srgbClr val="344156"/>
              </a:solidFill>
              <a:ln w="19080">
                <a:noFill/>
              </a:ln>
            </c:spPr>
          </c:dPt>
          <c:dLbls>
            <c:dLbl>
              <c:idx val="0"/>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dLbl>
              <c:idx val="1"/>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showLeaderLines val="1"/>
          </c:dLbls>
          <c:cat>
            <c:strRef>
              <c:f>categories</c:f>
              <c:strCache>
                <c:ptCount val="2"/>
                <c:pt idx="0">
                  <c:v>1st Qtr</c:v>
                </c:pt>
                <c:pt idx="1">
                  <c:v>2nd Qtr</c:v>
                </c:pt>
              </c:strCache>
            </c:strRef>
          </c:cat>
          <c:val>
            <c:numRef>
              <c:f>0</c:f>
              <c:numCache>
                <c:formatCode>0%</c:formatCode>
                <c:ptCount val="2"/>
                <c:pt idx="0">
                  <c:v>0.65</c:v>
                </c:pt>
                <c:pt idx="1">
                  <c:v>0.35</c:v>
                </c:pt>
              </c:numCache>
            </c:numRef>
          </c:val>
        </c:ser>
        <c:firstSliceAng val="0"/>
        <c:holeSize val="50"/>
      </c:doughnutChart>
      <c:spPr>
        <a:noFill/>
        <a:ln w="0">
          <a:noFill/>
        </a:ln>
      </c:spPr>
    </c:plotArea>
    <c:plotVisOnly val="1"/>
    <c:dispBlanksAs val="gap"/>
  </c:chart>
  <c:spPr>
    <a:noFill/>
    <a:ln w="0">
      <a:noFill/>
    </a:ln>
  </c:spPr>
</c:chartSpace>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6.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7.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8.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9.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0.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2.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4.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5.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6.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37.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38.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0.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2.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3.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5.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6.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7.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8.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0.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çılış TR">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2">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2">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3">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4">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_2">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9">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Yazı+Fotoğraf_9">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anış TR">
    <p:spTree>
      <p:nvGrpSpPr>
        <p:cNvPr id="1" name=""/>
        <p:cNvGrpSpPr/>
        <p:nvPr/>
      </p:nvGrpSpPr>
      <p:grpSpPr>
        <a:xfrm>
          <a:off x="0" y="0"/>
          <a:ext cx="0" cy="0"/>
          <a:chOff x="0" y="0"/>
          <a:chExt cx="0" cy="0"/>
        </a:xfrm>
      </p:grpSpPr>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9">
    <p:spTree>
      <p:nvGrpSpPr>
        <p:cNvPr id="1" name=""/>
        <p:cNvGrpSpPr/>
        <p:nvPr/>
      </p:nvGrpSpPr>
      <p:grpSpPr>
        <a:xfrm>
          <a:off x="0" y="0"/>
          <a:ext cx="0" cy="0"/>
          <a:chOff x="0" y="0"/>
          <a:chExt cx="0" cy="0"/>
        </a:xfrm>
      </p:grpSpPr>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8">
    <p:spTree>
      <p:nvGrpSpPr>
        <p:cNvPr id="1" name=""/>
        <p:cNvGrpSpPr/>
        <p:nvPr/>
      </p:nvGrpSpPr>
      <p:grpSpPr>
        <a:xfrm>
          <a:off x="0" y="0"/>
          <a:ext cx="0" cy="0"/>
          <a:chOff x="0" y="0"/>
          <a:chExt cx="0" cy="0"/>
        </a:xfrm>
      </p:grpSpPr>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peratör">
    <p:spTree>
      <p:nvGrpSpPr>
        <p:cNvPr id="1" name=""/>
        <p:cNvGrpSpPr/>
        <p:nvPr/>
      </p:nvGrpSpPr>
      <p:grpSpPr>
        <a:xfrm>
          <a:off x="0" y="0"/>
          <a:ext cx="0" cy="0"/>
          <a:chOff x="0" y="0"/>
          <a:chExt cx="0" cy="0"/>
        </a:xfrm>
      </p:grpSpPr>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8">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_3">
    <p:spTree>
      <p:nvGrpSpPr>
        <p:cNvPr id="1" name=""/>
        <p:cNvGrpSpPr/>
        <p:nvPr/>
      </p:nvGrpSpPr>
      <p:grpSpPr>
        <a:xfrm>
          <a:off x="0" y="0"/>
          <a:ext cx="0" cy="0"/>
          <a:chOff x="0" y="0"/>
          <a:chExt cx="0" cy="0"/>
        </a:xfrm>
      </p:grpSpPr>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7">
    <p:spTree>
      <p:nvGrpSpPr>
        <p:cNvPr id="1" name=""/>
        <p:cNvGrpSpPr/>
        <p:nvPr/>
      </p:nvGrpSpPr>
      <p:grpSpPr>
        <a:xfrm>
          <a:off x="0" y="0"/>
          <a:ext cx="0" cy="0"/>
          <a:chOff x="0" y="0"/>
          <a:chExt cx="0" cy="0"/>
        </a:xfrm>
      </p:grpSpPr>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7">
    <p:spTree>
      <p:nvGrpSpPr>
        <p:cNvPr id="1" name=""/>
        <p:cNvGrpSpPr/>
        <p:nvPr/>
      </p:nvGrpSpPr>
      <p:grpSpPr>
        <a:xfrm>
          <a:off x="0" y="0"/>
          <a:ext cx="0" cy="0"/>
          <a:chOff x="0" y="0"/>
          <a:chExt cx="0" cy="0"/>
        </a:xfrm>
      </p:grpSpPr>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6">
    <p:spTree>
      <p:nvGrpSpPr>
        <p:cNvPr id="1" name=""/>
        <p:cNvGrpSpPr/>
        <p:nvPr/>
      </p:nvGrpSpPr>
      <p:grpSpPr>
        <a:xfrm>
          <a:off x="0" y="0"/>
          <a:ext cx="0" cy="0"/>
          <a:chOff x="0" y="0"/>
          <a:chExt cx="0" cy="0"/>
        </a:xfrm>
      </p:grpSpPr>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6">
    <p:spTree>
      <p:nvGrpSpPr>
        <p:cNvPr id="1" name=""/>
        <p:cNvGrpSpPr/>
        <p:nvPr/>
      </p:nvGrpSpPr>
      <p:grpSpPr>
        <a:xfrm>
          <a:off x="0" y="0"/>
          <a:ext cx="0" cy="0"/>
          <a:chOff x="0" y="0"/>
          <a:chExt cx="0" cy="0"/>
        </a:xfrm>
      </p:grpSpPr>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anış I Arz Ederim">
    <p:spTree>
      <p:nvGrpSpPr>
        <p:cNvPr id="1" name=""/>
        <p:cNvGrpSpPr/>
        <p:nvPr/>
      </p:nvGrpSpPr>
      <p:grpSpPr>
        <a:xfrm>
          <a:off x="0" y="0"/>
          <a:ext cx="0" cy="0"/>
          <a:chOff x="0" y="0"/>
          <a:chExt cx="0" cy="0"/>
        </a:xfrm>
      </p:grpSpPr>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Yazı_3">
    <p:spTree>
      <p:nvGrpSpPr>
        <p:cNvPr id="1" name=""/>
        <p:cNvGrpSpPr/>
        <p:nvPr/>
      </p:nvGrpSpPr>
      <p:grpSpPr>
        <a:xfrm>
          <a:off x="0" y="0"/>
          <a:ext cx="0" cy="0"/>
          <a:chOff x="0" y="0"/>
          <a:chExt cx="0" cy="0"/>
        </a:xfrm>
      </p:grpSpPr>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Yazı_2">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5">
    <p:spTree>
      <p:nvGrpSpPr>
        <p:cNvPr id="1" name=""/>
        <p:cNvGrpSpPr/>
        <p:nvPr/>
      </p:nvGrpSpPr>
      <p:grpSpPr>
        <a:xfrm>
          <a:off x="0" y="0"/>
          <a:ext cx="0" cy="0"/>
          <a:chOff x="0" y="0"/>
          <a:chExt cx="0" cy="0"/>
        </a:xfrm>
      </p:grpSpPr>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ideo+Yazı">
    <p:spTree>
      <p:nvGrpSpPr>
        <p:cNvPr id="1" name=""/>
        <p:cNvGrpSpPr/>
        <p:nvPr/>
      </p:nvGrpSpPr>
      <p:grpSpPr>
        <a:xfrm>
          <a:off x="0" y="0"/>
          <a:ext cx="0" cy="0"/>
          <a:chOff x="0" y="0"/>
          <a:chExt cx="0" cy="0"/>
        </a:xfrm>
      </p:grpSpPr>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çılış ENG">
    <p:spTree>
      <p:nvGrpSpPr>
        <p:cNvPr id="1" name=""/>
        <p:cNvGrpSpPr/>
        <p:nvPr/>
      </p:nvGrpSpPr>
      <p:grpSpPr>
        <a:xfrm>
          <a:off x="0" y="0"/>
          <a:ext cx="0" cy="0"/>
          <a:chOff x="0" y="0"/>
          <a:chExt cx="0" cy="0"/>
        </a:xfrm>
      </p:grpSpPr>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anış ENG">
    <p:spTree>
      <p:nvGrpSpPr>
        <p:cNvPr id="1" name=""/>
        <p:cNvGrpSpPr/>
        <p:nvPr/>
      </p:nvGrpSpPr>
      <p:grpSpPr>
        <a:xfrm>
          <a:off x="0" y="0"/>
          <a:ext cx="0" cy="0"/>
          <a:chOff x="0" y="0"/>
          <a:chExt cx="0" cy="0"/>
        </a:xfrm>
      </p:grpSpPr>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fik">
    <p:spTree>
      <p:nvGrpSpPr>
        <p:cNvPr id="1" name=""/>
        <p:cNvGrpSpPr/>
        <p:nvPr/>
      </p:nvGrpSpPr>
      <p:grpSpPr>
        <a:xfrm>
          <a:off x="0" y="0"/>
          <a:ext cx="0" cy="0"/>
          <a:chOff x="0" y="0"/>
          <a:chExt cx="0" cy="0"/>
        </a:xfrm>
      </p:grpSpPr>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fik_2">
    <p:spTree>
      <p:nvGrpSpPr>
        <p:cNvPr id="1" name=""/>
        <p:cNvGrpSpPr/>
        <p:nvPr/>
      </p:nvGrpSpPr>
      <p:grpSpPr>
        <a:xfrm>
          <a:off x="0" y="0"/>
          <a:ext cx="0" cy="0"/>
          <a:chOff x="0" y="0"/>
          <a:chExt cx="0" cy="0"/>
        </a:xfrm>
      </p:grpSpPr>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fik_3">
    <p:spTree>
      <p:nvGrpSpPr>
        <p:cNvPr id="1" name=""/>
        <p:cNvGrpSpPr/>
        <p:nvPr/>
      </p:nvGrpSpPr>
      <p:grpSpPr>
        <a:xfrm>
          <a:off x="0" y="0"/>
          <a:ext cx="0" cy="0"/>
          <a:chOff x="0" y="0"/>
          <a:chExt cx="0" cy="0"/>
        </a:xfrm>
      </p:grpSpPr>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fik_4">
    <p:spTree>
      <p:nvGrpSpPr>
        <p:cNvPr id="1" name=""/>
        <p:cNvGrpSpPr/>
        <p:nvPr/>
      </p:nvGrpSpPr>
      <p:grpSpPr>
        <a:xfrm>
          <a:off x="0" y="0"/>
          <a:ext cx="0" cy="0"/>
          <a:chOff x="0" y="0"/>
          <a:chExt cx="0" cy="0"/>
        </a:xfrm>
      </p:grpSpPr>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
    <p:spTree>
      <p:nvGrpSpPr>
        <p:cNvPr id="1" name=""/>
        <p:cNvGrpSpPr/>
        <p:nvPr/>
      </p:nvGrpSpPr>
      <p:grpSpPr>
        <a:xfrm>
          <a:off x="0" y="0"/>
          <a:ext cx="0" cy="0"/>
          <a:chOff x="0" y="0"/>
          <a:chExt cx="0" cy="0"/>
        </a:xfrm>
      </p:grpSpPr>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
    <p:spTree>
      <p:nvGrpSpPr>
        <p:cNvPr id="1" name=""/>
        <p:cNvGrpSpPr/>
        <p:nvPr/>
      </p:nvGrpSpPr>
      <p:grpSpPr>
        <a:xfrm>
          <a:off x="0" y="0"/>
          <a:ext cx="0" cy="0"/>
          <a:chOff x="0" y="0"/>
          <a:chExt cx="0" cy="0"/>
        </a:xfrm>
      </p:grpSpPr>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
    <p:spTree>
      <p:nvGrpSpPr>
        <p:cNvPr id="1" name=""/>
        <p:cNvGrpSpPr/>
        <p:nvPr/>
      </p:nvGrpSpPr>
      <p:grpSpPr>
        <a:xfrm>
          <a:off x="0" y="0"/>
          <a:ext cx="0" cy="0"/>
          <a:chOff x="0" y="0"/>
          <a:chExt cx="0" cy="0"/>
        </a:xfrm>
      </p:grpSpPr>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
    <p:spTree>
      <p:nvGrpSpPr>
        <p:cNvPr id="1" name=""/>
        <p:cNvGrpSpPr/>
        <p:nvPr/>
      </p:nvGrpSpPr>
      <p:grpSpPr>
        <a:xfrm>
          <a:off x="0" y="0"/>
          <a:ext cx="0" cy="0"/>
          <a:chOff x="0" y="0"/>
          <a:chExt cx="0" cy="0"/>
        </a:xfrm>
      </p:grpSpPr>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
    <p:spTree>
      <p:nvGrpSpPr>
        <p:cNvPr id="1" name=""/>
        <p:cNvGrpSpPr/>
        <p:nvPr/>
      </p:nvGrpSpPr>
      <p:grpSpPr>
        <a:xfrm>
          <a:off x="0" y="0"/>
          <a:ext cx="0" cy="0"/>
          <a:chOff x="0" y="0"/>
          <a:chExt cx="0" cy="0"/>
        </a:xfrm>
      </p:grpSpPr>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
    <p:spTree>
      <p:nvGrpSpPr>
        <p:cNvPr id="1" name=""/>
        <p:cNvGrpSpPr/>
        <p:nvPr/>
      </p:nvGrpSpPr>
      <p:grpSpPr>
        <a:xfrm>
          <a:off x="0" y="0"/>
          <a:ext cx="0" cy="0"/>
          <a:chOff x="0" y="0"/>
          <a:chExt cx="0" cy="0"/>
        </a:xfrm>
      </p:grpSpPr>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
    <p:spTree>
      <p:nvGrpSpPr>
        <p:cNvPr id="1" name=""/>
        <p:cNvGrpSpPr/>
        <p:nvPr/>
      </p:nvGrpSpPr>
      <p:grpSpPr>
        <a:xfrm>
          <a:off x="0" y="0"/>
          <a:ext cx="0" cy="0"/>
          <a:chOff x="0" y="0"/>
          <a:chExt cx="0" cy="0"/>
        </a:xfrm>
      </p:grpSpPr>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08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8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0176291A-E874-4029-88C0-205F477C38D3}"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
    <p:spTree>
      <p:nvGrpSpPr>
        <p:cNvPr id="1" name=""/>
        <p:cNvGrpSpPr/>
        <p:nvPr/>
      </p:nvGrpSpPr>
      <p:grpSpPr>
        <a:xfrm>
          <a:off x="0" y="0"/>
          <a:ext cx="0" cy="0"/>
          <a:chOff x="0" y="0"/>
          <a:chExt cx="0" cy="0"/>
        </a:xfrm>
      </p:grpSpPr>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
    <p:spTree>
      <p:nvGrpSpPr>
        <p:cNvPr id="1" name=""/>
        <p:cNvGrpSpPr/>
        <p:nvPr/>
      </p:nvGrpSpPr>
      <p:grpSpPr>
        <a:xfrm>
          <a:off x="0" y="0"/>
          <a:ext cx="0" cy="0"/>
          <a:chOff x="0" y="0"/>
          <a:chExt cx="0" cy="0"/>
        </a:xfrm>
      </p:grpSpPr>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
    <p:spTree>
      <p:nvGrpSpPr>
        <p:cNvPr id="1" name=""/>
        <p:cNvGrpSpPr/>
        <p:nvPr/>
      </p:nvGrpSpPr>
      <p:grpSpPr>
        <a:xfrm>
          <a:off x="0" y="0"/>
          <a:ext cx="0" cy="0"/>
          <a:chOff x="0" y="0"/>
          <a:chExt cx="0" cy="0"/>
        </a:xfrm>
      </p:grpSpPr>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
    <p:spTree>
      <p:nvGrpSpPr>
        <p:cNvPr id="1" name=""/>
        <p:cNvGrpSpPr/>
        <p:nvPr/>
      </p:nvGrpSpPr>
      <p:grpSpPr>
        <a:xfrm>
          <a:off x="0" y="0"/>
          <a:ext cx="0" cy="0"/>
          <a:chOff x="0" y="0"/>
          <a:chExt cx="0" cy="0"/>
        </a:xfrm>
      </p:grpSpPr>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_">
    <p:spTree>
      <p:nvGrpSpPr>
        <p:cNvPr id="1" name=""/>
        <p:cNvGrpSpPr/>
        <p:nvPr/>
      </p:nvGrpSpPr>
      <p:grpSpPr>
        <a:xfrm>
          <a:off x="0" y="0"/>
          <a:ext cx="0" cy="0"/>
          <a:chOff x="0" y="0"/>
          <a:chExt cx="0" cy="0"/>
        </a:xfrm>
      </p:grpSpPr>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__">
    <p:spTree>
      <p:nvGrpSpPr>
        <p:cNvPr id="1" name=""/>
        <p:cNvGrpSpPr/>
        <p:nvPr/>
      </p:nvGrpSpPr>
      <p:grpSpPr>
        <a:xfrm>
          <a:off x="0" y="0"/>
          <a:ext cx="0" cy="0"/>
          <a:chOff x="0" y="0"/>
          <a:chExt cx="0" cy="0"/>
        </a:xfrm>
      </p:grpSpPr>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___">
    <p:spTree>
      <p:nvGrpSpPr>
        <p:cNvPr id="1" name=""/>
        <p:cNvGrpSpPr/>
        <p:nvPr/>
      </p:nvGrpSpPr>
      <p:grpSpPr>
        <a:xfrm>
          <a:off x="0" y="0"/>
          <a:ext cx="0" cy="0"/>
          <a:chOff x="0" y="0"/>
          <a:chExt cx="0" cy="0"/>
        </a:xfrm>
      </p:grpSpPr>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____">
    <p:spTree>
      <p:nvGrpSpPr>
        <p:cNvPr id="1" name=""/>
        <p:cNvGrpSpPr/>
        <p:nvPr/>
      </p:nvGrpSpPr>
      <p:grpSpPr>
        <a:xfrm>
          <a:off x="0" y="0"/>
          <a:ext cx="0" cy="0"/>
          <a:chOff x="0" y="0"/>
          <a:chExt cx="0" cy="0"/>
        </a:xfrm>
      </p:grpSpPr>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_____">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1.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png"/><Relationship Id="rId3"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image" Target="../media/image1.png"/><Relationship Id="rId3"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image" Target="../media/image3.png"/><Relationship Id="rId3"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25.xml"/><Relationship Id="rId2" Type="http://schemas.openxmlformats.org/officeDocument/2006/relationships/slideLayout" Target="../slideLayouts/slideLayout25.xml"/>
</Relationships>
</file>

<file path=ppt/slideMasters/_rels/slideMaster26.xml.rels><?xml version="1.0" encoding="UTF-8"?>
<Relationships xmlns="http://schemas.openxmlformats.org/package/2006/relationships"><Relationship Id="rId1" Type="http://schemas.openxmlformats.org/officeDocument/2006/relationships/theme" Target="../theme/theme26.xml"/><Relationship Id="rId2" Type="http://schemas.openxmlformats.org/officeDocument/2006/relationships/slideLayout" Target="../slideLayouts/slideLayout26.xml"/>
</Relationships>
</file>

<file path=ppt/slideMasters/_rels/slideMaster27.xml.rels><?xml version="1.0" encoding="UTF-8"?>
<Relationships xmlns="http://schemas.openxmlformats.org/package/2006/relationships"><Relationship Id="rId1" Type="http://schemas.openxmlformats.org/officeDocument/2006/relationships/theme" Target="../theme/theme27.xml"/><Relationship Id="rId2" Type="http://schemas.openxmlformats.org/officeDocument/2006/relationships/slideLayout" Target="../slideLayouts/slideLayout27.xml"/>
</Relationships>
</file>

<file path=ppt/slideMasters/_rels/slideMaster28.xml.rels><?xml version="1.0" encoding="UTF-8"?>
<Relationships xmlns="http://schemas.openxmlformats.org/package/2006/relationships"><Relationship Id="rId1" Type="http://schemas.openxmlformats.org/officeDocument/2006/relationships/theme" Target="../theme/theme28.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1.png"/><Relationship Id="rId5" Type="http://schemas.openxmlformats.org/officeDocument/2006/relationships/image" Target="../media/image1.png"/><Relationship Id="rId6" Type="http://schemas.openxmlformats.org/officeDocument/2006/relationships/image" Target="../media/image4.png"/><Relationship Id="rId7" Type="http://schemas.openxmlformats.org/officeDocument/2006/relationships/slideLayout" Target="../slideLayouts/slideLayout28.xml"/>
</Relationships>
</file>

<file path=ppt/slideMasters/_rels/slideMaster29.xml.rels><?xml version="1.0" encoding="UTF-8"?>
<Relationships xmlns="http://schemas.openxmlformats.org/package/2006/relationships"><Relationship Id="rId1" Type="http://schemas.openxmlformats.org/officeDocument/2006/relationships/theme" Target="../theme/theme29.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slideLayout" Target="../slideLayouts/slideLayout29.xml"/>
</Relationships>
</file>

<file path=ppt/slideMasters/_rels/slideMaster30.xml.rels><?xml version="1.0" encoding="UTF-8"?>
<Relationships xmlns="http://schemas.openxmlformats.org/package/2006/relationships"><Relationship Id="rId1" Type="http://schemas.openxmlformats.org/officeDocument/2006/relationships/theme" Target="../theme/theme30.xml"/><Relationship Id="rId2" Type="http://schemas.openxmlformats.org/officeDocument/2006/relationships/chart" Target="../charts/chart1.xml"/><Relationship Id="rId3" Type="http://schemas.openxmlformats.org/officeDocument/2006/relationships/slideLayout" Target="../slideLayouts/slideLayout30.xml"/>
</Relationships>
</file>

<file path=ppt/slideMasters/_rels/slideMaster31.xml.rels><?xml version="1.0" encoding="UTF-8"?>
<Relationships xmlns="http://schemas.openxmlformats.org/package/2006/relationships"><Relationship Id="rId1" Type="http://schemas.openxmlformats.org/officeDocument/2006/relationships/theme" Target="../theme/theme31.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slideLayout" Target="../slideLayouts/slideLayout31.xml"/>
</Relationships>
</file>

<file path=ppt/slideMasters/_rels/slideMaster32.xml.rels><?xml version="1.0" encoding="UTF-8"?>
<Relationships xmlns="http://schemas.openxmlformats.org/package/2006/relationships"><Relationship Id="rId1" Type="http://schemas.openxmlformats.org/officeDocument/2006/relationships/theme" Target="../theme/theme32.xml"/><Relationship Id="rId2" Type="http://schemas.openxmlformats.org/officeDocument/2006/relationships/slideLayout" Target="../slideLayouts/slideLayout32.xml"/>
</Relationships>
</file>

<file path=ppt/slideMasters/_rels/slideMaster33.xml.rels><?xml version="1.0" encoding="UTF-8"?>
<Relationships xmlns="http://schemas.openxmlformats.org/package/2006/relationships"><Relationship Id="rId1" Type="http://schemas.openxmlformats.org/officeDocument/2006/relationships/theme" Target="../theme/theme33.xml"/><Relationship Id="rId2" Type="http://schemas.openxmlformats.org/officeDocument/2006/relationships/slideLayout" Target="../slideLayouts/slideLayout33.xml"/>
</Relationships>
</file>

<file path=ppt/slideMasters/_rels/slideMaster34.xml.rels><?xml version="1.0" encoding="UTF-8"?>
<Relationships xmlns="http://schemas.openxmlformats.org/package/2006/relationships"><Relationship Id="rId1" Type="http://schemas.openxmlformats.org/officeDocument/2006/relationships/theme" Target="../theme/theme34.xml"/><Relationship Id="rId2" Type="http://schemas.openxmlformats.org/officeDocument/2006/relationships/slideLayout" Target="../slideLayouts/slideLayout34.xml"/>
</Relationships>
</file>

<file path=ppt/slideMasters/_rels/slideMaster35.xml.rels><?xml version="1.0" encoding="UTF-8"?>
<Relationships xmlns="http://schemas.openxmlformats.org/package/2006/relationships"><Relationship Id="rId1" Type="http://schemas.openxmlformats.org/officeDocument/2006/relationships/theme" Target="../theme/theme35.xml"/><Relationship Id="rId2" Type="http://schemas.openxmlformats.org/officeDocument/2006/relationships/slideLayout" Target="../slideLayouts/slideLayout35.xml"/>
</Relationships>
</file>

<file path=ppt/slideMasters/_rels/slideMaster36.xml.rels><?xml version="1.0" encoding="UTF-8"?>
<Relationships xmlns="http://schemas.openxmlformats.org/package/2006/relationships"><Relationship Id="rId1" Type="http://schemas.openxmlformats.org/officeDocument/2006/relationships/theme" Target="../theme/theme36.xml"/><Relationship Id="rId2" Type="http://schemas.openxmlformats.org/officeDocument/2006/relationships/slideLayout" Target="../slideLayouts/slideLayout36.xml"/>
</Relationships>
</file>

<file path=ppt/slideMasters/_rels/slideMaster37.xml.rels><?xml version="1.0" encoding="UTF-8"?>
<Relationships xmlns="http://schemas.openxmlformats.org/package/2006/relationships"><Relationship Id="rId1" Type="http://schemas.openxmlformats.org/officeDocument/2006/relationships/theme" Target="../theme/theme37.xml"/><Relationship Id="rId2" Type="http://schemas.openxmlformats.org/officeDocument/2006/relationships/slideLayout" Target="../slideLayouts/slideLayout37.xml"/>
</Relationships>
</file>

<file path=ppt/slideMasters/_rels/slideMaster38.xml.rels><?xml version="1.0" encoding="UTF-8"?>
<Relationships xmlns="http://schemas.openxmlformats.org/package/2006/relationships"><Relationship Id="rId1" Type="http://schemas.openxmlformats.org/officeDocument/2006/relationships/theme" Target="../theme/theme38.xml"/><Relationship Id="rId2" Type="http://schemas.openxmlformats.org/officeDocument/2006/relationships/slideLayout" Target="../slideLayouts/slideLayout38.xml"/>
</Relationships>
</file>

<file path=ppt/slideMasters/_rels/slideMaster39.xml.rels><?xml version="1.0" encoding="UTF-8"?>
<Relationships xmlns="http://schemas.openxmlformats.org/package/2006/relationships"><Relationship Id="rId1" Type="http://schemas.openxmlformats.org/officeDocument/2006/relationships/theme" Target="../theme/theme39.xml"/><Relationship Id="rId2" Type="http://schemas.openxmlformats.org/officeDocument/2006/relationships/slideLayout" Target="../slideLayouts/slideLayout39.xml"/>
</Relationships>
</file>

<file path=ppt/slideMasters/_rels/slideMaster40.xml.rels><?xml version="1.0" encoding="UTF-8"?>
<Relationships xmlns="http://schemas.openxmlformats.org/package/2006/relationships"><Relationship Id="rId1" Type="http://schemas.openxmlformats.org/officeDocument/2006/relationships/theme" Target="../theme/theme40.xml"/><Relationship Id="rId2" Type="http://schemas.openxmlformats.org/officeDocument/2006/relationships/slideLayout" Target="../slideLayouts/slideLayout40.xml"/>
</Relationships>
</file>

<file path=ppt/slideMasters/_rels/slideMaster41.xml.rels><?xml version="1.0" encoding="UTF-8"?>
<Relationships xmlns="http://schemas.openxmlformats.org/package/2006/relationships"><Relationship Id="rId1" Type="http://schemas.openxmlformats.org/officeDocument/2006/relationships/theme" Target="../theme/theme41.xml"/><Relationship Id="rId2" Type="http://schemas.openxmlformats.org/officeDocument/2006/relationships/image" Target="../media/image5.png"/><Relationship Id="rId3" Type="http://schemas.openxmlformats.org/officeDocument/2006/relationships/slideLayout" Target="../slideLayouts/slideLayout41.xml"/>
</Relationships>
</file>

<file path=ppt/slideMasters/_rels/slideMaster42.xml.rels><?xml version="1.0" encoding="UTF-8"?>
<Relationships xmlns="http://schemas.openxmlformats.org/package/2006/relationships"><Relationship Id="rId1" Type="http://schemas.openxmlformats.org/officeDocument/2006/relationships/theme" Target="../theme/theme42.xml"/><Relationship Id="rId2" Type="http://schemas.openxmlformats.org/officeDocument/2006/relationships/slideLayout" Target="../slideLayouts/slideLayout42.xml"/>
</Relationships>
</file>

<file path=ppt/slideMasters/_rels/slideMaster43.xml.rels><?xml version="1.0" encoding="UTF-8"?>
<Relationships xmlns="http://schemas.openxmlformats.org/package/2006/relationships"><Relationship Id="rId1" Type="http://schemas.openxmlformats.org/officeDocument/2006/relationships/theme" Target="../theme/theme43.xml"/><Relationship Id="rId2" Type="http://schemas.openxmlformats.org/officeDocument/2006/relationships/slideLayout" Target="../slideLayouts/slideLayout43.xml"/>
</Relationships>
</file>

<file path=ppt/slideMasters/_rels/slideMaster44.xml.rels><?xml version="1.0" encoding="UTF-8"?>
<Relationships xmlns="http://schemas.openxmlformats.org/package/2006/relationships"><Relationship Id="rId1" Type="http://schemas.openxmlformats.org/officeDocument/2006/relationships/theme" Target="../theme/theme44.xml"/><Relationship Id="rId2" Type="http://schemas.openxmlformats.org/officeDocument/2006/relationships/slideLayout" Target="../slideLayouts/slideLayout44.xml"/>
</Relationships>
</file>

<file path=ppt/slideMasters/_rels/slideMaster45.xml.rels><?xml version="1.0" encoding="UTF-8"?>
<Relationships xmlns="http://schemas.openxmlformats.org/package/2006/relationships"><Relationship Id="rId1" Type="http://schemas.openxmlformats.org/officeDocument/2006/relationships/theme" Target="../theme/theme45.xml"/><Relationship Id="rId2" Type="http://schemas.openxmlformats.org/officeDocument/2006/relationships/slideLayout" Target="../slideLayouts/slideLayout45.xml"/>
</Relationships>
</file>

<file path=ppt/slideMasters/_rels/slideMaster46.xml.rels><?xml version="1.0" encoding="UTF-8"?>
<Relationships xmlns="http://schemas.openxmlformats.org/package/2006/relationships"><Relationship Id="rId1" Type="http://schemas.openxmlformats.org/officeDocument/2006/relationships/theme" Target="../theme/theme46.xml"/><Relationship Id="rId2" Type="http://schemas.openxmlformats.org/officeDocument/2006/relationships/slideLayout" Target="../slideLayouts/slideLayout46.xml"/>
</Relationships>
</file>

<file path=ppt/slideMasters/_rels/slideMaster47.xml.rels><?xml version="1.0" encoding="UTF-8"?>
<Relationships xmlns="http://schemas.openxmlformats.org/package/2006/relationships"><Relationship Id="rId1" Type="http://schemas.openxmlformats.org/officeDocument/2006/relationships/theme" Target="../theme/theme47.xml"/><Relationship Id="rId2" Type="http://schemas.openxmlformats.org/officeDocument/2006/relationships/slideLayout" Target="../slideLayouts/slideLayout47.xml"/>
</Relationships>
</file>

<file path=ppt/slideMasters/_rels/slideMaster48.xml.rels><?xml version="1.0" encoding="UTF-8"?>
<Relationships xmlns="http://schemas.openxmlformats.org/package/2006/relationships"><Relationship Id="rId1" Type="http://schemas.openxmlformats.org/officeDocument/2006/relationships/theme" Target="../theme/theme48.xml"/><Relationship Id="rId2" Type="http://schemas.openxmlformats.org/officeDocument/2006/relationships/slideLayout" Target="../slideLayouts/slideLayout48.xml"/>
</Relationships>
</file>

<file path=ppt/slideMasters/_rels/slideMaster49.xml.rels><?xml version="1.0" encoding="UTF-8"?>
<Relationships xmlns="http://schemas.openxmlformats.org/package/2006/relationships"><Relationship Id="rId1" Type="http://schemas.openxmlformats.org/officeDocument/2006/relationships/theme" Target="../theme/theme49.xml"/><Relationship Id="rId2" Type="http://schemas.openxmlformats.org/officeDocument/2006/relationships/slideLayout" Target="../slideLayouts/slideLayout49.xml"/>
</Relationships>
</file>

<file path=ppt/slideMasters/_rels/slideMaster50.xml.rels><?xml version="1.0" encoding="UTF-8"?>
<Relationships xmlns="http://schemas.openxmlformats.org/package/2006/relationships"><Relationship Id="rId1" Type="http://schemas.openxmlformats.org/officeDocument/2006/relationships/theme" Target="../theme/theme50.xml"/><Relationship Id="rId2" Type="http://schemas.openxmlformats.org/officeDocument/2006/relationships/slideLayout" Target="../slideLayouts/slideLayout5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22F1C526-3692-4518-B6A8-66A3851CFD10}"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 name="Grey_unpressed"/>
          <p:cNvSpPr/>
          <p:nvPr/>
        </p:nvSpPr>
        <p:spPr>
          <a:xfrm>
            <a:off x="2833920" y="2727720"/>
            <a:ext cx="6462720" cy="1510560"/>
          </a:xfrm>
          <a:custGeom>
            <a:avLst/>
            <a:gdLst>
              <a:gd name="textAreaLeft" fmla="*/ 0 w 6462720"/>
              <a:gd name="textAreaRight" fmla="*/ 6474600 w 6462720"/>
              <a:gd name="textAreaTop" fmla="*/ 0 h 1510560"/>
              <a:gd name="textAreaBottom" fmla="*/ 1522440 h 151056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 name="TextBox 4"/>
          <p:cNvSpPr/>
          <p:nvPr/>
        </p:nvSpPr>
        <p:spPr>
          <a:xfrm>
            <a:off x="7392960" y="6313680"/>
            <a:ext cx="5699160" cy="394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tr-TR" sz="1000" spc="-1" strike="noStrike">
                <a:solidFill>
                  <a:srgbClr val="ffffff"/>
                </a:solidFill>
                <a:latin typeface="Arial"/>
                <a:ea typeface="SF Pro Display"/>
              </a:rPr>
              <a:t>Bu belgenin içeriği HAVELSAN’ın mülkiyetindedir. HAVELSAN’ın izni olmadan bu</a:t>
            </a:r>
            <a:endParaRPr b="0" lang="en-US" sz="1000" spc="-1" strike="noStrike">
              <a:solidFill>
                <a:srgbClr val="ffffff"/>
              </a:solidFill>
              <a:latin typeface="Arial"/>
            </a:endParaRPr>
          </a:p>
          <a:p>
            <a:pPr defTabSz="914400">
              <a:lnSpc>
                <a:spcPct val="100000"/>
              </a:lnSpc>
              <a:tabLst>
                <a:tab algn="l" pos="0"/>
              </a:tabLst>
            </a:pPr>
            <a:r>
              <a:rPr b="0" lang="tr-TR" sz="1000" spc="-1" strike="noStrike">
                <a:solidFill>
                  <a:srgbClr val="ffffff"/>
                </a:solidFill>
                <a:latin typeface="Arial"/>
                <a:ea typeface="SF Pro Display"/>
              </a:rPr>
              <a:t> </a:t>
            </a:r>
            <a:r>
              <a:rPr b="0" lang="tr-TR" sz="1000" spc="-1" strike="noStrike">
                <a:solidFill>
                  <a:srgbClr val="ffffff"/>
                </a:solidFill>
                <a:latin typeface="Arial"/>
                <a:ea typeface="SF Pro Display"/>
              </a:rPr>
              <a:t>belgenin tamamını veya bir kısmını bir başkasına kopyalamak ve vermek yasaktır.</a:t>
            </a:r>
            <a:endParaRPr b="0" lang="en-US" sz="1000" spc="-1" strike="noStrike">
              <a:solidFill>
                <a:srgbClr val="ffffff"/>
              </a:solidFill>
              <a:latin typeface="Arial"/>
            </a:endParaRPr>
          </a:p>
        </p:txBody>
      </p:sp>
      <p:sp>
        <p:nvSpPr>
          <p:cNvPr id="4" name="Freeform 6"/>
          <p:cNvSpPr/>
          <p:nvPr/>
        </p:nvSpPr>
        <p:spPr>
          <a:xfrm>
            <a:off x="2435040" y="2589840"/>
            <a:ext cx="2428200" cy="2603160"/>
          </a:xfrm>
          <a:custGeom>
            <a:avLst/>
            <a:gdLst>
              <a:gd name="textAreaLeft" fmla="*/ 0 w 2428200"/>
              <a:gd name="textAreaRight" fmla="*/ 2440080 w 2428200"/>
              <a:gd name="textAreaTop" fmla="*/ 0 h 2603160"/>
              <a:gd name="textAreaBottom" fmla="*/ 2615040 h 260316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5" name="Oval 7"/>
          <p:cNvSpPr/>
          <p:nvPr/>
        </p:nvSpPr>
        <p:spPr>
          <a:xfrm>
            <a:off x="3103920" y="3080520"/>
            <a:ext cx="974880" cy="9748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6" name="Group 8"/>
          <p:cNvGrpSpPr/>
          <p:nvPr/>
        </p:nvGrpSpPr>
        <p:grpSpPr>
          <a:xfrm>
            <a:off x="4008600" y="3031920"/>
            <a:ext cx="4113000" cy="902160"/>
            <a:chOff x="4008600" y="3031920"/>
            <a:chExt cx="4113000" cy="902160"/>
          </a:xfrm>
        </p:grpSpPr>
        <p:pic>
          <p:nvPicPr>
            <p:cNvPr id="7" name="Picture 9" descr=""/>
            <p:cNvPicPr/>
            <p:nvPr/>
          </p:nvPicPr>
          <p:blipFill>
            <a:blip r:embed="rId2"/>
            <a:srcRect l="24312" t="0" r="0" b="0"/>
            <a:stretch/>
          </p:blipFill>
          <p:spPr>
            <a:xfrm>
              <a:off x="4994640" y="3031920"/>
              <a:ext cx="3126960" cy="853560"/>
            </a:xfrm>
            <a:prstGeom prst="rect">
              <a:avLst/>
            </a:prstGeom>
            <a:ln w="0">
              <a:noFill/>
            </a:ln>
          </p:spPr>
        </p:pic>
        <p:pic>
          <p:nvPicPr>
            <p:cNvPr id="8" name="Picture 10" descr=""/>
            <p:cNvPicPr/>
            <p:nvPr/>
          </p:nvPicPr>
          <p:blipFill>
            <a:blip r:embed="rId3"/>
            <a:srcRect l="0" t="0" r="76760" b="0"/>
            <a:stretch/>
          </p:blipFill>
          <p:spPr>
            <a:xfrm>
              <a:off x="4008600" y="3080520"/>
              <a:ext cx="951840" cy="853560"/>
            </a:xfrm>
            <a:prstGeom prst="rect">
              <a:avLst/>
            </a:prstGeom>
            <a:ln w="0">
              <a:noFill/>
            </a:ln>
          </p:spPr>
        </p:pic>
      </p:grpSp>
      <p:sp>
        <p:nvSpPr>
          <p:cNvPr id="9" name="Rectangle 12"/>
          <p:cNvSpPr/>
          <p:nvPr/>
        </p:nvSpPr>
        <p:spPr>
          <a:xfrm>
            <a:off x="11271960" y="256320"/>
            <a:ext cx="671760" cy="48384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10" name="Group 19"/>
          <p:cNvGrpSpPr/>
          <p:nvPr/>
        </p:nvGrpSpPr>
        <p:grpSpPr>
          <a:xfrm>
            <a:off x="1717560" y="6498720"/>
            <a:ext cx="896040" cy="189360"/>
            <a:chOff x="1717560" y="6498720"/>
            <a:chExt cx="896040" cy="189360"/>
          </a:xfrm>
        </p:grpSpPr>
        <p:pic>
          <p:nvPicPr>
            <p:cNvPr id="11" name="Picture 20" descr=""/>
            <p:cNvPicPr/>
            <p:nvPr/>
          </p:nvPicPr>
          <p:blipFill>
            <a:blip r:embed="rId4"/>
            <a:srcRect l="24312" t="0" r="0" b="0"/>
            <a:stretch/>
          </p:blipFill>
          <p:spPr>
            <a:xfrm>
              <a:off x="1934640" y="6498720"/>
              <a:ext cx="678960" cy="178560"/>
            </a:xfrm>
            <a:prstGeom prst="rect">
              <a:avLst/>
            </a:prstGeom>
            <a:ln w="0">
              <a:noFill/>
            </a:ln>
          </p:spPr>
        </p:pic>
        <p:pic>
          <p:nvPicPr>
            <p:cNvPr id="12" name="Picture 21" descr=""/>
            <p:cNvPicPr/>
            <p:nvPr/>
          </p:nvPicPr>
          <p:blipFill>
            <a:blip r:embed="rId5"/>
            <a:srcRect l="0" t="0" r="76760" b="0"/>
            <a:stretch/>
          </p:blipFill>
          <p:spPr>
            <a:xfrm>
              <a:off x="1717560" y="6509520"/>
              <a:ext cx="200160" cy="178560"/>
            </a:xfrm>
            <a:prstGeom prst="rect">
              <a:avLst/>
            </a:prstGeom>
            <a:ln w="0">
              <a:noFill/>
            </a:ln>
          </p:spPr>
        </p:pic>
      </p:grpSp>
      <p:pic>
        <p:nvPicPr>
          <p:cNvPr id="13" name="Picture 22" descr=""/>
          <p:cNvPicPr/>
          <p:nvPr/>
        </p:nvPicPr>
        <p:blipFill>
          <a:blip r:embed="rId6"/>
          <a:stretch/>
        </p:blipFill>
        <p:spPr>
          <a:xfrm>
            <a:off x="169560" y="6469200"/>
            <a:ext cx="1324080" cy="248040"/>
          </a:xfrm>
          <a:prstGeom prst="rect">
            <a:avLst/>
          </a:prstGeom>
          <a:ln w="0">
            <a:noFill/>
          </a:ln>
        </p:spPr>
      </p:pic>
      <p:sp>
        <p:nvSpPr>
          <p:cNvPr id="14" name="TextBox 23"/>
          <p:cNvSpPr/>
          <p:nvPr/>
        </p:nvSpPr>
        <p:spPr>
          <a:xfrm>
            <a:off x="1585440" y="64987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15" name="TextBox 24"/>
          <p:cNvSpPr/>
          <p:nvPr/>
        </p:nvSpPr>
        <p:spPr>
          <a:xfrm>
            <a:off x="1585440" y="645480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16" name="TextBox 25"/>
          <p:cNvSpPr/>
          <p:nvPr/>
        </p:nvSpPr>
        <p:spPr>
          <a:xfrm>
            <a:off x="1585440" y="65095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a:t>
            </a:r>
            <a:r>
              <a:rPr b="0" lang="en-US" sz="4400" spc="-1" strike="noStrike">
                <a:solidFill>
                  <a:srgbClr val="ffffff"/>
                </a:solidFill>
                <a:latin typeface="Arial"/>
              </a:rPr>
              <a:t>to </a:t>
            </a:r>
            <a:r>
              <a:rPr b="0" lang="en-US" sz="4400" spc="-1" strike="noStrike">
                <a:solidFill>
                  <a:srgbClr val="ffffff"/>
                </a:solidFill>
                <a:latin typeface="Arial"/>
              </a:rPr>
              <a:t>edit </a:t>
            </a:r>
            <a:r>
              <a:rPr b="0" lang="en-US" sz="4400" spc="-1" strike="noStrike">
                <a:solidFill>
                  <a:srgbClr val="ffffff"/>
                </a:solidFill>
                <a:latin typeface="Arial"/>
              </a:rPr>
              <a:t>the </a:t>
            </a:r>
            <a:r>
              <a:rPr b="0" lang="en-US" sz="4400" spc="-1" strike="noStrike">
                <a:solidFill>
                  <a:srgbClr val="ffffff"/>
                </a:solidFill>
                <a:latin typeface="Arial"/>
              </a:rPr>
              <a:t>title </a:t>
            </a:r>
            <a:r>
              <a:rPr b="0" lang="en-US" sz="4400" spc="-1" strike="noStrike">
                <a:solidFill>
                  <a:srgbClr val="ffffff"/>
                </a:solidFill>
                <a:latin typeface="Arial"/>
              </a:rPr>
              <a:t>text </a:t>
            </a:r>
            <a:r>
              <a:rPr b="0" lang="en-US" sz="4400" spc="-1" strike="noStrike">
                <a:solidFill>
                  <a:srgbClr val="ffffff"/>
                </a:solidFill>
                <a:latin typeface="Arial"/>
              </a:rPr>
              <a:t>form</a:t>
            </a:r>
            <a:r>
              <a:rPr b="0" lang="en-US" sz="4400" spc="-1" strike="noStrike">
                <a:solidFill>
                  <a:srgbClr val="ffffff"/>
                </a:solidFill>
                <a:latin typeface="Arial"/>
              </a:rPr>
              <a:t>at</a:t>
            </a:r>
            <a:endParaRPr b="0" lang="en-US" sz="4400" spc="-1" strike="noStrike">
              <a:solidFill>
                <a:srgbClr val="ffffff"/>
              </a:solidFill>
              <a:latin typeface="Arial"/>
            </a:endParaRPr>
          </a:p>
        </p:txBody>
      </p:sp>
      <p:sp>
        <p:nvSpPr>
          <p:cNvPr id="1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649" r:id="rId7"/>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9"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1DF0451-97F7-408A-96E7-8492CD4ECEB6}"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1" name="Freeform 6"/>
          <p:cNvSpPr/>
          <p:nvPr/>
        </p:nvSpPr>
        <p:spPr>
          <a:xfrm>
            <a:off x="2395440" y="1946160"/>
            <a:ext cx="1342080" cy="3699720"/>
          </a:xfrm>
          <a:custGeom>
            <a:avLst/>
            <a:gdLst>
              <a:gd name="textAreaLeft" fmla="*/ 0 w 1342080"/>
              <a:gd name="textAreaRight" fmla="*/ 1353960 w 1342080"/>
              <a:gd name="textAreaTop" fmla="*/ 0 h 3699720"/>
              <a:gd name="textAreaBottom" fmla="*/ 3711600 h 3699720"/>
            </a:gdLst>
            <a:ahLst/>
            <a:rect l="textAreaLeft" t="textAreaTop" r="textAreaRight" b="textAreaBottom"/>
            <a:pathLst>
              <a:path w="356" h="974">
                <a:moveTo>
                  <a:pt x="174" y="972"/>
                </a:moveTo>
                <a:cubicBezTo>
                  <a:pt x="274" y="974"/>
                  <a:pt x="356" y="891"/>
                  <a:pt x="356" y="791"/>
                </a:cubicBezTo>
                <a:cubicBezTo>
                  <a:pt x="356" y="182"/>
                  <a:pt x="356" y="182"/>
                  <a:pt x="356" y="182"/>
                </a:cubicBezTo>
                <a:cubicBezTo>
                  <a:pt x="356" y="85"/>
                  <a:pt x="278" y="3"/>
                  <a:pt x="181" y="1"/>
                </a:cubicBezTo>
                <a:cubicBezTo>
                  <a:pt x="82" y="0"/>
                  <a:pt x="0" y="80"/>
                  <a:pt x="0" y="179"/>
                </a:cubicBezTo>
                <a:cubicBezTo>
                  <a:pt x="0" y="795"/>
                  <a:pt x="0" y="795"/>
                  <a:pt x="0" y="795"/>
                </a:cubicBezTo>
                <a:cubicBezTo>
                  <a:pt x="0" y="892"/>
                  <a:pt x="78" y="970"/>
                  <a:pt x="174" y="972"/>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2" name="Freeform 7"/>
          <p:cNvSpPr/>
          <p:nvPr/>
        </p:nvSpPr>
        <p:spPr>
          <a:xfrm>
            <a:off x="4432320" y="1946160"/>
            <a:ext cx="1349280" cy="3699720"/>
          </a:xfrm>
          <a:custGeom>
            <a:avLst/>
            <a:gdLst>
              <a:gd name="textAreaLeft" fmla="*/ 0 w 1349280"/>
              <a:gd name="textAreaRight" fmla="*/ 1361160 w 1349280"/>
              <a:gd name="textAreaTop" fmla="*/ 0 h 3699720"/>
              <a:gd name="textAreaBottom" fmla="*/ 3711600 h 3699720"/>
            </a:gdLst>
            <a:ahLst/>
            <a:rect l="textAreaLeft" t="textAreaTop" r="textAreaRight" b="textAreaBottom"/>
            <a:pathLst>
              <a:path w="355" h="974">
                <a:moveTo>
                  <a:pt x="174" y="972"/>
                </a:moveTo>
                <a:cubicBezTo>
                  <a:pt x="274" y="974"/>
                  <a:pt x="355" y="891"/>
                  <a:pt x="355" y="791"/>
                </a:cubicBezTo>
                <a:cubicBezTo>
                  <a:pt x="355" y="182"/>
                  <a:pt x="355" y="182"/>
                  <a:pt x="355" y="182"/>
                </a:cubicBezTo>
                <a:cubicBezTo>
                  <a:pt x="355" y="85"/>
                  <a:pt x="278" y="3"/>
                  <a:pt x="181" y="1"/>
                </a:cubicBezTo>
                <a:cubicBezTo>
                  <a:pt x="81" y="0"/>
                  <a:pt x="0" y="80"/>
                  <a:pt x="0" y="179"/>
                </a:cubicBezTo>
                <a:cubicBezTo>
                  <a:pt x="0" y="795"/>
                  <a:pt x="0" y="795"/>
                  <a:pt x="0" y="795"/>
                </a:cubicBezTo>
                <a:cubicBezTo>
                  <a:pt x="0" y="892"/>
                  <a:pt x="78" y="970"/>
                  <a:pt x="174" y="972"/>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3" name="Freeform 8"/>
          <p:cNvSpPr/>
          <p:nvPr/>
        </p:nvSpPr>
        <p:spPr>
          <a:xfrm>
            <a:off x="8443800" y="1946160"/>
            <a:ext cx="1340640" cy="3699720"/>
          </a:xfrm>
          <a:custGeom>
            <a:avLst/>
            <a:gdLst>
              <a:gd name="textAreaLeft" fmla="*/ 0 w 1340640"/>
              <a:gd name="textAreaRight" fmla="*/ 1352520 w 1340640"/>
              <a:gd name="textAreaTop" fmla="*/ 0 h 3699720"/>
              <a:gd name="textAreaBottom" fmla="*/ 3711600 h 3699720"/>
            </a:gdLst>
            <a:ahLst/>
            <a:rect l="textAreaLeft" t="textAreaTop" r="textAreaRight" b="textAreaBottom"/>
            <a:pathLst>
              <a:path w="355" h="974">
                <a:moveTo>
                  <a:pt x="174" y="972"/>
                </a:moveTo>
                <a:cubicBezTo>
                  <a:pt x="274" y="974"/>
                  <a:pt x="355" y="891"/>
                  <a:pt x="355" y="791"/>
                </a:cubicBezTo>
                <a:cubicBezTo>
                  <a:pt x="355" y="182"/>
                  <a:pt x="355" y="182"/>
                  <a:pt x="355" y="182"/>
                </a:cubicBezTo>
                <a:cubicBezTo>
                  <a:pt x="355" y="85"/>
                  <a:pt x="278" y="3"/>
                  <a:pt x="181" y="1"/>
                </a:cubicBezTo>
                <a:cubicBezTo>
                  <a:pt x="81" y="0"/>
                  <a:pt x="0" y="80"/>
                  <a:pt x="0" y="179"/>
                </a:cubicBezTo>
                <a:cubicBezTo>
                  <a:pt x="0" y="795"/>
                  <a:pt x="0" y="795"/>
                  <a:pt x="0" y="795"/>
                </a:cubicBezTo>
                <a:cubicBezTo>
                  <a:pt x="0" y="892"/>
                  <a:pt x="78" y="970"/>
                  <a:pt x="174" y="972"/>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4" name="Freeform 9"/>
          <p:cNvSpPr/>
          <p:nvPr/>
        </p:nvSpPr>
        <p:spPr>
          <a:xfrm>
            <a:off x="6396840" y="1946160"/>
            <a:ext cx="1350720" cy="3699720"/>
          </a:xfrm>
          <a:custGeom>
            <a:avLst/>
            <a:gdLst>
              <a:gd name="textAreaLeft" fmla="*/ 0 w 1350720"/>
              <a:gd name="textAreaRight" fmla="*/ 1362600 w 1350720"/>
              <a:gd name="textAreaTop" fmla="*/ 0 h 3699720"/>
              <a:gd name="textAreaBottom" fmla="*/ 3711600 h 3699720"/>
            </a:gdLst>
            <a:ahLst/>
            <a:rect l="textAreaLeft" t="textAreaTop" r="textAreaRight" b="textAreaBottom"/>
            <a:pathLst>
              <a:path w="355" h="974">
                <a:moveTo>
                  <a:pt x="174" y="972"/>
                </a:moveTo>
                <a:cubicBezTo>
                  <a:pt x="274" y="974"/>
                  <a:pt x="355" y="891"/>
                  <a:pt x="355" y="791"/>
                </a:cubicBezTo>
                <a:cubicBezTo>
                  <a:pt x="355" y="182"/>
                  <a:pt x="355" y="182"/>
                  <a:pt x="355" y="182"/>
                </a:cubicBezTo>
                <a:cubicBezTo>
                  <a:pt x="355" y="85"/>
                  <a:pt x="278" y="3"/>
                  <a:pt x="181" y="1"/>
                </a:cubicBezTo>
                <a:cubicBezTo>
                  <a:pt x="81" y="0"/>
                  <a:pt x="0" y="80"/>
                  <a:pt x="0" y="179"/>
                </a:cubicBezTo>
                <a:cubicBezTo>
                  <a:pt x="0" y="795"/>
                  <a:pt x="0" y="795"/>
                  <a:pt x="0" y="795"/>
                </a:cubicBezTo>
                <a:cubicBezTo>
                  <a:pt x="0" y="892"/>
                  <a:pt x="78" y="970"/>
                  <a:pt x="174" y="972"/>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5" name="Rectangle 18"/>
          <p:cNvSpPr/>
          <p:nvPr/>
        </p:nvSpPr>
        <p:spPr>
          <a:xfrm rot="16200000">
            <a:off x="2796480" y="3226680"/>
            <a:ext cx="573120" cy="289440"/>
          </a:xfrm>
          <a:prstGeom prst="rect">
            <a:avLst/>
          </a:prstGeom>
          <a:noFill/>
          <a:ln w="0">
            <a:noFill/>
          </a:ln>
        </p:spPr>
        <p:style>
          <a:lnRef idx="0"/>
          <a:fillRef idx="0"/>
          <a:effectRef idx="0"/>
          <a:fontRef idx="minor"/>
        </p:style>
        <p:txBody>
          <a:bodyPr numCol="1" spcCol="0" wrap="none" lIns="0" rIns="0" tIns="0" bIns="0" anchor="t">
            <a:spAutoFit/>
          </a:bodyPr>
          <a:p>
            <a:pPr defTabSz="914400">
              <a:lnSpc>
                <a:spcPct val="100000"/>
              </a:lnSpc>
              <a:tabLst>
                <a:tab algn="l" pos="0"/>
              </a:tabLst>
            </a:pPr>
            <a:r>
              <a:rPr b="1" lang="tr-TR" sz="1900" spc="-1" strike="noStrike">
                <a:solidFill>
                  <a:schemeClr val="dk2"/>
                </a:solidFill>
                <a:latin typeface="Montserrat"/>
              </a:rPr>
              <a:t>TEXT</a:t>
            </a:r>
            <a:endParaRPr b="0" lang="en-US" sz="1900" spc="-1" strike="noStrike">
              <a:solidFill>
                <a:srgbClr val="ffffff"/>
              </a:solidFill>
              <a:latin typeface="Arial"/>
            </a:endParaRPr>
          </a:p>
        </p:txBody>
      </p:sp>
      <p:sp>
        <p:nvSpPr>
          <p:cNvPr id="26" name="Rectangle 19"/>
          <p:cNvSpPr/>
          <p:nvPr/>
        </p:nvSpPr>
        <p:spPr>
          <a:xfrm rot="16200000">
            <a:off x="4832280" y="4249440"/>
            <a:ext cx="573120" cy="289440"/>
          </a:xfrm>
          <a:prstGeom prst="rect">
            <a:avLst/>
          </a:prstGeom>
          <a:noFill/>
          <a:ln w="0">
            <a:noFill/>
          </a:ln>
        </p:spPr>
        <p:style>
          <a:lnRef idx="0"/>
          <a:fillRef idx="0"/>
          <a:effectRef idx="0"/>
          <a:fontRef idx="minor"/>
        </p:style>
        <p:txBody>
          <a:bodyPr numCol="1" spcCol="0" wrap="none" lIns="0" rIns="0" tIns="0" bIns="0" anchor="t">
            <a:spAutoFit/>
          </a:bodyPr>
          <a:p>
            <a:pPr defTabSz="914400">
              <a:lnSpc>
                <a:spcPct val="100000"/>
              </a:lnSpc>
              <a:tabLst>
                <a:tab algn="l" pos="0"/>
              </a:tabLst>
            </a:pPr>
            <a:r>
              <a:rPr b="1" lang="tr-TR" sz="1900" spc="-1" strike="noStrike">
                <a:solidFill>
                  <a:schemeClr val="dk2"/>
                </a:solidFill>
                <a:latin typeface="Montserrat"/>
              </a:rPr>
              <a:t>TEXT</a:t>
            </a:r>
            <a:endParaRPr b="0" lang="en-US" sz="1900" spc="-1" strike="noStrike">
              <a:solidFill>
                <a:srgbClr val="ffffff"/>
              </a:solidFill>
              <a:latin typeface="Arial"/>
            </a:endParaRPr>
          </a:p>
        </p:txBody>
      </p:sp>
      <p:sp>
        <p:nvSpPr>
          <p:cNvPr id="27" name="Rectangle 20"/>
          <p:cNvSpPr/>
          <p:nvPr/>
        </p:nvSpPr>
        <p:spPr>
          <a:xfrm rot="16200000">
            <a:off x="6807240" y="3250440"/>
            <a:ext cx="573120" cy="289440"/>
          </a:xfrm>
          <a:prstGeom prst="rect">
            <a:avLst/>
          </a:prstGeom>
          <a:noFill/>
          <a:ln w="0">
            <a:noFill/>
          </a:ln>
        </p:spPr>
        <p:style>
          <a:lnRef idx="0"/>
          <a:fillRef idx="0"/>
          <a:effectRef idx="0"/>
          <a:fontRef idx="minor"/>
        </p:style>
        <p:txBody>
          <a:bodyPr numCol="1" spcCol="0" wrap="none" lIns="0" rIns="0" tIns="0" bIns="0" anchor="t">
            <a:spAutoFit/>
          </a:bodyPr>
          <a:p>
            <a:pPr defTabSz="914400">
              <a:lnSpc>
                <a:spcPct val="100000"/>
              </a:lnSpc>
              <a:tabLst>
                <a:tab algn="l" pos="0"/>
              </a:tabLst>
            </a:pPr>
            <a:r>
              <a:rPr b="1" lang="tr-TR" sz="1900" spc="-1" strike="noStrike">
                <a:solidFill>
                  <a:schemeClr val="dk2"/>
                </a:solidFill>
                <a:latin typeface="Montserrat"/>
              </a:rPr>
              <a:t>TEXT</a:t>
            </a:r>
            <a:endParaRPr b="0" lang="en-US" sz="1900" spc="-1" strike="noStrike">
              <a:solidFill>
                <a:srgbClr val="ffffff"/>
              </a:solidFill>
              <a:latin typeface="Arial"/>
            </a:endParaRPr>
          </a:p>
        </p:txBody>
      </p:sp>
      <p:sp>
        <p:nvSpPr>
          <p:cNvPr id="28" name="Rectangle 21"/>
          <p:cNvSpPr/>
          <p:nvPr/>
        </p:nvSpPr>
        <p:spPr>
          <a:xfrm rot="16200000">
            <a:off x="8845560" y="4195800"/>
            <a:ext cx="573120" cy="289440"/>
          </a:xfrm>
          <a:prstGeom prst="rect">
            <a:avLst/>
          </a:prstGeom>
          <a:noFill/>
          <a:ln w="0">
            <a:noFill/>
          </a:ln>
        </p:spPr>
        <p:style>
          <a:lnRef idx="0"/>
          <a:fillRef idx="0"/>
          <a:effectRef idx="0"/>
          <a:fontRef idx="minor"/>
        </p:style>
        <p:txBody>
          <a:bodyPr numCol="1" spcCol="0" wrap="none" lIns="0" rIns="0" tIns="0" bIns="0" anchor="t">
            <a:spAutoFit/>
          </a:bodyPr>
          <a:p>
            <a:pPr defTabSz="914400">
              <a:lnSpc>
                <a:spcPct val="100000"/>
              </a:lnSpc>
              <a:tabLst>
                <a:tab algn="l" pos="0"/>
              </a:tabLst>
            </a:pPr>
            <a:r>
              <a:rPr b="1" lang="tr-TR" sz="1900" spc="-1" strike="noStrike">
                <a:solidFill>
                  <a:schemeClr val="dk2"/>
                </a:solidFill>
                <a:latin typeface="Montserrat"/>
              </a:rPr>
              <a:t>TEXT</a:t>
            </a:r>
            <a:endParaRPr b="0" lang="en-US" sz="1900" spc="-1" strike="noStrike">
              <a:solidFill>
                <a:srgbClr val="ffffff"/>
              </a:solidFill>
              <a:latin typeface="Arial"/>
            </a:endParaRPr>
          </a:p>
        </p:txBody>
      </p:sp>
      <p:sp>
        <p:nvSpPr>
          <p:cNvPr id="29" name="Oval 17"/>
          <p:cNvSpPr/>
          <p:nvPr/>
        </p:nvSpPr>
        <p:spPr>
          <a:xfrm>
            <a:off x="2508840" y="2128320"/>
            <a:ext cx="1092960" cy="10929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0" name="Oval 18"/>
          <p:cNvSpPr/>
          <p:nvPr/>
        </p:nvSpPr>
        <p:spPr>
          <a:xfrm>
            <a:off x="4572000" y="4398840"/>
            <a:ext cx="1092960" cy="10929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1" name="Oval 19"/>
          <p:cNvSpPr/>
          <p:nvPr/>
        </p:nvSpPr>
        <p:spPr>
          <a:xfrm>
            <a:off x="8562240" y="4398840"/>
            <a:ext cx="1092960" cy="10929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2" name="Oval 20"/>
          <p:cNvSpPr/>
          <p:nvPr/>
        </p:nvSpPr>
        <p:spPr>
          <a:xfrm>
            <a:off x="6514920" y="2128320"/>
            <a:ext cx="1092960" cy="10929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3" name="object 384"/>
          <p:cNvSpPr/>
          <p:nvPr/>
        </p:nvSpPr>
        <p:spPr>
          <a:xfrm flipV="1">
            <a:off x="356760" y="670680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4" name="object 4"/>
          <p:cNvSpPr/>
          <p:nvPr/>
        </p:nvSpPr>
        <p:spPr>
          <a:xfrm>
            <a:off x="10477800" y="663120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5" name="object 384"/>
          <p:cNvSpPr/>
          <p:nvPr/>
        </p:nvSpPr>
        <p:spPr>
          <a:xfrm flipV="1" rot="10800000">
            <a:off x="6108120" y="671868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6" name="object 386"/>
          <p:cNvSpPr/>
          <p:nvPr/>
        </p:nvSpPr>
        <p:spPr>
          <a:xfrm>
            <a:off x="5927400" y="651744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7" name="Freeform 29"/>
          <p:cNvSpPr/>
          <p:nvPr/>
        </p:nvSpPr>
        <p:spPr>
          <a:xfrm rot="370200">
            <a:off x="-1738080" y="-1067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38" name="Group 25"/>
          <p:cNvGrpSpPr/>
          <p:nvPr/>
        </p:nvGrpSpPr>
        <p:grpSpPr>
          <a:xfrm>
            <a:off x="559080" y="565200"/>
            <a:ext cx="1467720" cy="43920"/>
            <a:chOff x="559080" y="565200"/>
            <a:chExt cx="1467720" cy="43920"/>
          </a:xfrm>
        </p:grpSpPr>
        <p:sp>
          <p:nvSpPr>
            <p:cNvPr id="39"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0"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1" name="Rectangle 30"/>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2"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3"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2384F37-6C64-4BCF-8D2E-AC52E847199F}"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44" name="Group 4"/>
          <p:cNvGrpSpPr/>
          <p:nvPr/>
        </p:nvGrpSpPr>
        <p:grpSpPr>
          <a:xfrm>
            <a:off x="877320" y="2252880"/>
            <a:ext cx="48600" cy="3377520"/>
            <a:chOff x="877320" y="2252880"/>
            <a:chExt cx="48600" cy="3377520"/>
          </a:xfrm>
        </p:grpSpPr>
        <p:sp>
          <p:nvSpPr>
            <p:cNvPr id="45" name="Freeform 6"/>
            <p:cNvSpPr/>
            <p:nvPr/>
          </p:nvSpPr>
          <p:spPr>
            <a:xfrm>
              <a:off x="877320" y="225756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46" name="Freeform 6"/>
            <p:cNvSpPr/>
            <p:nvPr/>
          </p:nvSpPr>
          <p:spPr>
            <a:xfrm>
              <a:off x="877320" y="225288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7" name="Group 8"/>
          <p:cNvGrpSpPr/>
          <p:nvPr/>
        </p:nvGrpSpPr>
        <p:grpSpPr>
          <a:xfrm>
            <a:off x="3442320" y="2233800"/>
            <a:ext cx="48600" cy="3377880"/>
            <a:chOff x="3442320" y="2233800"/>
            <a:chExt cx="48600" cy="3377880"/>
          </a:xfrm>
        </p:grpSpPr>
        <p:sp>
          <p:nvSpPr>
            <p:cNvPr id="48" name="Freeform 6"/>
            <p:cNvSpPr/>
            <p:nvPr/>
          </p:nvSpPr>
          <p:spPr>
            <a:xfrm>
              <a:off x="3442320" y="223884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49" name="Freeform 6"/>
            <p:cNvSpPr/>
            <p:nvPr/>
          </p:nvSpPr>
          <p:spPr>
            <a:xfrm>
              <a:off x="3442320" y="223380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0" name="Group 11"/>
          <p:cNvGrpSpPr/>
          <p:nvPr/>
        </p:nvGrpSpPr>
        <p:grpSpPr>
          <a:xfrm>
            <a:off x="6006960" y="2252880"/>
            <a:ext cx="48600" cy="3377520"/>
            <a:chOff x="6006960" y="2252880"/>
            <a:chExt cx="48600" cy="3377520"/>
          </a:xfrm>
        </p:grpSpPr>
        <p:sp>
          <p:nvSpPr>
            <p:cNvPr id="51" name="Freeform 6"/>
            <p:cNvSpPr/>
            <p:nvPr/>
          </p:nvSpPr>
          <p:spPr>
            <a:xfrm>
              <a:off x="6006960" y="225756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52" name="Freeform 6"/>
            <p:cNvSpPr/>
            <p:nvPr/>
          </p:nvSpPr>
          <p:spPr>
            <a:xfrm>
              <a:off x="6006960" y="225288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3" name="Group 14"/>
          <p:cNvGrpSpPr/>
          <p:nvPr/>
        </p:nvGrpSpPr>
        <p:grpSpPr>
          <a:xfrm>
            <a:off x="8574480" y="2233800"/>
            <a:ext cx="48600" cy="3377880"/>
            <a:chOff x="8574480" y="2233800"/>
            <a:chExt cx="48600" cy="3377880"/>
          </a:xfrm>
        </p:grpSpPr>
        <p:sp>
          <p:nvSpPr>
            <p:cNvPr id="54" name="Freeform 6"/>
            <p:cNvSpPr/>
            <p:nvPr/>
          </p:nvSpPr>
          <p:spPr>
            <a:xfrm>
              <a:off x="8574480" y="223884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55" name="Freeform 6"/>
            <p:cNvSpPr/>
            <p:nvPr/>
          </p:nvSpPr>
          <p:spPr>
            <a:xfrm>
              <a:off x="8574480" y="223380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6" name="Group 17"/>
          <p:cNvGrpSpPr/>
          <p:nvPr/>
        </p:nvGrpSpPr>
        <p:grpSpPr>
          <a:xfrm>
            <a:off x="11136960" y="2252880"/>
            <a:ext cx="48600" cy="3377520"/>
            <a:chOff x="11136960" y="2252880"/>
            <a:chExt cx="48600" cy="3377520"/>
          </a:xfrm>
        </p:grpSpPr>
        <p:sp>
          <p:nvSpPr>
            <p:cNvPr id="57" name="Freeform 6"/>
            <p:cNvSpPr/>
            <p:nvPr/>
          </p:nvSpPr>
          <p:spPr>
            <a:xfrm>
              <a:off x="11136960" y="225756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58" name="Freeform 6"/>
            <p:cNvSpPr/>
            <p:nvPr/>
          </p:nvSpPr>
          <p:spPr>
            <a:xfrm>
              <a:off x="11136960" y="2252880"/>
              <a:ext cx="48600" cy="3372840"/>
            </a:xfrm>
            <a:custGeom>
              <a:avLst/>
              <a:gdLst>
                <a:gd name="textAreaLeft" fmla="*/ 0 w 48600"/>
                <a:gd name="textAreaRight" fmla="*/ 60480 w 48600"/>
                <a:gd name="textAreaTop" fmla="*/ 0 h 3372840"/>
                <a:gd name="textAreaBottom" fmla="*/ 3384720 h 337284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9"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0"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1"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2"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3" name="Freeform 32"/>
          <p:cNvSpPr/>
          <p:nvPr/>
        </p:nvSpPr>
        <p:spPr>
          <a:xfrm>
            <a:off x="-1892160" y="-108900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64" name="Group 24"/>
          <p:cNvGrpSpPr/>
          <p:nvPr/>
        </p:nvGrpSpPr>
        <p:grpSpPr>
          <a:xfrm>
            <a:off x="559080" y="565200"/>
            <a:ext cx="1467720" cy="43920"/>
            <a:chOff x="559080" y="565200"/>
            <a:chExt cx="1467720" cy="43920"/>
          </a:xfrm>
        </p:grpSpPr>
        <p:sp>
          <p:nvSpPr>
            <p:cNvPr id="65"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6"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67" name="Rectangle 33"/>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68"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6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4DF5259-71D6-4012-8A32-0486C2FF057B}"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70" name="Group 7"/>
          <p:cNvGrpSpPr/>
          <p:nvPr/>
        </p:nvGrpSpPr>
        <p:grpSpPr>
          <a:xfrm>
            <a:off x="6215040" y="801720"/>
            <a:ext cx="4680720" cy="5325120"/>
            <a:chOff x="6215040" y="801720"/>
            <a:chExt cx="4680720" cy="5325120"/>
          </a:xfrm>
        </p:grpSpPr>
        <p:sp>
          <p:nvSpPr>
            <p:cNvPr id="71" name="Freeform 8"/>
            <p:cNvSpPr/>
            <p:nvPr/>
          </p:nvSpPr>
          <p:spPr>
            <a:xfrm>
              <a:off x="6215040" y="801720"/>
              <a:ext cx="4680720" cy="5325120"/>
            </a:xfrm>
            <a:custGeom>
              <a:avLst/>
              <a:gdLst>
                <a:gd name="textAreaLeft" fmla="*/ 0 w 4680720"/>
                <a:gd name="textAreaRight" fmla="*/ 4692600 w 4680720"/>
                <a:gd name="textAreaTop" fmla="*/ 0 h 5325120"/>
                <a:gd name="textAreaBottom" fmla="*/ 5337000 h 5325120"/>
              </a:gdLst>
              <a:ahLst/>
              <a:rect l="textAreaLeft" t="textAreaTop" r="textAreaRight" b="textAreaBottom"/>
              <a:pathLst>
                <a:path w="1231" h="1399">
                  <a:moveTo>
                    <a:pt x="1091" y="1399"/>
                  </a:moveTo>
                  <a:cubicBezTo>
                    <a:pt x="139" y="1399"/>
                    <a:pt x="139" y="1399"/>
                    <a:pt x="139" y="1399"/>
                  </a:cubicBezTo>
                  <a:cubicBezTo>
                    <a:pt x="62" y="1399"/>
                    <a:pt x="0" y="1336"/>
                    <a:pt x="0" y="1259"/>
                  </a:cubicBezTo>
                  <a:cubicBezTo>
                    <a:pt x="0" y="139"/>
                    <a:pt x="0" y="139"/>
                    <a:pt x="0" y="139"/>
                  </a:cubicBezTo>
                  <a:cubicBezTo>
                    <a:pt x="0" y="62"/>
                    <a:pt x="62" y="0"/>
                    <a:pt x="139" y="0"/>
                  </a:cubicBezTo>
                  <a:cubicBezTo>
                    <a:pt x="1091" y="0"/>
                    <a:pt x="1091" y="0"/>
                    <a:pt x="1091" y="0"/>
                  </a:cubicBezTo>
                  <a:cubicBezTo>
                    <a:pt x="1168" y="0"/>
                    <a:pt x="1231" y="62"/>
                    <a:pt x="1231" y="139"/>
                  </a:cubicBezTo>
                  <a:cubicBezTo>
                    <a:pt x="1231" y="1259"/>
                    <a:pt x="1231" y="1259"/>
                    <a:pt x="1231" y="1259"/>
                  </a:cubicBezTo>
                  <a:cubicBezTo>
                    <a:pt x="1231" y="1336"/>
                    <a:pt x="1168" y="1399"/>
                    <a:pt x="1091" y="139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2" name="Freeform 6"/>
            <p:cNvSpPr/>
            <p:nvPr/>
          </p:nvSpPr>
          <p:spPr>
            <a:xfrm>
              <a:off x="6215040" y="801720"/>
              <a:ext cx="4680720" cy="5325120"/>
            </a:xfrm>
            <a:custGeom>
              <a:avLst/>
              <a:gdLst>
                <a:gd name="textAreaLeft" fmla="*/ 0 w 4680720"/>
                <a:gd name="textAreaRight" fmla="*/ 4692600 w 4680720"/>
                <a:gd name="textAreaTop" fmla="*/ 0 h 5325120"/>
                <a:gd name="textAreaBottom" fmla="*/ 5337000 h 5325120"/>
              </a:gdLst>
              <a:ahLst/>
              <a:rect l="textAreaLeft" t="textAreaTop" r="textAreaRight" b="textAreaBottom"/>
              <a:pathLst>
                <a:path w="1231" h="1399">
                  <a:moveTo>
                    <a:pt x="1091" y="1399"/>
                  </a:moveTo>
                  <a:cubicBezTo>
                    <a:pt x="139" y="1399"/>
                    <a:pt x="139" y="1399"/>
                    <a:pt x="139" y="1399"/>
                  </a:cubicBezTo>
                  <a:cubicBezTo>
                    <a:pt x="62" y="1399"/>
                    <a:pt x="0" y="1336"/>
                    <a:pt x="0" y="1259"/>
                  </a:cubicBezTo>
                  <a:cubicBezTo>
                    <a:pt x="0" y="139"/>
                    <a:pt x="0" y="139"/>
                    <a:pt x="0" y="139"/>
                  </a:cubicBezTo>
                  <a:cubicBezTo>
                    <a:pt x="0" y="62"/>
                    <a:pt x="62" y="0"/>
                    <a:pt x="139" y="0"/>
                  </a:cubicBezTo>
                  <a:cubicBezTo>
                    <a:pt x="1091" y="0"/>
                    <a:pt x="1091" y="0"/>
                    <a:pt x="1091" y="0"/>
                  </a:cubicBezTo>
                  <a:cubicBezTo>
                    <a:pt x="1168" y="0"/>
                    <a:pt x="1231" y="62"/>
                    <a:pt x="1231" y="139"/>
                  </a:cubicBezTo>
                  <a:cubicBezTo>
                    <a:pt x="1231" y="1259"/>
                    <a:pt x="1231" y="1259"/>
                    <a:pt x="1231" y="1259"/>
                  </a:cubicBezTo>
                  <a:cubicBezTo>
                    <a:pt x="1231" y="1336"/>
                    <a:pt x="1168" y="1399"/>
                    <a:pt x="1091" y="139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3"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5"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6"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7" name="Freeform 18"/>
          <p:cNvSpPr/>
          <p:nvPr/>
        </p:nvSpPr>
        <p:spPr>
          <a:xfrm rot="237600">
            <a:off x="-1387080" y="-951480"/>
            <a:ext cx="7392240" cy="6135840"/>
          </a:xfrm>
          <a:custGeom>
            <a:avLst/>
            <a:gdLst>
              <a:gd name="textAreaLeft" fmla="*/ 0 w 7392240"/>
              <a:gd name="textAreaRight" fmla="*/ 7404120 w 7392240"/>
              <a:gd name="textAreaTop" fmla="*/ 0 h 6135840"/>
              <a:gd name="textAreaBottom" fmla="*/ 6147720 h 613584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78" name="Group 10"/>
          <p:cNvGrpSpPr/>
          <p:nvPr/>
        </p:nvGrpSpPr>
        <p:grpSpPr>
          <a:xfrm>
            <a:off x="559080" y="565200"/>
            <a:ext cx="1467720" cy="43920"/>
            <a:chOff x="559080" y="565200"/>
            <a:chExt cx="1467720" cy="43920"/>
          </a:xfrm>
        </p:grpSpPr>
        <p:sp>
          <p:nvSpPr>
            <p:cNvPr id="79"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0"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1" name="Text Placeholder 5"/>
          <p:cNvSpPr/>
          <p:nvPr/>
        </p:nvSpPr>
        <p:spPr>
          <a:xfrm>
            <a:off x="603720" y="805680"/>
            <a:ext cx="4763160" cy="5325120"/>
          </a:xfrm>
          <a:prstGeom prst="roundRect">
            <a:avLst>
              <a:gd name="adj" fmla="val 9537"/>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sp>
        <p:nvSpPr>
          <p:cNvPr id="82" name="Rectangle 19"/>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3"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4"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60984510-D327-4B5E-A0DD-F01ECB275D4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85" name="Group 11"/>
          <p:cNvGrpSpPr/>
          <p:nvPr/>
        </p:nvGrpSpPr>
        <p:grpSpPr>
          <a:xfrm>
            <a:off x="9316080" y="1022400"/>
            <a:ext cx="2311200" cy="2313360"/>
            <a:chOff x="9316080" y="1022400"/>
            <a:chExt cx="2311200" cy="2313360"/>
          </a:xfrm>
        </p:grpSpPr>
        <p:sp>
          <p:nvSpPr>
            <p:cNvPr id="86" name="Freeform 6"/>
            <p:cNvSpPr/>
            <p:nvPr/>
          </p:nvSpPr>
          <p:spPr>
            <a:xfrm>
              <a:off x="9316080" y="1022400"/>
              <a:ext cx="2311200" cy="2313360"/>
            </a:xfrm>
            <a:custGeom>
              <a:avLst/>
              <a:gdLst>
                <a:gd name="textAreaLeft" fmla="*/ 0 w 2311200"/>
                <a:gd name="textAreaRight" fmla="*/ 2323080 w 2311200"/>
                <a:gd name="textAreaTop" fmla="*/ 0 h 2313360"/>
                <a:gd name="textAreaBottom" fmla="*/ 2325240 h 23133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7" name="Freeform 6"/>
            <p:cNvSpPr/>
            <p:nvPr/>
          </p:nvSpPr>
          <p:spPr>
            <a:xfrm>
              <a:off x="9316080" y="1022400"/>
              <a:ext cx="2311200" cy="2313360"/>
            </a:xfrm>
            <a:custGeom>
              <a:avLst/>
              <a:gdLst>
                <a:gd name="textAreaLeft" fmla="*/ 0 w 2311200"/>
                <a:gd name="textAreaRight" fmla="*/ 2323080 w 2311200"/>
                <a:gd name="textAreaTop" fmla="*/ 0 h 2313360"/>
                <a:gd name="textAreaBottom" fmla="*/ 2325240 h 23133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8"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0"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1"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92" name="Group 28"/>
          <p:cNvGrpSpPr/>
          <p:nvPr/>
        </p:nvGrpSpPr>
        <p:grpSpPr>
          <a:xfrm>
            <a:off x="6627960" y="1022400"/>
            <a:ext cx="2311200" cy="2313360"/>
            <a:chOff x="6627960" y="1022400"/>
            <a:chExt cx="2311200" cy="2313360"/>
          </a:xfrm>
        </p:grpSpPr>
        <p:sp>
          <p:nvSpPr>
            <p:cNvPr id="93" name="Freeform 6"/>
            <p:cNvSpPr/>
            <p:nvPr/>
          </p:nvSpPr>
          <p:spPr>
            <a:xfrm>
              <a:off x="6627960" y="1022400"/>
              <a:ext cx="2311200" cy="2313360"/>
            </a:xfrm>
            <a:custGeom>
              <a:avLst/>
              <a:gdLst>
                <a:gd name="textAreaLeft" fmla="*/ 0 w 2311200"/>
                <a:gd name="textAreaRight" fmla="*/ 2323080 w 2311200"/>
                <a:gd name="textAreaTop" fmla="*/ 0 h 2313360"/>
                <a:gd name="textAreaBottom" fmla="*/ 2325240 h 23133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4" name="Freeform 6"/>
            <p:cNvSpPr/>
            <p:nvPr/>
          </p:nvSpPr>
          <p:spPr>
            <a:xfrm>
              <a:off x="6627960" y="1022400"/>
              <a:ext cx="2311200" cy="2313360"/>
            </a:xfrm>
            <a:custGeom>
              <a:avLst/>
              <a:gdLst>
                <a:gd name="textAreaLeft" fmla="*/ 0 w 2311200"/>
                <a:gd name="textAreaRight" fmla="*/ 2323080 w 2311200"/>
                <a:gd name="textAreaTop" fmla="*/ 0 h 2313360"/>
                <a:gd name="textAreaBottom" fmla="*/ 2325240 h 23133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95" name="Group 32"/>
          <p:cNvGrpSpPr/>
          <p:nvPr/>
        </p:nvGrpSpPr>
        <p:grpSpPr>
          <a:xfrm>
            <a:off x="9316080" y="3486960"/>
            <a:ext cx="2311200" cy="2313360"/>
            <a:chOff x="9316080" y="3486960"/>
            <a:chExt cx="2311200" cy="2313360"/>
          </a:xfrm>
        </p:grpSpPr>
        <p:sp>
          <p:nvSpPr>
            <p:cNvPr id="96" name="Freeform 6"/>
            <p:cNvSpPr/>
            <p:nvPr/>
          </p:nvSpPr>
          <p:spPr>
            <a:xfrm>
              <a:off x="9316080" y="3486960"/>
              <a:ext cx="2311200" cy="2313360"/>
            </a:xfrm>
            <a:custGeom>
              <a:avLst/>
              <a:gdLst>
                <a:gd name="textAreaLeft" fmla="*/ 0 w 2311200"/>
                <a:gd name="textAreaRight" fmla="*/ 2323080 w 2311200"/>
                <a:gd name="textAreaTop" fmla="*/ 0 h 2313360"/>
                <a:gd name="textAreaBottom" fmla="*/ 2325240 h 23133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 name="Freeform 6"/>
            <p:cNvSpPr/>
            <p:nvPr/>
          </p:nvSpPr>
          <p:spPr>
            <a:xfrm>
              <a:off x="9316080" y="3486960"/>
              <a:ext cx="2311200" cy="2313360"/>
            </a:xfrm>
            <a:custGeom>
              <a:avLst/>
              <a:gdLst>
                <a:gd name="textAreaLeft" fmla="*/ 0 w 2311200"/>
                <a:gd name="textAreaRight" fmla="*/ 2323080 w 2311200"/>
                <a:gd name="textAreaTop" fmla="*/ 0 h 2313360"/>
                <a:gd name="textAreaBottom" fmla="*/ 2325240 h 23133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98" name="Group 36"/>
          <p:cNvGrpSpPr/>
          <p:nvPr/>
        </p:nvGrpSpPr>
        <p:grpSpPr>
          <a:xfrm>
            <a:off x="6627960" y="3486960"/>
            <a:ext cx="2311200" cy="2313360"/>
            <a:chOff x="6627960" y="3486960"/>
            <a:chExt cx="2311200" cy="2313360"/>
          </a:xfrm>
        </p:grpSpPr>
        <p:sp>
          <p:nvSpPr>
            <p:cNvPr id="99" name="Freeform 6"/>
            <p:cNvSpPr/>
            <p:nvPr/>
          </p:nvSpPr>
          <p:spPr>
            <a:xfrm>
              <a:off x="6627960" y="3486960"/>
              <a:ext cx="2311200" cy="2313360"/>
            </a:xfrm>
            <a:custGeom>
              <a:avLst/>
              <a:gdLst>
                <a:gd name="textAreaLeft" fmla="*/ 0 w 2311200"/>
                <a:gd name="textAreaRight" fmla="*/ 2323080 w 2311200"/>
                <a:gd name="textAreaTop" fmla="*/ 0 h 2313360"/>
                <a:gd name="textAreaBottom" fmla="*/ 2325240 h 23133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00" name="Freeform 6"/>
            <p:cNvSpPr/>
            <p:nvPr/>
          </p:nvSpPr>
          <p:spPr>
            <a:xfrm>
              <a:off x="6627960" y="3486960"/>
              <a:ext cx="2311200" cy="2313360"/>
            </a:xfrm>
            <a:custGeom>
              <a:avLst/>
              <a:gdLst>
                <a:gd name="textAreaLeft" fmla="*/ 0 w 2311200"/>
                <a:gd name="textAreaRight" fmla="*/ 2323080 w 2311200"/>
                <a:gd name="textAreaTop" fmla="*/ 0 h 2313360"/>
                <a:gd name="textAreaBottom" fmla="*/ 2325240 h 23133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01" name="Freeform 45"/>
          <p:cNvSpPr/>
          <p:nvPr/>
        </p:nvSpPr>
        <p:spPr>
          <a:xfrm rot="370200">
            <a:off x="-1690200" y="-680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102" name="Group 17"/>
          <p:cNvGrpSpPr/>
          <p:nvPr/>
        </p:nvGrpSpPr>
        <p:grpSpPr>
          <a:xfrm>
            <a:off x="581400" y="1022400"/>
            <a:ext cx="4776120" cy="4780440"/>
            <a:chOff x="581400" y="1022400"/>
            <a:chExt cx="4776120" cy="4780440"/>
          </a:xfrm>
        </p:grpSpPr>
        <p:sp>
          <p:nvSpPr>
            <p:cNvPr id="103" name="Freeform 22"/>
            <p:cNvSpPr/>
            <p:nvPr/>
          </p:nvSpPr>
          <p:spPr>
            <a:xfrm>
              <a:off x="581400" y="1022400"/>
              <a:ext cx="4776120" cy="4780440"/>
            </a:xfrm>
            <a:custGeom>
              <a:avLst/>
              <a:gdLst>
                <a:gd name="textAreaLeft" fmla="*/ 0 w 4776120"/>
                <a:gd name="textAreaRight" fmla="*/ 4788000 w 4776120"/>
                <a:gd name="textAreaTop" fmla="*/ 0 h 4780440"/>
                <a:gd name="textAreaBottom" fmla="*/ 4792320 h 478044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04" name="Freeform 6"/>
            <p:cNvSpPr/>
            <p:nvPr/>
          </p:nvSpPr>
          <p:spPr>
            <a:xfrm>
              <a:off x="581400" y="1022400"/>
              <a:ext cx="4776120" cy="4780440"/>
            </a:xfrm>
            <a:custGeom>
              <a:avLst/>
              <a:gdLst>
                <a:gd name="textAreaLeft" fmla="*/ 0 w 4776120"/>
                <a:gd name="textAreaRight" fmla="*/ 4788000 w 4776120"/>
                <a:gd name="textAreaTop" fmla="*/ 0 h 4780440"/>
                <a:gd name="textAreaBottom" fmla="*/ 4792320 h 478044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05" name="Text Placeholder 2"/>
          <p:cNvSpPr/>
          <p:nvPr/>
        </p:nvSpPr>
        <p:spPr>
          <a:xfrm>
            <a:off x="817920" y="1284120"/>
            <a:ext cx="4305960" cy="4268160"/>
          </a:xfrm>
          <a:prstGeom prst="roundRect">
            <a:avLst>
              <a:gd name="adj" fmla="val 6666"/>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grpSp>
        <p:nvGrpSpPr>
          <p:cNvPr id="106" name="Group 35"/>
          <p:cNvGrpSpPr/>
          <p:nvPr/>
        </p:nvGrpSpPr>
        <p:grpSpPr>
          <a:xfrm>
            <a:off x="559080" y="565200"/>
            <a:ext cx="1467720" cy="43920"/>
            <a:chOff x="559080" y="565200"/>
            <a:chExt cx="1467720" cy="43920"/>
          </a:xfrm>
        </p:grpSpPr>
        <p:sp>
          <p:nvSpPr>
            <p:cNvPr id="10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0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09" name="Rectangle 46"/>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11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17AB9DE3-F831-4BD4-8F49-22B81776B647}"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2" name="Line 13"/>
          <p:cNvSpPr/>
          <p:nvPr/>
        </p:nvSpPr>
        <p:spPr>
          <a:xfrm>
            <a:off x="1998000" y="3327840"/>
            <a:ext cx="8032680" cy="360"/>
          </a:xfrm>
          <a:prstGeom prst="line">
            <a:avLst/>
          </a:prstGeom>
          <a:ln w="69850">
            <a:solidFill>
              <a:srgbClr val="334257"/>
            </a:solidFill>
            <a:round/>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grpSp>
        <p:nvGrpSpPr>
          <p:cNvPr id="113" name="Group 6"/>
          <p:cNvGrpSpPr/>
          <p:nvPr/>
        </p:nvGrpSpPr>
        <p:grpSpPr>
          <a:xfrm>
            <a:off x="1853640" y="3183480"/>
            <a:ext cx="280080" cy="280080"/>
            <a:chOff x="1853640" y="3183480"/>
            <a:chExt cx="280080" cy="280080"/>
          </a:xfrm>
        </p:grpSpPr>
        <p:sp>
          <p:nvSpPr>
            <p:cNvPr id="114" name="Oval 7"/>
            <p:cNvSpPr/>
            <p:nvPr/>
          </p:nvSpPr>
          <p:spPr>
            <a:xfrm>
              <a:off x="1853640" y="3183480"/>
              <a:ext cx="280080" cy="2800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15" name="Oval 28"/>
            <p:cNvSpPr/>
            <p:nvPr/>
          </p:nvSpPr>
          <p:spPr>
            <a:xfrm>
              <a:off x="1927440" y="3257280"/>
              <a:ext cx="129240" cy="12780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16" name="Group 9"/>
          <p:cNvGrpSpPr/>
          <p:nvPr/>
        </p:nvGrpSpPr>
        <p:grpSpPr>
          <a:xfrm>
            <a:off x="3190320" y="3183480"/>
            <a:ext cx="280080" cy="280080"/>
            <a:chOff x="3190320" y="3183480"/>
            <a:chExt cx="280080" cy="280080"/>
          </a:xfrm>
        </p:grpSpPr>
        <p:sp>
          <p:nvSpPr>
            <p:cNvPr id="117" name="Oval 10"/>
            <p:cNvSpPr/>
            <p:nvPr/>
          </p:nvSpPr>
          <p:spPr>
            <a:xfrm>
              <a:off x="3190320" y="3183480"/>
              <a:ext cx="280080" cy="2800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18" name="Oval 28"/>
            <p:cNvSpPr/>
            <p:nvPr/>
          </p:nvSpPr>
          <p:spPr>
            <a:xfrm>
              <a:off x="3264120" y="3257280"/>
              <a:ext cx="129240" cy="12780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19" name="Group 12"/>
          <p:cNvGrpSpPr/>
          <p:nvPr/>
        </p:nvGrpSpPr>
        <p:grpSpPr>
          <a:xfrm>
            <a:off x="4525560" y="3183480"/>
            <a:ext cx="280080" cy="280080"/>
            <a:chOff x="4525560" y="3183480"/>
            <a:chExt cx="280080" cy="280080"/>
          </a:xfrm>
        </p:grpSpPr>
        <p:sp>
          <p:nvSpPr>
            <p:cNvPr id="120" name="Oval 13"/>
            <p:cNvSpPr/>
            <p:nvPr/>
          </p:nvSpPr>
          <p:spPr>
            <a:xfrm>
              <a:off x="4525560" y="3183480"/>
              <a:ext cx="280080" cy="2800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21" name="Oval 28"/>
            <p:cNvSpPr/>
            <p:nvPr/>
          </p:nvSpPr>
          <p:spPr>
            <a:xfrm>
              <a:off x="4599360" y="3257280"/>
              <a:ext cx="129240" cy="12780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22" name="Group 15"/>
          <p:cNvGrpSpPr/>
          <p:nvPr/>
        </p:nvGrpSpPr>
        <p:grpSpPr>
          <a:xfrm>
            <a:off x="5863680" y="3183480"/>
            <a:ext cx="280080" cy="280080"/>
            <a:chOff x="5863680" y="3183480"/>
            <a:chExt cx="280080" cy="280080"/>
          </a:xfrm>
        </p:grpSpPr>
        <p:sp>
          <p:nvSpPr>
            <p:cNvPr id="123" name="Oval 16"/>
            <p:cNvSpPr/>
            <p:nvPr/>
          </p:nvSpPr>
          <p:spPr>
            <a:xfrm>
              <a:off x="5863680" y="3183480"/>
              <a:ext cx="280080" cy="2800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24" name="Oval 28"/>
            <p:cNvSpPr/>
            <p:nvPr/>
          </p:nvSpPr>
          <p:spPr>
            <a:xfrm>
              <a:off x="5937480" y="3257280"/>
              <a:ext cx="129240" cy="12780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25" name="Group 18"/>
          <p:cNvGrpSpPr/>
          <p:nvPr/>
        </p:nvGrpSpPr>
        <p:grpSpPr>
          <a:xfrm>
            <a:off x="7198920" y="3183480"/>
            <a:ext cx="280080" cy="280080"/>
            <a:chOff x="7198920" y="3183480"/>
            <a:chExt cx="280080" cy="280080"/>
          </a:xfrm>
        </p:grpSpPr>
        <p:sp>
          <p:nvSpPr>
            <p:cNvPr id="126" name="Oval 19"/>
            <p:cNvSpPr/>
            <p:nvPr/>
          </p:nvSpPr>
          <p:spPr>
            <a:xfrm>
              <a:off x="7198920" y="3183480"/>
              <a:ext cx="280080" cy="2800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27" name="Oval 28"/>
            <p:cNvSpPr/>
            <p:nvPr/>
          </p:nvSpPr>
          <p:spPr>
            <a:xfrm>
              <a:off x="7272720" y="3257280"/>
              <a:ext cx="129240" cy="12780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28" name="Group 21"/>
          <p:cNvGrpSpPr/>
          <p:nvPr/>
        </p:nvGrpSpPr>
        <p:grpSpPr>
          <a:xfrm>
            <a:off x="8547480" y="3183480"/>
            <a:ext cx="280080" cy="280080"/>
            <a:chOff x="8547480" y="3183480"/>
            <a:chExt cx="280080" cy="280080"/>
          </a:xfrm>
        </p:grpSpPr>
        <p:sp>
          <p:nvSpPr>
            <p:cNvPr id="129" name="Oval 22"/>
            <p:cNvSpPr/>
            <p:nvPr/>
          </p:nvSpPr>
          <p:spPr>
            <a:xfrm>
              <a:off x="8547480" y="3183480"/>
              <a:ext cx="280080" cy="2800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30" name="Oval 28"/>
            <p:cNvSpPr/>
            <p:nvPr/>
          </p:nvSpPr>
          <p:spPr>
            <a:xfrm>
              <a:off x="8621280" y="3257280"/>
              <a:ext cx="129240" cy="12780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31" name="Group 24"/>
          <p:cNvGrpSpPr/>
          <p:nvPr/>
        </p:nvGrpSpPr>
        <p:grpSpPr>
          <a:xfrm>
            <a:off x="9884880" y="3183480"/>
            <a:ext cx="280080" cy="280080"/>
            <a:chOff x="9884880" y="3183480"/>
            <a:chExt cx="280080" cy="280080"/>
          </a:xfrm>
        </p:grpSpPr>
        <p:sp>
          <p:nvSpPr>
            <p:cNvPr id="132" name="Oval 25"/>
            <p:cNvSpPr/>
            <p:nvPr/>
          </p:nvSpPr>
          <p:spPr>
            <a:xfrm>
              <a:off x="9884880" y="3183480"/>
              <a:ext cx="280080" cy="2800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33" name="Oval 28"/>
            <p:cNvSpPr/>
            <p:nvPr/>
          </p:nvSpPr>
          <p:spPr>
            <a:xfrm>
              <a:off x="9958680" y="3257280"/>
              <a:ext cx="129240" cy="12780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34" name="Group 28"/>
          <p:cNvGrpSpPr/>
          <p:nvPr/>
        </p:nvGrpSpPr>
        <p:grpSpPr>
          <a:xfrm>
            <a:off x="8135280" y="1762920"/>
            <a:ext cx="1106640" cy="1259640"/>
            <a:chOff x="8135280" y="1762920"/>
            <a:chExt cx="1106640" cy="1259640"/>
          </a:xfrm>
        </p:grpSpPr>
        <p:sp>
          <p:nvSpPr>
            <p:cNvPr id="135" name="Freeform 28"/>
            <p:cNvSpPr/>
            <p:nvPr/>
          </p:nvSpPr>
          <p:spPr>
            <a:xfrm>
              <a:off x="8141040" y="1762920"/>
              <a:ext cx="1100880" cy="1259640"/>
            </a:xfrm>
            <a:custGeom>
              <a:avLst/>
              <a:gdLst>
                <a:gd name="textAreaLeft" fmla="*/ 0 w 1100880"/>
                <a:gd name="textAreaRight" fmla="*/ 1112760 w 1100880"/>
                <a:gd name="textAreaTop" fmla="*/ 0 h 1259640"/>
                <a:gd name="textAreaBottom" fmla="*/ 1271520 h 125964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36" name="Freeform 28"/>
            <p:cNvSpPr/>
            <p:nvPr/>
          </p:nvSpPr>
          <p:spPr>
            <a:xfrm>
              <a:off x="8135280" y="1762920"/>
              <a:ext cx="1100880" cy="1259640"/>
            </a:xfrm>
            <a:custGeom>
              <a:avLst/>
              <a:gdLst>
                <a:gd name="textAreaLeft" fmla="*/ 0 w 1100880"/>
                <a:gd name="textAreaRight" fmla="*/ 1112760 w 1100880"/>
                <a:gd name="textAreaTop" fmla="*/ 0 h 1259640"/>
                <a:gd name="textAreaBottom" fmla="*/ 1271520 h 125964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37" name="Group 33"/>
          <p:cNvGrpSpPr/>
          <p:nvPr/>
        </p:nvGrpSpPr>
        <p:grpSpPr>
          <a:xfrm>
            <a:off x="5445720" y="1762920"/>
            <a:ext cx="1106640" cy="1259640"/>
            <a:chOff x="5445720" y="1762920"/>
            <a:chExt cx="1106640" cy="1259640"/>
          </a:xfrm>
        </p:grpSpPr>
        <p:sp>
          <p:nvSpPr>
            <p:cNvPr id="138" name="Freeform 28"/>
            <p:cNvSpPr/>
            <p:nvPr/>
          </p:nvSpPr>
          <p:spPr>
            <a:xfrm>
              <a:off x="5451480" y="1762920"/>
              <a:ext cx="1100880" cy="1259640"/>
            </a:xfrm>
            <a:custGeom>
              <a:avLst/>
              <a:gdLst>
                <a:gd name="textAreaLeft" fmla="*/ 0 w 1100880"/>
                <a:gd name="textAreaRight" fmla="*/ 1112760 w 1100880"/>
                <a:gd name="textAreaTop" fmla="*/ 0 h 1259640"/>
                <a:gd name="textAreaBottom" fmla="*/ 1271520 h 125964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39" name="Freeform 28"/>
            <p:cNvSpPr/>
            <p:nvPr/>
          </p:nvSpPr>
          <p:spPr>
            <a:xfrm>
              <a:off x="5445720" y="1762920"/>
              <a:ext cx="1100880" cy="1259640"/>
            </a:xfrm>
            <a:custGeom>
              <a:avLst/>
              <a:gdLst>
                <a:gd name="textAreaLeft" fmla="*/ 0 w 1100880"/>
                <a:gd name="textAreaRight" fmla="*/ 1112760 w 1100880"/>
                <a:gd name="textAreaTop" fmla="*/ 0 h 1259640"/>
                <a:gd name="textAreaBottom" fmla="*/ 1271520 h 125964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40" name="Group 38"/>
          <p:cNvGrpSpPr/>
          <p:nvPr/>
        </p:nvGrpSpPr>
        <p:grpSpPr>
          <a:xfrm>
            <a:off x="6789240" y="3629520"/>
            <a:ext cx="1100880" cy="1264320"/>
            <a:chOff x="6789240" y="3629520"/>
            <a:chExt cx="1100880" cy="1264320"/>
          </a:xfrm>
        </p:grpSpPr>
        <p:sp>
          <p:nvSpPr>
            <p:cNvPr id="141" name="Freeform 34"/>
            <p:cNvSpPr/>
            <p:nvPr/>
          </p:nvSpPr>
          <p:spPr>
            <a:xfrm>
              <a:off x="6789240" y="3629520"/>
              <a:ext cx="1100880" cy="1264320"/>
            </a:xfrm>
            <a:custGeom>
              <a:avLst/>
              <a:gdLst>
                <a:gd name="textAreaLeft" fmla="*/ 0 w 1100880"/>
                <a:gd name="textAreaRight" fmla="*/ 1112760 w 1100880"/>
                <a:gd name="textAreaTop" fmla="*/ 0 h 1264320"/>
                <a:gd name="textAreaBottom" fmla="*/ 1276200 h 126432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42" name="Freeform 34"/>
            <p:cNvSpPr/>
            <p:nvPr/>
          </p:nvSpPr>
          <p:spPr>
            <a:xfrm>
              <a:off x="6789240" y="3629520"/>
              <a:ext cx="1100880" cy="1264320"/>
            </a:xfrm>
            <a:custGeom>
              <a:avLst/>
              <a:gdLst>
                <a:gd name="textAreaLeft" fmla="*/ 0 w 1100880"/>
                <a:gd name="textAreaRight" fmla="*/ 1112760 w 1100880"/>
                <a:gd name="textAreaTop" fmla="*/ 0 h 1264320"/>
                <a:gd name="textAreaBottom" fmla="*/ 1276200 h 126432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43" name="Group 43"/>
          <p:cNvGrpSpPr/>
          <p:nvPr/>
        </p:nvGrpSpPr>
        <p:grpSpPr>
          <a:xfrm>
            <a:off x="1449000" y="3629520"/>
            <a:ext cx="1100880" cy="1264320"/>
            <a:chOff x="1449000" y="3629520"/>
            <a:chExt cx="1100880" cy="1264320"/>
          </a:xfrm>
        </p:grpSpPr>
        <p:sp>
          <p:nvSpPr>
            <p:cNvPr id="144" name="Freeform 34"/>
            <p:cNvSpPr/>
            <p:nvPr/>
          </p:nvSpPr>
          <p:spPr>
            <a:xfrm>
              <a:off x="1449000" y="3629520"/>
              <a:ext cx="1100880" cy="1264320"/>
            </a:xfrm>
            <a:custGeom>
              <a:avLst/>
              <a:gdLst>
                <a:gd name="textAreaLeft" fmla="*/ 0 w 1100880"/>
                <a:gd name="textAreaRight" fmla="*/ 1112760 w 1100880"/>
                <a:gd name="textAreaTop" fmla="*/ 0 h 1264320"/>
                <a:gd name="textAreaBottom" fmla="*/ 1276200 h 126432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45" name="Freeform 34"/>
            <p:cNvSpPr/>
            <p:nvPr/>
          </p:nvSpPr>
          <p:spPr>
            <a:xfrm>
              <a:off x="1449000" y="3629520"/>
              <a:ext cx="1100880" cy="1264320"/>
            </a:xfrm>
            <a:custGeom>
              <a:avLst/>
              <a:gdLst>
                <a:gd name="textAreaLeft" fmla="*/ 0 w 1100880"/>
                <a:gd name="textAreaRight" fmla="*/ 1112760 w 1100880"/>
                <a:gd name="textAreaTop" fmla="*/ 0 h 1264320"/>
                <a:gd name="textAreaBottom" fmla="*/ 1276200 h 126432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46" name="Group 48"/>
          <p:cNvGrpSpPr/>
          <p:nvPr/>
        </p:nvGrpSpPr>
        <p:grpSpPr>
          <a:xfrm>
            <a:off x="4109400" y="3629520"/>
            <a:ext cx="1100880" cy="1264320"/>
            <a:chOff x="4109400" y="3629520"/>
            <a:chExt cx="1100880" cy="1264320"/>
          </a:xfrm>
        </p:grpSpPr>
        <p:sp>
          <p:nvSpPr>
            <p:cNvPr id="147" name="Freeform 34"/>
            <p:cNvSpPr/>
            <p:nvPr/>
          </p:nvSpPr>
          <p:spPr>
            <a:xfrm>
              <a:off x="4109400" y="3629520"/>
              <a:ext cx="1100880" cy="1264320"/>
            </a:xfrm>
            <a:custGeom>
              <a:avLst/>
              <a:gdLst>
                <a:gd name="textAreaLeft" fmla="*/ 0 w 1100880"/>
                <a:gd name="textAreaRight" fmla="*/ 1112760 w 1100880"/>
                <a:gd name="textAreaTop" fmla="*/ 0 h 1264320"/>
                <a:gd name="textAreaBottom" fmla="*/ 1276200 h 126432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48" name="Freeform 34"/>
            <p:cNvSpPr/>
            <p:nvPr/>
          </p:nvSpPr>
          <p:spPr>
            <a:xfrm>
              <a:off x="4109400" y="3629520"/>
              <a:ext cx="1100880" cy="1264320"/>
            </a:xfrm>
            <a:custGeom>
              <a:avLst/>
              <a:gdLst>
                <a:gd name="textAreaLeft" fmla="*/ 0 w 1100880"/>
                <a:gd name="textAreaRight" fmla="*/ 1112760 w 1100880"/>
                <a:gd name="textAreaTop" fmla="*/ 0 h 1264320"/>
                <a:gd name="textAreaBottom" fmla="*/ 1276200 h 126432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49" name="Group 53"/>
          <p:cNvGrpSpPr/>
          <p:nvPr/>
        </p:nvGrpSpPr>
        <p:grpSpPr>
          <a:xfrm>
            <a:off x="2772000" y="1762920"/>
            <a:ext cx="1106640" cy="1259640"/>
            <a:chOff x="2772000" y="1762920"/>
            <a:chExt cx="1106640" cy="1259640"/>
          </a:xfrm>
        </p:grpSpPr>
        <p:sp>
          <p:nvSpPr>
            <p:cNvPr id="150" name="Freeform 28"/>
            <p:cNvSpPr/>
            <p:nvPr/>
          </p:nvSpPr>
          <p:spPr>
            <a:xfrm>
              <a:off x="2777760" y="1762920"/>
              <a:ext cx="1100880" cy="1259640"/>
            </a:xfrm>
            <a:custGeom>
              <a:avLst/>
              <a:gdLst>
                <a:gd name="textAreaLeft" fmla="*/ 0 w 1100880"/>
                <a:gd name="textAreaRight" fmla="*/ 1112760 w 1100880"/>
                <a:gd name="textAreaTop" fmla="*/ 0 h 1259640"/>
                <a:gd name="textAreaBottom" fmla="*/ 1271520 h 125964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51" name="Freeform 28"/>
            <p:cNvSpPr/>
            <p:nvPr/>
          </p:nvSpPr>
          <p:spPr>
            <a:xfrm>
              <a:off x="2772000" y="1762920"/>
              <a:ext cx="1100880" cy="1259640"/>
            </a:xfrm>
            <a:custGeom>
              <a:avLst/>
              <a:gdLst>
                <a:gd name="textAreaLeft" fmla="*/ 0 w 1100880"/>
                <a:gd name="textAreaRight" fmla="*/ 1112760 w 1100880"/>
                <a:gd name="textAreaTop" fmla="*/ 0 h 1259640"/>
                <a:gd name="textAreaBottom" fmla="*/ 1271520 h 125964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52" name="Group 58"/>
          <p:cNvGrpSpPr/>
          <p:nvPr/>
        </p:nvGrpSpPr>
        <p:grpSpPr>
          <a:xfrm>
            <a:off x="9475200" y="3629520"/>
            <a:ext cx="1100880" cy="1264320"/>
            <a:chOff x="9475200" y="3629520"/>
            <a:chExt cx="1100880" cy="1264320"/>
          </a:xfrm>
        </p:grpSpPr>
        <p:sp>
          <p:nvSpPr>
            <p:cNvPr id="153" name="Freeform 34"/>
            <p:cNvSpPr/>
            <p:nvPr/>
          </p:nvSpPr>
          <p:spPr>
            <a:xfrm>
              <a:off x="9475200" y="3629520"/>
              <a:ext cx="1100880" cy="1264320"/>
            </a:xfrm>
            <a:custGeom>
              <a:avLst/>
              <a:gdLst>
                <a:gd name="textAreaLeft" fmla="*/ 0 w 1100880"/>
                <a:gd name="textAreaRight" fmla="*/ 1112760 w 1100880"/>
                <a:gd name="textAreaTop" fmla="*/ 0 h 1264320"/>
                <a:gd name="textAreaBottom" fmla="*/ 1276200 h 126432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54" name="Freeform 34"/>
            <p:cNvSpPr/>
            <p:nvPr/>
          </p:nvSpPr>
          <p:spPr>
            <a:xfrm>
              <a:off x="9475200" y="3629520"/>
              <a:ext cx="1100880" cy="1264320"/>
            </a:xfrm>
            <a:custGeom>
              <a:avLst/>
              <a:gdLst>
                <a:gd name="textAreaLeft" fmla="*/ 0 w 1100880"/>
                <a:gd name="textAreaRight" fmla="*/ 1112760 w 1100880"/>
                <a:gd name="textAreaTop" fmla="*/ 0 h 1264320"/>
                <a:gd name="textAreaBottom" fmla="*/ 1276200 h 126432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55"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56"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57"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58"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59" name="Freeform 73"/>
          <p:cNvSpPr/>
          <p:nvPr/>
        </p:nvSpPr>
        <p:spPr>
          <a:xfrm>
            <a:off x="-1861200" y="-100620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160" name="Group 69"/>
          <p:cNvGrpSpPr/>
          <p:nvPr/>
        </p:nvGrpSpPr>
        <p:grpSpPr>
          <a:xfrm>
            <a:off x="559080" y="565200"/>
            <a:ext cx="1467720" cy="43920"/>
            <a:chOff x="559080" y="565200"/>
            <a:chExt cx="1467720" cy="43920"/>
          </a:xfrm>
        </p:grpSpPr>
        <p:sp>
          <p:nvSpPr>
            <p:cNvPr id="161"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62"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63" name="Rectangle 7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64"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165"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6F37C8E6-FFBA-48BF-9850-90417EFEE3DF}"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66" name="Freeform 10"/>
          <p:cNvSpPr/>
          <p:nvPr/>
        </p:nvSpPr>
        <p:spPr>
          <a:xfrm>
            <a:off x="2082960" y="3490920"/>
            <a:ext cx="1961280" cy="1551960"/>
          </a:xfrm>
          <a:custGeom>
            <a:avLst/>
            <a:gdLst>
              <a:gd name="textAreaLeft" fmla="*/ 0 w 1961280"/>
              <a:gd name="textAreaRight" fmla="*/ 1973160 w 1961280"/>
              <a:gd name="textAreaTop" fmla="*/ 0 h 1551960"/>
              <a:gd name="textAreaBottom" fmla="*/ 1563840 h 1551960"/>
            </a:gdLst>
            <a:ahLst/>
            <a:rect l="textAreaLeft" t="textAreaTop" r="textAreaRight" b="textAreaBottom"/>
            <a:pathLst>
              <a:path w="518" h="410">
                <a:moveTo>
                  <a:pt x="518" y="354"/>
                </a:moveTo>
                <a:cubicBezTo>
                  <a:pt x="416" y="316"/>
                  <a:pt x="416" y="316"/>
                  <a:pt x="416" y="316"/>
                </a:cubicBezTo>
                <a:cubicBezTo>
                  <a:pt x="418" y="344"/>
                  <a:pt x="418" y="344"/>
                  <a:pt x="418" y="344"/>
                </a:cubicBezTo>
                <a:cubicBezTo>
                  <a:pt x="374" y="345"/>
                  <a:pt x="329" y="342"/>
                  <a:pt x="286" y="331"/>
                </a:cubicBezTo>
                <a:cubicBezTo>
                  <a:pt x="237" y="319"/>
                  <a:pt x="190" y="297"/>
                  <a:pt x="150" y="265"/>
                </a:cubicBezTo>
                <a:cubicBezTo>
                  <a:pt x="110" y="233"/>
                  <a:pt x="77" y="192"/>
                  <a:pt x="52" y="147"/>
                </a:cubicBezTo>
                <a:cubicBezTo>
                  <a:pt x="27" y="102"/>
                  <a:pt x="9" y="52"/>
                  <a:pt x="0" y="0"/>
                </a:cubicBezTo>
                <a:cubicBezTo>
                  <a:pt x="3" y="26"/>
                  <a:pt x="8" y="52"/>
                  <a:pt x="15" y="77"/>
                </a:cubicBezTo>
                <a:cubicBezTo>
                  <a:pt x="23" y="103"/>
                  <a:pt x="32" y="128"/>
                  <a:pt x="43" y="152"/>
                </a:cubicBezTo>
                <a:cubicBezTo>
                  <a:pt x="66" y="199"/>
                  <a:pt x="97" y="244"/>
                  <a:pt x="137" y="280"/>
                </a:cubicBezTo>
                <a:cubicBezTo>
                  <a:pt x="177" y="316"/>
                  <a:pt x="226" y="343"/>
                  <a:pt x="277" y="360"/>
                </a:cubicBezTo>
                <a:cubicBezTo>
                  <a:pt x="297" y="366"/>
                  <a:pt x="297" y="366"/>
                  <a:pt x="297" y="366"/>
                </a:cubicBezTo>
                <a:cubicBezTo>
                  <a:pt x="317" y="371"/>
                  <a:pt x="317" y="371"/>
                  <a:pt x="317" y="371"/>
                </a:cubicBezTo>
                <a:cubicBezTo>
                  <a:pt x="323" y="372"/>
                  <a:pt x="330" y="373"/>
                  <a:pt x="337" y="375"/>
                </a:cubicBezTo>
                <a:cubicBezTo>
                  <a:pt x="343" y="376"/>
                  <a:pt x="350" y="377"/>
                  <a:pt x="357" y="378"/>
                </a:cubicBezTo>
                <a:cubicBezTo>
                  <a:pt x="377" y="380"/>
                  <a:pt x="377" y="380"/>
                  <a:pt x="377" y="380"/>
                </a:cubicBezTo>
                <a:cubicBezTo>
                  <a:pt x="397" y="381"/>
                  <a:pt x="397" y="381"/>
                  <a:pt x="397" y="381"/>
                </a:cubicBezTo>
                <a:cubicBezTo>
                  <a:pt x="408" y="382"/>
                  <a:pt x="408" y="382"/>
                  <a:pt x="408" y="382"/>
                </a:cubicBezTo>
                <a:cubicBezTo>
                  <a:pt x="418" y="382"/>
                  <a:pt x="418" y="382"/>
                  <a:pt x="418" y="382"/>
                </a:cubicBezTo>
                <a:cubicBezTo>
                  <a:pt x="422" y="382"/>
                  <a:pt x="422" y="382"/>
                  <a:pt x="422" y="382"/>
                </a:cubicBezTo>
                <a:cubicBezTo>
                  <a:pt x="424" y="410"/>
                  <a:pt x="424" y="410"/>
                  <a:pt x="424" y="410"/>
                </a:cubicBezTo>
                <a:lnTo>
                  <a:pt x="518" y="354"/>
                </a:lnTo>
                <a:close/>
              </a:path>
            </a:pathLst>
          </a:custGeom>
          <a:gradFill rotWithShape="0">
            <a:gsLst>
              <a:gs pos="0">
                <a:srgbClr val="bf0000"/>
              </a:gs>
              <a:gs pos="50000">
                <a:srgbClr val="a10000"/>
              </a:gs>
              <a:gs pos="100000">
                <a:srgbClr val="710000"/>
              </a:gs>
            </a:gsLst>
            <a:lin ang="18900000"/>
          </a:gradFill>
          <a:ln w="0">
            <a:solidFill>
              <a:srgbClr val="c00000"/>
            </a:solid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67" name="Freeform 11"/>
          <p:cNvSpPr/>
          <p:nvPr/>
        </p:nvSpPr>
        <p:spPr>
          <a:xfrm>
            <a:off x="6576840" y="3053520"/>
            <a:ext cx="1874160" cy="1323360"/>
          </a:xfrm>
          <a:custGeom>
            <a:avLst/>
            <a:gdLst>
              <a:gd name="textAreaLeft" fmla="*/ 0 w 1874160"/>
              <a:gd name="textAreaRight" fmla="*/ 1886040 w 1874160"/>
              <a:gd name="textAreaTop" fmla="*/ 0 h 1323360"/>
              <a:gd name="textAreaBottom" fmla="*/ 1335240 h 1323360"/>
            </a:gdLst>
            <a:ahLst/>
            <a:rect l="textAreaLeft" t="textAreaTop" r="textAreaRight" b="textAreaBottom"/>
            <a:pathLst>
              <a:path w="495" h="350">
                <a:moveTo>
                  <a:pt x="495" y="263"/>
                </a:moveTo>
                <a:cubicBezTo>
                  <a:pt x="386" y="268"/>
                  <a:pt x="386" y="268"/>
                  <a:pt x="386" y="268"/>
                </a:cubicBezTo>
                <a:cubicBezTo>
                  <a:pt x="399" y="293"/>
                  <a:pt x="399" y="293"/>
                  <a:pt x="399" y="293"/>
                </a:cubicBezTo>
                <a:cubicBezTo>
                  <a:pt x="358" y="309"/>
                  <a:pt x="313" y="316"/>
                  <a:pt x="269" y="314"/>
                </a:cubicBezTo>
                <a:cubicBezTo>
                  <a:pt x="219" y="311"/>
                  <a:pt x="168" y="296"/>
                  <a:pt x="125" y="269"/>
                </a:cubicBezTo>
                <a:cubicBezTo>
                  <a:pt x="82" y="242"/>
                  <a:pt x="47" y="202"/>
                  <a:pt x="26" y="154"/>
                </a:cubicBezTo>
                <a:cubicBezTo>
                  <a:pt x="16" y="130"/>
                  <a:pt x="10" y="105"/>
                  <a:pt x="7" y="79"/>
                </a:cubicBezTo>
                <a:cubicBezTo>
                  <a:pt x="4" y="53"/>
                  <a:pt x="4" y="26"/>
                  <a:pt x="7" y="0"/>
                </a:cubicBezTo>
                <a:cubicBezTo>
                  <a:pt x="2" y="26"/>
                  <a:pt x="0" y="53"/>
                  <a:pt x="2" y="79"/>
                </a:cubicBezTo>
                <a:cubicBezTo>
                  <a:pt x="3" y="106"/>
                  <a:pt x="8" y="132"/>
                  <a:pt x="17" y="158"/>
                </a:cubicBezTo>
                <a:cubicBezTo>
                  <a:pt x="26" y="183"/>
                  <a:pt x="39" y="207"/>
                  <a:pt x="56" y="229"/>
                </a:cubicBezTo>
                <a:cubicBezTo>
                  <a:pt x="72" y="250"/>
                  <a:pt x="92" y="269"/>
                  <a:pt x="114" y="285"/>
                </a:cubicBezTo>
                <a:cubicBezTo>
                  <a:pt x="158" y="318"/>
                  <a:pt x="211" y="337"/>
                  <a:pt x="266" y="344"/>
                </a:cubicBezTo>
                <a:cubicBezTo>
                  <a:pt x="317" y="350"/>
                  <a:pt x="369" y="344"/>
                  <a:pt x="418" y="328"/>
                </a:cubicBezTo>
                <a:cubicBezTo>
                  <a:pt x="430" y="350"/>
                  <a:pt x="430" y="350"/>
                  <a:pt x="430" y="350"/>
                </a:cubicBezTo>
                <a:lnTo>
                  <a:pt x="495" y="263"/>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68" name="Freeform 12"/>
          <p:cNvSpPr/>
          <p:nvPr/>
        </p:nvSpPr>
        <p:spPr>
          <a:xfrm>
            <a:off x="4175280" y="1803240"/>
            <a:ext cx="1674000" cy="2251800"/>
          </a:xfrm>
          <a:custGeom>
            <a:avLst/>
            <a:gdLst>
              <a:gd name="textAreaLeft" fmla="*/ 0 w 1674000"/>
              <a:gd name="textAreaRight" fmla="*/ 1685880 w 1674000"/>
              <a:gd name="textAreaTop" fmla="*/ 0 h 2251800"/>
              <a:gd name="textAreaBottom" fmla="*/ 2263680 h 2251800"/>
            </a:gdLst>
            <a:ahLst/>
            <a:rect l="textAreaLeft" t="textAreaTop" r="textAreaRight" b="textAreaBottom"/>
            <a:pathLst>
              <a:path w="443" h="594">
                <a:moveTo>
                  <a:pt x="443" y="42"/>
                </a:moveTo>
                <a:cubicBezTo>
                  <a:pt x="341" y="0"/>
                  <a:pt x="341" y="0"/>
                  <a:pt x="341" y="0"/>
                </a:cubicBezTo>
                <a:cubicBezTo>
                  <a:pt x="343" y="29"/>
                  <a:pt x="343" y="29"/>
                  <a:pt x="343" y="29"/>
                </a:cubicBezTo>
                <a:cubicBezTo>
                  <a:pt x="317" y="33"/>
                  <a:pt x="291" y="39"/>
                  <a:pt x="265" y="47"/>
                </a:cubicBezTo>
                <a:cubicBezTo>
                  <a:pt x="234" y="57"/>
                  <a:pt x="205" y="71"/>
                  <a:pt x="177" y="88"/>
                </a:cubicBezTo>
                <a:cubicBezTo>
                  <a:pt x="149" y="104"/>
                  <a:pt x="124" y="125"/>
                  <a:pt x="102" y="149"/>
                </a:cubicBezTo>
                <a:cubicBezTo>
                  <a:pt x="80" y="172"/>
                  <a:pt x="61" y="199"/>
                  <a:pt x="47" y="227"/>
                </a:cubicBezTo>
                <a:cubicBezTo>
                  <a:pt x="17" y="284"/>
                  <a:pt x="4" y="347"/>
                  <a:pt x="2" y="410"/>
                </a:cubicBezTo>
                <a:cubicBezTo>
                  <a:pt x="0" y="473"/>
                  <a:pt x="11" y="536"/>
                  <a:pt x="34" y="594"/>
                </a:cubicBezTo>
                <a:cubicBezTo>
                  <a:pt x="14" y="535"/>
                  <a:pt x="7" y="472"/>
                  <a:pt x="12" y="411"/>
                </a:cubicBezTo>
                <a:cubicBezTo>
                  <a:pt x="17" y="349"/>
                  <a:pt x="34" y="289"/>
                  <a:pt x="64" y="237"/>
                </a:cubicBezTo>
                <a:cubicBezTo>
                  <a:pt x="80" y="211"/>
                  <a:pt x="98" y="187"/>
                  <a:pt x="120" y="166"/>
                </a:cubicBezTo>
                <a:cubicBezTo>
                  <a:pt x="141" y="145"/>
                  <a:pt x="166" y="128"/>
                  <a:pt x="192" y="114"/>
                </a:cubicBezTo>
                <a:cubicBezTo>
                  <a:pt x="218" y="99"/>
                  <a:pt x="246" y="89"/>
                  <a:pt x="275" y="81"/>
                </a:cubicBezTo>
                <a:cubicBezTo>
                  <a:pt x="298" y="75"/>
                  <a:pt x="321" y="71"/>
                  <a:pt x="345" y="68"/>
                </a:cubicBezTo>
                <a:cubicBezTo>
                  <a:pt x="347" y="94"/>
                  <a:pt x="347" y="94"/>
                  <a:pt x="347" y="94"/>
                </a:cubicBezTo>
                <a:lnTo>
                  <a:pt x="443" y="42"/>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69"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70"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71"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72"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173" name="Group 24"/>
          <p:cNvGrpSpPr/>
          <p:nvPr/>
        </p:nvGrpSpPr>
        <p:grpSpPr>
          <a:xfrm>
            <a:off x="5927400" y="580320"/>
            <a:ext cx="2213280" cy="2217960"/>
            <a:chOff x="5927400" y="580320"/>
            <a:chExt cx="2213280" cy="2217960"/>
          </a:xfrm>
        </p:grpSpPr>
        <p:sp>
          <p:nvSpPr>
            <p:cNvPr id="174" name="Freeform 25"/>
            <p:cNvSpPr/>
            <p:nvPr/>
          </p:nvSpPr>
          <p:spPr>
            <a:xfrm>
              <a:off x="5927400" y="58032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75" name="Freeform 6"/>
            <p:cNvSpPr/>
            <p:nvPr/>
          </p:nvSpPr>
          <p:spPr>
            <a:xfrm>
              <a:off x="5927400" y="58032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76" name="Group 28"/>
          <p:cNvGrpSpPr/>
          <p:nvPr/>
        </p:nvGrpSpPr>
        <p:grpSpPr>
          <a:xfrm>
            <a:off x="8552520" y="3053520"/>
            <a:ext cx="2213280" cy="2217960"/>
            <a:chOff x="8552520" y="3053520"/>
            <a:chExt cx="2213280" cy="2217960"/>
          </a:xfrm>
        </p:grpSpPr>
        <p:sp>
          <p:nvSpPr>
            <p:cNvPr id="177" name="Freeform 29"/>
            <p:cNvSpPr/>
            <p:nvPr/>
          </p:nvSpPr>
          <p:spPr>
            <a:xfrm>
              <a:off x="8552520" y="305352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78" name="Freeform 6"/>
            <p:cNvSpPr/>
            <p:nvPr/>
          </p:nvSpPr>
          <p:spPr>
            <a:xfrm>
              <a:off x="8552520" y="305352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79" name="Group 32"/>
          <p:cNvGrpSpPr/>
          <p:nvPr/>
        </p:nvGrpSpPr>
        <p:grpSpPr>
          <a:xfrm>
            <a:off x="4307040" y="4130640"/>
            <a:ext cx="2213280" cy="2217960"/>
            <a:chOff x="4307040" y="4130640"/>
            <a:chExt cx="2213280" cy="2217960"/>
          </a:xfrm>
        </p:grpSpPr>
        <p:sp>
          <p:nvSpPr>
            <p:cNvPr id="180" name="Freeform 33"/>
            <p:cNvSpPr/>
            <p:nvPr/>
          </p:nvSpPr>
          <p:spPr>
            <a:xfrm>
              <a:off x="4307040" y="413064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81" name="Freeform 6"/>
            <p:cNvSpPr/>
            <p:nvPr/>
          </p:nvSpPr>
          <p:spPr>
            <a:xfrm>
              <a:off x="4307040" y="413064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82" name="Freeform 44"/>
          <p:cNvSpPr/>
          <p:nvPr/>
        </p:nvSpPr>
        <p:spPr>
          <a:xfrm>
            <a:off x="-2009880" y="-127620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183" name="Group 36"/>
          <p:cNvGrpSpPr/>
          <p:nvPr/>
        </p:nvGrpSpPr>
        <p:grpSpPr>
          <a:xfrm>
            <a:off x="970200" y="1405440"/>
            <a:ext cx="2213280" cy="2217960"/>
            <a:chOff x="970200" y="1405440"/>
            <a:chExt cx="2213280" cy="2217960"/>
          </a:xfrm>
        </p:grpSpPr>
        <p:sp>
          <p:nvSpPr>
            <p:cNvPr id="184" name="Freeform 37"/>
            <p:cNvSpPr/>
            <p:nvPr/>
          </p:nvSpPr>
          <p:spPr>
            <a:xfrm>
              <a:off x="970200" y="140544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85" name="Freeform 6"/>
            <p:cNvSpPr/>
            <p:nvPr/>
          </p:nvSpPr>
          <p:spPr>
            <a:xfrm>
              <a:off x="970200" y="140544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86" name="Group 27"/>
          <p:cNvGrpSpPr/>
          <p:nvPr/>
        </p:nvGrpSpPr>
        <p:grpSpPr>
          <a:xfrm>
            <a:off x="559080" y="565200"/>
            <a:ext cx="1467720" cy="43920"/>
            <a:chOff x="559080" y="565200"/>
            <a:chExt cx="1467720" cy="43920"/>
          </a:xfrm>
        </p:grpSpPr>
        <p:sp>
          <p:nvSpPr>
            <p:cNvPr id="18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8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89" name="Rectangle 45"/>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9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19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9FD972F-9260-436D-BAD4-764DE91B885C}"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92" name="Freeform 10"/>
          <p:cNvSpPr/>
          <p:nvPr/>
        </p:nvSpPr>
        <p:spPr>
          <a:xfrm>
            <a:off x="2082960" y="3490920"/>
            <a:ext cx="1961280" cy="1551960"/>
          </a:xfrm>
          <a:custGeom>
            <a:avLst/>
            <a:gdLst>
              <a:gd name="textAreaLeft" fmla="*/ 0 w 1961280"/>
              <a:gd name="textAreaRight" fmla="*/ 1973160 w 1961280"/>
              <a:gd name="textAreaTop" fmla="*/ 0 h 1551960"/>
              <a:gd name="textAreaBottom" fmla="*/ 1563840 h 1551960"/>
            </a:gdLst>
            <a:ahLst/>
            <a:rect l="textAreaLeft" t="textAreaTop" r="textAreaRight" b="textAreaBottom"/>
            <a:pathLst>
              <a:path w="518" h="410">
                <a:moveTo>
                  <a:pt x="518" y="354"/>
                </a:moveTo>
                <a:cubicBezTo>
                  <a:pt x="416" y="316"/>
                  <a:pt x="416" y="316"/>
                  <a:pt x="416" y="316"/>
                </a:cubicBezTo>
                <a:cubicBezTo>
                  <a:pt x="418" y="344"/>
                  <a:pt x="418" y="344"/>
                  <a:pt x="418" y="344"/>
                </a:cubicBezTo>
                <a:cubicBezTo>
                  <a:pt x="374" y="345"/>
                  <a:pt x="329" y="342"/>
                  <a:pt x="286" y="331"/>
                </a:cubicBezTo>
                <a:cubicBezTo>
                  <a:pt x="237" y="319"/>
                  <a:pt x="190" y="297"/>
                  <a:pt x="150" y="265"/>
                </a:cubicBezTo>
                <a:cubicBezTo>
                  <a:pt x="110" y="233"/>
                  <a:pt x="77" y="192"/>
                  <a:pt x="52" y="147"/>
                </a:cubicBezTo>
                <a:cubicBezTo>
                  <a:pt x="27" y="102"/>
                  <a:pt x="9" y="52"/>
                  <a:pt x="0" y="0"/>
                </a:cubicBezTo>
                <a:cubicBezTo>
                  <a:pt x="3" y="26"/>
                  <a:pt x="8" y="52"/>
                  <a:pt x="15" y="77"/>
                </a:cubicBezTo>
                <a:cubicBezTo>
                  <a:pt x="23" y="103"/>
                  <a:pt x="32" y="128"/>
                  <a:pt x="43" y="152"/>
                </a:cubicBezTo>
                <a:cubicBezTo>
                  <a:pt x="66" y="199"/>
                  <a:pt x="97" y="244"/>
                  <a:pt x="137" y="280"/>
                </a:cubicBezTo>
                <a:cubicBezTo>
                  <a:pt x="177" y="316"/>
                  <a:pt x="226" y="343"/>
                  <a:pt x="277" y="360"/>
                </a:cubicBezTo>
                <a:cubicBezTo>
                  <a:pt x="297" y="366"/>
                  <a:pt x="297" y="366"/>
                  <a:pt x="297" y="366"/>
                </a:cubicBezTo>
                <a:cubicBezTo>
                  <a:pt x="317" y="371"/>
                  <a:pt x="317" y="371"/>
                  <a:pt x="317" y="371"/>
                </a:cubicBezTo>
                <a:cubicBezTo>
                  <a:pt x="323" y="372"/>
                  <a:pt x="330" y="373"/>
                  <a:pt x="337" y="375"/>
                </a:cubicBezTo>
                <a:cubicBezTo>
                  <a:pt x="343" y="376"/>
                  <a:pt x="350" y="377"/>
                  <a:pt x="357" y="378"/>
                </a:cubicBezTo>
                <a:cubicBezTo>
                  <a:pt x="377" y="380"/>
                  <a:pt x="377" y="380"/>
                  <a:pt x="377" y="380"/>
                </a:cubicBezTo>
                <a:cubicBezTo>
                  <a:pt x="397" y="381"/>
                  <a:pt x="397" y="381"/>
                  <a:pt x="397" y="381"/>
                </a:cubicBezTo>
                <a:cubicBezTo>
                  <a:pt x="408" y="382"/>
                  <a:pt x="408" y="382"/>
                  <a:pt x="408" y="382"/>
                </a:cubicBezTo>
                <a:cubicBezTo>
                  <a:pt x="418" y="382"/>
                  <a:pt x="418" y="382"/>
                  <a:pt x="418" y="382"/>
                </a:cubicBezTo>
                <a:cubicBezTo>
                  <a:pt x="422" y="382"/>
                  <a:pt x="422" y="382"/>
                  <a:pt x="422" y="382"/>
                </a:cubicBezTo>
                <a:cubicBezTo>
                  <a:pt x="424" y="410"/>
                  <a:pt x="424" y="410"/>
                  <a:pt x="424" y="410"/>
                </a:cubicBezTo>
                <a:lnTo>
                  <a:pt x="518" y="354"/>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93" name="Freeform 11"/>
          <p:cNvSpPr/>
          <p:nvPr/>
        </p:nvSpPr>
        <p:spPr>
          <a:xfrm>
            <a:off x="6552720" y="3029760"/>
            <a:ext cx="1874160" cy="1323360"/>
          </a:xfrm>
          <a:custGeom>
            <a:avLst/>
            <a:gdLst>
              <a:gd name="textAreaLeft" fmla="*/ 0 w 1874160"/>
              <a:gd name="textAreaRight" fmla="*/ 1886040 w 1874160"/>
              <a:gd name="textAreaTop" fmla="*/ 0 h 1323360"/>
              <a:gd name="textAreaBottom" fmla="*/ 1335240 h 1323360"/>
            </a:gdLst>
            <a:ahLst/>
            <a:rect l="textAreaLeft" t="textAreaTop" r="textAreaRight" b="textAreaBottom"/>
            <a:pathLst>
              <a:path w="495" h="350">
                <a:moveTo>
                  <a:pt x="495" y="263"/>
                </a:moveTo>
                <a:cubicBezTo>
                  <a:pt x="386" y="268"/>
                  <a:pt x="386" y="268"/>
                  <a:pt x="386" y="268"/>
                </a:cubicBezTo>
                <a:cubicBezTo>
                  <a:pt x="399" y="293"/>
                  <a:pt x="399" y="293"/>
                  <a:pt x="399" y="293"/>
                </a:cubicBezTo>
                <a:cubicBezTo>
                  <a:pt x="358" y="309"/>
                  <a:pt x="313" y="316"/>
                  <a:pt x="269" y="314"/>
                </a:cubicBezTo>
                <a:cubicBezTo>
                  <a:pt x="219" y="311"/>
                  <a:pt x="168" y="296"/>
                  <a:pt x="125" y="269"/>
                </a:cubicBezTo>
                <a:cubicBezTo>
                  <a:pt x="82" y="242"/>
                  <a:pt x="47" y="202"/>
                  <a:pt x="26" y="154"/>
                </a:cubicBezTo>
                <a:cubicBezTo>
                  <a:pt x="16" y="130"/>
                  <a:pt x="10" y="105"/>
                  <a:pt x="7" y="79"/>
                </a:cubicBezTo>
                <a:cubicBezTo>
                  <a:pt x="4" y="53"/>
                  <a:pt x="4" y="26"/>
                  <a:pt x="7" y="0"/>
                </a:cubicBezTo>
                <a:cubicBezTo>
                  <a:pt x="2" y="26"/>
                  <a:pt x="0" y="53"/>
                  <a:pt x="2" y="79"/>
                </a:cubicBezTo>
                <a:cubicBezTo>
                  <a:pt x="3" y="106"/>
                  <a:pt x="8" y="132"/>
                  <a:pt x="17" y="158"/>
                </a:cubicBezTo>
                <a:cubicBezTo>
                  <a:pt x="26" y="183"/>
                  <a:pt x="39" y="207"/>
                  <a:pt x="56" y="229"/>
                </a:cubicBezTo>
                <a:cubicBezTo>
                  <a:pt x="72" y="250"/>
                  <a:pt x="92" y="269"/>
                  <a:pt x="114" y="285"/>
                </a:cubicBezTo>
                <a:cubicBezTo>
                  <a:pt x="158" y="318"/>
                  <a:pt x="211" y="337"/>
                  <a:pt x="266" y="344"/>
                </a:cubicBezTo>
                <a:cubicBezTo>
                  <a:pt x="317" y="350"/>
                  <a:pt x="369" y="344"/>
                  <a:pt x="418" y="328"/>
                </a:cubicBezTo>
                <a:cubicBezTo>
                  <a:pt x="430" y="350"/>
                  <a:pt x="430" y="350"/>
                  <a:pt x="430" y="350"/>
                </a:cubicBezTo>
                <a:lnTo>
                  <a:pt x="495" y="263"/>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94" name="Freeform 12"/>
          <p:cNvSpPr/>
          <p:nvPr/>
        </p:nvSpPr>
        <p:spPr>
          <a:xfrm>
            <a:off x="4175280" y="1803240"/>
            <a:ext cx="1674000" cy="2251800"/>
          </a:xfrm>
          <a:custGeom>
            <a:avLst/>
            <a:gdLst>
              <a:gd name="textAreaLeft" fmla="*/ 0 w 1674000"/>
              <a:gd name="textAreaRight" fmla="*/ 1685880 w 1674000"/>
              <a:gd name="textAreaTop" fmla="*/ 0 h 2251800"/>
              <a:gd name="textAreaBottom" fmla="*/ 2263680 h 2251800"/>
            </a:gdLst>
            <a:ahLst/>
            <a:rect l="textAreaLeft" t="textAreaTop" r="textAreaRight" b="textAreaBottom"/>
            <a:pathLst>
              <a:path w="443" h="594">
                <a:moveTo>
                  <a:pt x="443" y="42"/>
                </a:moveTo>
                <a:cubicBezTo>
                  <a:pt x="341" y="0"/>
                  <a:pt x="341" y="0"/>
                  <a:pt x="341" y="0"/>
                </a:cubicBezTo>
                <a:cubicBezTo>
                  <a:pt x="343" y="29"/>
                  <a:pt x="343" y="29"/>
                  <a:pt x="343" y="29"/>
                </a:cubicBezTo>
                <a:cubicBezTo>
                  <a:pt x="317" y="33"/>
                  <a:pt x="291" y="39"/>
                  <a:pt x="265" y="47"/>
                </a:cubicBezTo>
                <a:cubicBezTo>
                  <a:pt x="234" y="57"/>
                  <a:pt x="205" y="71"/>
                  <a:pt x="177" y="88"/>
                </a:cubicBezTo>
                <a:cubicBezTo>
                  <a:pt x="149" y="104"/>
                  <a:pt x="124" y="125"/>
                  <a:pt x="102" y="149"/>
                </a:cubicBezTo>
                <a:cubicBezTo>
                  <a:pt x="80" y="172"/>
                  <a:pt x="61" y="199"/>
                  <a:pt x="47" y="227"/>
                </a:cubicBezTo>
                <a:cubicBezTo>
                  <a:pt x="17" y="284"/>
                  <a:pt x="4" y="347"/>
                  <a:pt x="2" y="410"/>
                </a:cubicBezTo>
                <a:cubicBezTo>
                  <a:pt x="0" y="473"/>
                  <a:pt x="11" y="536"/>
                  <a:pt x="34" y="594"/>
                </a:cubicBezTo>
                <a:cubicBezTo>
                  <a:pt x="14" y="535"/>
                  <a:pt x="7" y="472"/>
                  <a:pt x="12" y="411"/>
                </a:cubicBezTo>
                <a:cubicBezTo>
                  <a:pt x="17" y="349"/>
                  <a:pt x="34" y="289"/>
                  <a:pt x="64" y="237"/>
                </a:cubicBezTo>
                <a:cubicBezTo>
                  <a:pt x="80" y="211"/>
                  <a:pt x="98" y="187"/>
                  <a:pt x="120" y="166"/>
                </a:cubicBezTo>
                <a:cubicBezTo>
                  <a:pt x="141" y="145"/>
                  <a:pt x="166" y="128"/>
                  <a:pt x="192" y="114"/>
                </a:cubicBezTo>
                <a:cubicBezTo>
                  <a:pt x="218" y="99"/>
                  <a:pt x="246" y="89"/>
                  <a:pt x="275" y="81"/>
                </a:cubicBezTo>
                <a:cubicBezTo>
                  <a:pt x="298" y="75"/>
                  <a:pt x="321" y="71"/>
                  <a:pt x="345" y="68"/>
                </a:cubicBezTo>
                <a:cubicBezTo>
                  <a:pt x="347" y="94"/>
                  <a:pt x="347" y="94"/>
                  <a:pt x="347" y="94"/>
                </a:cubicBezTo>
                <a:lnTo>
                  <a:pt x="443" y="42"/>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95"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96"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97"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98"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199" name="Group 27"/>
          <p:cNvGrpSpPr/>
          <p:nvPr/>
        </p:nvGrpSpPr>
        <p:grpSpPr>
          <a:xfrm>
            <a:off x="5955120" y="495360"/>
            <a:ext cx="2213280" cy="2217960"/>
            <a:chOff x="5955120" y="495360"/>
            <a:chExt cx="2213280" cy="2217960"/>
          </a:xfrm>
        </p:grpSpPr>
        <p:sp>
          <p:nvSpPr>
            <p:cNvPr id="200" name="Freeform 28"/>
            <p:cNvSpPr/>
            <p:nvPr/>
          </p:nvSpPr>
          <p:spPr>
            <a:xfrm>
              <a:off x="5955120" y="49536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01" name="Freeform 6"/>
            <p:cNvSpPr/>
            <p:nvPr/>
          </p:nvSpPr>
          <p:spPr>
            <a:xfrm>
              <a:off x="5955120" y="49536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02" name="Group 30"/>
          <p:cNvGrpSpPr/>
          <p:nvPr/>
        </p:nvGrpSpPr>
        <p:grpSpPr>
          <a:xfrm>
            <a:off x="8549280" y="3029760"/>
            <a:ext cx="2213280" cy="2217960"/>
            <a:chOff x="8549280" y="3029760"/>
            <a:chExt cx="2213280" cy="2217960"/>
          </a:xfrm>
        </p:grpSpPr>
        <p:sp>
          <p:nvSpPr>
            <p:cNvPr id="203" name="Freeform 31"/>
            <p:cNvSpPr/>
            <p:nvPr/>
          </p:nvSpPr>
          <p:spPr>
            <a:xfrm>
              <a:off x="8549280" y="302976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04" name="Freeform 6"/>
            <p:cNvSpPr/>
            <p:nvPr/>
          </p:nvSpPr>
          <p:spPr>
            <a:xfrm>
              <a:off x="8549280" y="302976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05" name="Group 33"/>
          <p:cNvGrpSpPr/>
          <p:nvPr/>
        </p:nvGrpSpPr>
        <p:grpSpPr>
          <a:xfrm>
            <a:off x="4201200" y="4067280"/>
            <a:ext cx="2213280" cy="2217960"/>
            <a:chOff x="4201200" y="4067280"/>
            <a:chExt cx="2213280" cy="2217960"/>
          </a:xfrm>
        </p:grpSpPr>
        <p:sp>
          <p:nvSpPr>
            <p:cNvPr id="206" name="Freeform 34"/>
            <p:cNvSpPr/>
            <p:nvPr/>
          </p:nvSpPr>
          <p:spPr>
            <a:xfrm>
              <a:off x="4201200" y="406728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07" name="Freeform 6"/>
            <p:cNvSpPr/>
            <p:nvPr/>
          </p:nvSpPr>
          <p:spPr>
            <a:xfrm>
              <a:off x="4201200" y="406728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08" name="Text Placeholder 2"/>
          <p:cNvSpPr/>
          <p:nvPr/>
        </p:nvSpPr>
        <p:spPr>
          <a:xfrm>
            <a:off x="6068880" y="615240"/>
            <a:ext cx="1967760" cy="1991520"/>
          </a:xfrm>
          <a:prstGeom prst="roundRect">
            <a:avLst>
              <a:gd name="adj" fmla="val 4874"/>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p:txBody>
      </p:sp>
      <p:sp>
        <p:nvSpPr>
          <p:cNvPr id="209" name="Text Placeholder 2"/>
          <p:cNvSpPr/>
          <p:nvPr/>
        </p:nvSpPr>
        <p:spPr>
          <a:xfrm>
            <a:off x="8672040" y="3143160"/>
            <a:ext cx="1967760" cy="1991520"/>
          </a:xfrm>
          <a:prstGeom prst="roundRect">
            <a:avLst>
              <a:gd name="adj" fmla="val 4874"/>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p:txBody>
      </p:sp>
      <p:sp>
        <p:nvSpPr>
          <p:cNvPr id="210" name="Text Placeholder 2"/>
          <p:cNvSpPr/>
          <p:nvPr/>
        </p:nvSpPr>
        <p:spPr>
          <a:xfrm>
            <a:off x="4323960" y="4203000"/>
            <a:ext cx="1967760" cy="1991520"/>
          </a:xfrm>
          <a:prstGeom prst="roundRect">
            <a:avLst>
              <a:gd name="adj" fmla="val 4874"/>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p:txBody>
      </p:sp>
      <p:sp>
        <p:nvSpPr>
          <p:cNvPr id="211" name="Freeform 42"/>
          <p:cNvSpPr/>
          <p:nvPr/>
        </p:nvSpPr>
        <p:spPr>
          <a:xfrm rot="370200">
            <a:off x="-2188800" y="-122040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212" name="Group 23"/>
          <p:cNvGrpSpPr/>
          <p:nvPr/>
        </p:nvGrpSpPr>
        <p:grpSpPr>
          <a:xfrm>
            <a:off x="970200" y="1238040"/>
            <a:ext cx="2213280" cy="2217960"/>
            <a:chOff x="970200" y="1238040"/>
            <a:chExt cx="2213280" cy="2217960"/>
          </a:xfrm>
        </p:grpSpPr>
        <p:sp>
          <p:nvSpPr>
            <p:cNvPr id="213" name="Freeform 24"/>
            <p:cNvSpPr/>
            <p:nvPr/>
          </p:nvSpPr>
          <p:spPr>
            <a:xfrm>
              <a:off x="970200" y="123804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14" name="Freeform 6"/>
            <p:cNvSpPr/>
            <p:nvPr/>
          </p:nvSpPr>
          <p:spPr>
            <a:xfrm>
              <a:off x="970200" y="1238040"/>
              <a:ext cx="2213280" cy="2217960"/>
            </a:xfrm>
            <a:custGeom>
              <a:avLst/>
              <a:gdLst>
                <a:gd name="textAreaLeft" fmla="*/ 0 w 2213280"/>
                <a:gd name="textAreaRight" fmla="*/ 2225160 w 2213280"/>
                <a:gd name="textAreaTop" fmla="*/ 0 h 2217960"/>
                <a:gd name="textAreaBottom" fmla="*/ 2229840 h 2217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15" name="Text Placeholder 2"/>
          <p:cNvSpPr/>
          <p:nvPr/>
        </p:nvSpPr>
        <p:spPr>
          <a:xfrm>
            <a:off x="1089000" y="1362240"/>
            <a:ext cx="1967760" cy="1991520"/>
          </a:xfrm>
          <a:prstGeom prst="roundRect">
            <a:avLst>
              <a:gd name="adj" fmla="val 4874"/>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p:txBody>
      </p:sp>
      <p:grpSp>
        <p:nvGrpSpPr>
          <p:cNvPr id="216" name="Group 26"/>
          <p:cNvGrpSpPr/>
          <p:nvPr/>
        </p:nvGrpSpPr>
        <p:grpSpPr>
          <a:xfrm>
            <a:off x="559080" y="565200"/>
            <a:ext cx="1467720" cy="43920"/>
            <a:chOff x="559080" y="565200"/>
            <a:chExt cx="1467720" cy="43920"/>
          </a:xfrm>
        </p:grpSpPr>
        <p:sp>
          <p:nvSpPr>
            <p:cNvPr id="21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1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19" name="Rectangle 43"/>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22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2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37E54E5-5785-4333-804F-BBEE381B8608}"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22"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23"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24"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25"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226" name="Group 25"/>
          <p:cNvGrpSpPr/>
          <p:nvPr/>
        </p:nvGrpSpPr>
        <p:grpSpPr>
          <a:xfrm>
            <a:off x="5057280" y="834120"/>
            <a:ext cx="1728360" cy="1639080"/>
            <a:chOff x="5057280" y="834120"/>
            <a:chExt cx="1728360" cy="1639080"/>
          </a:xfrm>
        </p:grpSpPr>
        <p:sp>
          <p:nvSpPr>
            <p:cNvPr id="227" name="Freeform 6"/>
            <p:cNvSpPr/>
            <p:nvPr/>
          </p:nvSpPr>
          <p:spPr>
            <a:xfrm>
              <a:off x="5057280" y="834120"/>
              <a:ext cx="1721520" cy="1639080"/>
            </a:xfrm>
            <a:custGeom>
              <a:avLst/>
              <a:gdLst>
                <a:gd name="textAreaLeft" fmla="*/ 0 w 1721520"/>
                <a:gd name="textAreaRight" fmla="*/ 1733400 w 1721520"/>
                <a:gd name="textAreaTop" fmla="*/ 0 h 1639080"/>
                <a:gd name="textAreaBottom" fmla="*/ 1650960 h 1639080"/>
              </a:gdLst>
              <a:ahLst/>
              <a:rect l="textAreaLeft" t="textAreaTop" r="textAreaRight" b="textAreaBottom"/>
              <a:pathLst>
                <a:path w="455" h="433">
                  <a:moveTo>
                    <a:pt x="3" y="179"/>
                  </a:moveTo>
                  <a:cubicBezTo>
                    <a:pt x="81" y="417"/>
                    <a:pt x="81" y="417"/>
                    <a:pt x="81" y="417"/>
                  </a:cubicBezTo>
                  <a:cubicBezTo>
                    <a:pt x="84" y="426"/>
                    <a:pt x="92" y="433"/>
                    <a:pt x="102" y="433"/>
                  </a:cubicBezTo>
                  <a:cubicBezTo>
                    <a:pt x="353" y="433"/>
                    <a:pt x="353" y="433"/>
                    <a:pt x="353" y="433"/>
                  </a:cubicBezTo>
                  <a:cubicBezTo>
                    <a:pt x="363" y="433"/>
                    <a:pt x="371" y="426"/>
                    <a:pt x="374" y="417"/>
                  </a:cubicBezTo>
                  <a:cubicBezTo>
                    <a:pt x="452" y="179"/>
                    <a:pt x="452" y="179"/>
                    <a:pt x="452" y="179"/>
                  </a:cubicBezTo>
                  <a:cubicBezTo>
                    <a:pt x="455" y="169"/>
                    <a:pt x="451" y="159"/>
                    <a:pt x="443" y="153"/>
                  </a:cubicBezTo>
                  <a:cubicBezTo>
                    <a:pt x="241" y="6"/>
                    <a:pt x="241" y="6"/>
                    <a:pt x="241" y="6"/>
                  </a:cubicBezTo>
                  <a:cubicBezTo>
                    <a:pt x="233" y="0"/>
                    <a:pt x="222" y="0"/>
                    <a:pt x="214" y="6"/>
                  </a:cubicBezTo>
                  <a:cubicBezTo>
                    <a:pt x="12" y="153"/>
                    <a:pt x="12" y="153"/>
                    <a:pt x="12" y="153"/>
                  </a:cubicBezTo>
                  <a:cubicBezTo>
                    <a:pt x="4" y="159"/>
                    <a:pt x="0" y="169"/>
                    <a:pt x="3"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28" name="Freeform 6"/>
            <p:cNvSpPr/>
            <p:nvPr/>
          </p:nvSpPr>
          <p:spPr>
            <a:xfrm>
              <a:off x="5064120" y="834120"/>
              <a:ext cx="1721520" cy="1639080"/>
            </a:xfrm>
            <a:custGeom>
              <a:avLst/>
              <a:gdLst>
                <a:gd name="textAreaLeft" fmla="*/ 0 w 1721520"/>
                <a:gd name="textAreaRight" fmla="*/ 1733400 w 1721520"/>
                <a:gd name="textAreaTop" fmla="*/ 0 h 1639080"/>
                <a:gd name="textAreaBottom" fmla="*/ 1650960 h 1639080"/>
              </a:gdLst>
              <a:ahLst/>
              <a:rect l="textAreaLeft" t="textAreaTop" r="textAreaRight" b="textAreaBottom"/>
              <a:pathLst>
                <a:path w="455" h="433">
                  <a:moveTo>
                    <a:pt x="3" y="179"/>
                  </a:moveTo>
                  <a:cubicBezTo>
                    <a:pt x="81" y="417"/>
                    <a:pt x="81" y="417"/>
                    <a:pt x="81" y="417"/>
                  </a:cubicBezTo>
                  <a:cubicBezTo>
                    <a:pt x="84" y="426"/>
                    <a:pt x="92" y="433"/>
                    <a:pt x="102" y="433"/>
                  </a:cubicBezTo>
                  <a:cubicBezTo>
                    <a:pt x="353" y="433"/>
                    <a:pt x="353" y="433"/>
                    <a:pt x="353" y="433"/>
                  </a:cubicBezTo>
                  <a:cubicBezTo>
                    <a:pt x="363" y="433"/>
                    <a:pt x="371" y="426"/>
                    <a:pt x="374" y="417"/>
                  </a:cubicBezTo>
                  <a:cubicBezTo>
                    <a:pt x="452" y="179"/>
                    <a:pt x="452" y="179"/>
                    <a:pt x="452" y="179"/>
                  </a:cubicBezTo>
                  <a:cubicBezTo>
                    <a:pt x="455" y="169"/>
                    <a:pt x="451" y="159"/>
                    <a:pt x="443" y="153"/>
                  </a:cubicBezTo>
                  <a:cubicBezTo>
                    <a:pt x="241" y="6"/>
                    <a:pt x="241" y="6"/>
                    <a:pt x="241" y="6"/>
                  </a:cubicBezTo>
                  <a:cubicBezTo>
                    <a:pt x="233" y="0"/>
                    <a:pt x="222" y="0"/>
                    <a:pt x="214" y="6"/>
                  </a:cubicBezTo>
                  <a:cubicBezTo>
                    <a:pt x="12" y="153"/>
                    <a:pt x="12" y="153"/>
                    <a:pt x="12" y="153"/>
                  </a:cubicBezTo>
                  <a:cubicBezTo>
                    <a:pt x="4" y="159"/>
                    <a:pt x="0" y="169"/>
                    <a:pt x="3"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29" name="Group 28"/>
          <p:cNvGrpSpPr/>
          <p:nvPr/>
        </p:nvGrpSpPr>
        <p:grpSpPr>
          <a:xfrm>
            <a:off x="6671520" y="2019960"/>
            <a:ext cx="1724040" cy="1634400"/>
            <a:chOff x="6671520" y="2019960"/>
            <a:chExt cx="1724040" cy="1634400"/>
          </a:xfrm>
        </p:grpSpPr>
        <p:sp>
          <p:nvSpPr>
            <p:cNvPr id="230" name="Freeform 7"/>
            <p:cNvSpPr/>
            <p:nvPr/>
          </p:nvSpPr>
          <p:spPr>
            <a:xfrm>
              <a:off x="6671520" y="2019960"/>
              <a:ext cx="1716840" cy="1634400"/>
            </a:xfrm>
            <a:custGeom>
              <a:avLst/>
              <a:gdLst>
                <a:gd name="textAreaLeft" fmla="*/ 0 w 1716840"/>
                <a:gd name="textAreaRight" fmla="*/ 1728720 w 1716840"/>
                <a:gd name="textAreaTop" fmla="*/ 0 h 1634400"/>
                <a:gd name="textAreaBottom" fmla="*/ 1646280 h 1634400"/>
              </a:gdLst>
              <a:ahLst/>
              <a:rect l="textAreaLeft" t="textAreaTop" r="textAreaRight" b="textAreaBottom"/>
              <a:pathLst>
                <a:path w="454" h="432">
                  <a:moveTo>
                    <a:pt x="3" y="179"/>
                  </a:moveTo>
                  <a:cubicBezTo>
                    <a:pt x="80" y="416"/>
                    <a:pt x="80" y="416"/>
                    <a:pt x="80" y="416"/>
                  </a:cubicBezTo>
                  <a:cubicBezTo>
                    <a:pt x="83" y="426"/>
                    <a:pt x="92" y="432"/>
                    <a:pt x="102" y="432"/>
                  </a:cubicBezTo>
                  <a:cubicBezTo>
                    <a:pt x="352" y="432"/>
                    <a:pt x="352" y="432"/>
                    <a:pt x="352" y="432"/>
                  </a:cubicBezTo>
                  <a:cubicBezTo>
                    <a:pt x="362" y="432"/>
                    <a:pt x="371" y="426"/>
                    <a:pt x="374" y="416"/>
                  </a:cubicBezTo>
                  <a:cubicBezTo>
                    <a:pt x="451" y="179"/>
                    <a:pt x="451" y="179"/>
                    <a:pt x="451" y="179"/>
                  </a:cubicBezTo>
                  <a:cubicBezTo>
                    <a:pt x="454"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31" name="Freeform 7"/>
            <p:cNvSpPr/>
            <p:nvPr/>
          </p:nvSpPr>
          <p:spPr>
            <a:xfrm>
              <a:off x="6678720" y="2019960"/>
              <a:ext cx="1716840" cy="1634400"/>
            </a:xfrm>
            <a:custGeom>
              <a:avLst/>
              <a:gdLst>
                <a:gd name="textAreaLeft" fmla="*/ 0 w 1716840"/>
                <a:gd name="textAreaRight" fmla="*/ 1728720 w 1716840"/>
                <a:gd name="textAreaTop" fmla="*/ 0 h 1634400"/>
                <a:gd name="textAreaBottom" fmla="*/ 1646280 h 1634400"/>
              </a:gdLst>
              <a:ahLst/>
              <a:rect l="textAreaLeft" t="textAreaTop" r="textAreaRight" b="textAreaBottom"/>
              <a:pathLst>
                <a:path w="454" h="432">
                  <a:moveTo>
                    <a:pt x="3" y="179"/>
                  </a:moveTo>
                  <a:cubicBezTo>
                    <a:pt x="80" y="416"/>
                    <a:pt x="80" y="416"/>
                    <a:pt x="80" y="416"/>
                  </a:cubicBezTo>
                  <a:cubicBezTo>
                    <a:pt x="83" y="426"/>
                    <a:pt x="92" y="432"/>
                    <a:pt x="102" y="432"/>
                  </a:cubicBezTo>
                  <a:cubicBezTo>
                    <a:pt x="352" y="432"/>
                    <a:pt x="352" y="432"/>
                    <a:pt x="352" y="432"/>
                  </a:cubicBezTo>
                  <a:cubicBezTo>
                    <a:pt x="362" y="432"/>
                    <a:pt x="371" y="426"/>
                    <a:pt x="374" y="416"/>
                  </a:cubicBezTo>
                  <a:cubicBezTo>
                    <a:pt x="451" y="179"/>
                    <a:pt x="451" y="179"/>
                    <a:pt x="451" y="179"/>
                  </a:cubicBezTo>
                  <a:cubicBezTo>
                    <a:pt x="454"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32" name="Group 31"/>
          <p:cNvGrpSpPr/>
          <p:nvPr/>
        </p:nvGrpSpPr>
        <p:grpSpPr>
          <a:xfrm>
            <a:off x="3398400" y="2019960"/>
            <a:ext cx="1726920" cy="1634400"/>
            <a:chOff x="3398400" y="2019960"/>
            <a:chExt cx="1726920" cy="1634400"/>
          </a:xfrm>
        </p:grpSpPr>
        <p:sp>
          <p:nvSpPr>
            <p:cNvPr id="233" name="Freeform 8"/>
            <p:cNvSpPr/>
            <p:nvPr/>
          </p:nvSpPr>
          <p:spPr>
            <a:xfrm>
              <a:off x="3398400" y="2019960"/>
              <a:ext cx="1720080" cy="1634400"/>
            </a:xfrm>
            <a:custGeom>
              <a:avLst/>
              <a:gdLst>
                <a:gd name="textAreaLeft" fmla="*/ 0 w 1720080"/>
                <a:gd name="textAreaRight" fmla="*/ 1731960 w 1720080"/>
                <a:gd name="textAreaTop" fmla="*/ 0 h 1634400"/>
                <a:gd name="textAreaBottom" fmla="*/ 1646280 h 1634400"/>
              </a:gdLst>
              <a:ahLst/>
              <a:rect l="textAreaLeft" t="textAreaTop" r="textAreaRight" b="textAreaBottom"/>
              <a:pathLst>
                <a:path w="455" h="432">
                  <a:moveTo>
                    <a:pt x="4" y="179"/>
                  </a:moveTo>
                  <a:cubicBezTo>
                    <a:pt x="81" y="416"/>
                    <a:pt x="81" y="416"/>
                    <a:pt x="81" y="416"/>
                  </a:cubicBezTo>
                  <a:cubicBezTo>
                    <a:pt x="84" y="426"/>
                    <a:pt x="93" y="432"/>
                    <a:pt x="103" y="432"/>
                  </a:cubicBezTo>
                  <a:cubicBezTo>
                    <a:pt x="353" y="432"/>
                    <a:pt x="353" y="432"/>
                    <a:pt x="353" y="432"/>
                  </a:cubicBezTo>
                  <a:cubicBezTo>
                    <a:pt x="363" y="432"/>
                    <a:pt x="372" y="426"/>
                    <a:pt x="375" y="416"/>
                  </a:cubicBezTo>
                  <a:cubicBezTo>
                    <a:pt x="452" y="179"/>
                    <a:pt x="452" y="179"/>
                    <a:pt x="452" y="179"/>
                  </a:cubicBezTo>
                  <a:cubicBezTo>
                    <a:pt x="455" y="169"/>
                    <a:pt x="452" y="159"/>
                    <a:pt x="444" y="153"/>
                  </a:cubicBezTo>
                  <a:cubicBezTo>
                    <a:pt x="241" y="6"/>
                    <a:pt x="241" y="6"/>
                    <a:pt x="241" y="6"/>
                  </a:cubicBezTo>
                  <a:cubicBezTo>
                    <a:pt x="233" y="0"/>
                    <a:pt x="222" y="0"/>
                    <a:pt x="214" y="6"/>
                  </a:cubicBezTo>
                  <a:cubicBezTo>
                    <a:pt x="12" y="153"/>
                    <a:pt x="12" y="153"/>
                    <a:pt x="12" y="153"/>
                  </a:cubicBezTo>
                  <a:cubicBezTo>
                    <a:pt x="4" y="159"/>
                    <a:pt x="0" y="169"/>
                    <a:pt x="4"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34" name="Freeform 8"/>
            <p:cNvSpPr/>
            <p:nvPr/>
          </p:nvSpPr>
          <p:spPr>
            <a:xfrm>
              <a:off x="3405240" y="2019960"/>
              <a:ext cx="1720080" cy="1634400"/>
            </a:xfrm>
            <a:custGeom>
              <a:avLst/>
              <a:gdLst>
                <a:gd name="textAreaLeft" fmla="*/ 0 w 1720080"/>
                <a:gd name="textAreaRight" fmla="*/ 1731960 w 1720080"/>
                <a:gd name="textAreaTop" fmla="*/ 0 h 1634400"/>
                <a:gd name="textAreaBottom" fmla="*/ 1646280 h 1634400"/>
              </a:gdLst>
              <a:ahLst/>
              <a:rect l="textAreaLeft" t="textAreaTop" r="textAreaRight" b="textAreaBottom"/>
              <a:pathLst>
                <a:path w="455" h="432">
                  <a:moveTo>
                    <a:pt x="4" y="179"/>
                  </a:moveTo>
                  <a:cubicBezTo>
                    <a:pt x="81" y="416"/>
                    <a:pt x="81" y="416"/>
                    <a:pt x="81" y="416"/>
                  </a:cubicBezTo>
                  <a:cubicBezTo>
                    <a:pt x="84" y="426"/>
                    <a:pt x="93" y="432"/>
                    <a:pt x="103" y="432"/>
                  </a:cubicBezTo>
                  <a:cubicBezTo>
                    <a:pt x="353" y="432"/>
                    <a:pt x="353" y="432"/>
                    <a:pt x="353" y="432"/>
                  </a:cubicBezTo>
                  <a:cubicBezTo>
                    <a:pt x="363" y="432"/>
                    <a:pt x="372" y="426"/>
                    <a:pt x="375" y="416"/>
                  </a:cubicBezTo>
                  <a:cubicBezTo>
                    <a:pt x="452" y="179"/>
                    <a:pt x="452" y="179"/>
                    <a:pt x="452" y="179"/>
                  </a:cubicBezTo>
                  <a:cubicBezTo>
                    <a:pt x="455" y="169"/>
                    <a:pt x="452" y="159"/>
                    <a:pt x="444" y="153"/>
                  </a:cubicBezTo>
                  <a:cubicBezTo>
                    <a:pt x="241" y="6"/>
                    <a:pt x="241" y="6"/>
                    <a:pt x="241" y="6"/>
                  </a:cubicBezTo>
                  <a:cubicBezTo>
                    <a:pt x="233" y="0"/>
                    <a:pt x="222" y="0"/>
                    <a:pt x="214" y="6"/>
                  </a:cubicBezTo>
                  <a:cubicBezTo>
                    <a:pt x="12" y="153"/>
                    <a:pt x="12" y="153"/>
                    <a:pt x="12" y="153"/>
                  </a:cubicBezTo>
                  <a:cubicBezTo>
                    <a:pt x="4" y="159"/>
                    <a:pt x="0" y="169"/>
                    <a:pt x="4"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35" name="Group 34"/>
          <p:cNvGrpSpPr/>
          <p:nvPr/>
        </p:nvGrpSpPr>
        <p:grpSpPr>
          <a:xfrm>
            <a:off x="4038120" y="3927960"/>
            <a:ext cx="1726920" cy="1637640"/>
            <a:chOff x="4038120" y="3927960"/>
            <a:chExt cx="1726920" cy="1637640"/>
          </a:xfrm>
        </p:grpSpPr>
        <p:sp>
          <p:nvSpPr>
            <p:cNvPr id="236" name="Freeform 9"/>
            <p:cNvSpPr/>
            <p:nvPr/>
          </p:nvSpPr>
          <p:spPr>
            <a:xfrm>
              <a:off x="4038120" y="3927960"/>
              <a:ext cx="1720080" cy="1637640"/>
            </a:xfrm>
            <a:custGeom>
              <a:avLst/>
              <a:gdLst>
                <a:gd name="textAreaLeft" fmla="*/ 0 w 1720080"/>
                <a:gd name="textAreaRight" fmla="*/ 1731960 w 1720080"/>
                <a:gd name="textAreaTop" fmla="*/ 0 h 1637640"/>
                <a:gd name="textAreaBottom" fmla="*/ 1649520 h 1637640"/>
              </a:gdLst>
              <a:ahLst/>
              <a:rect l="textAreaLeft" t="textAreaTop" r="textAreaRight" b="textAreaBottom"/>
              <a:pathLst>
                <a:path w="455" h="433">
                  <a:moveTo>
                    <a:pt x="3" y="179"/>
                  </a:moveTo>
                  <a:cubicBezTo>
                    <a:pt x="80" y="417"/>
                    <a:pt x="80" y="417"/>
                    <a:pt x="80" y="417"/>
                  </a:cubicBezTo>
                  <a:cubicBezTo>
                    <a:pt x="83" y="426"/>
                    <a:pt x="92" y="433"/>
                    <a:pt x="102" y="433"/>
                  </a:cubicBezTo>
                  <a:cubicBezTo>
                    <a:pt x="352" y="433"/>
                    <a:pt x="352" y="433"/>
                    <a:pt x="352" y="433"/>
                  </a:cubicBezTo>
                  <a:cubicBezTo>
                    <a:pt x="362" y="433"/>
                    <a:pt x="371" y="426"/>
                    <a:pt x="374" y="417"/>
                  </a:cubicBezTo>
                  <a:cubicBezTo>
                    <a:pt x="452" y="179"/>
                    <a:pt x="452" y="179"/>
                    <a:pt x="452" y="179"/>
                  </a:cubicBezTo>
                  <a:cubicBezTo>
                    <a:pt x="455"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37" name="Freeform 9"/>
            <p:cNvSpPr/>
            <p:nvPr/>
          </p:nvSpPr>
          <p:spPr>
            <a:xfrm>
              <a:off x="4044960" y="3927960"/>
              <a:ext cx="1720080" cy="1637640"/>
            </a:xfrm>
            <a:custGeom>
              <a:avLst/>
              <a:gdLst>
                <a:gd name="textAreaLeft" fmla="*/ 0 w 1720080"/>
                <a:gd name="textAreaRight" fmla="*/ 1731960 w 1720080"/>
                <a:gd name="textAreaTop" fmla="*/ 0 h 1637640"/>
                <a:gd name="textAreaBottom" fmla="*/ 1649520 h 1637640"/>
              </a:gdLst>
              <a:ahLst/>
              <a:rect l="textAreaLeft" t="textAreaTop" r="textAreaRight" b="textAreaBottom"/>
              <a:pathLst>
                <a:path w="455" h="433">
                  <a:moveTo>
                    <a:pt x="3" y="179"/>
                  </a:moveTo>
                  <a:cubicBezTo>
                    <a:pt x="80" y="417"/>
                    <a:pt x="80" y="417"/>
                    <a:pt x="80" y="417"/>
                  </a:cubicBezTo>
                  <a:cubicBezTo>
                    <a:pt x="83" y="426"/>
                    <a:pt x="92" y="433"/>
                    <a:pt x="102" y="433"/>
                  </a:cubicBezTo>
                  <a:cubicBezTo>
                    <a:pt x="352" y="433"/>
                    <a:pt x="352" y="433"/>
                    <a:pt x="352" y="433"/>
                  </a:cubicBezTo>
                  <a:cubicBezTo>
                    <a:pt x="362" y="433"/>
                    <a:pt x="371" y="426"/>
                    <a:pt x="374" y="417"/>
                  </a:cubicBezTo>
                  <a:cubicBezTo>
                    <a:pt x="452" y="179"/>
                    <a:pt x="452" y="179"/>
                    <a:pt x="452" y="179"/>
                  </a:cubicBezTo>
                  <a:cubicBezTo>
                    <a:pt x="455"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38" name="Group 37"/>
          <p:cNvGrpSpPr/>
          <p:nvPr/>
        </p:nvGrpSpPr>
        <p:grpSpPr>
          <a:xfrm>
            <a:off x="6055560" y="3927960"/>
            <a:ext cx="1727280" cy="1637640"/>
            <a:chOff x="6055560" y="3927960"/>
            <a:chExt cx="1727280" cy="1637640"/>
          </a:xfrm>
        </p:grpSpPr>
        <p:sp>
          <p:nvSpPr>
            <p:cNvPr id="239" name="Freeform 10"/>
            <p:cNvSpPr/>
            <p:nvPr/>
          </p:nvSpPr>
          <p:spPr>
            <a:xfrm>
              <a:off x="6055560" y="3927960"/>
              <a:ext cx="1720080" cy="1637640"/>
            </a:xfrm>
            <a:custGeom>
              <a:avLst/>
              <a:gdLst>
                <a:gd name="textAreaLeft" fmla="*/ 0 w 1720080"/>
                <a:gd name="textAreaRight" fmla="*/ 1731960 w 1720080"/>
                <a:gd name="textAreaTop" fmla="*/ 0 h 1637640"/>
                <a:gd name="textAreaBottom" fmla="*/ 1649520 h 1637640"/>
              </a:gdLst>
              <a:ahLst/>
              <a:rect l="textAreaLeft" t="textAreaTop" r="textAreaRight" b="textAreaBottom"/>
              <a:pathLst>
                <a:path w="455" h="433">
                  <a:moveTo>
                    <a:pt x="3" y="179"/>
                  </a:moveTo>
                  <a:cubicBezTo>
                    <a:pt x="80" y="417"/>
                    <a:pt x="80" y="417"/>
                    <a:pt x="80" y="417"/>
                  </a:cubicBezTo>
                  <a:cubicBezTo>
                    <a:pt x="83" y="426"/>
                    <a:pt x="92" y="433"/>
                    <a:pt x="102" y="433"/>
                  </a:cubicBezTo>
                  <a:cubicBezTo>
                    <a:pt x="352" y="433"/>
                    <a:pt x="352" y="433"/>
                    <a:pt x="352" y="433"/>
                  </a:cubicBezTo>
                  <a:cubicBezTo>
                    <a:pt x="362" y="433"/>
                    <a:pt x="371" y="426"/>
                    <a:pt x="374" y="417"/>
                  </a:cubicBezTo>
                  <a:cubicBezTo>
                    <a:pt x="451" y="179"/>
                    <a:pt x="451" y="179"/>
                    <a:pt x="451" y="179"/>
                  </a:cubicBezTo>
                  <a:cubicBezTo>
                    <a:pt x="455"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40" name="Freeform 10"/>
            <p:cNvSpPr/>
            <p:nvPr/>
          </p:nvSpPr>
          <p:spPr>
            <a:xfrm>
              <a:off x="6062760" y="3927960"/>
              <a:ext cx="1720080" cy="1637640"/>
            </a:xfrm>
            <a:custGeom>
              <a:avLst/>
              <a:gdLst>
                <a:gd name="textAreaLeft" fmla="*/ 0 w 1720080"/>
                <a:gd name="textAreaRight" fmla="*/ 1731960 w 1720080"/>
                <a:gd name="textAreaTop" fmla="*/ 0 h 1637640"/>
                <a:gd name="textAreaBottom" fmla="*/ 1649520 h 1637640"/>
              </a:gdLst>
              <a:ahLst/>
              <a:rect l="textAreaLeft" t="textAreaTop" r="textAreaRight" b="textAreaBottom"/>
              <a:pathLst>
                <a:path w="455" h="433">
                  <a:moveTo>
                    <a:pt x="3" y="179"/>
                  </a:moveTo>
                  <a:cubicBezTo>
                    <a:pt x="80" y="417"/>
                    <a:pt x="80" y="417"/>
                    <a:pt x="80" y="417"/>
                  </a:cubicBezTo>
                  <a:cubicBezTo>
                    <a:pt x="83" y="426"/>
                    <a:pt x="92" y="433"/>
                    <a:pt x="102" y="433"/>
                  </a:cubicBezTo>
                  <a:cubicBezTo>
                    <a:pt x="352" y="433"/>
                    <a:pt x="352" y="433"/>
                    <a:pt x="352" y="433"/>
                  </a:cubicBezTo>
                  <a:cubicBezTo>
                    <a:pt x="362" y="433"/>
                    <a:pt x="371" y="426"/>
                    <a:pt x="374" y="417"/>
                  </a:cubicBezTo>
                  <a:cubicBezTo>
                    <a:pt x="451" y="179"/>
                    <a:pt x="451" y="179"/>
                    <a:pt x="451" y="179"/>
                  </a:cubicBezTo>
                  <a:cubicBezTo>
                    <a:pt x="455"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pic>
        <p:nvPicPr>
          <p:cNvPr id="241" name="Picture 60" descr=""/>
          <p:cNvPicPr/>
          <p:nvPr/>
        </p:nvPicPr>
        <p:blipFill>
          <a:blip r:embed="rId2"/>
          <a:srcRect l="0" t="0" r="76273" b="0"/>
          <a:stretch/>
        </p:blipFill>
        <p:spPr>
          <a:xfrm>
            <a:off x="5283720" y="2795400"/>
            <a:ext cx="1127160" cy="990000"/>
          </a:xfrm>
          <a:prstGeom prst="rect">
            <a:avLst/>
          </a:prstGeom>
          <a:ln w="0">
            <a:noFill/>
          </a:ln>
        </p:spPr>
      </p:pic>
      <p:sp>
        <p:nvSpPr>
          <p:cNvPr id="242" name="Freeform 48"/>
          <p:cNvSpPr/>
          <p:nvPr/>
        </p:nvSpPr>
        <p:spPr>
          <a:xfrm>
            <a:off x="-1935720" y="-101196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243" name="Group 44"/>
          <p:cNvGrpSpPr/>
          <p:nvPr/>
        </p:nvGrpSpPr>
        <p:grpSpPr>
          <a:xfrm>
            <a:off x="559080" y="565200"/>
            <a:ext cx="1467720" cy="43920"/>
            <a:chOff x="559080" y="565200"/>
            <a:chExt cx="1467720" cy="43920"/>
          </a:xfrm>
        </p:grpSpPr>
        <p:sp>
          <p:nvSpPr>
            <p:cNvPr id="244"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45"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46" name="Rectangle 49"/>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5"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247"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48"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06895D11-9157-4727-9FCE-4C0E56AEF1E9}"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49" name="Freeform 27"/>
          <p:cNvSpPr/>
          <p:nvPr/>
        </p:nvSpPr>
        <p:spPr>
          <a:xfrm rot="370200">
            <a:off x="-2525400" y="-131472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50" name="Freeform 7"/>
          <p:cNvSpPr/>
          <p:nvPr/>
        </p:nvSpPr>
        <p:spPr>
          <a:xfrm>
            <a:off x="9197280" y="123912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251" name="Group 6"/>
          <p:cNvGrpSpPr/>
          <p:nvPr/>
        </p:nvGrpSpPr>
        <p:grpSpPr>
          <a:xfrm>
            <a:off x="6915960" y="1239120"/>
            <a:ext cx="1898280" cy="1893240"/>
            <a:chOff x="6915960" y="1239120"/>
            <a:chExt cx="1898280" cy="1893240"/>
          </a:xfrm>
        </p:grpSpPr>
        <p:sp>
          <p:nvSpPr>
            <p:cNvPr id="252" name="Freeform 6"/>
            <p:cNvSpPr/>
            <p:nvPr/>
          </p:nvSpPr>
          <p:spPr>
            <a:xfrm>
              <a:off x="6922800" y="123912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53" name="Freeform 6"/>
            <p:cNvSpPr/>
            <p:nvPr/>
          </p:nvSpPr>
          <p:spPr>
            <a:xfrm>
              <a:off x="6915960" y="123912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54" name="Group 9"/>
          <p:cNvGrpSpPr/>
          <p:nvPr/>
        </p:nvGrpSpPr>
        <p:grpSpPr>
          <a:xfrm>
            <a:off x="9161280" y="3479760"/>
            <a:ext cx="1899000" cy="1893960"/>
            <a:chOff x="9161280" y="3479760"/>
            <a:chExt cx="1899000" cy="1893960"/>
          </a:xfrm>
        </p:grpSpPr>
        <p:sp>
          <p:nvSpPr>
            <p:cNvPr id="255" name="Freeform 8"/>
            <p:cNvSpPr/>
            <p:nvPr/>
          </p:nvSpPr>
          <p:spPr>
            <a:xfrm>
              <a:off x="9161280" y="348048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56" name="Freeform 8"/>
            <p:cNvSpPr/>
            <p:nvPr/>
          </p:nvSpPr>
          <p:spPr>
            <a:xfrm>
              <a:off x="9168840" y="347976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57" name="Freeform 9"/>
          <p:cNvSpPr/>
          <p:nvPr/>
        </p:nvSpPr>
        <p:spPr>
          <a:xfrm>
            <a:off x="6958800" y="348048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58" name="Freeform 7"/>
          <p:cNvSpPr/>
          <p:nvPr/>
        </p:nvSpPr>
        <p:spPr>
          <a:xfrm>
            <a:off x="1149120" y="1060560"/>
            <a:ext cx="4412880" cy="4416480"/>
          </a:xfrm>
          <a:custGeom>
            <a:avLst/>
            <a:gdLst>
              <a:gd name="textAreaLeft" fmla="*/ 0 w 4412880"/>
              <a:gd name="textAreaRight" fmla="*/ 4424760 w 4412880"/>
              <a:gd name="textAreaTop" fmla="*/ 0 h 4416480"/>
              <a:gd name="textAreaBottom" fmla="*/ 4428360 h 441648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59"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60"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61"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62"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63" name="Freeform 28"/>
          <p:cNvSpPr/>
          <p:nvPr/>
        </p:nvSpPr>
        <p:spPr>
          <a:xfrm>
            <a:off x="-1855800" y="-133848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64" name="Text Placeholder 2"/>
          <p:cNvSpPr/>
          <p:nvPr/>
        </p:nvSpPr>
        <p:spPr>
          <a:xfrm>
            <a:off x="1149480" y="1060560"/>
            <a:ext cx="4412520" cy="4417200"/>
          </a:xfrm>
          <a:prstGeom prst="roundRect">
            <a:avLst>
              <a:gd name="adj" fmla="val 8752"/>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grpSp>
        <p:nvGrpSpPr>
          <p:cNvPr id="265" name="Group 19"/>
          <p:cNvGrpSpPr/>
          <p:nvPr/>
        </p:nvGrpSpPr>
        <p:grpSpPr>
          <a:xfrm>
            <a:off x="559080" y="565200"/>
            <a:ext cx="1467720" cy="43920"/>
            <a:chOff x="559080" y="565200"/>
            <a:chExt cx="1467720" cy="43920"/>
          </a:xfrm>
        </p:grpSpPr>
        <p:sp>
          <p:nvSpPr>
            <p:cNvPr id="266"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6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68" name="Rectangle 29"/>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269"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7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18B2164D-4FE7-4B31-8E0D-7DAB6F263237}"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71" name="Freeform 27"/>
          <p:cNvSpPr/>
          <p:nvPr/>
        </p:nvSpPr>
        <p:spPr>
          <a:xfrm rot="370200">
            <a:off x="-2734560" y="-156312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72" name="Freeform 7"/>
          <p:cNvSpPr/>
          <p:nvPr/>
        </p:nvSpPr>
        <p:spPr>
          <a:xfrm>
            <a:off x="9197280" y="123912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273" name="Group 6"/>
          <p:cNvGrpSpPr/>
          <p:nvPr/>
        </p:nvGrpSpPr>
        <p:grpSpPr>
          <a:xfrm>
            <a:off x="6915960" y="1239120"/>
            <a:ext cx="1898280" cy="1893240"/>
            <a:chOff x="6915960" y="1239120"/>
            <a:chExt cx="1898280" cy="1893240"/>
          </a:xfrm>
        </p:grpSpPr>
        <p:sp>
          <p:nvSpPr>
            <p:cNvPr id="274" name="Freeform 6"/>
            <p:cNvSpPr/>
            <p:nvPr/>
          </p:nvSpPr>
          <p:spPr>
            <a:xfrm>
              <a:off x="6922800" y="123912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75" name="Freeform 6"/>
            <p:cNvSpPr/>
            <p:nvPr/>
          </p:nvSpPr>
          <p:spPr>
            <a:xfrm>
              <a:off x="6915960" y="123912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76" name="Group 9"/>
          <p:cNvGrpSpPr/>
          <p:nvPr/>
        </p:nvGrpSpPr>
        <p:grpSpPr>
          <a:xfrm>
            <a:off x="9161280" y="3479760"/>
            <a:ext cx="1899000" cy="1893960"/>
            <a:chOff x="9161280" y="3479760"/>
            <a:chExt cx="1899000" cy="1893960"/>
          </a:xfrm>
        </p:grpSpPr>
        <p:sp>
          <p:nvSpPr>
            <p:cNvPr id="277" name="Freeform 8"/>
            <p:cNvSpPr/>
            <p:nvPr/>
          </p:nvSpPr>
          <p:spPr>
            <a:xfrm>
              <a:off x="9161280" y="348048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78" name="Freeform 8"/>
            <p:cNvSpPr/>
            <p:nvPr/>
          </p:nvSpPr>
          <p:spPr>
            <a:xfrm>
              <a:off x="9168840" y="347976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79" name="Freeform 9"/>
          <p:cNvSpPr/>
          <p:nvPr/>
        </p:nvSpPr>
        <p:spPr>
          <a:xfrm>
            <a:off x="6958800" y="3480480"/>
            <a:ext cx="1891440" cy="1893240"/>
          </a:xfrm>
          <a:custGeom>
            <a:avLst/>
            <a:gdLst>
              <a:gd name="textAreaLeft" fmla="*/ 0 w 1891440"/>
              <a:gd name="textAreaRight" fmla="*/ 1903320 w 1891440"/>
              <a:gd name="textAreaTop" fmla="*/ 0 h 1893240"/>
              <a:gd name="textAreaBottom" fmla="*/ 1905120 h 189324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80" name="Freeform 7"/>
          <p:cNvSpPr/>
          <p:nvPr/>
        </p:nvSpPr>
        <p:spPr>
          <a:xfrm>
            <a:off x="1149120" y="1060560"/>
            <a:ext cx="4412880" cy="4416480"/>
          </a:xfrm>
          <a:custGeom>
            <a:avLst/>
            <a:gdLst>
              <a:gd name="textAreaLeft" fmla="*/ 0 w 4412880"/>
              <a:gd name="textAreaRight" fmla="*/ 4424760 w 4412880"/>
              <a:gd name="textAreaTop" fmla="*/ 0 h 4416480"/>
              <a:gd name="textAreaBottom" fmla="*/ 4428360 h 441648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81"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82"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83"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84"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85" name="Freeform 28"/>
          <p:cNvSpPr/>
          <p:nvPr/>
        </p:nvSpPr>
        <p:spPr>
          <a:xfrm>
            <a:off x="-1855800" y="-133848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86" name="Text Placeholder 2"/>
          <p:cNvSpPr/>
          <p:nvPr/>
        </p:nvSpPr>
        <p:spPr>
          <a:xfrm>
            <a:off x="1149480" y="1060560"/>
            <a:ext cx="4412520" cy="4417200"/>
          </a:xfrm>
          <a:prstGeom prst="roundRect">
            <a:avLst>
              <a:gd name="adj" fmla="val 8752"/>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grpSp>
        <p:nvGrpSpPr>
          <p:cNvPr id="287" name="Group 19"/>
          <p:cNvGrpSpPr/>
          <p:nvPr/>
        </p:nvGrpSpPr>
        <p:grpSpPr>
          <a:xfrm>
            <a:off x="559080" y="565200"/>
            <a:ext cx="1467720" cy="43920"/>
            <a:chOff x="559080" y="565200"/>
            <a:chExt cx="1467720" cy="43920"/>
          </a:xfrm>
        </p:grpSpPr>
        <p:sp>
          <p:nvSpPr>
            <p:cNvPr id="28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89"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90" name="Rectangle 29"/>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291"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92"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B2E3A291-F893-46F6-B908-3B073401232D}"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93" name="TextBox 9"/>
          <p:cNvSpPr/>
          <p:nvPr/>
        </p:nvSpPr>
        <p:spPr>
          <a:xfrm>
            <a:off x="4515120" y="4888800"/>
            <a:ext cx="347004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tabLst>
                <a:tab algn="l" pos="0"/>
              </a:tabLst>
            </a:pPr>
            <a:r>
              <a:rPr b="0" lang="tr-TR" sz="1800" spc="-1" strike="noStrike">
                <a:solidFill>
                  <a:srgbClr val="ffffff"/>
                </a:solidFill>
                <a:latin typeface="Calibri"/>
              </a:rPr>
              <a:t>www.havelsan.com</a:t>
            </a:r>
            <a:endParaRPr b="0" lang="en-US" sz="1800" spc="-1" strike="noStrike">
              <a:solidFill>
                <a:srgbClr val="ffffff"/>
              </a:solidFill>
              <a:latin typeface="Arial"/>
            </a:endParaRPr>
          </a:p>
        </p:txBody>
      </p:sp>
      <p:sp>
        <p:nvSpPr>
          <p:cNvPr id="294" name="Grey_unpressed"/>
          <p:cNvSpPr/>
          <p:nvPr/>
        </p:nvSpPr>
        <p:spPr>
          <a:xfrm>
            <a:off x="2833920" y="2727720"/>
            <a:ext cx="6462720" cy="1510560"/>
          </a:xfrm>
          <a:custGeom>
            <a:avLst/>
            <a:gdLst>
              <a:gd name="textAreaLeft" fmla="*/ 0 w 6462720"/>
              <a:gd name="textAreaRight" fmla="*/ 6474600 w 6462720"/>
              <a:gd name="textAreaTop" fmla="*/ 0 h 1510560"/>
              <a:gd name="textAreaBottom" fmla="*/ 1522440 h 151056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95" name="Freeform 11"/>
          <p:cNvSpPr/>
          <p:nvPr/>
        </p:nvSpPr>
        <p:spPr>
          <a:xfrm>
            <a:off x="2435040" y="2589840"/>
            <a:ext cx="2428200" cy="2603160"/>
          </a:xfrm>
          <a:custGeom>
            <a:avLst/>
            <a:gdLst>
              <a:gd name="textAreaLeft" fmla="*/ 0 w 2428200"/>
              <a:gd name="textAreaRight" fmla="*/ 2440080 w 2428200"/>
              <a:gd name="textAreaTop" fmla="*/ 0 h 2603160"/>
              <a:gd name="textAreaBottom" fmla="*/ 2615040 h 260316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96" name="Oval 12"/>
          <p:cNvSpPr/>
          <p:nvPr/>
        </p:nvSpPr>
        <p:spPr>
          <a:xfrm>
            <a:off x="3103920" y="3080520"/>
            <a:ext cx="974880" cy="9748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97" name="TextBox 13"/>
          <p:cNvSpPr/>
          <p:nvPr/>
        </p:nvSpPr>
        <p:spPr>
          <a:xfrm>
            <a:off x="4090680" y="3134880"/>
            <a:ext cx="10177200" cy="699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tr-TR" sz="4000" spc="-1" strike="noStrike">
                <a:solidFill>
                  <a:srgbClr val="ffffff"/>
                </a:solidFill>
                <a:latin typeface="Arial"/>
              </a:rPr>
              <a:t>TEŞEKKÜRLER</a:t>
            </a:r>
            <a:endParaRPr b="0" lang="en-US" sz="4000" spc="-1" strike="noStrike">
              <a:solidFill>
                <a:srgbClr val="ffffff"/>
              </a:solidFill>
              <a:latin typeface="Arial"/>
            </a:endParaRPr>
          </a:p>
        </p:txBody>
      </p:sp>
      <p:grpSp>
        <p:nvGrpSpPr>
          <p:cNvPr id="298" name="Group 14"/>
          <p:cNvGrpSpPr/>
          <p:nvPr/>
        </p:nvGrpSpPr>
        <p:grpSpPr>
          <a:xfrm>
            <a:off x="1717560" y="6498720"/>
            <a:ext cx="896040" cy="189360"/>
            <a:chOff x="1717560" y="6498720"/>
            <a:chExt cx="896040" cy="189360"/>
          </a:xfrm>
        </p:grpSpPr>
        <p:pic>
          <p:nvPicPr>
            <p:cNvPr id="299" name="Picture 15" descr=""/>
            <p:cNvPicPr/>
            <p:nvPr/>
          </p:nvPicPr>
          <p:blipFill>
            <a:blip r:embed="rId2"/>
            <a:srcRect l="24312" t="0" r="0" b="0"/>
            <a:stretch/>
          </p:blipFill>
          <p:spPr>
            <a:xfrm>
              <a:off x="1934640" y="6498720"/>
              <a:ext cx="678960" cy="178560"/>
            </a:xfrm>
            <a:prstGeom prst="rect">
              <a:avLst/>
            </a:prstGeom>
            <a:ln w="0">
              <a:noFill/>
            </a:ln>
          </p:spPr>
        </p:pic>
        <p:pic>
          <p:nvPicPr>
            <p:cNvPr id="300" name="Picture 16" descr=""/>
            <p:cNvPicPr/>
            <p:nvPr/>
          </p:nvPicPr>
          <p:blipFill>
            <a:blip r:embed="rId3"/>
            <a:srcRect l="0" t="0" r="76760" b="0"/>
            <a:stretch/>
          </p:blipFill>
          <p:spPr>
            <a:xfrm>
              <a:off x="1717560" y="6509520"/>
              <a:ext cx="200160" cy="178560"/>
            </a:xfrm>
            <a:prstGeom prst="rect">
              <a:avLst/>
            </a:prstGeom>
            <a:ln w="0">
              <a:noFill/>
            </a:ln>
          </p:spPr>
        </p:pic>
      </p:grpSp>
      <p:pic>
        <p:nvPicPr>
          <p:cNvPr id="301" name="Picture 4" descr=""/>
          <p:cNvPicPr/>
          <p:nvPr/>
        </p:nvPicPr>
        <p:blipFill>
          <a:blip r:embed="rId4"/>
          <a:stretch/>
        </p:blipFill>
        <p:spPr>
          <a:xfrm>
            <a:off x="169560" y="6469200"/>
            <a:ext cx="1324080" cy="248040"/>
          </a:xfrm>
          <a:prstGeom prst="rect">
            <a:avLst/>
          </a:prstGeom>
          <a:ln w="0">
            <a:noFill/>
          </a:ln>
        </p:spPr>
      </p:pic>
      <p:sp>
        <p:nvSpPr>
          <p:cNvPr id="302" name="TextBox 5"/>
          <p:cNvSpPr/>
          <p:nvPr/>
        </p:nvSpPr>
        <p:spPr>
          <a:xfrm>
            <a:off x="1585440" y="64987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303" name="TextBox 18"/>
          <p:cNvSpPr/>
          <p:nvPr/>
        </p:nvSpPr>
        <p:spPr>
          <a:xfrm>
            <a:off x="1585440" y="645480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304" name="TextBox 19"/>
          <p:cNvSpPr/>
          <p:nvPr/>
        </p:nvSpPr>
        <p:spPr>
          <a:xfrm>
            <a:off x="1585440" y="65095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305" name="TextBox 17"/>
          <p:cNvSpPr/>
          <p:nvPr/>
        </p:nvSpPr>
        <p:spPr>
          <a:xfrm>
            <a:off x="7392960" y="6313680"/>
            <a:ext cx="5699160" cy="394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tr-TR" sz="1000" spc="-1" strike="noStrike">
                <a:solidFill>
                  <a:srgbClr val="ffffff"/>
                </a:solidFill>
                <a:latin typeface="Arial"/>
                <a:ea typeface="SF Pro Display"/>
              </a:rPr>
              <a:t>Bu belgenin içeriği HAVELSAN’ın mülkiyetindedir. HAVELSAN’ın izni olmadan bu</a:t>
            </a:r>
            <a:endParaRPr b="0" lang="en-US" sz="1000" spc="-1" strike="noStrike">
              <a:solidFill>
                <a:srgbClr val="ffffff"/>
              </a:solidFill>
              <a:latin typeface="Arial"/>
            </a:endParaRPr>
          </a:p>
          <a:p>
            <a:pPr defTabSz="914400">
              <a:lnSpc>
                <a:spcPct val="100000"/>
              </a:lnSpc>
              <a:tabLst>
                <a:tab algn="l" pos="0"/>
              </a:tabLst>
            </a:pPr>
            <a:r>
              <a:rPr b="0" lang="tr-TR" sz="1000" spc="-1" strike="noStrike">
                <a:solidFill>
                  <a:srgbClr val="ffffff"/>
                </a:solidFill>
                <a:latin typeface="Arial"/>
                <a:ea typeface="SF Pro Display"/>
              </a:rPr>
              <a:t> </a:t>
            </a:r>
            <a:r>
              <a:rPr b="0" lang="tr-TR" sz="1000" spc="-1" strike="noStrike">
                <a:solidFill>
                  <a:srgbClr val="ffffff"/>
                </a:solidFill>
                <a:latin typeface="Arial"/>
                <a:ea typeface="SF Pro Display"/>
              </a:rPr>
              <a:t>belgenin tamamını veya bir kısmını bir başkasına kopyalamak ve vermek yasaktır.</a:t>
            </a:r>
            <a:endParaRPr b="0" lang="en-US" sz="1000" spc="-1" strike="noStrike">
              <a:solidFill>
                <a:srgbClr val="ffffff"/>
              </a:solidFill>
              <a:latin typeface="Arial"/>
            </a:endParaRPr>
          </a:p>
        </p:txBody>
      </p:sp>
      <p:sp>
        <p:nvSpPr>
          <p:cNvPr id="306" name="Rectangle 20"/>
          <p:cNvSpPr/>
          <p:nvPr/>
        </p:nvSpPr>
        <p:spPr>
          <a:xfrm>
            <a:off x="11271960" y="256320"/>
            <a:ext cx="671760" cy="48384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30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a:t>
            </a:r>
            <a:r>
              <a:rPr b="0" lang="en-US" sz="4400" spc="-1" strike="noStrike">
                <a:solidFill>
                  <a:srgbClr val="ffffff"/>
                </a:solidFill>
                <a:latin typeface="Arial"/>
              </a:rPr>
              <a:t>to </a:t>
            </a:r>
            <a:r>
              <a:rPr b="0" lang="en-US" sz="4400" spc="-1" strike="noStrike">
                <a:solidFill>
                  <a:srgbClr val="ffffff"/>
                </a:solidFill>
                <a:latin typeface="Arial"/>
              </a:rPr>
              <a:t>edit </a:t>
            </a:r>
            <a:r>
              <a:rPr b="0" lang="en-US" sz="4400" spc="-1" strike="noStrike">
                <a:solidFill>
                  <a:srgbClr val="ffffff"/>
                </a:solidFill>
                <a:latin typeface="Arial"/>
              </a:rPr>
              <a:t>the </a:t>
            </a:r>
            <a:r>
              <a:rPr b="0" lang="en-US" sz="4400" spc="-1" strike="noStrike">
                <a:solidFill>
                  <a:srgbClr val="ffffff"/>
                </a:solidFill>
                <a:latin typeface="Arial"/>
              </a:rPr>
              <a:t>title </a:t>
            </a:r>
            <a:r>
              <a:rPr b="0" lang="en-US" sz="4400" spc="-1" strike="noStrike">
                <a:solidFill>
                  <a:srgbClr val="ffffff"/>
                </a:solidFill>
                <a:latin typeface="Arial"/>
              </a:rPr>
              <a:t>text </a:t>
            </a:r>
            <a:r>
              <a:rPr b="0" lang="en-US" sz="4400" spc="-1" strike="noStrike">
                <a:solidFill>
                  <a:srgbClr val="ffffff"/>
                </a:solidFill>
                <a:latin typeface="Arial"/>
              </a:rPr>
              <a:t>form</a:t>
            </a:r>
            <a:r>
              <a:rPr b="0" lang="en-US" sz="4400" spc="-1" strike="noStrike">
                <a:solidFill>
                  <a:srgbClr val="ffffff"/>
                </a:solidFill>
                <a:latin typeface="Arial"/>
              </a:rPr>
              <a:t>at</a:t>
            </a:r>
            <a:endParaRPr b="0" lang="en-US" sz="4400" spc="-1" strike="noStrike">
              <a:solidFill>
                <a:srgbClr val="ffffff"/>
              </a:solidFill>
              <a:latin typeface="Arial"/>
            </a:endParaRPr>
          </a:p>
        </p:txBody>
      </p:sp>
      <p:sp>
        <p:nvSpPr>
          <p:cNvPr id="30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671" r:id="rId5"/>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309"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31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746E17B8-8AC0-4040-85DF-88FC8A654367}"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311"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312"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13"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14"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15"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316" name="Group 9"/>
          <p:cNvGrpSpPr/>
          <p:nvPr/>
        </p:nvGrpSpPr>
        <p:grpSpPr>
          <a:xfrm>
            <a:off x="559080" y="565200"/>
            <a:ext cx="1467720" cy="43920"/>
            <a:chOff x="559080" y="565200"/>
            <a:chExt cx="1467720" cy="43920"/>
          </a:xfrm>
        </p:grpSpPr>
        <p:sp>
          <p:nvSpPr>
            <p:cNvPr id="31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1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319"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32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32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51E9B01D-3930-4CC7-A50E-FEB335DC7451}"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322" name="Freeform 58"/>
          <p:cNvSpPr/>
          <p:nvPr/>
        </p:nvSpPr>
        <p:spPr>
          <a:xfrm>
            <a:off x="-1972440" y="-131148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323" name="Freeform 11"/>
          <p:cNvSpPr/>
          <p:nvPr/>
        </p:nvSpPr>
        <p:spPr>
          <a:xfrm>
            <a:off x="23760" y="1996920"/>
            <a:ext cx="1624680" cy="1420200"/>
          </a:xfrm>
          <a:custGeom>
            <a:avLst/>
            <a:gdLst>
              <a:gd name="textAreaLeft" fmla="*/ 0 w 1624680"/>
              <a:gd name="textAreaRight" fmla="*/ 1636560 w 1624680"/>
              <a:gd name="textAreaTop" fmla="*/ 0 h 1420200"/>
              <a:gd name="textAreaBottom" fmla="*/ 1432080 h 1420200"/>
            </a:gdLst>
            <a:ahLst/>
            <a:rect l="textAreaLeft" t="textAreaTop" r="textAreaRight" b="textAreaBottom"/>
            <a:pathLst>
              <a:path w="430" h="376">
                <a:moveTo>
                  <a:pt x="430" y="0"/>
                </a:moveTo>
                <a:cubicBezTo>
                  <a:pt x="430" y="208"/>
                  <a:pt x="430" y="208"/>
                  <a:pt x="430" y="208"/>
                </a:cubicBezTo>
                <a:cubicBezTo>
                  <a:pt x="337" y="208"/>
                  <a:pt x="262" y="283"/>
                  <a:pt x="262" y="376"/>
                </a:cubicBezTo>
                <a:cubicBezTo>
                  <a:pt x="0" y="376"/>
                  <a:pt x="0" y="376"/>
                  <a:pt x="0" y="376"/>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4" name="Freeform 12"/>
          <p:cNvSpPr/>
          <p:nvPr/>
        </p:nvSpPr>
        <p:spPr>
          <a:xfrm>
            <a:off x="2281320" y="3429000"/>
            <a:ext cx="1624680" cy="1420200"/>
          </a:xfrm>
          <a:custGeom>
            <a:avLst/>
            <a:gdLst>
              <a:gd name="textAreaLeft" fmla="*/ 0 w 1624680"/>
              <a:gd name="textAreaRight" fmla="*/ 1636560 w 1624680"/>
              <a:gd name="textAreaTop" fmla="*/ 0 h 1420200"/>
              <a:gd name="textAreaBottom" fmla="*/ 1432080 h 1420200"/>
            </a:gdLst>
            <a:ahLst/>
            <a:rect l="textAreaLeft" t="textAreaTop" r="textAreaRight" b="textAreaBottom"/>
            <a:pathLst>
              <a:path w="430" h="376">
                <a:moveTo>
                  <a:pt x="0" y="0"/>
                </a:moveTo>
                <a:cubicBezTo>
                  <a:pt x="262" y="0"/>
                  <a:pt x="262" y="0"/>
                  <a:pt x="262" y="0"/>
                </a:cubicBezTo>
                <a:cubicBezTo>
                  <a:pt x="262" y="93"/>
                  <a:pt x="337" y="168"/>
                  <a:pt x="430" y="168"/>
                </a:cubicBezTo>
                <a:cubicBezTo>
                  <a:pt x="430" y="376"/>
                  <a:pt x="430" y="376"/>
                  <a:pt x="430" y="376"/>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5" name="Freeform 13"/>
          <p:cNvSpPr/>
          <p:nvPr/>
        </p:nvSpPr>
        <p:spPr>
          <a:xfrm>
            <a:off x="4541760" y="1996920"/>
            <a:ext cx="1624680" cy="1420200"/>
          </a:xfrm>
          <a:custGeom>
            <a:avLst/>
            <a:gdLst>
              <a:gd name="textAreaLeft" fmla="*/ 0 w 1624680"/>
              <a:gd name="textAreaRight" fmla="*/ 1636560 w 1624680"/>
              <a:gd name="textAreaTop" fmla="*/ 0 h 1420200"/>
              <a:gd name="textAreaBottom" fmla="*/ 1432080 h 1420200"/>
            </a:gdLst>
            <a:ahLst/>
            <a:rect l="textAreaLeft" t="textAreaTop" r="textAreaRight" b="textAreaBottom"/>
            <a:pathLst>
              <a:path w="430" h="376">
                <a:moveTo>
                  <a:pt x="0" y="376"/>
                </a:moveTo>
                <a:cubicBezTo>
                  <a:pt x="262" y="376"/>
                  <a:pt x="262" y="376"/>
                  <a:pt x="262" y="376"/>
                </a:cubicBezTo>
                <a:cubicBezTo>
                  <a:pt x="262" y="283"/>
                  <a:pt x="337" y="208"/>
                  <a:pt x="430" y="208"/>
                </a:cubicBezTo>
                <a:cubicBezTo>
                  <a:pt x="430" y="0"/>
                  <a:pt x="430" y="0"/>
                  <a:pt x="430" y="0"/>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6" name="Freeform 14"/>
          <p:cNvSpPr/>
          <p:nvPr/>
        </p:nvSpPr>
        <p:spPr>
          <a:xfrm>
            <a:off x="6799320" y="3429000"/>
            <a:ext cx="1624680" cy="1420200"/>
          </a:xfrm>
          <a:custGeom>
            <a:avLst/>
            <a:gdLst>
              <a:gd name="textAreaLeft" fmla="*/ 0 w 1624680"/>
              <a:gd name="textAreaRight" fmla="*/ 1636560 w 1624680"/>
              <a:gd name="textAreaTop" fmla="*/ 0 h 1420200"/>
              <a:gd name="textAreaBottom" fmla="*/ 1432080 h 1420200"/>
            </a:gdLst>
            <a:ahLst/>
            <a:rect l="textAreaLeft" t="textAreaTop" r="textAreaRight" b="textAreaBottom"/>
            <a:pathLst>
              <a:path w="430" h="376">
                <a:moveTo>
                  <a:pt x="0" y="0"/>
                </a:moveTo>
                <a:cubicBezTo>
                  <a:pt x="262" y="0"/>
                  <a:pt x="262" y="0"/>
                  <a:pt x="262" y="0"/>
                </a:cubicBezTo>
                <a:cubicBezTo>
                  <a:pt x="262" y="93"/>
                  <a:pt x="337" y="168"/>
                  <a:pt x="430" y="168"/>
                </a:cubicBezTo>
                <a:cubicBezTo>
                  <a:pt x="430" y="376"/>
                  <a:pt x="430" y="376"/>
                  <a:pt x="430" y="376"/>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7" name="Freeform 15"/>
          <p:cNvSpPr/>
          <p:nvPr/>
        </p:nvSpPr>
        <p:spPr>
          <a:xfrm>
            <a:off x="9056520" y="1996920"/>
            <a:ext cx="1624680" cy="1420200"/>
          </a:xfrm>
          <a:custGeom>
            <a:avLst/>
            <a:gdLst>
              <a:gd name="textAreaLeft" fmla="*/ 0 w 1624680"/>
              <a:gd name="textAreaRight" fmla="*/ 1636560 w 1624680"/>
              <a:gd name="textAreaTop" fmla="*/ 0 h 1420200"/>
              <a:gd name="textAreaBottom" fmla="*/ 1432080 h 1420200"/>
            </a:gdLst>
            <a:ahLst/>
            <a:rect l="textAreaLeft" t="textAreaTop" r="textAreaRight" b="textAreaBottom"/>
            <a:pathLst>
              <a:path w="430" h="376">
                <a:moveTo>
                  <a:pt x="0" y="376"/>
                </a:moveTo>
                <a:cubicBezTo>
                  <a:pt x="262" y="376"/>
                  <a:pt x="262" y="376"/>
                  <a:pt x="262" y="376"/>
                </a:cubicBezTo>
                <a:cubicBezTo>
                  <a:pt x="262" y="283"/>
                  <a:pt x="337" y="208"/>
                  <a:pt x="430" y="208"/>
                </a:cubicBezTo>
                <a:cubicBezTo>
                  <a:pt x="430" y="0"/>
                  <a:pt x="430" y="0"/>
                  <a:pt x="430" y="0"/>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8" name="Line 16"/>
          <p:cNvSpPr/>
          <p:nvPr/>
        </p:nvSpPr>
        <p:spPr>
          <a:xfrm>
            <a:off x="11337840" y="3429000"/>
            <a:ext cx="866520" cy="360"/>
          </a:xfrm>
          <a:prstGeom prst="line">
            <a:avLst/>
          </a:prstGeom>
          <a:ln>
            <a:solidFill>
              <a:srgbClr val="6e84a6"/>
            </a:solidFill>
          </a:ln>
        </p:spPr>
        <p:style>
          <a:lnRef idx="1">
            <a:schemeClr val="accent1"/>
          </a:lnRef>
          <a:fillRef idx="0">
            <a:schemeClr val="accent1"/>
          </a:fillRef>
          <a:effectRef idx="0">
            <a:schemeClr val="accent1"/>
          </a:effectRef>
          <a:fontRef idx="minor"/>
        </p:style>
        <p:txBody>
          <a:bodyPr numCol="1" spcCol="0" lIns="90000" rIns="90000" tIns="0" bIns="0" anchor="t">
            <a:noAutofit/>
          </a:bodyPr>
          <a:p>
            <a:endParaRPr b="0" lang="ru-UA" sz="1800" spc="-1" strike="noStrike">
              <a:solidFill>
                <a:schemeClr val="dk1"/>
              </a:solidFill>
              <a:latin typeface="Open Sans"/>
            </a:endParaRPr>
          </a:p>
        </p:txBody>
      </p:sp>
      <p:grpSp>
        <p:nvGrpSpPr>
          <p:cNvPr id="329" name="Group 11"/>
          <p:cNvGrpSpPr/>
          <p:nvPr/>
        </p:nvGrpSpPr>
        <p:grpSpPr>
          <a:xfrm>
            <a:off x="1544400" y="2684880"/>
            <a:ext cx="209520" cy="209520"/>
            <a:chOff x="1544400" y="2684880"/>
            <a:chExt cx="209520" cy="209520"/>
          </a:xfrm>
        </p:grpSpPr>
        <p:sp>
          <p:nvSpPr>
            <p:cNvPr id="330" name="Oval 12"/>
            <p:cNvSpPr/>
            <p:nvPr/>
          </p:nvSpPr>
          <p:spPr>
            <a:xfrm>
              <a:off x="1544400" y="2684880"/>
              <a:ext cx="209520" cy="2095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31" name="Oval 28"/>
            <p:cNvSpPr/>
            <p:nvPr/>
          </p:nvSpPr>
          <p:spPr>
            <a:xfrm>
              <a:off x="1600200" y="2741040"/>
              <a:ext cx="95400" cy="93960"/>
            </a:xfrm>
            <a:prstGeom prst="ellipse">
              <a:avLst/>
            </a:prstGeom>
            <a:solidFill>
              <a:srgbClr val="c00000"/>
            </a:solidFill>
            <a:ln w="0">
              <a:noFill/>
            </a:ln>
          </p:spPr>
          <p:style>
            <a:lnRef idx="0"/>
            <a:fillRef idx="0"/>
            <a:effectRef idx="0"/>
            <a:fontRef idx="minor"/>
          </p:style>
          <p:txBody>
            <a:bodyPr numCol="1" spcCol="0" lIns="90000" rIns="90000" tIns="33120" bIns="33120" anchor="t">
              <a:noAutofit/>
            </a:bodyPr>
            <a:p>
              <a:pPr defTabSz="914400">
                <a:lnSpc>
                  <a:spcPct val="100000"/>
                </a:lnSpc>
              </a:pPr>
              <a:endParaRPr b="0" lang="ru-UA" sz="1800" spc="-1" strike="noStrike">
                <a:solidFill>
                  <a:schemeClr val="dk1"/>
                </a:solidFill>
                <a:latin typeface="Open Sans"/>
              </a:endParaRPr>
            </a:p>
          </p:txBody>
        </p:sp>
      </p:grpSp>
      <p:grpSp>
        <p:nvGrpSpPr>
          <p:cNvPr id="332" name="Group 14"/>
          <p:cNvGrpSpPr/>
          <p:nvPr/>
        </p:nvGrpSpPr>
        <p:grpSpPr>
          <a:xfrm>
            <a:off x="3807720" y="3997800"/>
            <a:ext cx="209520" cy="209520"/>
            <a:chOff x="3807720" y="3997800"/>
            <a:chExt cx="209520" cy="209520"/>
          </a:xfrm>
        </p:grpSpPr>
        <p:sp>
          <p:nvSpPr>
            <p:cNvPr id="333" name="Oval 15"/>
            <p:cNvSpPr/>
            <p:nvPr/>
          </p:nvSpPr>
          <p:spPr>
            <a:xfrm>
              <a:off x="3807720" y="3997800"/>
              <a:ext cx="209520" cy="2095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34" name="Oval 28"/>
            <p:cNvSpPr/>
            <p:nvPr/>
          </p:nvSpPr>
          <p:spPr>
            <a:xfrm>
              <a:off x="3863880" y="4053600"/>
              <a:ext cx="95400" cy="93960"/>
            </a:xfrm>
            <a:prstGeom prst="ellipse">
              <a:avLst/>
            </a:prstGeom>
            <a:solidFill>
              <a:srgbClr val="c00000"/>
            </a:solidFill>
            <a:ln w="0">
              <a:noFill/>
            </a:ln>
          </p:spPr>
          <p:style>
            <a:lnRef idx="0"/>
            <a:fillRef idx="0"/>
            <a:effectRef idx="0"/>
            <a:fontRef idx="minor"/>
          </p:style>
          <p:txBody>
            <a:bodyPr numCol="1" spcCol="0" lIns="90000" rIns="90000" tIns="33120" bIns="33120" anchor="t">
              <a:noAutofit/>
            </a:bodyPr>
            <a:p>
              <a:pPr defTabSz="914400">
                <a:lnSpc>
                  <a:spcPct val="100000"/>
                </a:lnSpc>
              </a:pPr>
              <a:endParaRPr b="0" lang="ru-UA" sz="1800" spc="-1" strike="noStrike">
                <a:solidFill>
                  <a:schemeClr val="dk1"/>
                </a:solidFill>
                <a:latin typeface="Open Sans"/>
              </a:endParaRPr>
            </a:p>
          </p:txBody>
        </p:sp>
      </p:grpSp>
      <p:grpSp>
        <p:nvGrpSpPr>
          <p:cNvPr id="335" name="Group 17"/>
          <p:cNvGrpSpPr/>
          <p:nvPr/>
        </p:nvGrpSpPr>
        <p:grpSpPr>
          <a:xfrm>
            <a:off x="6057360" y="2685960"/>
            <a:ext cx="209520" cy="209520"/>
            <a:chOff x="6057360" y="2685960"/>
            <a:chExt cx="209520" cy="209520"/>
          </a:xfrm>
        </p:grpSpPr>
        <p:sp>
          <p:nvSpPr>
            <p:cNvPr id="336" name="Oval 18"/>
            <p:cNvSpPr/>
            <p:nvPr/>
          </p:nvSpPr>
          <p:spPr>
            <a:xfrm>
              <a:off x="6057360" y="2685960"/>
              <a:ext cx="209520" cy="2095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37" name="Oval 28"/>
            <p:cNvSpPr/>
            <p:nvPr/>
          </p:nvSpPr>
          <p:spPr>
            <a:xfrm>
              <a:off x="6113520" y="2741760"/>
              <a:ext cx="95400" cy="93960"/>
            </a:xfrm>
            <a:prstGeom prst="ellipse">
              <a:avLst/>
            </a:prstGeom>
            <a:solidFill>
              <a:srgbClr val="c00000"/>
            </a:solidFill>
            <a:ln w="0">
              <a:noFill/>
            </a:ln>
          </p:spPr>
          <p:style>
            <a:lnRef idx="0"/>
            <a:fillRef idx="0"/>
            <a:effectRef idx="0"/>
            <a:fontRef idx="minor"/>
          </p:style>
          <p:txBody>
            <a:bodyPr numCol="1" spcCol="0" lIns="90000" rIns="90000" tIns="33120" bIns="33120" anchor="t">
              <a:noAutofit/>
            </a:bodyPr>
            <a:p>
              <a:pPr defTabSz="914400">
                <a:lnSpc>
                  <a:spcPct val="100000"/>
                </a:lnSpc>
              </a:pPr>
              <a:endParaRPr b="0" lang="ru-UA" sz="1800" spc="-1" strike="noStrike">
                <a:solidFill>
                  <a:schemeClr val="dk1"/>
                </a:solidFill>
                <a:latin typeface="Open Sans"/>
              </a:endParaRPr>
            </a:p>
          </p:txBody>
        </p:sp>
      </p:grpSp>
      <p:grpSp>
        <p:nvGrpSpPr>
          <p:cNvPr id="338" name="Group 20"/>
          <p:cNvGrpSpPr/>
          <p:nvPr/>
        </p:nvGrpSpPr>
        <p:grpSpPr>
          <a:xfrm>
            <a:off x="8325360" y="3995280"/>
            <a:ext cx="209520" cy="209520"/>
            <a:chOff x="8325360" y="3995280"/>
            <a:chExt cx="209520" cy="209520"/>
          </a:xfrm>
        </p:grpSpPr>
        <p:sp>
          <p:nvSpPr>
            <p:cNvPr id="339" name="Oval 21"/>
            <p:cNvSpPr/>
            <p:nvPr/>
          </p:nvSpPr>
          <p:spPr>
            <a:xfrm>
              <a:off x="8325360" y="3995280"/>
              <a:ext cx="209520" cy="2095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40" name="Oval 28"/>
            <p:cNvSpPr/>
            <p:nvPr/>
          </p:nvSpPr>
          <p:spPr>
            <a:xfrm>
              <a:off x="8381160" y="4051440"/>
              <a:ext cx="95400" cy="93960"/>
            </a:xfrm>
            <a:prstGeom prst="ellipse">
              <a:avLst/>
            </a:prstGeom>
            <a:solidFill>
              <a:srgbClr val="c00000"/>
            </a:solidFill>
            <a:ln w="0">
              <a:noFill/>
            </a:ln>
          </p:spPr>
          <p:style>
            <a:lnRef idx="0"/>
            <a:fillRef idx="0"/>
            <a:effectRef idx="0"/>
            <a:fontRef idx="minor"/>
          </p:style>
          <p:txBody>
            <a:bodyPr numCol="1" spcCol="0" lIns="90000" rIns="90000" tIns="33120" bIns="33120" anchor="t">
              <a:noAutofit/>
            </a:bodyPr>
            <a:p>
              <a:pPr defTabSz="914400">
                <a:lnSpc>
                  <a:spcPct val="100000"/>
                </a:lnSpc>
              </a:pPr>
              <a:endParaRPr b="0" lang="ru-UA" sz="1800" spc="-1" strike="noStrike">
                <a:solidFill>
                  <a:schemeClr val="dk1"/>
                </a:solidFill>
                <a:latin typeface="Open Sans"/>
              </a:endParaRPr>
            </a:p>
          </p:txBody>
        </p:sp>
      </p:grpSp>
      <p:grpSp>
        <p:nvGrpSpPr>
          <p:cNvPr id="341" name="Group 23"/>
          <p:cNvGrpSpPr/>
          <p:nvPr/>
        </p:nvGrpSpPr>
        <p:grpSpPr>
          <a:xfrm>
            <a:off x="10582560" y="2683080"/>
            <a:ext cx="209520" cy="209520"/>
            <a:chOff x="10582560" y="2683080"/>
            <a:chExt cx="209520" cy="209520"/>
          </a:xfrm>
        </p:grpSpPr>
        <p:sp>
          <p:nvSpPr>
            <p:cNvPr id="342" name="Oval 24"/>
            <p:cNvSpPr/>
            <p:nvPr/>
          </p:nvSpPr>
          <p:spPr>
            <a:xfrm>
              <a:off x="10582560" y="2683080"/>
              <a:ext cx="209520" cy="2095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43" name="Oval 28"/>
            <p:cNvSpPr/>
            <p:nvPr/>
          </p:nvSpPr>
          <p:spPr>
            <a:xfrm>
              <a:off x="10638720" y="2739240"/>
              <a:ext cx="95400" cy="93960"/>
            </a:xfrm>
            <a:prstGeom prst="ellipse">
              <a:avLst/>
            </a:prstGeom>
            <a:solidFill>
              <a:srgbClr val="c00000"/>
            </a:solidFill>
            <a:ln w="0">
              <a:noFill/>
            </a:ln>
          </p:spPr>
          <p:style>
            <a:lnRef idx="0"/>
            <a:fillRef idx="0"/>
            <a:effectRef idx="0"/>
            <a:fontRef idx="minor"/>
          </p:style>
          <p:txBody>
            <a:bodyPr numCol="1" spcCol="0" lIns="90000" rIns="90000" tIns="33120" bIns="33120" anchor="t">
              <a:noAutofit/>
            </a:bodyPr>
            <a:p>
              <a:pPr defTabSz="914400">
                <a:lnSpc>
                  <a:spcPct val="100000"/>
                </a:lnSpc>
              </a:pPr>
              <a:endParaRPr b="0" lang="ru-UA" sz="1800" spc="-1" strike="noStrike">
                <a:solidFill>
                  <a:schemeClr val="dk1"/>
                </a:solidFill>
                <a:latin typeface="Open Sans"/>
              </a:endParaRPr>
            </a:p>
          </p:txBody>
        </p:sp>
      </p:grpSp>
      <p:grpSp>
        <p:nvGrpSpPr>
          <p:cNvPr id="344" name="Group 27"/>
          <p:cNvGrpSpPr/>
          <p:nvPr/>
        </p:nvGrpSpPr>
        <p:grpSpPr>
          <a:xfrm>
            <a:off x="10225080" y="2946600"/>
            <a:ext cx="924480" cy="924480"/>
            <a:chOff x="10225080" y="2946600"/>
            <a:chExt cx="924480" cy="924480"/>
          </a:xfrm>
        </p:grpSpPr>
        <p:sp>
          <p:nvSpPr>
            <p:cNvPr id="345" name="Oval 29"/>
            <p:cNvSpPr/>
            <p:nvPr/>
          </p:nvSpPr>
          <p:spPr>
            <a:xfrm>
              <a:off x="10225080" y="2946600"/>
              <a:ext cx="924480" cy="92448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46" name="Oval 30"/>
            <p:cNvSpPr/>
            <p:nvPr/>
          </p:nvSpPr>
          <p:spPr>
            <a:xfrm>
              <a:off x="10225080" y="2946600"/>
              <a:ext cx="924480" cy="92448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47" name="Group 32"/>
          <p:cNvGrpSpPr/>
          <p:nvPr/>
        </p:nvGrpSpPr>
        <p:grpSpPr>
          <a:xfrm>
            <a:off x="1195560" y="2946600"/>
            <a:ext cx="924480" cy="924480"/>
            <a:chOff x="1195560" y="2946600"/>
            <a:chExt cx="924480" cy="924480"/>
          </a:xfrm>
        </p:grpSpPr>
        <p:sp>
          <p:nvSpPr>
            <p:cNvPr id="348" name="Oval 34"/>
            <p:cNvSpPr/>
            <p:nvPr/>
          </p:nvSpPr>
          <p:spPr>
            <a:xfrm>
              <a:off x="1195560" y="2946600"/>
              <a:ext cx="924480" cy="92448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49" name="Oval 35"/>
            <p:cNvSpPr/>
            <p:nvPr/>
          </p:nvSpPr>
          <p:spPr>
            <a:xfrm>
              <a:off x="1195560" y="2946600"/>
              <a:ext cx="924480" cy="92448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50" name="Group 37"/>
          <p:cNvGrpSpPr/>
          <p:nvPr/>
        </p:nvGrpSpPr>
        <p:grpSpPr>
          <a:xfrm>
            <a:off x="3443400" y="2946600"/>
            <a:ext cx="924480" cy="924480"/>
            <a:chOff x="3443400" y="2946600"/>
            <a:chExt cx="924480" cy="924480"/>
          </a:xfrm>
        </p:grpSpPr>
        <p:sp>
          <p:nvSpPr>
            <p:cNvPr id="351" name="Oval 39"/>
            <p:cNvSpPr/>
            <p:nvPr/>
          </p:nvSpPr>
          <p:spPr>
            <a:xfrm>
              <a:off x="3443400" y="2946600"/>
              <a:ext cx="924480" cy="92448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52" name="Oval 40"/>
            <p:cNvSpPr/>
            <p:nvPr/>
          </p:nvSpPr>
          <p:spPr>
            <a:xfrm>
              <a:off x="3443400" y="2946600"/>
              <a:ext cx="924480" cy="92448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53" name="Group 42"/>
          <p:cNvGrpSpPr/>
          <p:nvPr/>
        </p:nvGrpSpPr>
        <p:grpSpPr>
          <a:xfrm>
            <a:off x="5710320" y="2946600"/>
            <a:ext cx="924480" cy="924480"/>
            <a:chOff x="5710320" y="2946600"/>
            <a:chExt cx="924480" cy="924480"/>
          </a:xfrm>
        </p:grpSpPr>
        <p:sp>
          <p:nvSpPr>
            <p:cNvPr id="354" name="Oval 44"/>
            <p:cNvSpPr/>
            <p:nvPr/>
          </p:nvSpPr>
          <p:spPr>
            <a:xfrm>
              <a:off x="5710320" y="2946600"/>
              <a:ext cx="924480" cy="92448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55" name="Oval 45"/>
            <p:cNvSpPr/>
            <p:nvPr/>
          </p:nvSpPr>
          <p:spPr>
            <a:xfrm>
              <a:off x="5710320" y="2946600"/>
              <a:ext cx="924480" cy="92448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56" name="Group 47"/>
          <p:cNvGrpSpPr/>
          <p:nvPr/>
        </p:nvGrpSpPr>
        <p:grpSpPr>
          <a:xfrm>
            <a:off x="7970400" y="2946600"/>
            <a:ext cx="924480" cy="924480"/>
            <a:chOff x="7970400" y="2946600"/>
            <a:chExt cx="924480" cy="924480"/>
          </a:xfrm>
        </p:grpSpPr>
        <p:sp>
          <p:nvSpPr>
            <p:cNvPr id="357" name="Oval 49"/>
            <p:cNvSpPr/>
            <p:nvPr/>
          </p:nvSpPr>
          <p:spPr>
            <a:xfrm>
              <a:off x="7970400" y="2946600"/>
              <a:ext cx="924480" cy="92448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58" name="Oval 50"/>
            <p:cNvSpPr/>
            <p:nvPr/>
          </p:nvSpPr>
          <p:spPr>
            <a:xfrm>
              <a:off x="7970400" y="2946600"/>
              <a:ext cx="924480" cy="92448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359"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60"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61"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62"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363" name="Group 46"/>
          <p:cNvGrpSpPr/>
          <p:nvPr/>
        </p:nvGrpSpPr>
        <p:grpSpPr>
          <a:xfrm>
            <a:off x="559080" y="565200"/>
            <a:ext cx="1467720" cy="43920"/>
            <a:chOff x="559080" y="565200"/>
            <a:chExt cx="1467720" cy="43920"/>
          </a:xfrm>
        </p:grpSpPr>
        <p:sp>
          <p:nvSpPr>
            <p:cNvPr id="364"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65"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366" name="Rectangle 59"/>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367"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368"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A599134-D6F6-4C0B-9FC0-4EEB4D6D79CE}"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369" name="Freeform 59"/>
          <p:cNvSpPr/>
          <p:nvPr/>
        </p:nvSpPr>
        <p:spPr>
          <a:xfrm>
            <a:off x="-1935720" y="-101196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370" name="Group 6"/>
          <p:cNvGrpSpPr/>
          <p:nvPr/>
        </p:nvGrpSpPr>
        <p:grpSpPr>
          <a:xfrm>
            <a:off x="8416800" y="2606400"/>
            <a:ext cx="1316880" cy="1318320"/>
            <a:chOff x="8416800" y="2606400"/>
            <a:chExt cx="1316880" cy="1318320"/>
          </a:xfrm>
        </p:grpSpPr>
        <p:sp>
          <p:nvSpPr>
            <p:cNvPr id="371" name="Freeform 14"/>
            <p:cNvSpPr/>
            <p:nvPr/>
          </p:nvSpPr>
          <p:spPr>
            <a:xfrm>
              <a:off x="8416800" y="2606400"/>
              <a:ext cx="1316880" cy="1318320"/>
            </a:xfrm>
            <a:custGeom>
              <a:avLst/>
              <a:gdLst>
                <a:gd name="textAreaLeft" fmla="*/ 0 w 1316880"/>
                <a:gd name="textAreaRight" fmla="*/ 1328760 w 1316880"/>
                <a:gd name="textAreaTop" fmla="*/ 0 h 1318320"/>
                <a:gd name="textAreaBottom" fmla="*/ 1330200 h 13183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72" name="Freeform 14"/>
            <p:cNvSpPr/>
            <p:nvPr/>
          </p:nvSpPr>
          <p:spPr>
            <a:xfrm>
              <a:off x="8416800" y="2606400"/>
              <a:ext cx="1316880" cy="1318320"/>
            </a:xfrm>
            <a:custGeom>
              <a:avLst/>
              <a:gdLst>
                <a:gd name="textAreaLeft" fmla="*/ 0 w 1316880"/>
                <a:gd name="textAreaRight" fmla="*/ 1328760 w 1316880"/>
                <a:gd name="textAreaTop" fmla="*/ 0 h 1318320"/>
                <a:gd name="textAreaBottom" fmla="*/ 1330200 h 13183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73" name="Group 14"/>
          <p:cNvGrpSpPr/>
          <p:nvPr/>
        </p:nvGrpSpPr>
        <p:grpSpPr>
          <a:xfrm>
            <a:off x="6778800" y="986040"/>
            <a:ext cx="1329480" cy="1330920"/>
            <a:chOff x="6778800" y="986040"/>
            <a:chExt cx="1329480" cy="1330920"/>
          </a:xfrm>
        </p:grpSpPr>
        <p:sp>
          <p:nvSpPr>
            <p:cNvPr id="374" name="Freeform 6"/>
            <p:cNvSpPr/>
            <p:nvPr/>
          </p:nvSpPr>
          <p:spPr>
            <a:xfrm>
              <a:off x="6778800" y="9860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75" name="Freeform 6"/>
            <p:cNvSpPr/>
            <p:nvPr/>
          </p:nvSpPr>
          <p:spPr>
            <a:xfrm>
              <a:off x="6778800" y="9860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76" name="Group 19"/>
          <p:cNvGrpSpPr/>
          <p:nvPr/>
        </p:nvGrpSpPr>
        <p:grpSpPr>
          <a:xfrm>
            <a:off x="8404200" y="986040"/>
            <a:ext cx="1329480" cy="1330920"/>
            <a:chOff x="8404200" y="986040"/>
            <a:chExt cx="1329480" cy="1330920"/>
          </a:xfrm>
        </p:grpSpPr>
        <p:sp>
          <p:nvSpPr>
            <p:cNvPr id="377" name="Freeform 6"/>
            <p:cNvSpPr/>
            <p:nvPr/>
          </p:nvSpPr>
          <p:spPr>
            <a:xfrm>
              <a:off x="8404200" y="9860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78" name="Freeform 6"/>
            <p:cNvSpPr/>
            <p:nvPr/>
          </p:nvSpPr>
          <p:spPr>
            <a:xfrm>
              <a:off x="8404200" y="9860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79" name="Group 24"/>
          <p:cNvGrpSpPr/>
          <p:nvPr/>
        </p:nvGrpSpPr>
        <p:grpSpPr>
          <a:xfrm>
            <a:off x="10012320" y="986040"/>
            <a:ext cx="1329480" cy="1330920"/>
            <a:chOff x="10012320" y="986040"/>
            <a:chExt cx="1329480" cy="1330920"/>
          </a:xfrm>
        </p:grpSpPr>
        <p:sp>
          <p:nvSpPr>
            <p:cNvPr id="380" name="Freeform 6"/>
            <p:cNvSpPr/>
            <p:nvPr/>
          </p:nvSpPr>
          <p:spPr>
            <a:xfrm>
              <a:off x="10012320" y="9860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81" name="Freeform 6"/>
            <p:cNvSpPr/>
            <p:nvPr/>
          </p:nvSpPr>
          <p:spPr>
            <a:xfrm>
              <a:off x="10012320" y="9860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82" name="Group 29"/>
          <p:cNvGrpSpPr/>
          <p:nvPr/>
        </p:nvGrpSpPr>
        <p:grpSpPr>
          <a:xfrm>
            <a:off x="6778800" y="4192920"/>
            <a:ext cx="1329480" cy="1330920"/>
            <a:chOff x="6778800" y="4192920"/>
            <a:chExt cx="1329480" cy="1330920"/>
          </a:xfrm>
        </p:grpSpPr>
        <p:sp>
          <p:nvSpPr>
            <p:cNvPr id="383" name="Freeform 6"/>
            <p:cNvSpPr/>
            <p:nvPr/>
          </p:nvSpPr>
          <p:spPr>
            <a:xfrm>
              <a:off x="6778800" y="419292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84" name="Freeform 6"/>
            <p:cNvSpPr/>
            <p:nvPr/>
          </p:nvSpPr>
          <p:spPr>
            <a:xfrm>
              <a:off x="6778800" y="419292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85" name="Group 34"/>
          <p:cNvGrpSpPr/>
          <p:nvPr/>
        </p:nvGrpSpPr>
        <p:grpSpPr>
          <a:xfrm>
            <a:off x="8404200" y="4192920"/>
            <a:ext cx="1329480" cy="1330920"/>
            <a:chOff x="8404200" y="4192920"/>
            <a:chExt cx="1329480" cy="1330920"/>
          </a:xfrm>
        </p:grpSpPr>
        <p:sp>
          <p:nvSpPr>
            <p:cNvPr id="386" name="Freeform 6"/>
            <p:cNvSpPr/>
            <p:nvPr/>
          </p:nvSpPr>
          <p:spPr>
            <a:xfrm>
              <a:off x="8404200" y="419292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87" name="Freeform 6"/>
            <p:cNvSpPr/>
            <p:nvPr/>
          </p:nvSpPr>
          <p:spPr>
            <a:xfrm>
              <a:off x="8404200" y="419292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88" name="Group 40"/>
          <p:cNvGrpSpPr/>
          <p:nvPr/>
        </p:nvGrpSpPr>
        <p:grpSpPr>
          <a:xfrm>
            <a:off x="10012320" y="4192920"/>
            <a:ext cx="1329480" cy="1330920"/>
            <a:chOff x="10012320" y="4192920"/>
            <a:chExt cx="1329480" cy="1330920"/>
          </a:xfrm>
        </p:grpSpPr>
        <p:sp>
          <p:nvSpPr>
            <p:cNvPr id="389" name="Freeform 6"/>
            <p:cNvSpPr/>
            <p:nvPr/>
          </p:nvSpPr>
          <p:spPr>
            <a:xfrm>
              <a:off x="10012320" y="419292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90" name="Freeform 6"/>
            <p:cNvSpPr/>
            <p:nvPr/>
          </p:nvSpPr>
          <p:spPr>
            <a:xfrm>
              <a:off x="10012320" y="419292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91" name="Group 45"/>
          <p:cNvGrpSpPr/>
          <p:nvPr/>
        </p:nvGrpSpPr>
        <p:grpSpPr>
          <a:xfrm>
            <a:off x="6778800" y="2602440"/>
            <a:ext cx="1329480" cy="1330920"/>
            <a:chOff x="6778800" y="2602440"/>
            <a:chExt cx="1329480" cy="1330920"/>
          </a:xfrm>
        </p:grpSpPr>
        <p:sp>
          <p:nvSpPr>
            <p:cNvPr id="392" name="Freeform 6"/>
            <p:cNvSpPr/>
            <p:nvPr/>
          </p:nvSpPr>
          <p:spPr>
            <a:xfrm>
              <a:off x="6778800" y="26024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93" name="Freeform 6"/>
            <p:cNvSpPr/>
            <p:nvPr/>
          </p:nvSpPr>
          <p:spPr>
            <a:xfrm>
              <a:off x="6778800" y="26024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94" name="Group 50"/>
          <p:cNvGrpSpPr/>
          <p:nvPr/>
        </p:nvGrpSpPr>
        <p:grpSpPr>
          <a:xfrm>
            <a:off x="10012320" y="2602440"/>
            <a:ext cx="1329480" cy="1330920"/>
            <a:chOff x="10012320" y="2602440"/>
            <a:chExt cx="1329480" cy="1330920"/>
          </a:xfrm>
        </p:grpSpPr>
        <p:sp>
          <p:nvSpPr>
            <p:cNvPr id="395" name="Freeform 6"/>
            <p:cNvSpPr/>
            <p:nvPr/>
          </p:nvSpPr>
          <p:spPr>
            <a:xfrm>
              <a:off x="10012320" y="26024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96" name="Freeform 6"/>
            <p:cNvSpPr/>
            <p:nvPr/>
          </p:nvSpPr>
          <p:spPr>
            <a:xfrm>
              <a:off x="10012320" y="2602440"/>
              <a:ext cx="1329480" cy="1330920"/>
            </a:xfrm>
            <a:custGeom>
              <a:avLst/>
              <a:gdLst>
                <a:gd name="textAreaLeft" fmla="*/ 0 w 1329480"/>
                <a:gd name="textAreaRight" fmla="*/ 1341360 w 1329480"/>
                <a:gd name="textAreaTop" fmla="*/ 0 h 1330920"/>
                <a:gd name="textAreaBottom" fmla="*/ 1342800 h 13309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pic>
        <p:nvPicPr>
          <p:cNvPr id="397" name="Picture 33" descr=""/>
          <p:cNvPicPr/>
          <p:nvPr/>
        </p:nvPicPr>
        <p:blipFill>
          <a:blip r:embed="rId2"/>
          <a:srcRect l="0" t="0" r="76273" b="0"/>
          <a:stretch/>
        </p:blipFill>
        <p:spPr>
          <a:xfrm>
            <a:off x="8470800" y="2760120"/>
            <a:ext cx="1127160" cy="990000"/>
          </a:xfrm>
          <a:prstGeom prst="rect">
            <a:avLst/>
          </a:prstGeom>
          <a:ln w="0">
            <a:noFill/>
          </a:ln>
        </p:spPr>
      </p:pic>
      <p:sp>
        <p:nvSpPr>
          <p:cNvPr id="398"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99"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00"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01"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402" name="Group 49"/>
          <p:cNvGrpSpPr/>
          <p:nvPr/>
        </p:nvGrpSpPr>
        <p:grpSpPr>
          <a:xfrm>
            <a:off x="559080" y="565200"/>
            <a:ext cx="1467720" cy="43920"/>
            <a:chOff x="559080" y="565200"/>
            <a:chExt cx="1467720" cy="43920"/>
          </a:xfrm>
        </p:grpSpPr>
        <p:sp>
          <p:nvSpPr>
            <p:cNvPr id="403"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04"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05" name="Rectangle 60"/>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77" r:id="rId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06"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0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20F158BC-C49D-4F95-8F01-8B1CD7D07DA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408" name="Freeform 8"/>
          <p:cNvSpPr/>
          <p:nvPr/>
        </p:nvSpPr>
        <p:spPr>
          <a:xfrm rot="18117000">
            <a:off x="2332440" y="4887360"/>
            <a:ext cx="7436160" cy="2418120"/>
          </a:xfrm>
          <a:custGeom>
            <a:avLst/>
            <a:gdLst>
              <a:gd name="textAreaLeft" fmla="*/ 0 w 7436160"/>
              <a:gd name="textAreaRight" fmla="*/ 7448040 w 7436160"/>
              <a:gd name="textAreaTop" fmla="*/ 0 h 2418120"/>
              <a:gd name="textAreaBottom" fmla="*/ 2430000 h 2418120"/>
            </a:gdLst>
            <a:ahLst/>
            <a:rect l="textAreaLeft" t="textAreaTop" r="textAreaRight" b="textAreaBottom"/>
            <a:pathLst>
              <a:path w="9418037" h="2429992">
                <a:moveTo>
                  <a:pt x="689691" y="804567"/>
                </a:moveTo>
                <a:cubicBezTo>
                  <a:pt x="916962" y="924084"/>
                  <a:pt x="2726928" y="823574"/>
                  <a:pt x="2627787" y="1057254"/>
                </a:cubicBezTo>
                <a:cubicBezTo>
                  <a:pt x="2528646" y="1290934"/>
                  <a:pt x="432010" y="1981122"/>
                  <a:pt x="94843" y="2206648"/>
                </a:cubicBezTo>
                <a:cubicBezTo>
                  <a:pt x="-242324" y="2432174"/>
                  <a:pt x="413087" y="2381633"/>
                  <a:pt x="604784" y="2410409"/>
                </a:cubicBezTo>
                <a:cubicBezTo>
                  <a:pt x="796482" y="2439185"/>
                  <a:pt x="1020626" y="2441981"/>
                  <a:pt x="1245028" y="2379303"/>
                </a:cubicBezTo>
                <a:cubicBezTo>
                  <a:pt x="1469430" y="2316625"/>
                  <a:pt x="1705942" y="2124838"/>
                  <a:pt x="1951198" y="2034342"/>
                </a:cubicBezTo>
                <a:cubicBezTo>
                  <a:pt x="2196454" y="1943846"/>
                  <a:pt x="2451266" y="1860856"/>
                  <a:pt x="2716563" y="1836327"/>
                </a:cubicBezTo>
                <a:cubicBezTo>
                  <a:pt x="2981860" y="1811798"/>
                  <a:pt x="3207578" y="1913398"/>
                  <a:pt x="3542982" y="1887166"/>
                </a:cubicBezTo>
                <a:cubicBezTo>
                  <a:pt x="3878386" y="1860934"/>
                  <a:pt x="4276313" y="1737784"/>
                  <a:pt x="4728986" y="1678936"/>
                </a:cubicBezTo>
                <a:cubicBezTo>
                  <a:pt x="5181659" y="1620088"/>
                  <a:pt x="5652440" y="1577838"/>
                  <a:pt x="6259022" y="1534080"/>
                </a:cubicBezTo>
                <a:cubicBezTo>
                  <a:pt x="6865604" y="1490322"/>
                  <a:pt x="7970127" y="1659320"/>
                  <a:pt x="8368479" y="1416385"/>
                </a:cubicBezTo>
                <a:cubicBezTo>
                  <a:pt x="8766831" y="1173450"/>
                  <a:pt x="10343644" y="280175"/>
                  <a:pt x="8649137" y="76472"/>
                </a:cubicBezTo>
                <a:cubicBezTo>
                  <a:pt x="6954630" y="-127231"/>
                  <a:pt x="2067340" y="135581"/>
                  <a:pt x="836511" y="179528"/>
                </a:cubicBezTo>
                <a:cubicBezTo>
                  <a:pt x="-394318" y="223475"/>
                  <a:pt x="1527886" y="218156"/>
                  <a:pt x="1264164" y="340154"/>
                </a:cubicBezTo>
                <a:cubicBezTo>
                  <a:pt x="1000442" y="462152"/>
                  <a:pt x="462420" y="685050"/>
                  <a:pt x="689691" y="804567"/>
                </a:cubicBezTo>
                <a:close/>
              </a:path>
            </a:pathLst>
          </a:custGeom>
          <a:gradFill rotWithShape="0">
            <a:gsLst>
              <a:gs pos="9000">
                <a:srgbClr val="566eaa"/>
              </a:gs>
              <a:gs pos="18000">
                <a:srgbClr val="18386a"/>
              </a:gs>
              <a:gs pos="76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409" name="Freeform 9"/>
          <p:cNvSpPr/>
          <p:nvPr/>
        </p:nvSpPr>
        <p:spPr>
          <a:xfrm rot="3674400">
            <a:off x="2697120" y="924120"/>
            <a:ext cx="6382800" cy="2338920"/>
          </a:xfrm>
          <a:custGeom>
            <a:avLst/>
            <a:gdLst>
              <a:gd name="textAreaLeft" fmla="*/ 0 w 6382800"/>
              <a:gd name="textAreaRight" fmla="*/ 6394680 w 6382800"/>
              <a:gd name="textAreaTop" fmla="*/ 0 h 2338920"/>
              <a:gd name="textAreaBottom" fmla="*/ 2350800 h 2338920"/>
            </a:gdLst>
            <a:ahLst/>
            <a:rect l="textAreaLeft" t="textAreaTop" r="textAreaRight" b="textAreaBottom"/>
            <a:pathLst>
              <a:path w="8085950" h="2350830">
                <a:moveTo>
                  <a:pt x="813307" y="1490610"/>
                </a:moveTo>
                <a:cubicBezTo>
                  <a:pt x="756250" y="1634839"/>
                  <a:pt x="66965" y="1968342"/>
                  <a:pt x="6894" y="2069024"/>
                </a:cubicBezTo>
                <a:cubicBezTo>
                  <a:pt x="-53177" y="2169706"/>
                  <a:pt x="294781" y="2097742"/>
                  <a:pt x="452883" y="2094703"/>
                </a:cubicBezTo>
                <a:cubicBezTo>
                  <a:pt x="610985" y="2091664"/>
                  <a:pt x="892097" y="2008129"/>
                  <a:pt x="955505" y="2050791"/>
                </a:cubicBezTo>
                <a:cubicBezTo>
                  <a:pt x="1018913" y="2093453"/>
                  <a:pt x="735999" y="2358187"/>
                  <a:pt x="833332" y="2350674"/>
                </a:cubicBezTo>
                <a:cubicBezTo>
                  <a:pt x="930665" y="2343161"/>
                  <a:pt x="1294246" y="2096209"/>
                  <a:pt x="1539502" y="2005713"/>
                </a:cubicBezTo>
                <a:cubicBezTo>
                  <a:pt x="1784758" y="1915217"/>
                  <a:pt x="2039570" y="1832227"/>
                  <a:pt x="2304867" y="1807698"/>
                </a:cubicBezTo>
                <a:cubicBezTo>
                  <a:pt x="2570164" y="1783169"/>
                  <a:pt x="2795882" y="1884769"/>
                  <a:pt x="3131286" y="1858537"/>
                </a:cubicBezTo>
                <a:cubicBezTo>
                  <a:pt x="3466690" y="1832305"/>
                  <a:pt x="3864617" y="1709155"/>
                  <a:pt x="4317290" y="1650307"/>
                </a:cubicBezTo>
                <a:cubicBezTo>
                  <a:pt x="4769963" y="1591459"/>
                  <a:pt x="5240744" y="1549209"/>
                  <a:pt x="5847326" y="1505451"/>
                </a:cubicBezTo>
                <a:cubicBezTo>
                  <a:pt x="6453908" y="1461693"/>
                  <a:pt x="7631478" y="1564171"/>
                  <a:pt x="7956783" y="1387756"/>
                </a:cubicBezTo>
                <a:cubicBezTo>
                  <a:pt x="8282088" y="1211342"/>
                  <a:pt x="7365615" y="642797"/>
                  <a:pt x="7799155" y="446964"/>
                </a:cubicBezTo>
                <a:cubicBezTo>
                  <a:pt x="7405669" y="273233"/>
                  <a:pt x="8806227" y="125627"/>
                  <a:pt x="7550675" y="50595"/>
                </a:cubicBezTo>
                <a:cubicBezTo>
                  <a:pt x="6295123" y="-24437"/>
                  <a:pt x="2573389" y="-12246"/>
                  <a:pt x="1387153" y="62307"/>
                </a:cubicBezTo>
                <a:cubicBezTo>
                  <a:pt x="200917" y="136860"/>
                  <a:pt x="193051" y="312190"/>
                  <a:pt x="433260" y="497911"/>
                </a:cubicBezTo>
                <a:cubicBezTo>
                  <a:pt x="673469" y="683632"/>
                  <a:pt x="373786" y="935937"/>
                  <a:pt x="349235" y="1203649"/>
                </a:cubicBezTo>
                <a:cubicBezTo>
                  <a:pt x="296655" y="1477110"/>
                  <a:pt x="870364" y="1346381"/>
                  <a:pt x="813307" y="1490610"/>
                </a:cubicBezTo>
                <a:close/>
              </a:path>
            </a:pathLst>
          </a:custGeom>
          <a:gradFill rotWithShape="0">
            <a:gsLst>
              <a:gs pos="9000">
                <a:srgbClr val="566eaa"/>
              </a:gs>
              <a:gs pos="18000">
                <a:srgbClr val="18386a"/>
              </a:gs>
              <a:gs pos="76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pic>
        <p:nvPicPr>
          <p:cNvPr id="410" name="Picture 11" descr=""/>
          <p:cNvPicPr/>
          <p:nvPr/>
        </p:nvPicPr>
        <p:blipFill>
          <a:blip r:embed="rId2"/>
          <a:stretch/>
        </p:blipFill>
        <p:spPr>
          <a:xfrm>
            <a:off x="-123120" y="-124920"/>
            <a:ext cx="7297920" cy="7334280"/>
          </a:xfrm>
          <a:prstGeom prst="rect">
            <a:avLst/>
          </a:prstGeom>
          <a:ln w="0">
            <a:noFill/>
          </a:ln>
        </p:spPr>
      </p:pic>
      <p:sp>
        <p:nvSpPr>
          <p:cNvPr id="411"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12"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13"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14"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15" name="Rectangle 10"/>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79" r:id="rId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16"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1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F26370C7-76D5-4A1C-BFCC-9310ADF25B82}"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418" name="Freeform 66"/>
          <p:cNvSpPr/>
          <p:nvPr/>
        </p:nvSpPr>
        <p:spPr>
          <a:xfrm rot="370200">
            <a:off x="-2561400" y="-120528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419" name="Freeform 5"/>
          <p:cNvSpPr/>
          <p:nvPr/>
        </p:nvSpPr>
        <p:spPr>
          <a:xfrm>
            <a:off x="2153880" y="3953880"/>
            <a:ext cx="8047800" cy="1204200"/>
          </a:xfrm>
          <a:custGeom>
            <a:avLst/>
            <a:gdLst>
              <a:gd name="textAreaLeft" fmla="*/ 0 w 8047800"/>
              <a:gd name="textAreaRight" fmla="*/ 8059680 w 8047800"/>
              <a:gd name="textAreaTop" fmla="*/ 0 h 1204200"/>
              <a:gd name="textAreaBottom" fmla="*/ 1216080 h 1204200"/>
            </a:gdLst>
            <a:ahLst/>
            <a:rect l="textAreaLeft" t="textAreaTop" r="textAreaRight" b="textAreaBottom"/>
            <a:pathLst>
              <a:path w="2116" h="319">
                <a:moveTo>
                  <a:pt x="2116" y="0"/>
                </a:moveTo>
                <a:cubicBezTo>
                  <a:pt x="2116" y="131"/>
                  <a:pt x="2010" y="237"/>
                  <a:pt x="1879" y="237"/>
                </a:cubicBezTo>
                <a:cubicBezTo>
                  <a:pt x="179" y="237"/>
                  <a:pt x="179" y="237"/>
                  <a:pt x="179" y="237"/>
                </a:cubicBezTo>
                <a:cubicBezTo>
                  <a:pt x="107" y="237"/>
                  <a:pt x="43" y="268"/>
                  <a:pt x="0" y="319"/>
                </a:cubicBezTo>
              </a:path>
            </a:pathLst>
          </a:custGeom>
          <a:noFill/>
          <a:ln cap="rnd" w="69850">
            <a:solidFill>
              <a:srgbClr val="334257"/>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420" name="Freeform 6"/>
          <p:cNvSpPr/>
          <p:nvPr/>
        </p:nvSpPr>
        <p:spPr>
          <a:xfrm>
            <a:off x="1933200" y="2153520"/>
            <a:ext cx="8268480" cy="1788480"/>
          </a:xfrm>
          <a:custGeom>
            <a:avLst/>
            <a:gdLst>
              <a:gd name="textAreaLeft" fmla="*/ 0 w 8268480"/>
              <a:gd name="textAreaRight" fmla="*/ 8280360 w 8268480"/>
              <a:gd name="textAreaTop" fmla="*/ 0 h 1788480"/>
              <a:gd name="textAreaBottom" fmla="*/ 1800360 h 1788480"/>
            </a:gdLst>
            <a:ahLst/>
            <a:rect l="textAreaLeft" t="textAreaTop" r="textAreaRight" b="textAreaBottom"/>
            <a:pathLst>
              <a:path w="2174" h="472">
                <a:moveTo>
                  <a:pt x="0" y="0"/>
                </a:moveTo>
                <a:cubicBezTo>
                  <a:pt x="0" y="0"/>
                  <a:pt x="0" y="0"/>
                  <a:pt x="0" y="0"/>
                </a:cubicBezTo>
                <a:cubicBezTo>
                  <a:pt x="0" y="130"/>
                  <a:pt x="106" y="236"/>
                  <a:pt x="237" y="236"/>
                </a:cubicBezTo>
                <a:cubicBezTo>
                  <a:pt x="1937" y="236"/>
                  <a:pt x="1937" y="236"/>
                  <a:pt x="1937" y="236"/>
                </a:cubicBezTo>
                <a:cubicBezTo>
                  <a:pt x="2068" y="236"/>
                  <a:pt x="2174" y="342"/>
                  <a:pt x="2174" y="472"/>
                </a:cubicBezTo>
                <a:cubicBezTo>
                  <a:pt x="2174" y="472"/>
                  <a:pt x="2174" y="472"/>
                  <a:pt x="2174" y="472"/>
                </a:cubicBezTo>
              </a:path>
            </a:pathLst>
          </a:custGeom>
          <a:noFill/>
          <a:ln cap="rnd" w="69850">
            <a:solidFill>
              <a:srgbClr val="334257"/>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421" name="Freeform 7"/>
          <p:cNvSpPr/>
          <p:nvPr/>
        </p:nvSpPr>
        <p:spPr>
          <a:xfrm>
            <a:off x="1933200" y="617040"/>
            <a:ext cx="8219160" cy="1524960"/>
          </a:xfrm>
          <a:custGeom>
            <a:avLst/>
            <a:gdLst>
              <a:gd name="textAreaLeft" fmla="*/ 0 w 8219160"/>
              <a:gd name="textAreaRight" fmla="*/ 8231040 w 8219160"/>
              <a:gd name="textAreaTop" fmla="*/ 0 h 1524960"/>
              <a:gd name="textAreaBottom" fmla="*/ 1536840 h 1524960"/>
            </a:gdLst>
            <a:ahLst/>
            <a:rect l="textAreaLeft" t="textAreaTop" r="textAreaRight" b="textAreaBottom"/>
            <a:pathLst>
              <a:path w="2161" h="403">
                <a:moveTo>
                  <a:pt x="2161" y="0"/>
                </a:moveTo>
                <a:cubicBezTo>
                  <a:pt x="2131" y="96"/>
                  <a:pt x="2041" y="166"/>
                  <a:pt x="1935" y="166"/>
                </a:cubicBezTo>
                <a:cubicBezTo>
                  <a:pt x="237" y="166"/>
                  <a:pt x="237" y="166"/>
                  <a:pt x="237" y="166"/>
                </a:cubicBezTo>
                <a:cubicBezTo>
                  <a:pt x="106" y="166"/>
                  <a:pt x="0" y="272"/>
                  <a:pt x="0" y="403"/>
                </a:cubicBezTo>
              </a:path>
            </a:pathLst>
          </a:custGeom>
          <a:noFill/>
          <a:ln cap="rnd" w="69850">
            <a:solidFill>
              <a:srgbClr val="334257"/>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422" name="Group 10"/>
          <p:cNvGrpSpPr/>
          <p:nvPr/>
        </p:nvGrpSpPr>
        <p:grpSpPr>
          <a:xfrm>
            <a:off x="3841200" y="4700880"/>
            <a:ext cx="293760" cy="293760"/>
            <a:chOff x="3841200" y="4700880"/>
            <a:chExt cx="293760" cy="293760"/>
          </a:xfrm>
        </p:grpSpPr>
        <p:sp>
          <p:nvSpPr>
            <p:cNvPr id="423" name="Oval 11"/>
            <p:cNvSpPr/>
            <p:nvPr/>
          </p:nvSpPr>
          <p:spPr>
            <a:xfrm>
              <a:off x="3841200" y="470088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24" name="Oval 28"/>
            <p:cNvSpPr/>
            <p:nvPr/>
          </p:nvSpPr>
          <p:spPr>
            <a:xfrm>
              <a:off x="3918600" y="477792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25" name="Group 13"/>
          <p:cNvGrpSpPr/>
          <p:nvPr/>
        </p:nvGrpSpPr>
        <p:grpSpPr>
          <a:xfrm>
            <a:off x="5922360" y="4700880"/>
            <a:ext cx="293760" cy="293760"/>
            <a:chOff x="5922360" y="4700880"/>
            <a:chExt cx="293760" cy="293760"/>
          </a:xfrm>
        </p:grpSpPr>
        <p:sp>
          <p:nvSpPr>
            <p:cNvPr id="426" name="Oval 14"/>
            <p:cNvSpPr/>
            <p:nvPr/>
          </p:nvSpPr>
          <p:spPr>
            <a:xfrm>
              <a:off x="5922360" y="470088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27" name="Oval 28"/>
            <p:cNvSpPr/>
            <p:nvPr/>
          </p:nvSpPr>
          <p:spPr>
            <a:xfrm>
              <a:off x="5999400" y="477792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28" name="Group 16"/>
          <p:cNvGrpSpPr/>
          <p:nvPr/>
        </p:nvGrpSpPr>
        <p:grpSpPr>
          <a:xfrm>
            <a:off x="7984080" y="4700880"/>
            <a:ext cx="293760" cy="293760"/>
            <a:chOff x="7984080" y="4700880"/>
            <a:chExt cx="293760" cy="293760"/>
          </a:xfrm>
        </p:grpSpPr>
        <p:sp>
          <p:nvSpPr>
            <p:cNvPr id="429" name="Oval 17"/>
            <p:cNvSpPr/>
            <p:nvPr/>
          </p:nvSpPr>
          <p:spPr>
            <a:xfrm>
              <a:off x="7984080" y="470088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30" name="Oval 28"/>
            <p:cNvSpPr/>
            <p:nvPr/>
          </p:nvSpPr>
          <p:spPr>
            <a:xfrm>
              <a:off x="8061120" y="477792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31" name="Group 19"/>
          <p:cNvGrpSpPr/>
          <p:nvPr/>
        </p:nvGrpSpPr>
        <p:grpSpPr>
          <a:xfrm>
            <a:off x="10055520" y="3793320"/>
            <a:ext cx="293760" cy="293760"/>
            <a:chOff x="10055520" y="3793320"/>
            <a:chExt cx="293760" cy="293760"/>
          </a:xfrm>
        </p:grpSpPr>
        <p:sp>
          <p:nvSpPr>
            <p:cNvPr id="432" name="Oval 20"/>
            <p:cNvSpPr/>
            <p:nvPr/>
          </p:nvSpPr>
          <p:spPr>
            <a:xfrm>
              <a:off x="10055520" y="379332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33" name="Oval 28"/>
            <p:cNvSpPr/>
            <p:nvPr/>
          </p:nvSpPr>
          <p:spPr>
            <a:xfrm>
              <a:off x="10132920" y="387036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34" name="Group 22"/>
          <p:cNvGrpSpPr/>
          <p:nvPr/>
        </p:nvGrpSpPr>
        <p:grpSpPr>
          <a:xfrm>
            <a:off x="3847680" y="2889360"/>
            <a:ext cx="293760" cy="293760"/>
            <a:chOff x="3847680" y="2889360"/>
            <a:chExt cx="293760" cy="293760"/>
          </a:xfrm>
        </p:grpSpPr>
        <p:sp>
          <p:nvSpPr>
            <p:cNvPr id="435" name="Oval 23"/>
            <p:cNvSpPr/>
            <p:nvPr/>
          </p:nvSpPr>
          <p:spPr>
            <a:xfrm>
              <a:off x="3847680" y="288936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36" name="Oval 28"/>
            <p:cNvSpPr/>
            <p:nvPr/>
          </p:nvSpPr>
          <p:spPr>
            <a:xfrm>
              <a:off x="3925080" y="296640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37" name="Group 25"/>
          <p:cNvGrpSpPr/>
          <p:nvPr/>
        </p:nvGrpSpPr>
        <p:grpSpPr>
          <a:xfrm>
            <a:off x="5912640" y="2895480"/>
            <a:ext cx="293760" cy="293760"/>
            <a:chOff x="5912640" y="2895480"/>
            <a:chExt cx="293760" cy="293760"/>
          </a:xfrm>
        </p:grpSpPr>
        <p:sp>
          <p:nvSpPr>
            <p:cNvPr id="438" name="Oval 26"/>
            <p:cNvSpPr/>
            <p:nvPr/>
          </p:nvSpPr>
          <p:spPr>
            <a:xfrm>
              <a:off x="5912640" y="289548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39" name="Oval 28"/>
            <p:cNvSpPr/>
            <p:nvPr/>
          </p:nvSpPr>
          <p:spPr>
            <a:xfrm>
              <a:off x="5990040" y="297288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40" name="Group 28"/>
          <p:cNvGrpSpPr/>
          <p:nvPr/>
        </p:nvGrpSpPr>
        <p:grpSpPr>
          <a:xfrm>
            <a:off x="7974360" y="2895480"/>
            <a:ext cx="293760" cy="293760"/>
            <a:chOff x="7974360" y="2895480"/>
            <a:chExt cx="293760" cy="293760"/>
          </a:xfrm>
        </p:grpSpPr>
        <p:sp>
          <p:nvSpPr>
            <p:cNvPr id="441" name="Oval 29"/>
            <p:cNvSpPr/>
            <p:nvPr/>
          </p:nvSpPr>
          <p:spPr>
            <a:xfrm>
              <a:off x="7974360" y="289548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42" name="Oval 28"/>
            <p:cNvSpPr/>
            <p:nvPr/>
          </p:nvSpPr>
          <p:spPr>
            <a:xfrm>
              <a:off x="8051760" y="297288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43" name="Group 31"/>
          <p:cNvGrpSpPr/>
          <p:nvPr/>
        </p:nvGrpSpPr>
        <p:grpSpPr>
          <a:xfrm>
            <a:off x="3847680" y="1094760"/>
            <a:ext cx="293760" cy="293760"/>
            <a:chOff x="3847680" y="1094760"/>
            <a:chExt cx="293760" cy="293760"/>
          </a:xfrm>
        </p:grpSpPr>
        <p:sp>
          <p:nvSpPr>
            <p:cNvPr id="444" name="Oval 32"/>
            <p:cNvSpPr/>
            <p:nvPr/>
          </p:nvSpPr>
          <p:spPr>
            <a:xfrm>
              <a:off x="3847680" y="109476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45" name="Oval 28"/>
            <p:cNvSpPr/>
            <p:nvPr/>
          </p:nvSpPr>
          <p:spPr>
            <a:xfrm>
              <a:off x="3925080" y="117216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46" name="Group 34"/>
          <p:cNvGrpSpPr/>
          <p:nvPr/>
        </p:nvGrpSpPr>
        <p:grpSpPr>
          <a:xfrm>
            <a:off x="5912640" y="1101240"/>
            <a:ext cx="293760" cy="293760"/>
            <a:chOff x="5912640" y="1101240"/>
            <a:chExt cx="293760" cy="293760"/>
          </a:xfrm>
        </p:grpSpPr>
        <p:sp>
          <p:nvSpPr>
            <p:cNvPr id="447" name="Oval 35"/>
            <p:cNvSpPr/>
            <p:nvPr/>
          </p:nvSpPr>
          <p:spPr>
            <a:xfrm>
              <a:off x="5912640" y="110124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48" name="Oval 28"/>
            <p:cNvSpPr/>
            <p:nvPr/>
          </p:nvSpPr>
          <p:spPr>
            <a:xfrm>
              <a:off x="5990040" y="117828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49" name="Group 37"/>
          <p:cNvGrpSpPr/>
          <p:nvPr/>
        </p:nvGrpSpPr>
        <p:grpSpPr>
          <a:xfrm>
            <a:off x="7974360" y="1101240"/>
            <a:ext cx="293760" cy="293760"/>
            <a:chOff x="7974360" y="1101240"/>
            <a:chExt cx="293760" cy="293760"/>
          </a:xfrm>
        </p:grpSpPr>
        <p:sp>
          <p:nvSpPr>
            <p:cNvPr id="450" name="Oval 38"/>
            <p:cNvSpPr/>
            <p:nvPr/>
          </p:nvSpPr>
          <p:spPr>
            <a:xfrm>
              <a:off x="7974360" y="110124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51" name="Oval 28"/>
            <p:cNvSpPr/>
            <p:nvPr/>
          </p:nvSpPr>
          <p:spPr>
            <a:xfrm>
              <a:off x="8051760" y="117828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52" name="Group 40"/>
          <p:cNvGrpSpPr/>
          <p:nvPr/>
        </p:nvGrpSpPr>
        <p:grpSpPr>
          <a:xfrm>
            <a:off x="1781280" y="1999080"/>
            <a:ext cx="293760" cy="293760"/>
            <a:chOff x="1781280" y="1999080"/>
            <a:chExt cx="293760" cy="293760"/>
          </a:xfrm>
        </p:grpSpPr>
        <p:sp>
          <p:nvSpPr>
            <p:cNvPr id="453" name="Oval 41"/>
            <p:cNvSpPr/>
            <p:nvPr/>
          </p:nvSpPr>
          <p:spPr>
            <a:xfrm>
              <a:off x="1781280" y="1999080"/>
              <a:ext cx="293760" cy="29376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54" name="Oval 28"/>
            <p:cNvSpPr/>
            <p:nvPr/>
          </p:nvSpPr>
          <p:spPr>
            <a:xfrm>
              <a:off x="1858320" y="2076120"/>
              <a:ext cx="136080" cy="13428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sp>
        <p:nvSpPr>
          <p:cNvPr id="455"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56"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57"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58"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459" name="Group 62"/>
          <p:cNvGrpSpPr/>
          <p:nvPr/>
        </p:nvGrpSpPr>
        <p:grpSpPr>
          <a:xfrm>
            <a:off x="559080" y="565200"/>
            <a:ext cx="1467720" cy="43920"/>
            <a:chOff x="559080" y="565200"/>
            <a:chExt cx="1467720" cy="43920"/>
          </a:xfrm>
        </p:grpSpPr>
        <p:sp>
          <p:nvSpPr>
            <p:cNvPr id="460"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61"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62" name="Rectangle 67"/>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63"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64"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18F55CCD-C1D0-4F7C-98EB-4CAC02E8D430}"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465" name="Freeform 25"/>
          <p:cNvSpPr/>
          <p:nvPr/>
        </p:nvSpPr>
        <p:spPr>
          <a:xfrm>
            <a:off x="-1935720" y="-101196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466" name="Group 9"/>
          <p:cNvGrpSpPr/>
          <p:nvPr/>
        </p:nvGrpSpPr>
        <p:grpSpPr>
          <a:xfrm>
            <a:off x="278280" y="1993320"/>
            <a:ext cx="2696760" cy="2699280"/>
            <a:chOff x="278280" y="1993320"/>
            <a:chExt cx="2696760" cy="2699280"/>
          </a:xfrm>
        </p:grpSpPr>
        <p:sp>
          <p:nvSpPr>
            <p:cNvPr id="467" name="Freeform 6"/>
            <p:cNvSpPr/>
            <p:nvPr/>
          </p:nvSpPr>
          <p:spPr>
            <a:xfrm>
              <a:off x="278280" y="1993320"/>
              <a:ext cx="2696760" cy="2699280"/>
            </a:xfrm>
            <a:custGeom>
              <a:avLst/>
              <a:gdLst>
                <a:gd name="textAreaLeft" fmla="*/ 0 w 2696760"/>
                <a:gd name="textAreaRight" fmla="*/ 2708640 w 2696760"/>
                <a:gd name="textAreaTop" fmla="*/ 0 h 2699280"/>
                <a:gd name="textAreaBottom" fmla="*/ 2711160 h 26992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68" name="Freeform 6"/>
            <p:cNvSpPr/>
            <p:nvPr/>
          </p:nvSpPr>
          <p:spPr>
            <a:xfrm>
              <a:off x="278280" y="1993320"/>
              <a:ext cx="2696760" cy="2699280"/>
            </a:xfrm>
            <a:custGeom>
              <a:avLst/>
              <a:gdLst>
                <a:gd name="textAreaLeft" fmla="*/ 0 w 2696760"/>
                <a:gd name="textAreaRight" fmla="*/ 2708640 w 2696760"/>
                <a:gd name="textAreaTop" fmla="*/ 0 h 2699280"/>
                <a:gd name="textAreaBottom" fmla="*/ 2711160 h 26992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69" name="Group 12"/>
          <p:cNvGrpSpPr/>
          <p:nvPr/>
        </p:nvGrpSpPr>
        <p:grpSpPr>
          <a:xfrm>
            <a:off x="3215520" y="1993320"/>
            <a:ext cx="2696760" cy="2699280"/>
            <a:chOff x="3215520" y="1993320"/>
            <a:chExt cx="2696760" cy="2699280"/>
          </a:xfrm>
        </p:grpSpPr>
        <p:sp>
          <p:nvSpPr>
            <p:cNvPr id="470" name="Freeform 6"/>
            <p:cNvSpPr/>
            <p:nvPr/>
          </p:nvSpPr>
          <p:spPr>
            <a:xfrm>
              <a:off x="3215520" y="1993320"/>
              <a:ext cx="2696760" cy="2699280"/>
            </a:xfrm>
            <a:custGeom>
              <a:avLst/>
              <a:gdLst>
                <a:gd name="textAreaLeft" fmla="*/ 0 w 2696760"/>
                <a:gd name="textAreaRight" fmla="*/ 2708640 w 2696760"/>
                <a:gd name="textAreaTop" fmla="*/ 0 h 2699280"/>
                <a:gd name="textAreaBottom" fmla="*/ 2711160 h 26992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71" name="Freeform 6"/>
            <p:cNvSpPr/>
            <p:nvPr/>
          </p:nvSpPr>
          <p:spPr>
            <a:xfrm>
              <a:off x="3215520" y="1993320"/>
              <a:ext cx="2696760" cy="2699280"/>
            </a:xfrm>
            <a:custGeom>
              <a:avLst/>
              <a:gdLst>
                <a:gd name="textAreaLeft" fmla="*/ 0 w 2696760"/>
                <a:gd name="textAreaRight" fmla="*/ 2708640 w 2696760"/>
                <a:gd name="textAreaTop" fmla="*/ 0 h 2699280"/>
                <a:gd name="textAreaBottom" fmla="*/ 2711160 h 26992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72" name="Group 15"/>
          <p:cNvGrpSpPr/>
          <p:nvPr/>
        </p:nvGrpSpPr>
        <p:grpSpPr>
          <a:xfrm>
            <a:off x="6266880" y="1993320"/>
            <a:ext cx="2696760" cy="2699280"/>
            <a:chOff x="6266880" y="1993320"/>
            <a:chExt cx="2696760" cy="2699280"/>
          </a:xfrm>
        </p:grpSpPr>
        <p:sp>
          <p:nvSpPr>
            <p:cNvPr id="473" name="Freeform 6"/>
            <p:cNvSpPr/>
            <p:nvPr/>
          </p:nvSpPr>
          <p:spPr>
            <a:xfrm>
              <a:off x="6266880" y="1993320"/>
              <a:ext cx="2696760" cy="2699280"/>
            </a:xfrm>
            <a:custGeom>
              <a:avLst/>
              <a:gdLst>
                <a:gd name="textAreaLeft" fmla="*/ 0 w 2696760"/>
                <a:gd name="textAreaRight" fmla="*/ 2708640 w 2696760"/>
                <a:gd name="textAreaTop" fmla="*/ 0 h 2699280"/>
                <a:gd name="textAreaBottom" fmla="*/ 2711160 h 26992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74" name="Freeform 6"/>
            <p:cNvSpPr/>
            <p:nvPr/>
          </p:nvSpPr>
          <p:spPr>
            <a:xfrm>
              <a:off x="6266880" y="1993320"/>
              <a:ext cx="2696760" cy="2699280"/>
            </a:xfrm>
            <a:custGeom>
              <a:avLst/>
              <a:gdLst>
                <a:gd name="textAreaLeft" fmla="*/ 0 w 2696760"/>
                <a:gd name="textAreaRight" fmla="*/ 2708640 w 2696760"/>
                <a:gd name="textAreaTop" fmla="*/ 0 h 2699280"/>
                <a:gd name="textAreaBottom" fmla="*/ 2711160 h 26992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75" name="Group 18"/>
          <p:cNvGrpSpPr/>
          <p:nvPr/>
        </p:nvGrpSpPr>
        <p:grpSpPr>
          <a:xfrm>
            <a:off x="9318240" y="1993320"/>
            <a:ext cx="2696760" cy="2699280"/>
            <a:chOff x="9318240" y="1993320"/>
            <a:chExt cx="2696760" cy="2699280"/>
          </a:xfrm>
        </p:grpSpPr>
        <p:sp>
          <p:nvSpPr>
            <p:cNvPr id="476" name="Freeform 6"/>
            <p:cNvSpPr/>
            <p:nvPr/>
          </p:nvSpPr>
          <p:spPr>
            <a:xfrm>
              <a:off x="9318240" y="1993320"/>
              <a:ext cx="2696760" cy="2699280"/>
            </a:xfrm>
            <a:custGeom>
              <a:avLst/>
              <a:gdLst>
                <a:gd name="textAreaLeft" fmla="*/ 0 w 2696760"/>
                <a:gd name="textAreaRight" fmla="*/ 2708640 w 2696760"/>
                <a:gd name="textAreaTop" fmla="*/ 0 h 2699280"/>
                <a:gd name="textAreaBottom" fmla="*/ 2711160 h 26992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77" name="Freeform 6"/>
            <p:cNvSpPr/>
            <p:nvPr/>
          </p:nvSpPr>
          <p:spPr>
            <a:xfrm>
              <a:off x="9318240" y="1993320"/>
              <a:ext cx="2696760" cy="2699280"/>
            </a:xfrm>
            <a:custGeom>
              <a:avLst/>
              <a:gdLst>
                <a:gd name="textAreaLeft" fmla="*/ 0 w 2696760"/>
                <a:gd name="textAreaRight" fmla="*/ 2708640 w 2696760"/>
                <a:gd name="textAreaTop" fmla="*/ 0 h 2699280"/>
                <a:gd name="textAreaBottom" fmla="*/ 2711160 h 26992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78"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79"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80"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81"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482" name="Group 21"/>
          <p:cNvGrpSpPr/>
          <p:nvPr/>
        </p:nvGrpSpPr>
        <p:grpSpPr>
          <a:xfrm>
            <a:off x="559080" y="565200"/>
            <a:ext cx="1467720" cy="43920"/>
            <a:chOff x="559080" y="565200"/>
            <a:chExt cx="1467720" cy="43920"/>
          </a:xfrm>
        </p:grpSpPr>
        <p:sp>
          <p:nvSpPr>
            <p:cNvPr id="483"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84"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85" name="Rectangle 26"/>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86"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8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ECA63549-AD20-487C-9278-B6B07551FCE4}"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488" name="Freeform 44"/>
          <p:cNvSpPr/>
          <p:nvPr/>
        </p:nvSpPr>
        <p:spPr>
          <a:xfrm rot="370200">
            <a:off x="-2176920" y="-152316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489" name="Group 41"/>
          <p:cNvGrpSpPr/>
          <p:nvPr/>
        </p:nvGrpSpPr>
        <p:grpSpPr>
          <a:xfrm>
            <a:off x="228600" y="1959840"/>
            <a:ext cx="11723040" cy="3589560"/>
            <a:chOff x="228600" y="1959840"/>
            <a:chExt cx="11723040" cy="3589560"/>
          </a:xfrm>
        </p:grpSpPr>
        <p:grpSp>
          <p:nvGrpSpPr>
            <p:cNvPr id="490" name="Group 5"/>
            <p:cNvGrpSpPr/>
            <p:nvPr/>
          </p:nvGrpSpPr>
          <p:grpSpPr>
            <a:xfrm>
              <a:off x="228600" y="1959840"/>
              <a:ext cx="2277000" cy="3589560"/>
              <a:chOff x="228600" y="1959840"/>
              <a:chExt cx="2277000" cy="3589560"/>
            </a:xfrm>
          </p:grpSpPr>
          <p:grpSp>
            <p:nvGrpSpPr>
              <p:cNvPr id="491" name="Group 6"/>
              <p:cNvGrpSpPr/>
              <p:nvPr/>
            </p:nvGrpSpPr>
            <p:grpSpPr>
              <a:xfrm>
                <a:off x="228600" y="1959840"/>
                <a:ext cx="2277000" cy="3589560"/>
                <a:chOff x="228600" y="1959840"/>
                <a:chExt cx="2277000" cy="3589560"/>
              </a:xfrm>
            </p:grpSpPr>
            <p:sp>
              <p:nvSpPr>
                <p:cNvPr id="492" name="Freeform 9"/>
                <p:cNvSpPr/>
                <p:nvPr/>
              </p:nvSpPr>
              <p:spPr>
                <a:xfrm>
                  <a:off x="228600" y="1959840"/>
                  <a:ext cx="2277000" cy="3589560"/>
                </a:xfrm>
                <a:custGeom>
                  <a:avLst/>
                  <a:gdLst>
                    <a:gd name="textAreaLeft" fmla="*/ 0 w 2277000"/>
                    <a:gd name="textAreaRight" fmla="*/ 2288880 w 2277000"/>
                    <a:gd name="textAreaTop" fmla="*/ 0 h 3589560"/>
                    <a:gd name="textAreaBottom" fmla="*/ 3601440 h 3589560"/>
                  </a:gdLst>
                  <a:ahLst/>
                  <a:rect l="textAreaLeft" t="textAreaTop" r="textAreaRight" b="textAreaBottom"/>
                  <a:pathLst>
                    <a:path w="459" h="722">
                      <a:moveTo>
                        <a:pt x="404" y="722"/>
                      </a:moveTo>
                      <a:cubicBezTo>
                        <a:pt x="55" y="722"/>
                        <a:pt x="55" y="722"/>
                        <a:pt x="55" y="722"/>
                      </a:cubicBezTo>
                      <a:cubicBezTo>
                        <a:pt x="24" y="722"/>
                        <a:pt x="0" y="697"/>
                        <a:pt x="0" y="666"/>
                      </a:cubicBezTo>
                      <a:cubicBezTo>
                        <a:pt x="0" y="56"/>
                        <a:pt x="0" y="56"/>
                        <a:pt x="0" y="56"/>
                      </a:cubicBezTo>
                      <a:cubicBezTo>
                        <a:pt x="0" y="25"/>
                        <a:pt x="24" y="0"/>
                        <a:pt x="55" y="0"/>
                      </a:cubicBezTo>
                      <a:cubicBezTo>
                        <a:pt x="404" y="0"/>
                        <a:pt x="404" y="0"/>
                        <a:pt x="404" y="0"/>
                      </a:cubicBezTo>
                      <a:cubicBezTo>
                        <a:pt x="434" y="0"/>
                        <a:pt x="459" y="25"/>
                        <a:pt x="459" y="56"/>
                      </a:cubicBezTo>
                      <a:cubicBezTo>
                        <a:pt x="459" y="666"/>
                        <a:pt x="459" y="666"/>
                        <a:pt x="459" y="666"/>
                      </a:cubicBezTo>
                      <a:cubicBezTo>
                        <a:pt x="459" y="697"/>
                        <a:pt x="434" y="722"/>
                        <a:pt x="404" y="722"/>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93" name="Freeform 9"/>
                <p:cNvSpPr/>
                <p:nvPr/>
              </p:nvSpPr>
              <p:spPr>
                <a:xfrm>
                  <a:off x="228600" y="1959840"/>
                  <a:ext cx="2277000" cy="3589560"/>
                </a:xfrm>
                <a:custGeom>
                  <a:avLst/>
                  <a:gdLst>
                    <a:gd name="textAreaLeft" fmla="*/ 0 w 2277000"/>
                    <a:gd name="textAreaRight" fmla="*/ 2288880 w 2277000"/>
                    <a:gd name="textAreaTop" fmla="*/ 0 h 3589560"/>
                    <a:gd name="textAreaBottom" fmla="*/ 3601440 h 3589560"/>
                  </a:gdLst>
                  <a:ahLst/>
                  <a:rect l="textAreaLeft" t="textAreaTop" r="textAreaRight" b="textAreaBottom"/>
                  <a:pathLst>
                    <a:path w="459" h="722">
                      <a:moveTo>
                        <a:pt x="404" y="722"/>
                      </a:moveTo>
                      <a:cubicBezTo>
                        <a:pt x="55" y="722"/>
                        <a:pt x="55" y="722"/>
                        <a:pt x="55" y="722"/>
                      </a:cubicBezTo>
                      <a:cubicBezTo>
                        <a:pt x="24" y="722"/>
                        <a:pt x="0" y="697"/>
                        <a:pt x="0" y="666"/>
                      </a:cubicBezTo>
                      <a:cubicBezTo>
                        <a:pt x="0" y="56"/>
                        <a:pt x="0" y="56"/>
                        <a:pt x="0" y="56"/>
                      </a:cubicBezTo>
                      <a:cubicBezTo>
                        <a:pt x="0" y="25"/>
                        <a:pt x="24" y="0"/>
                        <a:pt x="55" y="0"/>
                      </a:cubicBezTo>
                      <a:cubicBezTo>
                        <a:pt x="404" y="0"/>
                        <a:pt x="404" y="0"/>
                        <a:pt x="404" y="0"/>
                      </a:cubicBezTo>
                      <a:cubicBezTo>
                        <a:pt x="434" y="0"/>
                        <a:pt x="459" y="25"/>
                        <a:pt x="459" y="56"/>
                      </a:cubicBezTo>
                      <a:cubicBezTo>
                        <a:pt x="459" y="666"/>
                        <a:pt x="459" y="666"/>
                        <a:pt x="459" y="666"/>
                      </a:cubicBezTo>
                      <a:cubicBezTo>
                        <a:pt x="459" y="697"/>
                        <a:pt x="434" y="722"/>
                        <a:pt x="404" y="722"/>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94" name="Oval 7"/>
              <p:cNvSpPr/>
              <p:nvPr/>
            </p:nvSpPr>
            <p:spPr>
              <a:xfrm>
                <a:off x="658800" y="2261160"/>
                <a:ext cx="1431360" cy="1431360"/>
              </a:xfrm>
              <a:prstGeom prst="ellipse">
                <a:avLst/>
              </a:prstGeom>
              <a:gradFill rotWithShape="0">
                <a:gsLst>
                  <a:gs pos="0">
                    <a:srgbClr val="334257"/>
                  </a:gs>
                  <a:gs pos="61000">
                    <a:srgbClr val="242e3d"/>
                  </a:gs>
                </a:gsLst>
                <a:lin ang="13500000"/>
              </a:gradFill>
              <a:ln>
                <a:noFill/>
              </a:ln>
              <a:effectLst>
                <a:innerShdw blurRad="215900" dir="13500000" dist="88900">
                  <a:schemeClr val="bg2">
                    <a:lumMod val="75000"/>
                    <a:alpha val="50000"/>
                  </a:schemeClr>
                </a:inn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95" name="Group 10"/>
            <p:cNvGrpSpPr/>
            <p:nvPr/>
          </p:nvGrpSpPr>
          <p:grpSpPr>
            <a:xfrm>
              <a:off x="3373200" y="1959840"/>
              <a:ext cx="2280960" cy="3589560"/>
              <a:chOff x="3373200" y="1959840"/>
              <a:chExt cx="2280960" cy="3589560"/>
            </a:xfrm>
          </p:grpSpPr>
          <p:grpSp>
            <p:nvGrpSpPr>
              <p:cNvPr id="496" name="Group 11"/>
              <p:cNvGrpSpPr/>
              <p:nvPr/>
            </p:nvGrpSpPr>
            <p:grpSpPr>
              <a:xfrm>
                <a:off x="3373200" y="1959840"/>
                <a:ext cx="2280960" cy="3589560"/>
                <a:chOff x="3373200" y="1959840"/>
                <a:chExt cx="2280960" cy="3589560"/>
              </a:xfrm>
            </p:grpSpPr>
            <p:sp>
              <p:nvSpPr>
                <p:cNvPr id="497" name="Freeform 13"/>
                <p:cNvSpPr/>
                <p:nvPr/>
              </p:nvSpPr>
              <p:spPr>
                <a:xfrm>
                  <a:off x="3373200" y="1959840"/>
                  <a:ext cx="2280960" cy="3589560"/>
                </a:xfrm>
                <a:custGeom>
                  <a:avLst/>
                  <a:gdLst>
                    <a:gd name="textAreaLeft" fmla="*/ 0 w 2280960"/>
                    <a:gd name="textAreaRight" fmla="*/ 2292840 w 2280960"/>
                    <a:gd name="textAreaTop" fmla="*/ 0 h 3589560"/>
                    <a:gd name="textAreaBottom" fmla="*/ 3601440 h 358956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98" name="Freeform 13"/>
                <p:cNvSpPr/>
                <p:nvPr/>
              </p:nvSpPr>
              <p:spPr>
                <a:xfrm>
                  <a:off x="3373200" y="1959840"/>
                  <a:ext cx="2280960" cy="3589560"/>
                </a:xfrm>
                <a:custGeom>
                  <a:avLst/>
                  <a:gdLst>
                    <a:gd name="textAreaLeft" fmla="*/ 0 w 2280960"/>
                    <a:gd name="textAreaRight" fmla="*/ 2292840 w 2280960"/>
                    <a:gd name="textAreaTop" fmla="*/ 0 h 3589560"/>
                    <a:gd name="textAreaBottom" fmla="*/ 3601440 h 358956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99" name="Oval 12"/>
              <p:cNvSpPr/>
              <p:nvPr/>
            </p:nvSpPr>
            <p:spPr>
              <a:xfrm>
                <a:off x="3801240" y="2261160"/>
                <a:ext cx="1431360" cy="1431360"/>
              </a:xfrm>
              <a:prstGeom prst="ellipse">
                <a:avLst/>
              </a:prstGeom>
              <a:gradFill rotWithShape="0">
                <a:gsLst>
                  <a:gs pos="0">
                    <a:srgbClr val="334257"/>
                  </a:gs>
                  <a:gs pos="61000">
                    <a:srgbClr val="242e3d"/>
                  </a:gs>
                </a:gsLst>
                <a:lin ang="13500000"/>
              </a:gradFill>
              <a:ln>
                <a:noFill/>
              </a:ln>
              <a:effectLst>
                <a:innerShdw blurRad="215900" dir="13500000" dist="88900">
                  <a:schemeClr val="bg2">
                    <a:lumMod val="75000"/>
                    <a:alpha val="50000"/>
                  </a:schemeClr>
                </a:inn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00" name="Group 15"/>
            <p:cNvGrpSpPr/>
            <p:nvPr/>
          </p:nvGrpSpPr>
          <p:grpSpPr>
            <a:xfrm>
              <a:off x="6523920" y="1959840"/>
              <a:ext cx="2279160" cy="3589560"/>
              <a:chOff x="6523920" y="1959840"/>
              <a:chExt cx="2279160" cy="3589560"/>
            </a:xfrm>
          </p:grpSpPr>
          <p:grpSp>
            <p:nvGrpSpPr>
              <p:cNvPr id="501" name="Group 16"/>
              <p:cNvGrpSpPr/>
              <p:nvPr/>
            </p:nvGrpSpPr>
            <p:grpSpPr>
              <a:xfrm>
                <a:off x="6523920" y="1959840"/>
                <a:ext cx="2279160" cy="3589560"/>
                <a:chOff x="6523920" y="1959840"/>
                <a:chExt cx="2279160" cy="3589560"/>
              </a:xfrm>
            </p:grpSpPr>
            <p:sp>
              <p:nvSpPr>
                <p:cNvPr id="502" name="Freeform 17"/>
                <p:cNvSpPr/>
                <p:nvPr/>
              </p:nvSpPr>
              <p:spPr>
                <a:xfrm>
                  <a:off x="6523920" y="1959840"/>
                  <a:ext cx="2279160" cy="3589560"/>
                </a:xfrm>
                <a:custGeom>
                  <a:avLst/>
                  <a:gdLst>
                    <a:gd name="textAreaLeft" fmla="*/ 0 w 2279160"/>
                    <a:gd name="textAreaRight" fmla="*/ 2291040 w 2279160"/>
                    <a:gd name="textAreaTop" fmla="*/ 0 h 3589560"/>
                    <a:gd name="textAreaBottom" fmla="*/ 3601440 h 358956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03" name="Freeform 17"/>
                <p:cNvSpPr/>
                <p:nvPr/>
              </p:nvSpPr>
              <p:spPr>
                <a:xfrm>
                  <a:off x="6523920" y="1959840"/>
                  <a:ext cx="2279160" cy="3589560"/>
                </a:xfrm>
                <a:custGeom>
                  <a:avLst/>
                  <a:gdLst>
                    <a:gd name="textAreaLeft" fmla="*/ 0 w 2279160"/>
                    <a:gd name="textAreaRight" fmla="*/ 2291040 w 2279160"/>
                    <a:gd name="textAreaTop" fmla="*/ 0 h 3589560"/>
                    <a:gd name="textAreaBottom" fmla="*/ 3601440 h 358956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04" name="Oval 17"/>
              <p:cNvSpPr/>
              <p:nvPr/>
            </p:nvSpPr>
            <p:spPr>
              <a:xfrm>
                <a:off x="6953040" y="2261160"/>
                <a:ext cx="1431360" cy="1431360"/>
              </a:xfrm>
              <a:prstGeom prst="ellipse">
                <a:avLst/>
              </a:prstGeom>
              <a:gradFill rotWithShape="0">
                <a:gsLst>
                  <a:gs pos="0">
                    <a:srgbClr val="334257"/>
                  </a:gs>
                  <a:gs pos="61000">
                    <a:srgbClr val="242e3d"/>
                  </a:gs>
                </a:gsLst>
                <a:lin ang="13500000"/>
              </a:gradFill>
              <a:ln>
                <a:noFill/>
              </a:ln>
              <a:effectLst>
                <a:innerShdw blurRad="215900" dir="13500000" dist="88900">
                  <a:schemeClr val="bg2">
                    <a:lumMod val="75000"/>
                    <a:alpha val="50000"/>
                  </a:schemeClr>
                </a:inn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05" name="Group 20"/>
            <p:cNvGrpSpPr/>
            <p:nvPr/>
          </p:nvGrpSpPr>
          <p:grpSpPr>
            <a:xfrm>
              <a:off x="9672480" y="1959840"/>
              <a:ext cx="2279160" cy="3589560"/>
              <a:chOff x="9672480" y="1959840"/>
              <a:chExt cx="2279160" cy="3589560"/>
            </a:xfrm>
          </p:grpSpPr>
          <p:grpSp>
            <p:nvGrpSpPr>
              <p:cNvPr id="506" name="Group 21"/>
              <p:cNvGrpSpPr/>
              <p:nvPr/>
            </p:nvGrpSpPr>
            <p:grpSpPr>
              <a:xfrm>
                <a:off x="9672480" y="1959840"/>
                <a:ext cx="2279160" cy="3589560"/>
                <a:chOff x="9672480" y="1959840"/>
                <a:chExt cx="2279160" cy="3589560"/>
              </a:xfrm>
            </p:grpSpPr>
            <p:sp>
              <p:nvSpPr>
                <p:cNvPr id="507" name="Freeform 20"/>
                <p:cNvSpPr/>
                <p:nvPr/>
              </p:nvSpPr>
              <p:spPr>
                <a:xfrm>
                  <a:off x="9672480" y="1959840"/>
                  <a:ext cx="2279160" cy="3589560"/>
                </a:xfrm>
                <a:custGeom>
                  <a:avLst/>
                  <a:gdLst>
                    <a:gd name="textAreaLeft" fmla="*/ 0 w 2279160"/>
                    <a:gd name="textAreaRight" fmla="*/ 2291040 w 2279160"/>
                    <a:gd name="textAreaTop" fmla="*/ 0 h 3589560"/>
                    <a:gd name="textAreaBottom" fmla="*/ 3601440 h 358956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08" name="Freeform 20"/>
                <p:cNvSpPr/>
                <p:nvPr/>
              </p:nvSpPr>
              <p:spPr>
                <a:xfrm>
                  <a:off x="9672480" y="1959840"/>
                  <a:ext cx="2279160" cy="3589560"/>
                </a:xfrm>
                <a:custGeom>
                  <a:avLst/>
                  <a:gdLst>
                    <a:gd name="textAreaLeft" fmla="*/ 0 w 2279160"/>
                    <a:gd name="textAreaRight" fmla="*/ 2291040 w 2279160"/>
                    <a:gd name="textAreaTop" fmla="*/ 0 h 3589560"/>
                    <a:gd name="textAreaBottom" fmla="*/ 3601440 h 358956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09" name="Oval 22"/>
              <p:cNvSpPr/>
              <p:nvPr/>
            </p:nvSpPr>
            <p:spPr>
              <a:xfrm>
                <a:off x="10102680" y="2261160"/>
                <a:ext cx="1431360" cy="1431360"/>
              </a:xfrm>
              <a:prstGeom prst="ellipse">
                <a:avLst/>
              </a:prstGeom>
              <a:gradFill rotWithShape="0">
                <a:gsLst>
                  <a:gs pos="0">
                    <a:srgbClr val="334257"/>
                  </a:gs>
                  <a:gs pos="61000">
                    <a:srgbClr val="242e3d"/>
                  </a:gs>
                </a:gsLst>
                <a:lin ang="13500000"/>
              </a:gradFill>
              <a:ln>
                <a:noFill/>
              </a:ln>
              <a:effectLst>
                <a:innerShdw blurRad="215900" dir="13500000" dist="88900">
                  <a:schemeClr val="bg2">
                    <a:lumMod val="75000"/>
                    <a:alpha val="50000"/>
                  </a:schemeClr>
                </a:inn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sp>
        <p:nvSpPr>
          <p:cNvPr id="510"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11"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12"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13"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514" name="Group 34"/>
          <p:cNvGrpSpPr/>
          <p:nvPr/>
        </p:nvGrpSpPr>
        <p:grpSpPr>
          <a:xfrm>
            <a:off x="559080" y="565200"/>
            <a:ext cx="1467720" cy="43920"/>
            <a:chOff x="559080" y="565200"/>
            <a:chExt cx="1467720" cy="43920"/>
          </a:xfrm>
        </p:grpSpPr>
        <p:sp>
          <p:nvSpPr>
            <p:cNvPr id="515"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16"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17" name="Rectangle 43"/>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5"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518"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51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9A4641C-1042-4C7B-AAFE-5E872923680C}"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520" name="Freeform 30"/>
          <p:cNvSpPr/>
          <p:nvPr/>
        </p:nvSpPr>
        <p:spPr>
          <a:xfrm>
            <a:off x="-1935720" y="-101196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521" name="Group 5"/>
          <p:cNvGrpSpPr/>
          <p:nvPr/>
        </p:nvGrpSpPr>
        <p:grpSpPr>
          <a:xfrm>
            <a:off x="811800" y="1545120"/>
            <a:ext cx="2886480" cy="4023000"/>
            <a:chOff x="811800" y="1545120"/>
            <a:chExt cx="2886480" cy="4023000"/>
          </a:xfrm>
        </p:grpSpPr>
        <p:sp>
          <p:nvSpPr>
            <p:cNvPr id="522" name="Freeform 6"/>
            <p:cNvSpPr/>
            <p:nvPr/>
          </p:nvSpPr>
          <p:spPr>
            <a:xfrm>
              <a:off x="811800" y="1545120"/>
              <a:ext cx="2886480" cy="4023000"/>
            </a:xfrm>
            <a:custGeom>
              <a:avLst/>
              <a:gdLst>
                <a:gd name="textAreaLeft" fmla="*/ 0 w 2886480"/>
                <a:gd name="textAreaRight" fmla="*/ 2898360 w 2886480"/>
                <a:gd name="textAreaTop" fmla="*/ 0 h 4023000"/>
                <a:gd name="textAreaBottom" fmla="*/ 4034880 h 402300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23" name="Freeform 30"/>
            <p:cNvSpPr/>
            <p:nvPr/>
          </p:nvSpPr>
          <p:spPr>
            <a:xfrm>
              <a:off x="811800" y="1545120"/>
              <a:ext cx="2886480" cy="4023000"/>
            </a:xfrm>
            <a:custGeom>
              <a:avLst/>
              <a:gdLst>
                <a:gd name="textAreaLeft" fmla="*/ 0 w 2886480"/>
                <a:gd name="textAreaRight" fmla="*/ 2898360 w 2886480"/>
                <a:gd name="textAreaTop" fmla="*/ 0 h 4023000"/>
                <a:gd name="textAreaBottom" fmla="*/ 4034880 h 402300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24" name="Text Placeholder 2"/>
          <p:cNvSpPr/>
          <p:nvPr/>
        </p:nvSpPr>
        <p:spPr>
          <a:xfrm>
            <a:off x="825120" y="1545120"/>
            <a:ext cx="2886480" cy="4023000"/>
          </a:xfrm>
          <a:prstGeom prst="roundRect">
            <a:avLst>
              <a:gd name="adj" fmla="val 11472"/>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525"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26"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27"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28"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529" name="Group 20"/>
          <p:cNvGrpSpPr/>
          <p:nvPr/>
        </p:nvGrpSpPr>
        <p:grpSpPr>
          <a:xfrm>
            <a:off x="4573440" y="1545120"/>
            <a:ext cx="2886480" cy="4023000"/>
            <a:chOff x="4573440" y="1545120"/>
            <a:chExt cx="2886480" cy="4023000"/>
          </a:xfrm>
        </p:grpSpPr>
        <p:sp>
          <p:nvSpPr>
            <p:cNvPr id="530" name="Freeform 21"/>
            <p:cNvSpPr/>
            <p:nvPr/>
          </p:nvSpPr>
          <p:spPr>
            <a:xfrm>
              <a:off x="4573440" y="1545120"/>
              <a:ext cx="2886480" cy="4023000"/>
            </a:xfrm>
            <a:custGeom>
              <a:avLst/>
              <a:gdLst>
                <a:gd name="textAreaLeft" fmla="*/ 0 w 2886480"/>
                <a:gd name="textAreaRight" fmla="*/ 2898360 w 2886480"/>
                <a:gd name="textAreaTop" fmla="*/ 0 h 4023000"/>
                <a:gd name="textAreaBottom" fmla="*/ 4034880 h 402300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31" name="Freeform 30"/>
            <p:cNvSpPr/>
            <p:nvPr/>
          </p:nvSpPr>
          <p:spPr>
            <a:xfrm>
              <a:off x="4573440" y="1545120"/>
              <a:ext cx="2886480" cy="4023000"/>
            </a:xfrm>
            <a:custGeom>
              <a:avLst/>
              <a:gdLst>
                <a:gd name="textAreaLeft" fmla="*/ 0 w 2886480"/>
                <a:gd name="textAreaRight" fmla="*/ 2898360 w 2886480"/>
                <a:gd name="textAreaTop" fmla="*/ 0 h 4023000"/>
                <a:gd name="textAreaBottom" fmla="*/ 4034880 h 402300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32" name="Text Placeholder 2"/>
          <p:cNvSpPr/>
          <p:nvPr/>
        </p:nvSpPr>
        <p:spPr>
          <a:xfrm>
            <a:off x="4587120" y="1545120"/>
            <a:ext cx="2886480" cy="4023000"/>
          </a:xfrm>
          <a:prstGeom prst="roundRect">
            <a:avLst>
              <a:gd name="adj" fmla="val 11472"/>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grpSp>
        <p:nvGrpSpPr>
          <p:cNvPr id="533" name="Group 24"/>
          <p:cNvGrpSpPr/>
          <p:nvPr/>
        </p:nvGrpSpPr>
        <p:grpSpPr>
          <a:xfrm>
            <a:off x="8362080" y="1545120"/>
            <a:ext cx="2886480" cy="4023000"/>
            <a:chOff x="8362080" y="1545120"/>
            <a:chExt cx="2886480" cy="4023000"/>
          </a:xfrm>
        </p:grpSpPr>
        <p:sp>
          <p:nvSpPr>
            <p:cNvPr id="534" name="Freeform 25"/>
            <p:cNvSpPr/>
            <p:nvPr/>
          </p:nvSpPr>
          <p:spPr>
            <a:xfrm>
              <a:off x="8362080" y="1545120"/>
              <a:ext cx="2886480" cy="4023000"/>
            </a:xfrm>
            <a:custGeom>
              <a:avLst/>
              <a:gdLst>
                <a:gd name="textAreaLeft" fmla="*/ 0 w 2886480"/>
                <a:gd name="textAreaRight" fmla="*/ 2898360 w 2886480"/>
                <a:gd name="textAreaTop" fmla="*/ 0 h 4023000"/>
                <a:gd name="textAreaBottom" fmla="*/ 4034880 h 402300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35" name="Freeform 30"/>
            <p:cNvSpPr/>
            <p:nvPr/>
          </p:nvSpPr>
          <p:spPr>
            <a:xfrm>
              <a:off x="8362080" y="1545120"/>
              <a:ext cx="2886480" cy="4023000"/>
            </a:xfrm>
            <a:custGeom>
              <a:avLst/>
              <a:gdLst>
                <a:gd name="textAreaLeft" fmla="*/ 0 w 2886480"/>
                <a:gd name="textAreaRight" fmla="*/ 2898360 w 2886480"/>
                <a:gd name="textAreaTop" fmla="*/ 0 h 4023000"/>
                <a:gd name="textAreaBottom" fmla="*/ 4034880 h 402300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36" name="Text Placeholder 2"/>
          <p:cNvSpPr/>
          <p:nvPr/>
        </p:nvSpPr>
        <p:spPr>
          <a:xfrm>
            <a:off x="8375760" y="1545120"/>
            <a:ext cx="2886480" cy="4023000"/>
          </a:xfrm>
          <a:prstGeom prst="roundRect">
            <a:avLst>
              <a:gd name="adj" fmla="val 11472"/>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grpSp>
        <p:nvGrpSpPr>
          <p:cNvPr id="537" name="Group 18"/>
          <p:cNvGrpSpPr/>
          <p:nvPr/>
        </p:nvGrpSpPr>
        <p:grpSpPr>
          <a:xfrm>
            <a:off x="559080" y="565200"/>
            <a:ext cx="1467720" cy="43920"/>
            <a:chOff x="559080" y="565200"/>
            <a:chExt cx="1467720" cy="43920"/>
          </a:xfrm>
        </p:grpSpPr>
        <p:sp>
          <p:nvSpPr>
            <p:cNvPr id="53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39"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40" name="Rectangle 31"/>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7"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541"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542"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BA5C66DA-260E-498A-BC56-074650D54B4B}"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543" name="Freeform 51"/>
          <p:cNvSpPr/>
          <p:nvPr/>
        </p:nvSpPr>
        <p:spPr>
          <a:xfrm>
            <a:off x="-1935720" y="-101196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544" name="Group 5"/>
          <p:cNvGrpSpPr/>
          <p:nvPr/>
        </p:nvGrpSpPr>
        <p:grpSpPr>
          <a:xfrm>
            <a:off x="10181520" y="3993840"/>
            <a:ext cx="340560" cy="345960"/>
            <a:chOff x="10181520" y="3993840"/>
            <a:chExt cx="340560" cy="345960"/>
          </a:xfrm>
        </p:grpSpPr>
        <p:sp>
          <p:nvSpPr>
            <p:cNvPr id="545" name="Oval 12"/>
            <p:cNvSpPr/>
            <p:nvPr/>
          </p:nvSpPr>
          <p:spPr>
            <a:xfrm>
              <a:off x="10272600" y="4090320"/>
              <a:ext cx="153360" cy="153360"/>
            </a:xfrm>
            <a:prstGeom prst="ellipse">
              <a:avLst/>
            </a:pr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46" name="Oval 16"/>
            <p:cNvSpPr/>
            <p:nvPr/>
          </p:nvSpPr>
          <p:spPr>
            <a:xfrm>
              <a:off x="10181520" y="3993840"/>
              <a:ext cx="340560" cy="345960"/>
            </a:xfrm>
            <a:prstGeom prst="ellipse">
              <a:avLst/>
            </a:prstGeom>
            <a:noFill/>
            <a:ln cap="rnd" w="44450">
              <a:solidFill>
                <a:srgbClr val="6e84a6"/>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547" name="Group 8"/>
          <p:cNvGrpSpPr/>
          <p:nvPr/>
        </p:nvGrpSpPr>
        <p:grpSpPr>
          <a:xfrm>
            <a:off x="7273080" y="3992760"/>
            <a:ext cx="340560" cy="345960"/>
            <a:chOff x="7273080" y="3992760"/>
            <a:chExt cx="340560" cy="345960"/>
          </a:xfrm>
        </p:grpSpPr>
        <p:sp>
          <p:nvSpPr>
            <p:cNvPr id="548" name="Oval 13"/>
            <p:cNvSpPr/>
            <p:nvPr/>
          </p:nvSpPr>
          <p:spPr>
            <a:xfrm>
              <a:off x="7363800" y="4089240"/>
              <a:ext cx="158760" cy="153360"/>
            </a:xfrm>
            <a:prstGeom prst="ellipse">
              <a:avLst/>
            </a:pr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49" name="Oval 17"/>
            <p:cNvSpPr/>
            <p:nvPr/>
          </p:nvSpPr>
          <p:spPr>
            <a:xfrm>
              <a:off x="7273080" y="3992760"/>
              <a:ext cx="340560" cy="345960"/>
            </a:xfrm>
            <a:prstGeom prst="ellipse">
              <a:avLst/>
            </a:prstGeom>
            <a:noFill/>
            <a:ln cap="rnd" w="44450">
              <a:solidFill>
                <a:srgbClr val="6e84a6"/>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550" name="Group 11"/>
          <p:cNvGrpSpPr/>
          <p:nvPr/>
        </p:nvGrpSpPr>
        <p:grpSpPr>
          <a:xfrm>
            <a:off x="4402440" y="3992760"/>
            <a:ext cx="345960" cy="345960"/>
            <a:chOff x="4402440" y="3992760"/>
            <a:chExt cx="345960" cy="345960"/>
          </a:xfrm>
        </p:grpSpPr>
        <p:sp>
          <p:nvSpPr>
            <p:cNvPr id="551" name="Oval 14"/>
            <p:cNvSpPr/>
            <p:nvPr/>
          </p:nvSpPr>
          <p:spPr>
            <a:xfrm>
              <a:off x="4498920" y="4089240"/>
              <a:ext cx="153360" cy="153360"/>
            </a:xfrm>
            <a:prstGeom prst="ellipse">
              <a:avLst/>
            </a:pr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2" name="Oval 18"/>
            <p:cNvSpPr/>
            <p:nvPr/>
          </p:nvSpPr>
          <p:spPr>
            <a:xfrm>
              <a:off x="4402440" y="3992760"/>
              <a:ext cx="345960" cy="345960"/>
            </a:xfrm>
            <a:prstGeom prst="ellipse">
              <a:avLst/>
            </a:prstGeom>
            <a:noFill/>
            <a:ln cap="rnd" w="44450">
              <a:solidFill>
                <a:srgbClr val="6e84a6"/>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553" name="Group 14"/>
          <p:cNvGrpSpPr/>
          <p:nvPr/>
        </p:nvGrpSpPr>
        <p:grpSpPr>
          <a:xfrm>
            <a:off x="1364760" y="3992760"/>
            <a:ext cx="345960" cy="345960"/>
            <a:chOff x="1364760" y="3992760"/>
            <a:chExt cx="345960" cy="345960"/>
          </a:xfrm>
        </p:grpSpPr>
        <p:sp>
          <p:nvSpPr>
            <p:cNvPr id="554" name="Oval 15"/>
            <p:cNvSpPr/>
            <p:nvPr/>
          </p:nvSpPr>
          <p:spPr>
            <a:xfrm>
              <a:off x="1459440" y="4089240"/>
              <a:ext cx="155160" cy="153360"/>
            </a:xfrm>
            <a:prstGeom prst="ellipse">
              <a:avLst/>
            </a:pr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5" name="Oval 19"/>
            <p:cNvSpPr/>
            <p:nvPr/>
          </p:nvSpPr>
          <p:spPr>
            <a:xfrm>
              <a:off x="1364760" y="3992760"/>
              <a:ext cx="345960" cy="345960"/>
            </a:xfrm>
            <a:prstGeom prst="ellipse">
              <a:avLst/>
            </a:prstGeom>
            <a:noFill/>
            <a:ln cap="rnd" w="44450">
              <a:solidFill>
                <a:srgbClr val="6e84a6"/>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sp>
        <p:nvSpPr>
          <p:cNvPr id="556" name="Freeform 20"/>
          <p:cNvSpPr/>
          <p:nvPr/>
        </p:nvSpPr>
        <p:spPr>
          <a:xfrm>
            <a:off x="10322280" y="3063240"/>
            <a:ext cx="59040" cy="843840"/>
          </a:xfrm>
          <a:custGeom>
            <a:avLst/>
            <a:gdLst>
              <a:gd name="textAreaLeft" fmla="*/ 0 w 59040"/>
              <a:gd name="textAreaRight" fmla="*/ 70920 w 59040"/>
              <a:gd name="textAreaTop" fmla="*/ 0 h 843840"/>
              <a:gd name="textAreaBottom" fmla="*/ 855720 h 843840"/>
            </a:gdLst>
            <a:ahLst/>
            <a:rect l="textAreaLeft" t="textAreaTop" r="textAreaRight" b="textAreaBottom"/>
            <a:pathLst>
              <a:path w="16" h="196">
                <a:moveTo>
                  <a:pt x="0" y="188"/>
                </a:moveTo>
                <a:cubicBezTo>
                  <a:pt x="0" y="183"/>
                  <a:pt x="4" y="180"/>
                  <a:pt x="8" y="180"/>
                </a:cubicBezTo>
                <a:cubicBezTo>
                  <a:pt x="8" y="180"/>
                  <a:pt x="8" y="180"/>
                  <a:pt x="8" y="180"/>
                </a:cubicBezTo>
                <a:cubicBezTo>
                  <a:pt x="13" y="180"/>
                  <a:pt x="16" y="183"/>
                  <a:pt x="16" y="188"/>
                </a:cubicBezTo>
                <a:cubicBezTo>
                  <a:pt x="16" y="188"/>
                  <a:pt x="16" y="188"/>
                  <a:pt x="16" y="188"/>
                </a:cubicBezTo>
                <a:cubicBezTo>
                  <a:pt x="16" y="192"/>
                  <a:pt x="13" y="196"/>
                  <a:pt x="8" y="196"/>
                </a:cubicBezTo>
                <a:cubicBezTo>
                  <a:pt x="8" y="196"/>
                  <a:pt x="8" y="196"/>
                  <a:pt x="8" y="196"/>
                </a:cubicBezTo>
                <a:cubicBezTo>
                  <a:pt x="4" y="196"/>
                  <a:pt x="0" y="192"/>
                  <a:pt x="0" y="188"/>
                </a:cubicBezTo>
                <a:close/>
                <a:moveTo>
                  <a:pt x="0" y="152"/>
                </a:moveTo>
                <a:cubicBezTo>
                  <a:pt x="0" y="147"/>
                  <a:pt x="4" y="144"/>
                  <a:pt x="8" y="144"/>
                </a:cubicBezTo>
                <a:cubicBezTo>
                  <a:pt x="8" y="144"/>
                  <a:pt x="8" y="144"/>
                  <a:pt x="8" y="144"/>
                </a:cubicBezTo>
                <a:cubicBezTo>
                  <a:pt x="13" y="144"/>
                  <a:pt x="16" y="147"/>
                  <a:pt x="16" y="152"/>
                </a:cubicBezTo>
                <a:cubicBezTo>
                  <a:pt x="16" y="152"/>
                  <a:pt x="16" y="152"/>
                  <a:pt x="16" y="152"/>
                </a:cubicBezTo>
                <a:cubicBezTo>
                  <a:pt x="16" y="156"/>
                  <a:pt x="13" y="160"/>
                  <a:pt x="8" y="160"/>
                </a:cubicBezTo>
                <a:cubicBezTo>
                  <a:pt x="8" y="160"/>
                  <a:pt x="8" y="160"/>
                  <a:pt x="8" y="160"/>
                </a:cubicBezTo>
                <a:cubicBezTo>
                  <a:pt x="4" y="160"/>
                  <a:pt x="0" y="156"/>
                  <a:pt x="0" y="152"/>
                </a:cubicBezTo>
                <a:close/>
                <a:moveTo>
                  <a:pt x="0" y="116"/>
                </a:moveTo>
                <a:cubicBezTo>
                  <a:pt x="0" y="111"/>
                  <a:pt x="4" y="108"/>
                  <a:pt x="8" y="108"/>
                </a:cubicBezTo>
                <a:cubicBezTo>
                  <a:pt x="8" y="108"/>
                  <a:pt x="8" y="108"/>
                  <a:pt x="8" y="108"/>
                </a:cubicBezTo>
                <a:cubicBezTo>
                  <a:pt x="13" y="108"/>
                  <a:pt x="16" y="111"/>
                  <a:pt x="16" y="116"/>
                </a:cubicBezTo>
                <a:cubicBezTo>
                  <a:pt x="16" y="116"/>
                  <a:pt x="16" y="116"/>
                  <a:pt x="16" y="116"/>
                </a:cubicBezTo>
                <a:cubicBezTo>
                  <a:pt x="16" y="120"/>
                  <a:pt x="13" y="124"/>
                  <a:pt x="8" y="124"/>
                </a:cubicBezTo>
                <a:cubicBezTo>
                  <a:pt x="8" y="124"/>
                  <a:pt x="8" y="124"/>
                  <a:pt x="8" y="124"/>
                </a:cubicBezTo>
                <a:cubicBezTo>
                  <a:pt x="4" y="124"/>
                  <a:pt x="0" y="120"/>
                  <a:pt x="0" y="116"/>
                </a:cubicBezTo>
                <a:close/>
                <a:moveTo>
                  <a:pt x="0" y="80"/>
                </a:moveTo>
                <a:cubicBezTo>
                  <a:pt x="0" y="75"/>
                  <a:pt x="4" y="72"/>
                  <a:pt x="8" y="72"/>
                </a:cubicBezTo>
                <a:cubicBezTo>
                  <a:pt x="8" y="72"/>
                  <a:pt x="8" y="72"/>
                  <a:pt x="8" y="72"/>
                </a:cubicBezTo>
                <a:cubicBezTo>
                  <a:pt x="13" y="72"/>
                  <a:pt x="16" y="75"/>
                  <a:pt x="16" y="80"/>
                </a:cubicBezTo>
                <a:cubicBezTo>
                  <a:pt x="16" y="80"/>
                  <a:pt x="16" y="80"/>
                  <a:pt x="16" y="80"/>
                </a:cubicBezTo>
                <a:cubicBezTo>
                  <a:pt x="16" y="84"/>
                  <a:pt x="13" y="88"/>
                  <a:pt x="8" y="88"/>
                </a:cubicBezTo>
                <a:cubicBezTo>
                  <a:pt x="8" y="88"/>
                  <a:pt x="8" y="88"/>
                  <a:pt x="8" y="88"/>
                </a:cubicBezTo>
                <a:cubicBezTo>
                  <a:pt x="4" y="88"/>
                  <a:pt x="0" y="84"/>
                  <a:pt x="0" y="80"/>
                </a:cubicBezTo>
                <a:close/>
                <a:moveTo>
                  <a:pt x="0" y="44"/>
                </a:moveTo>
                <a:cubicBezTo>
                  <a:pt x="0" y="39"/>
                  <a:pt x="4" y="36"/>
                  <a:pt x="8" y="36"/>
                </a:cubicBezTo>
                <a:cubicBezTo>
                  <a:pt x="8" y="36"/>
                  <a:pt x="8" y="36"/>
                  <a:pt x="8" y="36"/>
                </a:cubicBezTo>
                <a:cubicBezTo>
                  <a:pt x="13" y="36"/>
                  <a:pt x="16" y="39"/>
                  <a:pt x="16" y="44"/>
                </a:cubicBezTo>
                <a:cubicBezTo>
                  <a:pt x="16" y="44"/>
                  <a:pt x="16" y="44"/>
                  <a:pt x="16" y="44"/>
                </a:cubicBezTo>
                <a:cubicBezTo>
                  <a:pt x="16" y="48"/>
                  <a:pt x="13" y="52"/>
                  <a:pt x="8" y="52"/>
                </a:cubicBezTo>
                <a:cubicBezTo>
                  <a:pt x="8" y="52"/>
                  <a:pt x="8" y="52"/>
                  <a:pt x="8" y="52"/>
                </a:cubicBezTo>
                <a:cubicBezTo>
                  <a:pt x="4" y="52"/>
                  <a:pt x="0" y="48"/>
                  <a:pt x="0" y="44"/>
                </a:cubicBezTo>
                <a:close/>
                <a:moveTo>
                  <a:pt x="0" y="8"/>
                </a:moveTo>
                <a:cubicBezTo>
                  <a:pt x="0" y="3"/>
                  <a:pt x="4" y="0"/>
                  <a:pt x="8" y="0"/>
                </a:cubicBezTo>
                <a:cubicBezTo>
                  <a:pt x="8" y="0"/>
                  <a:pt x="8" y="0"/>
                  <a:pt x="8" y="0"/>
                </a:cubicBezTo>
                <a:cubicBezTo>
                  <a:pt x="13" y="0"/>
                  <a:pt x="16" y="3"/>
                  <a:pt x="16" y="8"/>
                </a:cubicBezTo>
                <a:cubicBezTo>
                  <a:pt x="16" y="8"/>
                  <a:pt x="16" y="8"/>
                  <a:pt x="16" y="8"/>
                </a:cubicBezTo>
                <a:cubicBezTo>
                  <a:pt x="16" y="12"/>
                  <a:pt x="13" y="16"/>
                  <a:pt x="8" y="16"/>
                </a:cubicBezTo>
                <a:cubicBezTo>
                  <a:pt x="8" y="16"/>
                  <a:pt x="8" y="16"/>
                  <a:pt x="8" y="16"/>
                </a:cubicBezTo>
                <a:cubicBezTo>
                  <a:pt x="4" y="16"/>
                  <a:pt x="0" y="12"/>
                  <a:pt x="0" y="8"/>
                </a:cubicBezTo>
                <a:close/>
              </a:path>
            </a:pathLst>
          </a:cu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7" name="Freeform 21"/>
          <p:cNvSpPr/>
          <p:nvPr/>
        </p:nvSpPr>
        <p:spPr>
          <a:xfrm>
            <a:off x="7413840" y="3048840"/>
            <a:ext cx="59040" cy="843840"/>
          </a:xfrm>
          <a:custGeom>
            <a:avLst/>
            <a:gdLst>
              <a:gd name="textAreaLeft" fmla="*/ 0 w 59040"/>
              <a:gd name="textAreaRight" fmla="*/ 70920 w 59040"/>
              <a:gd name="textAreaTop" fmla="*/ 0 h 843840"/>
              <a:gd name="textAreaBottom" fmla="*/ 855720 h 843840"/>
            </a:gdLst>
            <a:ahLst/>
            <a:rect l="textAreaLeft" t="textAreaTop" r="textAreaRight" b="textAreaBottom"/>
            <a:pathLst>
              <a:path w="16" h="196">
                <a:moveTo>
                  <a:pt x="0" y="188"/>
                </a:moveTo>
                <a:cubicBezTo>
                  <a:pt x="0" y="183"/>
                  <a:pt x="3" y="180"/>
                  <a:pt x="8" y="180"/>
                </a:cubicBezTo>
                <a:cubicBezTo>
                  <a:pt x="8" y="180"/>
                  <a:pt x="8" y="180"/>
                  <a:pt x="8" y="180"/>
                </a:cubicBezTo>
                <a:cubicBezTo>
                  <a:pt x="12" y="180"/>
                  <a:pt x="16" y="183"/>
                  <a:pt x="16" y="188"/>
                </a:cubicBezTo>
                <a:cubicBezTo>
                  <a:pt x="16" y="188"/>
                  <a:pt x="16" y="188"/>
                  <a:pt x="16" y="188"/>
                </a:cubicBezTo>
                <a:cubicBezTo>
                  <a:pt x="16" y="192"/>
                  <a:pt x="12" y="196"/>
                  <a:pt x="8" y="196"/>
                </a:cubicBezTo>
                <a:cubicBezTo>
                  <a:pt x="8" y="196"/>
                  <a:pt x="8" y="196"/>
                  <a:pt x="8" y="196"/>
                </a:cubicBezTo>
                <a:cubicBezTo>
                  <a:pt x="3" y="196"/>
                  <a:pt x="0" y="192"/>
                  <a:pt x="0" y="188"/>
                </a:cubicBezTo>
                <a:close/>
                <a:moveTo>
                  <a:pt x="0" y="152"/>
                </a:moveTo>
                <a:cubicBezTo>
                  <a:pt x="0" y="147"/>
                  <a:pt x="3" y="144"/>
                  <a:pt x="8" y="144"/>
                </a:cubicBezTo>
                <a:cubicBezTo>
                  <a:pt x="8" y="144"/>
                  <a:pt x="8" y="144"/>
                  <a:pt x="8" y="144"/>
                </a:cubicBezTo>
                <a:cubicBezTo>
                  <a:pt x="12" y="144"/>
                  <a:pt x="16" y="147"/>
                  <a:pt x="16" y="152"/>
                </a:cubicBezTo>
                <a:cubicBezTo>
                  <a:pt x="16" y="152"/>
                  <a:pt x="16" y="152"/>
                  <a:pt x="16" y="152"/>
                </a:cubicBezTo>
                <a:cubicBezTo>
                  <a:pt x="16" y="156"/>
                  <a:pt x="12" y="160"/>
                  <a:pt x="8" y="160"/>
                </a:cubicBezTo>
                <a:cubicBezTo>
                  <a:pt x="8" y="160"/>
                  <a:pt x="8" y="160"/>
                  <a:pt x="8" y="160"/>
                </a:cubicBezTo>
                <a:cubicBezTo>
                  <a:pt x="3" y="160"/>
                  <a:pt x="0" y="156"/>
                  <a:pt x="0" y="152"/>
                </a:cubicBezTo>
                <a:close/>
                <a:moveTo>
                  <a:pt x="0" y="116"/>
                </a:moveTo>
                <a:cubicBezTo>
                  <a:pt x="0" y="111"/>
                  <a:pt x="3" y="108"/>
                  <a:pt x="8" y="108"/>
                </a:cubicBezTo>
                <a:cubicBezTo>
                  <a:pt x="8" y="108"/>
                  <a:pt x="8" y="108"/>
                  <a:pt x="8" y="108"/>
                </a:cubicBezTo>
                <a:cubicBezTo>
                  <a:pt x="12" y="108"/>
                  <a:pt x="16" y="111"/>
                  <a:pt x="16" y="116"/>
                </a:cubicBezTo>
                <a:cubicBezTo>
                  <a:pt x="16" y="116"/>
                  <a:pt x="16" y="116"/>
                  <a:pt x="16" y="116"/>
                </a:cubicBezTo>
                <a:cubicBezTo>
                  <a:pt x="16" y="120"/>
                  <a:pt x="12" y="124"/>
                  <a:pt x="8" y="124"/>
                </a:cubicBezTo>
                <a:cubicBezTo>
                  <a:pt x="8" y="124"/>
                  <a:pt x="8" y="124"/>
                  <a:pt x="8" y="124"/>
                </a:cubicBezTo>
                <a:cubicBezTo>
                  <a:pt x="3" y="124"/>
                  <a:pt x="0" y="120"/>
                  <a:pt x="0" y="116"/>
                </a:cubicBezTo>
                <a:close/>
                <a:moveTo>
                  <a:pt x="0" y="80"/>
                </a:moveTo>
                <a:cubicBezTo>
                  <a:pt x="0" y="75"/>
                  <a:pt x="3" y="72"/>
                  <a:pt x="8" y="72"/>
                </a:cubicBezTo>
                <a:cubicBezTo>
                  <a:pt x="8" y="72"/>
                  <a:pt x="8" y="72"/>
                  <a:pt x="8" y="72"/>
                </a:cubicBezTo>
                <a:cubicBezTo>
                  <a:pt x="12" y="72"/>
                  <a:pt x="16" y="75"/>
                  <a:pt x="16" y="80"/>
                </a:cubicBezTo>
                <a:cubicBezTo>
                  <a:pt x="16" y="80"/>
                  <a:pt x="16" y="80"/>
                  <a:pt x="16" y="80"/>
                </a:cubicBezTo>
                <a:cubicBezTo>
                  <a:pt x="16" y="84"/>
                  <a:pt x="12" y="88"/>
                  <a:pt x="8" y="88"/>
                </a:cubicBezTo>
                <a:cubicBezTo>
                  <a:pt x="8" y="88"/>
                  <a:pt x="8" y="88"/>
                  <a:pt x="8" y="88"/>
                </a:cubicBezTo>
                <a:cubicBezTo>
                  <a:pt x="3" y="88"/>
                  <a:pt x="0" y="84"/>
                  <a:pt x="0" y="80"/>
                </a:cubicBezTo>
                <a:close/>
                <a:moveTo>
                  <a:pt x="0" y="44"/>
                </a:moveTo>
                <a:cubicBezTo>
                  <a:pt x="0" y="39"/>
                  <a:pt x="3" y="36"/>
                  <a:pt x="8" y="36"/>
                </a:cubicBezTo>
                <a:cubicBezTo>
                  <a:pt x="8" y="36"/>
                  <a:pt x="8" y="36"/>
                  <a:pt x="8" y="36"/>
                </a:cubicBezTo>
                <a:cubicBezTo>
                  <a:pt x="12" y="36"/>
                  <a:pt x="16" y="39"/>
                  <a:pt x="16" y="44"/>
                </a:cubicBezTo>
                <a:cubicBezTo>
                  <a:pt x="16" y="44"/>
                  <a:pt x="16" y="44"/>
                  <a:pt x="16" y="44"/>
                </a:cubicBezTo>
                <a:cubicBezTo>
                  <a:pt x="16" y="48"/>
                  <a:pt x="12" y="52"/>
                  <a:pt x="8" y="52"/>
                </a:cubicBezTo>
                <a:cubicBezTo>
                  <a:pt x="8" y="52"/>
                  <a:pt x="8" y="52"/>
                  <a:pt x="8" y="52"/>
                </a:cubicBezTo>
                <a:cubicBezTo>
                  <a:pt x="3" y="52"/>
                  <a:pt x="0" y="48"/>
                  <a:pt x="0" y="44"/>
                </a:cubicBezTo>
                <a:close/>
                <a:moveTo>
                  <a:pt x="0" y="8"/>
                </a:moveTo>
                <a:cubicBezTo>
                  <a:pt x="0" y="3"/>
                  <a:pt x="3" y="0"/>
                  <a:pt x="8" y="0"/>
                </a:cubicBezTo>
                <a:cubicBezTo>
                  <a:pt x="8" y="0"/>
                  <a:pt x="8" y="0"/>
                  <a:pt x="8" y="0"/>
                </a:cubicBezTo>
                <a:cubicBezTo>
                  <a:pt x="12" y="0"/>
                  <a:pt x="16" y="3"/>
                  <a:pt x="16" y="8"/>
                </a:cubicBezTo>
                <a:cubicBezTo>
                  <a:pt x="16" y="8"/>
                  <a:pt x="16" y="8"/>
                  <a:pt x="16" y="8"/>
                </a:cubicBezTo>
                <a:cubicBezTo>
                  <a:pt x="16" y="12"/>
                  <a:pt x="12" y="16"/>
                  <a:pt x="8" y="16"/>
                </a:cubicBezTo>
                <a:cubicBezTo>
                  <a:pt x="8" y="16"/>
                  <a:pt x="8" y="16"/>
                  <a:pt x="8" y="16"/>
                </a:cubicBezTo>
                <a:cubicBezTo>
                  <a:pt x="3" y="16"/>
                  <a:pt x="0" y="12"/>
                  <a:pt x="0" y="8"/>
                </a:cubicBezTo>
                <a:close/>
              </a:path>
            </a:pathLst>
          </a:cu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8" name="Freeform 22"/>
          <p:cNvSpPr/>
          <p:nvPr/>
        </p:nvSpPr>
        <p:spPr>
          <a:xfrm>
            <a:off x="4550040" y="3059640"/>
            <a:ext cx="57240" cy="843840"/>
          </a:xfrm>
          <a:custGeom>
            <a:avLst/>
            <a:gdLst>
              <a:gd name="textAreaLeft" fmla="*/ 0 w 57240"/>
              <a:gd name="textAreaRight" fmla="*/ 69120 w 57240"/>
              <a:gd name="textAreaTop" fmla="*/ 0 h 843840"/>
              <a:gd name="textAreaBottom" fmla="*/ 855720 h 843840"/>
            </a:gdLst>
            <a:ahLst/>
            <a:rect l="textAreaLeft" t="textAreaTop" r="textAreaRight" b="textAreaBottom"/>
            <a:pathLst>
              <a:path w="16" h="196">
                <a:moveTo>
                  <a:pt x="0" y="188"/>
                </a:moveTo>
                <a:cubicBezTo>
                  <a:pt x="0" y="183"/>
                  <a:pt x="3" y="180"/>
                  <a:pt x="8" y="180"/>
                </a:cubicBezTo>
                <a:cubicBezTo>
                  <a:pt x="8" y="180"/>
                  <a:pt x="8" y="180"/>
                  <a:pt x="8" y="180"/>
                </a:cubicBezTo>
                <a:cubicBezTo>
                  <a:pt x="12" y="180"/>
                  <a:pt x="16" y="183"/>
                  <a:pt x="16" y="188"/>
                </a:cubicBezTo>
                <a:cubicBezTo>
                  <a:pt x="16" y="188"/>
                  <a:pt x="16" y="188"/>
                  <a:pt x="16" y="188"/>
                </a:cubicBezTo>
                <a:cubicBezTo>
                  <a:pt x="16" y="192"/>
                  <a:pt x="12" y="196"/>
                  <a:pt x="8" y="196"/>
                </a:cubicBezTo>
                <a:cubicBezTo>
                  <a:pt x="8" y="196"/>
                  <a:pt x="8" y="196"/>
                  <a:pt x="8" y="196"/>
                </a:cubicBezTo>
                <a:cubicBezTo>
                  <a:pt x="3" y="196"/>
                  <a:pt x="0" y="192"/>
                  <a:pt x="0" y="188"/>
                </a:cubicBezTo>
                <a:close/>
                <a:moveTo>
                  <a:pt x="0" y="152"/>
                </a:moveTo>
                <a:cubicBezTo>
                  <a:pt x="0" y="147"/>
                  <a:pt x="3" y="144"/>
                  <a:pt x="8" y="144"/>
                </a:cubicBezTo>
                <a:cubicBezTo>
                  <a:pt x="8" y="144"/>
                  <a:pt x="8" y="144"/>
                  <a:pt x="8" y="144"/>
                </a:cubicBezTo>
                <a:cubicBezTo>
                  <a:pt x="12" y="144"/>
                  <a:pt x="16" y="147"/>
                  <a:pt x="16" y="152"/>
                </a:cubicBezTo>
                <a:cubicBezTo>
                  <a:pt x="16" y="152"/>
                  <a:pt x="16" y="152"/>
                  <a:pt x="16" y="152"/>
                </a:cubicBezTo>
                <a:cubicBezTo>
                  <a:pt x="16" y="156"/>
                  <a:pt x="12" y="160"/>
                  <a:pt x="8" y="160"/>
                </a:cubicBezTo>
                <a:cubicBezTo>
                  <a:pt x="8" y="160"/>
                  <a:pt x="8" y="160"/>
                  <a:pt x="8" y="160"/>
                </a:cubicBezTo>
                <a:cubicBezTo>
                  <a:pt x="3" y="160"/>
                  <a:pt x="0" y="156"/>
                  <a:pt x="0" y="152"/>
                </a:cubicBezTo>
                <a:close/>
                <a:moveTo>
                  <a:pt x="0" y="116"/>
                </a:moveTo>
                <a:cubicBezTo>
                  <a:pt x="0" y="111"/>
                  <a:pt x="3" y="108"/>
                  <a:pt x="8" y="108"/>
                </a:cubicBezTo>
                <a:cubicBezTo>
                  <a:pt x="8" y="108"/>
                  <a:pt x="8" y="108"/>
                  <a:pt x="8" y="108"/>
                </a:cubicBezTo>
                <a:cubicBezTo>
                  <a:pt x="12" y="108"/>
                  <a:pt x="16" y="111"/>
                  <a:pt x="16" y="116"/>
                </a:cubicBezTo>
                <a:cubicBezTo>
                  <a:pt x="16" y="116"/>
                  <a:pt x="16" y="116"/>
                  <a:pt x="16" y="116"/>
                </a:cubicBezTo>
                <a:cubicBezTo>
                  <a:pt x="16" y="120"/>
                  <a:pt x="12" y="124"/>
                  <a:pt x="8" y="124"/>
                </a:cubicBezTo>
                <a:cubicBezTo>
                  <a:pt x="8" y="124"/>
                  <a:pt x="8" y="124"/>
                  <a:pt x="8" y="124"/>
                </a:cubicBezTo>
                <a:cubicBezTo>
                  <a:pt x="3" y="124"/>
                  <a:pt x="0" y="120"/>
                  <a:pt x="0" y="116"/>
                </a:cubicBezTo>
                <a:close/>
                <a:moveTo>
                  <a:pt x="0" y="80"/>
                </a:moveTo>
                <a:cubicBezTo>
                  <a:pt x="0" y="75"/>
                  <a:pt x="3" y="72"/>
                  <a:pt x="8" y="72"/>
                </a:cubicBezTo>
                <a:cubicBezTo>
                  <a:pt x="8" y="72"/>
                  <a:pt x="8" y="72"/>
                  <a:pt x="8" y="72"/>
                </a:cubicBezTo>
                <a:cubicBezTo>
                  <a:pt x="12" y="72"/>
                  <a:pt x="16" y="75"/>
                  <a:pt x="16" y="80"/>
                </a:cubicBezTo>
                <a:cubicBezTo>
                  <a:pt x="16" y="80"/>
                  <a:pt x="16" y="80"/>
                  <a:pt x="16" y="80"/>
                </a:cubicBezTo>
                <a:cubicBezTo>
                  <a:pt x="16" y="84"/>
                  <a:pt x="12" y="88"/>
                  <a:pt x="8" y="88"/>
                </a:cubicBezTo>
                <a:cubicBezTo>
                  <a:pt x="8" y="88"/>
                  <a:pt x="8" y="88"/>
                  <a:pt x="8" y="88"/>
                </a:cubicBezTo>
                <a:cubicBezTo>
                  <a:pt x="3" y="88"/>
                  <a:pt x="0" y="84"/>
                  <a:pt x="0" y="80"/>
                </a:cubicBezTo>
                <a:close/>
                <a:moveTo>
                  <a:pt x="0" y="44"/>
                </a:moveTo>
                <a:cubicBezTo>
                  <a:pt x="0" y="39"/>
                  <a:pt x="3" y="36"/>
                  <a:pt x="8" y="36"/>
                </a:cubicBezTo>
                <a:cubicBezTo>
                  <a:pt x="8" y="36"/>
                  <a:pt x="8" y="36"/>
                  <a:pt x="8" y="36"/>
                </a:cubicBezTo>
                <a:cubicBezTo>
                  <a:pt x="12" y="36"/>
                  <a:pt x="16" y="39"/>
                  <a:pt x="16" y="44"/>
                </a:cubicBezTo>
                <a:cubicBezTo>
                  <a:pt x="16" y="44"/>
                  <a:pt x="16" y="44"/>
                  <a:pt x="16" y="44"/>
                </a:cubicBezTo>
                <a:cubicBezTo>
                  <a:pt x="16" y="48"/>
                  <a:pt x="12" y="52"/>
                  <a:pt x="8" y="52"/>
                </a:cubicBezTo>
                <a:cubicBezTo>
                  <a:pt x="8" y="52"/>
                  <a:pt x="8" y="52"/>
                  <a:pt x="8" y="52"/>
                </a:cubicBezTo>
                <a:cubicBezTo>
                  <a:pt x="3" y="52"/>
                  <a:pt x="0" y="48"/>
                  <a:pt x="0" y="44"/>
                </a:cubicBezTo>
                <a:close/>
                <a:moveTo>
                  <a:pt x="0" y="8"/>
                </a:moveTo>
                <a:cubicBezTo>
                  <a:pt x="0" y="3"/>
                  <a:pt x="3" y="0"/>
                  <a:pt x="8" y="0"/>
                </a:cubicBezTo>
                <a:cubicBezTo>
                  <a:pt x="8" y="0"/>
                  <a:pt x="8" y="0"/>
                  <a:pt x="8" y="0"/>
                </a:cubicBezTo>
                <a:cubicBezTo>
                  <a:pt x="12" y="0"/>
                  <a:pt x="16" y="3"/>
                  <a:pt x="16" y="8"/>
                </a:cubicBezTo>
                <a:cubicBezTo>
                  <a:pt x="16" y="8"/>
                  <a:pt x="16" y="8"/>
                  <a:pt x="16" y="8"/>
                </a:cubicBezTo>
                <a:cubicBezTo>
                  <a:pt x="16" y="12"/>
                  <a:pt x="12" y="16"/>
                  <a:pt x="8" y="16"/>
                </a:cubicBezTo>
                <a:cubicBezTo>
                  <a:pt x="8" y="16"/>
                  <a:pt x="8" y="16"/>
                  <a:pt x="8" y="16"/>
                </a:cubicBezTo>
                <a:cubicBezTo>
                  <a:pt x="3" y="16"/>
                  <a:pt x="0" y="12"/>
                  <a:pt x="0" y="8"/>
                </a:cubicBezTo>
                <a:close/>
              </a:path>
            </a:pathLst>
          </a:cu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9" name="Freeform 23"/>
          <p:cNvSpPr/>
          <p:nvPr/>
        </p:nvSpPr>
        <p:spPr>
          <a:xfrm>
            <a:off x="1504800" y="3054240"/>
            <a:ext cx="57240" cy="843840"/>
          </a:xfrm>
          <a:custGeom>
            <a:avLst/>
            <a:gdLst>
              <a:gd name="textAreaLeft" fmla="*/ 0 w 57240"/>
              <a:gd name="textAreaRight" fmla="*/ 69120 w 57240"/>
              <a:gd name="textAreaTop" fmla="*/ 0 h 843840"/>
              <a:gd name="textAreaBottom" fmla="*/ 855720 h 843840"/>
            </a:gdLst>
            <a:ahLst/>
            <a:rect l="textAreaLeft" t="textAreaTop" r="textAreaRight" b="textAreaBottom"/>
            <a:pathLst>
              <a:path w="16" h="196">
                <a:moveTo>
                  <a:pt x="0" y="188"/>
                </a:moveTo>
                <a:cubicBezTo>
                  <a:pt x="0" y="183"/>
                  <a:pt x="4" y="180"/>
                  <a:pt x="8" y="180"/>
                </a:cubicBezTo>
                <a:cubicBezTo>
                  <a:pt x="8" y="180"/>
                  <a:pt x="8" y="180"/>
                  <a:pt x="8" y="180"/>
                </a:cubicBezTo>
                <a:cubicBezTo>
                  <a:pt x="12" y="180"/>
                  <a:pt x="16" y="183"/>
                  <a:pt x="16" y="188"/>
                </a:cubicBezTo>
                <a:cubicBezTo>
                  <a:pt x="16" y="188"/>
                  <a:pt x="16" y="188"/>
                  <a:pt x="16" y="188"/>
                </a:cubicBezTo>
                <a:cubicBezTo>
                  <a:pt x="16" y="192"/>
                  <a:pt x="12" y="196"/>
                  <a:pt x="8" y="196"/>
                </a:cubicBezTo>
                <a:cubicBezTo>
                  <a:pt x="8" y="196"/>
                  <a:pt x="8" y="196"/>
                  <a:pt x="8" y="196"/>
                </a:cubicBezTo>
                <a:cubicBezTo>
                  <a:pt x="4" y="196"/>
                  <a:pt x="0" y="192"/>
                  <a:pt x="0" y="188"/>
                </a:cubicBezTo>
                <a:close/>
                <a:moveTo>
                  <a:pt x="0" y="152"/>
                </a:moveTo>
                <a:cubicBezTo>
                  <a:pt x="0" y="147"/>
                  <a:pt x="4" y="144"/>
                  <a:pt x="8" y="144"/>
                </a:cubicBezTo>
                <a:cubicBezTo>
                  <a:pt x="8" y="144"/>
                  <a:pt x="8" y="144"/>
                  <a:pt x="8" y="144"/>
                </a:cubicBezTo>
                <a:cubicBezTo>
                  <a:pt x="12" y="144"/>
                  <a:pt x="16" y="147"/>
                  <a:pt x="16" y="152"/>
                </a:cubicBezTo>
                <a:cubicBezTo>
                  <a:pt x="16" y="152"/>
                  <a:pt x="16" y="152"/>
                  <a:pt x="16" y="152"/>
                </a:cubicBezTo>
                <a:cubicBezTo>
                  <a:pt x="16" y="156"/>
                  <a:pt x="12" y="160"/>
                  <a:pt x="8" y="160"/>
                </a:cubicBezTo>
                <a:cubicBezTo>
                  <a:pt x="8" y="160"/>
                  <a:pt x="8" y="160"/>
                  <a:pt x="8" y="160"/>
                </a:cubicBezTo>
                <a:cubicBezTo>
                  <a:pt x="4" y="160"/>
                  <a:pt x="0" y="156"/>
                  <a:pt x="0" y="152"/>
                </a:cubicBezTo>
                <a:close/>
                <a:moveTo>
                  <a:pt x="0" y="116"/>
                </a:moveTo>
                <a:cubicBezTo>
                  <a:pt x="0" y="111"/>
                  <a:pt x="4" y="108"/>
                  <a:pt x="8" y="108"/>
                </a:cubicBezTo>
                <a:cubicBezTo>
                  <a:pt x="8" y="108"/>
                  <a:pt x="8" y="108"/>
                  <a:pt x="8" y="108"/>
                </a:cubicBezTo>
                <a:cubicBezTo>
                  <a:pt x="12" y="108"/>
                  <a:pt x="16" y="111"/>
                  <a:pt x="16" y="116"/>
                </a:cubicBezTo>
                <a:cubicBezTo>
                  <a:pt x="16" y="116"/>
                  <a:pt x="16" y="116"/>
                  <a:pt x="16" y="116"/>
                </a:cubicBezTo>
                <a:cubicBezTo>
                  <a:pt x="16" y="120"/>
                  <a:pt x="12" y="124"/>
                  <a:pt x="8" y="124"/>
                </a:cubicBezTo>
                <a:cubicBezTo>
                  <a:pt x="8" y="124"/>
                  <a:pt x="8" y="124"/>
                  <a:pt x="8" y="124"/>
                </a:cubicBezTo>
                <a:cubicBezTo>
                  <a:pt x="4" y="124"/>
                  <a:pt x="0" y="120"/>
                  <a:pt x="0" y="116"/>
                </a:cubicBezTo>
                <a:close/>
                <a:moveTo>
                  <a:pt x="0" y="80"/>
                </a:moveTo>
                <a:cubicBezTo>
                  <a:pt x="0" y="75"/>
                  <a:pt x="4" y="72"/>
                  <a:pt x="8" y="72"/>
                </a:cubicBezTo>
                <a:cubicBezTo>
                  <a:pt x="8" y="72"/>
                  <a:pt x="8" y="72"/>
                  <a:pt x="8" y="72"/>
                </a:cubicBezTo>
                <a:cubicBezTo>
                  <a:pt x="12" y="72"/>
                  <a:pt x="16" y="75"/>
                  <a:pt x="16" y="80"/>
                </a:cubicBezTo>
                <a:cubicBezTo>
                  <a:pt x="16" y="80"/>
                  <a:pt x="16" y="80"/>
                  <a:pt x="16" y="80"/>
                </a:cubicBezTo>
                <a:cubicBezTo>
                  <a:pt x="16" y="84"/>
                  <a:pt x="12" y="88"/>
                  <a:pt x="8" y="88"/>
                </a:cubicBezTo>
                <a:cubicBezTo>
                  <a:pt x="8" y="88"/>
                  <a:pt x="8" y="88"/>
                  <a:pt x="8" y="88"/>
                </a:cubicBezTo>
                <a:cubicBezTo>
                  <a:pt x="4" y="88"/>
                  <a:pt x="0" y="84"/>
                  <a:pt x="0" y="80"/>
                </a:cubicBezTo>
                <a:close/>
                <a:moveTo>
                  <a:pt x="0" y="44"/>
                </a:moveTo>
                <a:cubicBezTo>
                  <a:pt x="0" y="39"/>
                  <a:pt x="4" y="36"/>
                  <a:pt x="8" y="36"/>
                </a:cubicBezTo>
                <a:cubicBezTo>
                  <a:pt x="8" y="36"/>
                  <a:pt x="8" y="36"/>
                  <a:pt x="8" y="36"/>
                </a:cubicBezTo>
                <a:cubicBezTo>
                  <a:pt x="12" y="36"/>
                  <a:pt x="16" y="39"/>
                  <a:pt x="16" y="44"/>
                </a:cubicBezTo>
                <a:cubicBezTo>
                  <a:pt x="16" y="44"/>
                  <a:pt x="16" y="44"/>
                  <a:pt x="16" y="44"/>
                </a:cubicBezTo>
                <a:cubicBezTo>
                  <a:pt x="16" y="48"/>
                  <a:pt x="12" y="52"/>
                  <a:pt x="8" y="52"/>
                </a:cubicBezTo>
                <a:cubicBezTo>
                  <a:pt x="8" y="52"/>
                  <a:pt x="8" y="52"/>
                  <a:pt x="8" y="52"/>
                </a:cubicBezTo>
                <a:cubicBezTo>
                  <a:pt x="4" y="52"/>
                  <a:pt x="0" y="48"/>
                  <a:pt x="0" y="44"/>
                </a:cubicBezTo>
                <a:close/>
                <a:moveTo>
                  <a:pt x="0" y="8"/>
                </a:moveTo>
                <a:cubicBezTo>
                  <a:pt x="0" y="3"/>
                  <a:pt x="4" y="0"/>
                  <a:pt x="8" y="0"/>
                </a:cubicBezTo>
                <a:cubicBezTo>
                  <a:pt x="8" y="0"/>
                  <a:pt x="8" y="0"/>
                  <a:pt x="8" y="0"/>
                </a:cubicBezTo>
                <a:cubicBezTo>
                  <a:pt x="12" y="0"/>
                  <a:pt x="16" y="3"/>
                  <a:pt x="16" y="8"/>
                </a:cubicBezTo>
                <a:cubicBezTo>
                  <a:pt x="16" y="8"/>
                  <a:pt x="16" y="8"/>
                  <a:pt x="16" y="8"/>
                </a:cubicBezTo>
                <a:cubicBezTo>
                  <a:pt x="16" y="12"/>
                  <a:pt x="12" y="16"/>
                  <a:pt x="8" y="16"/>
                </a:cubicBezTo>
                <a:cubicBezTo>
                  <a:pt x="8" y="16"/>
                  <a:pt x="8" y="16"/>
                  <a:pt x="8" y="16"/>
                </a:cubicBezTo>
                <a:cubicBezTo>
                  <a:pt x="4" y="16"/>
                  <a:pt x="0" y="12"/>
                  <a:pt x="0" y="8"/>
                </a:cubicBezTo>
                <a:close/>
              </a:path>
            </a:pathLst>
          </a:cu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60" name="Group 54"/>
          <p:cNvGrpSpPr/>
          <p:nvPr/>
        </p:nvGrpSpPr>
        <p:grpSpPr>
          <a:xfrm>
            <a:off x="524520" y="986040"/>
            <a:ext cx="2164680" cy="2166480"/>
            <a:chOff x="524520" y="986040"/>
            <a:chExt cx="2164680" cy="2166480"/>
          </a:xfrm>
        </p:grpSpPr>
        <p:sp>
          <p:nvSpPr>
            <p:cNvPr id="561" name="Freeform 6"/>
            <p:cNvSpPr/>
            <p:nvPr/>
          </p:nvSpPr>
          <p:spPr>
            <a:xfrm>
              <a:off x="524520" y="986040"/>
              <a:ext cx="2164680" cy="2166480"/>
            </a:xfrm>
            <a:custGeom>
              <a:avLst/>
              <a:gdLst>
                <a:gd name="textAreaLeft" fmla="*/ 0 w 2164680"/>
                <a:gd name="textAreaRight" fmla="*/ 2176560 w 2164680"/>
                <a:gd name="textAreaTop" fmla="*/ 0 h 2166480"/>
                <a:gd name="textAreaBottom" fmla="*/ 2178360 h 2166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62" name="Freeform 6"/>
            <p:cNvSpPr/>
            <p:nvPr/>
          </p:nvSpPr>
          <p:spPr>
            <a:xfrm>
              <a:off x="524520" y="986040"/>
              <a:ext cx="2164680" cy="2166480"/>
            </a:xfrm>
            <a:custGeom>
              <a:avLst/>
              <a:gdLst>
                <a:gd name="textAreaLeft" fmla="*/ 0 w 2164680"/>
                <a:gd name="textAreaRight" fmla="*/ 2176560 w 2164680"/>
                <a:gd name="textAreaTop" fmla="*/ 0 h 2166480"/>
                <a:gd name="textAreaBottom" fmla="*/ 2178360 h 2166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63" name="Group 58"/>
          <p:cNvGrpSpPr/>
          <p:nvPr/>
        </p:nvGrpSpPr>
        <p:grpSpPr>
          <a:xfrm>
            <a:off x="3493080" y="979920"/>
            <a:ext cx="2164680" cy="2166480"/>
            <a:chOff x="3493080" y="979920"/>
            <a:chExt cx="2164680" cy="2166480"/>
          </a:xfrm>
        </p:grpSpPr>
        <p:sp>
          <p:nvSpPr>
            <p:cNvPr id="564" name="Freeform 6"/>
            <p:cNvSpPr/>
            <p:nvPr/>
          </p:nvSpPr>
          <p:spPr>
            <a:xfrm>
              <a:off x="3493080" y="979920"/>
              <a:ext cx="2164680" cy="2166480"/>
            </a:xfrm>
            <a:custGeom>
              <a:avLst/>
              <a:gdLst>
                <a:gd name="textAreaLeft" fmla="*/ 0 w 2164680"/>
                <a:gd name="textAreaRight" fmla="*/ 2176560 w 2164680"/>
                <a:gd name="textAreaTop" fmla="*/ 0 h 2166480"/>
                <a:gd name="textAreaBottom" fmla="*/ 2178360 h 2166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65" name="Freeform 6"/>
            <p:cNvSpPr/>
            <p:nvPr/>
          </p:nvSpPr>
          <p:spPr>
            <a:xfrm>
              <a:off x="3493080" y="979920"/>
              <a:ext cx="2164680" cy="2166480"/>
            </a:xfrm>
            <a:custGeom>
              <a:avLst/>
              <a:gdLst>
                <a:gd name="textAreaLeft" fmla="*/ 0 w 2164680"/>
                <a:gd name="textAreaRight" fmla="*/ 2176560 w 2164680"/>
                <a:gd name="textAreaTop" fmla="*/ 0 h 2166480"/>
                <a:gd name="textAreaBottom" fmla="*/ 2178360 h 2166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66" name="Group 62"/>
          <p:cNvGrpSpPr/>
          <p:nvPr/>
        </p:nvGrpSpPr>
        <p:grpSpPr>
          <a:xfrm>
            <a:off x="6459120" y="979920"/>
            <a:ext cx="2164680" cy="2166480"/>
            <a:chOff x="6459120" y="979920"/>
            <a:chExt cx="2164680" cy="2166480"/>
          </a:xfrm>
        </p:grpSpPr>
        <p:sp>
          <p:nvSpPr>
            <p:cNvPr id="567" name="Freeform 6"/>
            <p:cNvSpPr/>
            <p:nvPr/>
          </p:nvSpPr>
          <p:spPr>
            <a:xfrm>
              <a:off x="6459120" y="979920"/>
              <a:ext cx="2164680" cy="2166480"/>
            </a:xfrm>
            <a:custGeom>
              <a:avLst/>
              <a:gdLst>
                <a:gd name="textAreaLeft" fmla="*/ 0 w 2164680"/>
                <a:gd name="textAreaRight" fmla="*/ 2176560 w 2164680"/>
                <a:gd name="textAreaTop" fmla="*/ 0 h 2166480"/>
                <a:gd name="textAreaBottom" fmla="*/ 2178360 h 2166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68" name="Freeform 6"/>
            <p:cNvSpPr/>
            <p:nvPr/>
          </p:nvSpPr>
          <p:spPr>
            <a:xfrm>
              <a:off x="6459120" y="979920"/>
              <a:ext cx="2164680" cy="2166480"/>
            </a:xfrm>
            <a:custGeom>
              <a:avLst/>
              <a:gdLst>
                <a:gd name="textAreaLeft" fmla="*/ 0 w 2164680"/>
                <a:gd name="textAreaRight" fmla="*/ 2176560 w 2164680"/>
                <a:gd name="textAreaTop" fmla="*/ 0 h 2166480"/>
                <a:gd name="textAreaBottom" fmla="*/ 2178360 h 2166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69" name="Group 66"/>
          <p:cNvGrpSpPr/>
          <p:nvPr/>
        </p:nvGrpSpPr>
        <p:grpSpPr>
          <a:xfrm>
            <a:off x="9425160" y="979920"/>
            <a:ext cx="2164680" cy="2166480"/>
            <a:chOff x="9425160" y="979920"/>
            <a:chExt cx="2164680" cy="2166480"/>
          </a:xfrm>
        </p:grpSpPr>
        <p:sp>
          <p:nvSpPr>
            <p:cNvPr id="570" name="Freeform 6"/>
            <p:cNvSpPr/>
            <p:nvPr/>
          </p:nvSpPr>
          <p:spPr>
            <a:xfrm>
              <a:off x="9425160" y="979920"/>
              <a:ext cx="2164680" cy="2166480"/>
            </a:xfrm>
            <a:custGeom>
              <a:avLst/>
              <a:gdLst>
                <a:gd name="textAreaLeft" fmla="*/ 0 w 2164680"/>
                <a:gd name="textAreaRight" fmla="*/ 2176560 w 2164680"/>
                <a:gd name="textAreaTop" fmla="*/ 0 h 2166480"/>
                <a:gd name="textAreaBottom" fmla="*/ 2178360 h 2166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71" name="Freeform 6"/>
            <p:cNvSpPr/>
            <p:nvPr/>
          </p:nvSpPr>
          <p:spPr>
            <a:xfrm>
              <a:off x="9425160" y="979920"/>
              <a:ext cx="2164680" cy="2166480"/>
            </a:xfrm>
            <a:custGeom>
              <a:avLst/>
              <a:gdLst>
                <a:gd name="textAreaLeft" fmla="*/ 0 w 2164680"/>
                <a:gd name="textAreaRight" fmla="*/ 2176560 w 2164680"/>
                <a:gd name="textAreaTop" fmla="*/ 0 h 2166480"/>
                <a:gd name="textAreaBottom" fmla="*/ 2178360 h 2166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72"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73"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74"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75"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576" name="Group 47"/>
          <p:cNvGrpSpPr/>
          <p:nvPr/>
        </p:nvGrpSpPr>
        <p:grpSpPr>
          <a:xfrm>
            <a:off x="559080" y="565200"/>
            <a:ext cx="1467720" cy="43920"/>
            <a:chOff x="559080" y="565200"/>
            <a:chExt cx="1467720" cy="43920"/>
          </a:xfrm>
        </p:grpSpPr>
        <p:sp>
          <p:nvSpPr>
            <p:cNvPr id="57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7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79" name="Rectangle 52"/>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9" r:id="rId2"/>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58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58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63774D97-9808-4371-9249-11F4D9A5A80A}"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582" name="Freeform 97"/>
          <p:cNvSpPr/>
          <p:nvPr/>
        </p:nvSpPr>
        <p:spPr>
          <a:xfrm rot="370200">
            <a:off x="-2113920" y="-153108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583" name="Freeform 13"/>
          <p:cNvSpPr/>
          <p:nvPr/>
        </p:nvSpPr>
        <p:spPr>
          <a:xfrm>
            <a:off x="10452240" y="3330720"/>
            <a:ext cx="972360" cy="86400"/>
          </a:xfrm>
          <a:custGeom>
            <a:avLst/>
            <a:gdLst>
              <a:gd name="textAreaLeft" fmla="*/ 0 w 972360"/>
              <a:gd name="textAreaRight" fmla="*/ 984240 w 972360"/>
              <a:gd name="textAreaTop" fmla="*/ 0 h 86400"/>
              <a:gd name="textAreaBottom" fmla="*/ 98280 h 86400"/>
            </a:gdLst>
            <a:ahLst/>
            <a:rect l="textAreaLeft" t="textAreaTop" r="textAreaRight" b="textAreaBottom"/>
            <a:pathLst>
              <a:path w="259" h="26">
                <a:moveTo>
                  <a:pt x="259" y="26"/>
                </a:moveTo>
                <a:cubicBezTo>
                  <a:pt x="26" y="26"/>
                  <a:pt x="26" y="26"/>
                  <a:pt x="26" y="26"/>
                </a:cubicBezTo>
                <a:cubicBezTo>
                  <a:pt x="26" y="12"/>
                  <a:pt x="14" y="0"/>
                  <a:pt x="0" y="0"/>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84" name="Group 6"/>
          <p:cNvGrpSpPr/>
          <p:nvPr/>
        </p:nvGrpSpPr>
        <p:grpSpPr>
          <a:xfrm>
            <a:off x="1744560" y="2349360"/>
            <a:ext cx="1157760" cy="1067760"/>
            <a:chOff x="1744560" y="2349360"/>
            <a:chExt cx="1157760" cy="1067760"/>
          </a:xfrm>
        </p:grpSpPr>
        <p:sp>
          <p:nvSpPr>
            <p:cNvPr id="585" name="Freeform 6"/>
            <p:cNvSpPr/>
            <p:nvPr/>
          </p:nvSpPr>
          <p:spPr>
            <a:xfrm>
              <a:off x="1744560" y="2441520"/>
              <a:ext cx="1077120" cy="975600"/>
            </a:xfrm>
            <a:custGeom>
              <a:avLst/>
              <a:gdLst>
                <a:gd name="textAreaLeft" fmla="*/ 0 w 1077120"/>
                <a:gd name="textAreaRight" fmla="*/ 1089000 w 1077120"/>
                <a:gd name="textAreaTop" fmla="*/ 0 h 975600"/>
                <a:gd name="textAreaBottom" fmla="*/ 987480 h 975600"/>
              </a:gdLst>
              <a:ahLst/>
              <a:rect l="textAreaLeft" t="textAreaTop" r="textAreaRight" b="textAreaBottom"/>
              <a:pathLst>
                <a:path w="286" h="259">
                  <a:moveTo>
                    <a:pt x="286" y="0"/>
                  </a:moveTo>
                  <a:cubicBezTo>
                    <a:pt x="286" y="233"/>
                    <a:pt x="286" y="233"/>
                    <a:pt x="286" y="233"/>
                  </a:cubicBezTo>
                  <a:cubicBezTo>
                    <a:pt x="272" y="233"/>
                    <a:pt x="260" y="245"/>
                    <a:pt x="260" y="259"/>
                  </a:cubicBezTo>
                  <a:cubicBezTo>
                    <a:pt x="27" y="259"/>
                    <a:pt x="27" y="259"/>
                    <a:pt x="27" y="259"/>
                  </a:cubicBezTo>
                  <a:cubicBezTo>
                    <a:pt x="27" y="245"/>
                    <a:pt x="15" y="233"/>
                    <a:pt x="0" y="233"/>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86" name="Group 8"/>
            <p:cNvGrpSpPr/>
            <p:nvPr/>
          </p:nvGrpSpPr>
          <p:grpSpPr>
            <a:xfrm>
              <a:off x="2743560" y="2349360"/>
              <a:ext cx="158760" cy="158760"/>
              <a:chOff x="2743560" y="2349360"/>
              <a:chExt cx="158760" cy="158760"/>
            </a:xfrm>
          </p:grpSpPr>
          <p:sp>
            <p:nvSpPr>
              <p:cNvPr id="587" name="Oval 9"/>
              <p:cNvSpPr/>
              <p:nvPr/>
            </p:nvSpPr>
            <p:spPr>
              <a:xfrm>
                <a:off x="2743560" y="23493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88" name="Oval 28"/>
              <p:cNvSpPr/>
              <p:nvPr/>
            </p:nvSpPr>
            <p:spPr>
              <a:xfrm>
                <a:off x="2786760" y="23925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589" name="Group 11"/>
          <p:cNvGrpSpPr/>
          <p:nvPr/>
        </p:nvGrpSpPr>
        <p:grpSpPr>
          <a:xfrm>
            <a:off x="3921120" y="2349360"/>
            <a:ext cx="1162440" cy="1067760"/>
            <a:chOff x="3921120" y="2349360"/>
            <a:chExt cx="1162440" cy="1067760"/>
          </a:xfrm>
        </p:grpSpPr>
        <p:sp>
          <p:nvSpPr>
            <p:cNvPr id="590" name="Freeform 7"/>
            <p:cNvSpPr/>
            <p:nvPr/>
          </p:nvSpPr>
          <p:spPr>
            <a:xfrm>
              <a:off x="3921120" y="2441520"/>
              <a:ext cx="1077120" cy="975600"/>
            </a:xfrm>
            <a:custGeom>
              <a:avLst/>
              <a:gdLst>
                <a:gd name="textAreaLeft" fmla="*/ 0 w 1077120"/>
                <a:gd name="textAreaRight" fmla="*/ 1089000 w 1077120"/>
                <a:gd name="textAreaTop" fmla="*/ 0 h 975600"/>
                <a:gd name="textAreaBottom" fmla="*/ 987480 h 975600"/>
              </a:gdLst>
              <a:ahLst/>
              <a:rect l="textAreaLeft" t="textAreaTop" r="textAreaRight" b="textAreaBottom"/>
              <a:pathLst>
                <a:path w="286" h="259">
                  <a:moveTo>
                    <a:pt x="286" y="0"/>
                  </a:moveTo>
                  <a:cubicBezTo>
                    <a:pt x="286" y="233"/>
                    <a:pt x="286" y="233"/>
                    <a:pt x="286" y="233"/>
                  </a:cubicBezTo>
                  <a:cubicBezTo>
                    <a:pt x="271" y="233"/>
                    <a:pt x="260" y="245"/>
                    <a:pt x="260" y="259"/>
                  </a:cubicBezTo>
                  <a:cubicBezTo>
                    <a:pt x="27" y="259"/>
                    <a:pt x="27" y="259"/>
                    <a:pt x="27" y="259"/>
                  </a:cubicBezTo>
                  <a:cubicBezTo>
                    <a:pt x="27" y="245"/>
                    <a:pt x="15" y="233"/>
                    <a:pt x="0" y="233"/>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91" name="Group 13"/>
            <p:cNvGrpSpPr/>
            <p:nvPr/>
          </p:nvGrpSpPr>
          <p:grpSpPr>
            <a:xfrm>
              <a:off x="4924800" y="2349360"/>
              <a:ext cx="158760" cy="158760"/>
              <a:chOff x="4924800" y="2349360"/>
              <a:chExt cx="158760" cy="158760"/>
            </a:xfrm>
          </p:grpSpPr>
          <p:sp>
            <p:nvSpPr>
              <p:cNvPr id="592" name="Oval 14"/>
              <p:cNvSpPr/>
              <p:nvPr/>
            </p:nvSpPr>
            <p:spPr>
              <a:xfrm>
                <a:off x="4924800" y="23493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93" name="Oval 28"/>
              <p:cNvSpPr/>
              <p:nvPr/>
            </p:nvSpPr>
            <p:spPr>
              <a:xfrm>
                <a:off x="4968000" y="23925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594" name="Group 16"/>
          <p:cNvGrpSpPr/>
          <p:nvPr/>
        </p:nvGrpSpPr>
        <p:grpSpPr>
          <a:xfrm>
            <a:off x="6097680" y="2349360"/>
            <a:ext cx="1153800" cy="1067760"/>
            <a:chOff x="6097680" y="2349360"/>
            <a:chExt cx="1153800" cy="1067760"/>
          </a:xfrm>
        </p:grpSpPr>
        <p:sp>
          <p:nvSpPr>
            <p:cNvPr id="595" name="Freeform 8"/>
            <p:cNvSpPr/>
            <p:nvPr/>
          </p:nvSpPr>
          <p:spPr>
            <a:xfrm>
              <a:off x="6097680" y="2441520"/>
              <a:ext cx="1077120" cy="975600"/>
            </a:xfrm>
            <a:custGeom>
              <a:avLst/>
              <a:gdLst>
                <a:gd name="textAreaLeft" fmla="*/ 0 w 1077120"/>
                <a:gd name="textAreaRight" fmla="*/ 1089000 w 1077120"/>
                <a:gd name="textAreaTop" fmla="*/ 0 h 975600"/>
                <a:gd name="textAreaBottom" fmla="*/ 987480 h 975600"/>
              </a:gdLst>
              <a:ahLst/>
              <a:rect l="textAreaLeft" t="textAreaTop" r="textAreaRight" b="textAreaBottom"/>
              <a:pathLst>
                <a:path w="286" h="259">
                  <a:moveTo>
                    <a:pt x="286" y="0"/>
                  </a:moveTo>
                  <a:cubicBezTo>
                    <a:pt x="286" y="233"/>
                    <a:pt x="286" y="233"/>
                    <a:pt x="286" y="233"/>
                  </a:cubicBezTo>
                  <a:cubicBezTo>
                    <a:pt x="271" y="233"/>
                    <a:pt x="259" y="245"/>
                    <a:pt x="259" y="259"/>
                  </a:cubicBezTo>
                  <a:cubicBezTo>
                    <a:pt x="27" y="259"/>
                    <a:pt x="27" y="259"/>
                    <a:pt x="27" y="259"/>
                  </a:cubicBezTo>
                  <a:cubicBezTo>
                    <a:pt x="27" y="245"/>
                    <a:pt x="15" y="233"/>
                    <a:pt x="0" y="233"/>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96" name="Group 18"/>
            <p:cNvGrpSpPr/>
            <p:nvPr/>
          </p:nvGrpSpPr>
          <p:grpSpPr>
            <a:xfrm>
              <a:off x="7092720" y="2349360"/>
              <a:ext cx="158760" cy="158760"/>
              <a:chOff x="7092720" y="2349360"/>
              <a:chExt cx="158760" cy="158760"/>
            </a:xfrm>
          </p:grpSpPr>
          <p:sp>
            <p:nvSpPr>
              <p:cNvPr id="597" name="Oval 19"/>
              <p:cNvSpPr/>
              <p:nvPr/>
            </p:nvSpPr>
            <p:spPr>
              <a:xfrm>
                <a:off x="7092720" y="23493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98" name="Oval 28"/>
              <p:cNvSpPr/>
              <p:nvPr/>
            </p:nvSpPr>
            <p:spPr>
              <a:xfrm>
                <a:off x="7135920" y="23925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599" name="Group 21"/>
          <p:cNvGrpSpPr/>
          <p:nvPr/>
        </p:nvGrpSpPr>
        <p:grpSpPr>
          <a:xfrm>
            <a:off x="8273880" y="2349360"/>
            <a:ext cx="1151640" cy="1067760"/>
            <a:chOff x="8273880" y="2349360"/>
            <a:chExt cx="1151640" cy="1067760"/>
          </a:xfrm>
        </p:grpSpPr>
        <p:sp>
          <p:nvSpPr>
            <p:cNvPr id="600" name="Freeform 15"/>
            <p:cNvSpPr/>
            <p:nvPr/>
          </p:nvSpPr>
          <p:spPr>
            <a:xfrm>
              <a:off x="8273880" y="2441520"/>
              <a:ext cx="1077120" cy="975600"/>
            </a:xfrm>
            <a:custGeom>
              <a:avLst/>
              <a:gdLst>
                <a:gd name="textAreaLeft" fmla="*/ 0 w 1077120"/>
                <a:gd name="textAreaRight" fmla="*/ 1089000 w 1077120"/>
                <a:gd name="textAreaTop" fmla="*/ 0 h 975600"/>
                <a:gd name="textAreaBottom" fmla="*/ 987480 h 975600"/>
              </a:gdLst>
              <a:ahLst/>
              <a:rect l="textAreaLeft" t="textAreaTop" r="textAreaRight" b="textAreaBottom"/>
              <a:pathLst>
                <a:path w="286" h="259">
                  <a:moveTo>
                    <a:pt x="286" y="0"/>
                  </a:moveTo>
                  <a:cubicBezTo>
                    <a:pt x="286" y="233"/>
                    <a:pt x="286" y="233"/>
                    <a:pt x="286" y="233"/>
                  </a:cubicBezTo>
                  <a:cubicBezTo>
                    <a:pt x="271" y="233"/>
                    <a:pt x="259" y="245"/>
                    <a:pt x="259" y="259"/>
                  </a:cubicBezTo>
                  <a:cubicBezTo>
                    <a:pt x="27" y="259"/>
                    <a:pt x="27" y="259"/>
                    <a:pt x="27" y="259"/>
                  </a:cubicBezTo>
                  <a:cubicBezTo>
                    <a:pt x="27" y="245"/>
                    <a:pt x="15" y="233"/>
                    <a:pt x="0" y="233"/>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01" name="Group 23"/>
            <p:cNvGrpSpPr/>
            <p:nvPr/>
          </p:nvGrpSpPr>
          <p:grpSpPr>
            <a:xfrm>
              <a:off x="9266760" y="2349360"/>
              <a:ext cx="158760" cy="158760"/>
              <a:chOff x="9266760" y="2349360"/>
              <a:chExt cx="158760" cy="158760"/>
            </a:xfrm>
          </p:grpSpPr>
          <p:sp>
            <p:nvSpPr>
              <p:cNvPr id="602" name="Oval 24"/>
              <p:cNvSpPr/>
              <p:nvPr/>
            </p:nvSpPr>
            <p:spPr>
              <a:xfrm>
                <a:off x="9266760" y="23493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03" name="Oval 28"/>
              <p:cNvSpPr/>
              <p:nvPr/>
            </p:nvSpPr>
            <p:spPr>
              <a:xfrm>
                <a:off x="9309960" y="23925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604" name="Group 26"/>
          <p:cNvGrpSpPr/>
          <p:nvPr/>
        </p:nvGrpSpPr>
        <p:grpSpPr>
          <a:xfrm>
            <a:off x="758880" y="3429000"/>
            <a:ext cx="1056600" cy="1058040"/>
            <a:chOff x="758880" y="3429000"/>
            <a:chExt cx="1056600" cy="1058040"/>
          </a:xfrm>
        </p:grpSpPr>
        <p:sp>
          <p:nvSpPr>
            <p:cNvPr id="605" name="Freeform 9"/>
            <p:cNvSpPr/>
            <p:nvPr/>
          </p:nvSpPr>
          <p:spPr>
            <a:xfrm>
              <a:off x="758880" y="3429000"/>
              <a:ext cx="973800" cy="978840"/>
            </a:xfrm>
            <a:custGeom>
              <a:avLst/>
              <a:gdLst>
                <a:gd name="textAreaLeft" fmla="*/ 0 w 973800"/>
                <a:gd name="textAreaRight" fmla="*/ 985680 w 973800"/>
                <a:gd name="textAreaTop" fmla="*/ 0 h 978840"/>
                <a:gd name="textAreaBottom" fmla="*/ 990720 h 978840"/>
              </a:gdLst>
              <a:ahLst/>
              <a:rect l="textAreaLeft" t="textAreaTop" r="textAreaRight" b="textAreaBottom"/>
              <a:pathLst>
                <a:path w="259" h="260">
                  <a:moveTo>
                    <a:pt x="259" y="260"/>
                  </a:moveTo>
                  <a:cubicBezTo>
                    <a:pt x="259" y="27"/>
                    <a:pt x="259" y="27"/>
                    <a:pt x="259" y="27"/>
                  </a:cubicBezTo>
                  <a:cubicBezTo>
                    <a:pt x="245" y="27"/>
                    <a:pt x="233" y="15"/>
                    <a:pt x="233" y="0"/>
                  </a:cubicBezTo>
                  <a:cubicBezTo>
                    <a:pt x="0" y="0"/>
                    <a:pt x="0" y="0"/>
                    <a:pt x="0" y="0"/>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06" name="Group 28"/>
            <p:cNvGrpSpPr/>
            <p:nvPr/>
          </p:nvGrpSpPr>
          <p:grpSpPr>
            <a:xfrm>
              <a:off x="1656720" y="4328280"/>
              <a:ext cx="158760" cy="158760"/>
              <a:chOff x="1656720" y="4328280"/>
              <a:chExt cx="158760" cy="158760"/>
            </a:xfrm>
          </p:grpSpPr>
          <p:sp>
            <p:nvSpPr>
              <p:cNvPr id="607" name="Oval 29"/>
              <p:cNvSpPr/>
              <p:nvPr/>
            </p:nvSpPr>
            <p:spPr>
              <a:xfrm>
                <a:off x="1656720" y="432828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08" name="Oval 28"/>
              <p:cNvSpPr/>
              <p:nvPr/>
            </p:nvSpPr>
            <p:spPr>
              <a:xfrm>
                <a:off x="1699560" y="437148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609" name="Group 31"/>
          <p:cNvGrpSpPr/>
          <p:nvPr/>
        </p:nvGrpSpPr>
        <p:grpSpPr>
          <a:xfrm>
            <a:off x="2833560" y="3432240"/>
            <a:ext cx="1163160" cy="1054800"/>
            <a:chOff x="2833560" y="3432240"/>
            <a:chExt cx="1163160" cy="1054800"/>
          </a:xfrm>
        </p:grpSpPr>
        <p:sp>
          <p:nvSpPr>
            <p:cNvPr id="610" name="Freeform 10"/>
            <p:cNvSpPr/>
            <p:nvPr/>
          </p:nvSpPr>
          <p:spPr>
            <a:xfrm>
              <a:off x="2833560" y="3432240"/>
              <a:ext cx="1075680" cy="975600"/>
            </a:xfrm>
            <a:custGeom>
              <a:avLst/>
              <a:gdLst>
                <a:gd name="textAreaLeft" fmla="*/ 0 w 1075680"/>
                <a:gd name="textAreaRight" fmla="*/ 1087560 w 1075680"/>
                <a:gd name="textAreaTop" fmla="*/ 0 h 975600"/>
                <a:gd name="textAreaBottom" fmla="*/ 987480 h 975600"/>
              </a:gdLst>
              <a:ahLst/>
              <a:rect l="textAreaLeft" t="textAreaTop" r="textAreaRight" b="textAreaBottom"/>
              <a:pathLst>
                <a:path w="286" h="259">
                  <a:moveTo>
                    <a:pt x="286" y="259"/>
                  </a:moveTo>
                  <a:cubicBezTo>
                    <a:pt x="286" y="26"/>
                    <a:pt x="286" y="26"/>
                    <a:pt x="286" y="26"/>
                  </a:cubicBezTo>
                  <a:cubicBezTo>
                    <a:pt x="271" y="26"/>
                    <a:pt x="260" y="14"/>
                    <a:pt x="260" y="0"/>
                  </a:cubicBezTo>
                  <a:cubicBezTo>
                    <a:pt x="27" y="0"/>
                    <a:pt x="27" y="0"/>
                    <a:pt x="27" y="0"/>
                  </a:cubicBezTo>
                  <a:cubicBezTo>
                    <a:pt x="27" y="14"/>
                    <a:pt x="15" y="26"/>
                    <a:pt x="0" y="26"/>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11" name="Group 33"/>
            <p:cNvGrpSpPr/>
            <p:nvPr/>
          </p:nvGrpSpPr>
          <p:grpSpPr>
            <a:xfrm>
              <a:off x="3837960" y="4328280"/>
              <a:ext cx="158760" cy="158760"/>
              <a:chOff x="3837960" y="4328280"/>
              <a:chExt cx="158760" cy="158760"/>
            </a:xfrm>
          </p:grpSpPr>
          <p:sp>
            <p:nvSpPr>
              <p:cNvPr id="612" name="Oval 34"/>
              <p:cNvSpPr/>
              <p:nvPr/>
            </p:nvSpPr>
            <p:spPr>
              <a:xfrm>
                <a:off x="3837960" y="432828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13" name="Oval 28"/>
              <p:cNvSpPr/>
              <p:nvPr/>
            </p:nvSpPr>
            <p:spPr>
              <a:xfrm>
                <a:off x="3880800" y="437148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614" name="Group 36"/>
          <p:cNvGrpSpPr/>
          <p:nvPr/>
        </p:nvGrpSpPr>
        <p:grpSpPr>
          <a:xfrm>
            <a:off x="5010120" y="3432240"/>
            <a:ext cx="1154160" cy="1054800"/>
            <a:chOff x="5010120" y="3432240"/>
            <a:chExt cx="1154160" cy="1054800"/>
          </a:xfrm>
        </p:grpSpPr>
        <p:sp>
          <p:nvSpPr>
            <p:cNvPr id="615" name="Freeform 11"/>
            <p:cNvSpPr/>
            <p:nvPr/>
          </p:nvSpPr>
          <p:spPr>
            <a:xfrm>
              <a:off x="5010120" y="3432240"/>
              <a:ext cx="1075680" cy="975600"/>
            </a:xfrm>
            <a:custGeom>
              <a:avLst/>
              <a:gdLst>
                <a:gd name="textAreaLeft" fmla="*/ 0 w 1075680"/>
                <a:gd name="textAreaRight" fmla="*/ 1087560 w 1075680"/>
                <a:gd name="textAreaTop" fmla="*/ 0 h 975600"/>
                <a:gd name="textAreaBottom" fmla="*/ 987480 h 975600"/>
              </a:gdLst>
              <a:ahLst/>
              <a:rect l="textAreaLeft" t="textAreaTop" r="textAreaRight" b="textAreaBottom"/>
              <a:pathLst>
                <a:path w="286" h="259">
                  <a:moveTo>
                    <a:pt x="286" y="259"/>
                  </a:moveTo>
                  <a:cubicBezTo>
                    <a:pt x="286" y="26"/>
                    <a:pt x="286" y="26"/>
                    <a:pt x="286" y="26"/>
                  </a:cubicBezTo>
                  <a:cubicBezTo>
                    <a:pt x="271" y="26"/>
                    <a:pt x="259" y="14"/>
                    <a:pt x="259" y="0"/>
                  </a:cubicBezTo>
                  <a:cubicBezTo>
                    <a:pt x="27" y="0"/>
                    <a:pt x="27" y="0"/>
                    <a:pt x="27" y="0"/>
                  </a:cubicBezTo>
                  <a:cubicBezTo>
                    <a:pt x="27" y="14"/>
                    <a:pt x="15" y="26"/>
                    <a:pt x="0" y="26"/>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16" name="Group 38"/>
            <p:cNvGrpSpPr/>
            <p:nvPr/>
          </p:nvGrpSpPr>
          <p:grpSpPr>
            <a:xfrm>
              <a:off x="6005520" y="4328280"/>
              <a:ext cx="158760" cy="158760"/>
              <a:chOff x="6005520" y="4328280"/>
              <a:chExt cx="158760" cy="158760"/>
            </a:xfrm>
          </p:grpSpPr>
          <p:sp>
            <p:nvSpPr>
              <p:cNvPr id="617" name="Oval 39"/>
              <p:cNvSpPr/>
              <p:nvPr/>
            </p:nvSpPr>
            <p:spPr>
              <a:xfrm>
                <a:off x="6005520" y="432828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18" name="Oval 28"/>
              <p:cNvSpPr/>
              <p:nvPr/>
            </p:nvSpPr>
            <p:spPr>
              <a:xfrm>
                <a:off x="6048720" y="437148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619" name="Group 41"/>
          <p:cNvGrpSpPr/>
          <p:nvPr/>
        </p:nvGrpSpPr>
        <p:grpSpPr>
          <a:xfrm>
            <a:off x="7186680" y="3432240"/>
            <a:ext cx="1151640" cy="1054800"/>
            <a:chOff x="7186680" y="3432240"/>
            <a:chExt cx="1151640" cy="1054800"/>
          </a:xfrm>
        </p:grpSpPr>
        <p:sp>
          <p:nvSpPr>
            <p:cNvPr id="620" name="Freeform 12"/>
            <p:cNvSpPr/>
            <p:nvPr/>
          </p:nvSpPr>
          <p:spPr>
            <a:xfrm>
              <a:off x="7186680" y="3432240"/>
              <a:ext cx="1075680" cy="975600"/>
            </a:xfrm>
            <a:custGeom>
              <a:avLst/>
              <a:gdLst>
                <a:gd name="textAreaLeft" fmla="*/ 0 w 1075680"/>
                <a:gd name="textAreaRight" fmla="*/ 1087560 w 1075680"/>
                <a:gd name="textAreaTop" fmla="*/ 0 h 975600"/>
                <a:gd name="textAreaBottom" fmla="*/ 987480 h 975600"/>
              </a:gdLst>
              <a:ahLst/>
              <a:rect l="textAreaLeft" t="textAreaTop" r="textAreaRight" b="textAreaBottom"/>
              <a:pathLst>
                <a:path w="286" h="259">
                  <a:moveTo>
                    <a:pt x="286" y="259"/>
                  </a:moveTo>
                  <a:cubicBezTo>
                    <a:pt x="286" y="26"/>
                    <a:pt x="286" y="26"/>
                    <a:pt x="286" y="26"/>
                  </a:cubicBezTo>
                  <a:cubicBezTo>
                    <a:pt x="271" y="26"/>
                    <a:pt x="259" y="14"/>
                    <a:pt x="259" y="0"/>
                  </a:cubicBezTo>
                  <a:cubicBezTo>
                    <a:pt x="27" y="0"/>
                    <a:pt x="27" y="0"/>
                    <a:pt x="27" y="0"/>
                  </a:cubicBezTo>
                  <a:cubicBezTo>
                    <a:pt x="27" y="14"/>
                    <a:pt x="15" y="26"/>
                    <a:pt x="0" y="26"/>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21" name="Group 43"/>
            <p:cNvGrpSpPr/>
            <p:nvPr/>
          </p:nvGrpSpPr>
          <p:grpSpPr>
            <a:xfrm>
              <a:off x="8179560" y="4328280"/>
              <a:ext cx="158760" cy="158760"/>
              <a:chOff x="8179560" y="4328280"/>
              <a:chExt cx="158760" cy="158760"/>
            </a:xfrm>
          </p:grpSpPr>
          <p:sp>
            <p:nvSpPr>
              <p:cNvPr id="622" name="Oval 44"/>
              <p:cNvSpPr/>
              <p:nvPr/>
            </p:nvSpPr>
            <p:spPr>
              <a:xfrm>
                <a:off x="8179560" y="432828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23" name="Oval 28"/>
              <p:cNvSpPr/>
              <p:nvPr/>
            </p:nvSpPr>
            <p:spPr>
              <a:xfrm>
                <a:off x="8222760" y="437148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624" name="Group 46"/>
          <p:cNvGrpSpPr/>
          <p:nvPr/>
        </p:nvGrpSpPr>
        <p:grpSpPr>
          <a:xfrm>
            <a:off x="1656720" y="3344760"/>
            <a:ext cx="158760" cy="158760"/>
            <a:chOff x="1656720" y="3344760"/>
            <a:chExt cx="158760" cy="158760"/>
          </a:xfrm>
        </p:grpSpPr>
        <p:sp>
          <p:nvSpPr>
            <p:cNvPr id="625" name="Oval 47"/>
            <p:cNvSpPr/>
            <p:nvPr/>
          </p:nvSpPr>
          <p:spPr>
            <a:xfrm>
              <a:off x="165672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26" name="Oval 28"/>
            <p:cNvSpPr/>
            <p:nvPr/>
          </p:nvSpPr>
          <p:spPr>
            <a:xfrm>
              <a:off x="169956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27" name="Group 49"/>
          <p:cNvGrpSpPr/>
          <p:nvPr/>
        </p:nvGrpSpPr>
        <p:grpSpPr>
          <a:xfrm>
            <a:off x="2746800" y="3344760"/>
            <a:ext cx="158760" cy="158760"/>
            <a:chOff x="2746800" y="3344760"/>
            <a:chExt cx="158760" cy="158760"/>
          </a:xfrm>
        </p:grpSpPr>
        <p:sp>
          <p:nvSpPr>
            <p:cNvPr id="628" name="Oval 50"/>
            <p:cNvSpPr/>
            <p:nvPr/>
          </p:nvSpPr>
          <p:spPr>
            <a:xfrm>
              <a:off x="274680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29" name="Oval 28"/>
            <p:cNvSpPr/>
            <p:nvPr/>
          </p:nvSpPr>
          <p:spPr>
            <a:xfrm>
              <a:off x="279000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30" name="Group 52"/>
          <p:cNvGrpSpPr/>
          <p:nvPr/>
        </p:nvGrpSpPr>
        <p:grpSpPr>
          <a:xfrm>
            <a:off x="3832200" y="3344760"/>
            <a:ext cx="158760" cy="158760"/>
            <a:chOff x="3832200" y="3344760"/>
            <a:chExt cx="158760" cy="158760"/>
          </a:xfrm>
        </p:grpSpPr>
        <p:sp>
          <p:nvSpPr>
            <p:cNvPr id="631" name="Oval 53"/>
            <p:cNvSpPr/>
            <p:nvPr/>
          </p:nvSpPr>
          <p:spPr>
            <a:xfrm>
              <a:off x="383220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32" name="Oval 28"/>
            <p:cNvSpPr/>
            <p:nvPr/>
          </p:nvSpPr>
          <p:spPr>
            <a:xfrm>
              <a:off x="387540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33" name="Group 55"/>
          <p:cNvGrpSpPr/>
          <p:nvPr/>
        </p:nvGrpSpPr>
        <p:grpSpPr>
          <a:xfrm>
            <a:off x="4921200" y="3344760"/>
            <a:ext cx="158760" cy="158760"/>
            <a:chOff x="4921200" y="3344760"/>
            <a:chExt cx="158760" cy="158760"/>
          </a:xfrm>
        </p:grpSpPr>
        <p:sp>
          <p:nvSpPr>
            <p:cNvPr id="634" name="Oval 56"/>
            <p:cNvSpPr/>
            <p:nvPr/>
          </p:nvSpPr>
          <p:spPr>
            <a:xfrm>
              <a:off x="492120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35" name="Oval 28"/>
            <p:cNvSpPr/>
            <p:nvPr/>
          </p:nvSpPr>
          <p:spPr>
            <a:xfrm>
              <a:off x="496440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36" name="Group 58"/>
          <p:cNvGrpSpPr/>
          <p:nvPr/>
        </p:nvGrpSpPr>
        <p:grpSpPr>
          <a:xfrm>
            <a:off x="6014880" y="3344760"/>
            <a:ext cx="158760" cy="158760"/>
            <a:chOff x="6014880" y="3344760"/>
            <a:chExt cx="158760" cy="158760"/>
          </a:xfrm>
        </p:grpSpPr>
        <p:sp>
          <p:nvSpPr>
            <p:cNvPr id="637" name="Oval 59"/>
            <p:cNvSpPr/>
            <p:nvPr/>
          </p:nvSpPr>
          <p:spPr>
            <a:xfrm>
              <a:off x="601488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38" name="Oval 28"/>
            <p:cNvSpPr/>
            <p:nvPr/>
          </p:nvSpPr>
          <p:spPr>
            <a:xfrm>
              <a:off x="605808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39" name="Group 61"/>
          <p:cNvGrpSpPr/>
          <p:nvPr/>
        </p:nvGrpSpPr>
        <p:grpSpPr>
          <a:xfrm>
            <a:off x="7098840" y="3344760"/>
            <a:ext cx="158760" cy="158760"/>
            <a:chOff x="7098840" y="3344760"/>
            <a:chExt cx="158760" cy="158760"/>
          </a:xfrm>
        </p:grpSpPr>
        <p:sp>
          <p:nvSpPr>
            <p:cNvPr id="640" name="Oval 62"/>
            <p:cNvSpPr/>
            <p:nvPr/>
          </p:nvSpPr>
          <p:spPr>
            <a:xfrm>
              <a:off x="709884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41" name="Oval 28"/>
            <p:cNvSpPr/>
            <p:nvPr/>
          </p:nvSpPr>
          <p:spPr>
            <a:xfrm>
              <a:off x="714204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42" name="Group 64"/>
          <p:cNvGrpSpPr/>
          <p:nvPr/>
        </p:nvGrpSpPr>
        <p:grpSpPr>
          <a:xfrm>
            <a:off x="8182800" y="3344760"/>
            <a:ext cx="158760" cy="158760"/>
            <a:chOff x="8182800" y="3344760"/>
            <a:chExt cx="158760" cy="158760"/>
          </a:xfrm>
        </p:grpSpPr>
        <p:sp>
          <p:nvSpPr>
            <p:cNvPr id="643" name="Oval 65"/>
            <p:cNvSpPr/>
            <p:nvPr/>
          </p:nvSpPr>
          <p:spPr>
            <a:xfrm>
              <a:off x="818280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44" name="Oval 28"/>
            <p:cNvSpPr/>
            <p:nvPr/>
          </p:nvSpPr>
          <p:spPr>
            <a:xfrm>
              <a:off x="822600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45" name="Group 67"/>
          <p:cNvGrpSpPr/>
          <p:nvPr/>
        </p:nvGrpSpPr>
        <p:grpSpPr>
          <a:xfrm>
            <a:off x="9363240" y="3432240"/>
            <a:ext cx="1155240" cy="1054800"/>
            <a:chOff x="9363240" y="3432240"/>
            <a:chExt cx="1155240" cy="1054800"/>
          </a:xfrm>
        </p:grpSpPr>
        <p:sp>
          <p:nvSpPr>
            <p:cNvPr id="646" name="Freeform 14"/>
            <p:cNvSpPr/>
            <p:nvPr/>
          </p:nvSpPr>
          <p:spPr>
            <a:xfrm>
              <a:off x="9363240" y="3432240"/>
              <a:ext cx="1077120" cy="975600"/>
            </a:xfrm>
            <a:custGeom>
              <a:avLst/>
              <a:gdLst>
                <a:gd name="textAreaLeft" fmla="*/ 0 w 1077120"/>
                <a:gd name="textAreaRight" fmla="*/ 1089000 w 1077120"/>
                <a:gd name="textAreaTop" fmla="*/ 0 h 975600"/>
                <a:gd name="textAreaBottom" fmla="*/ 987480 h 975600"/>
              </a:gdLst>
              <a:ahLst/>
              <a:rect l="textAreaLeft" t="textAreaTop" r="textAreaRight" b="textAreaBottom"/>
              <a:pathLst>
                <a:path w="286" h="259">
                  <a:moveTo>
                    <a:pt x="286" y="259"/>
                  </a:moveTo>
                  <a:cubicBezTo>
                    <a:pt x="286" y="26"/>
                    <a:pt x="286" y="26"/>
                    <a:pt x="286" y="26"/>
                  </a:cubicBezTo>
                  <a:cubicBezTo>
                    <a:pt x="271" y="26"/>
                    <a:pt x="259" y="14"/>
                    <a:pt x="259" y="0"/>
                  </a:cubicBezTo>
                  <a:cubicBezTo>
                    <a:pt x="26" y="0"/>
                    <a:pt x="26" y="0"/>
                    <a:pt x="26" y="0"/>
                  </a:cubicBezTo>
                  <a:cubicBezTo>
                    <a:pt x="26" y="14"/>
                    <a:pt x="14" y="26"/>
                    <a:pt x="0" y="26"/>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47" name="Group 69"/>
            <p:cNvGrpSpPr/>
            <p:nvPr/>
          </p:nvGrpSpPr>
          <p:grpSpPr>
            <a:xfrm>
              <a:off x="10359720" y="4328280"/>
              <a:ext cx="158760" cy="158760"/>
              <a:chOff x="10359720" y="4328280"/>
              <a:chExt cx="158760" cy="158760"/>
            </a:xfrm>
          </p:grpSpPr>
          <p:sp>
            <p:nvSpPr>
              <p:cNvPr id="648" name="Oval 70"/>
              <p:cNvSpPr/>
              <p:nvPr/>
            </p:nvSpPr>
            <p:spPr>
              <a:xfrm>
                <a:off x="10359720" y="432828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49" name="Oval 28"/>
              <p:cNvSpPr/>
              <p:nvPr/>
            </p:nvSpPr>
            <p:spPr>
              <a:xfrm>
                <a:off x="10402920" y="437148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grpSp>
        <p:nvGrpSpPr>
          <p:cNvPr id="650" name="Group 72"/>
          <p:cNvGrpSpPr/>
          <p:nvPr/>
        </p:nvGrpSpPr>
        <p:grpSpPr>
          <a:xfrm>
            <a:off x="9272880" y="3344760"/>
            <a:ext cx="158760" cy="158760"/>
            <a:chOff x="9272880" y="3344760"/>
            <a:chExt cx="158760" cy="158760"/>
          </a:xfrm>
        </p:grpSpPr>
        <p:sp>
          <p:nvSpPr>
            <p:cNvPr id="651" name="Oval 73"/>
            <p:cNvSpPr/>
            <p:nvPr/>
          </p:nvSpPr>
          <p:spPr>
            <a:xfrm>
              <a:off x="927288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52" name="Oval 28"/>
            <p:cNvSpPr/>
            <p:nvPr/>
          </p:nvSpPr>
          <p:spPr>
            <a:xfrm>
              <a:off x="931608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53" name="Group 75"/>
          <p:cNvGrpSpPr/>
          <p:nvPr/>
        </p:nvGrpSpPr>
        <p:grpSpPr>
          <a:xfrm>
            <a:off x="10358640" y="3344760"/>
            <a:ext cx="158760" cy="158760"/>
            <a:chOff x="10358640" y="3344760"/>
            <a:chExt cx="158760" cy="158760"/>
          </a:xfrm>
        </p:grpSpPr>
        <p:sp>
          <p:nvSpPr>
            <p:cNvPr id="654" name="Oval 76"/>
            <p:cNvSpPr/>
            <p:nvPr/>
          </p:nvSpPr>
          <p:spPr>
            <a:xfrm>
              <a:off x="1035864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55" name="Oval 28"/>
            <p:cNvSpPr/>
            <p:nvPr/>
          </p:nvSpPr>
          <p:spPr>
            <a:xfrm>
              <a:off x="1040184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56" name="Group 78"/>
          <p:cNvGrpSpPr/>
          <p:nvPr/>
        </p:nvGrpSpPr>
        <p:grpSpPr>
          <a:xfrm>
            <a:off x="11351880" y="3344760"/>
            <a:ext cx="158760" cy="158760"/>
            <a:chOff x="11351880" y="3344760"/>
            <a:chExt cx="158760" cy="158760"/>
          </a:xfrm>
        </p:grpSpPr>
        <p:sp>
          <p:nvSpPr>
            <p:cNvPr id="657" name="Oval 79"/>
            <p:cNvSpPr/>
            <p:nvPr/>
          </p:nvSpPr>
          <p:spPr>
            <a:xfrm>
              <a:off x="1135188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58" name="Oval 28"/>
            <p:cNvSpPr/>
            <p:nvPr/>
          </p:nvSpPr>
          <p:spPr>
            <a:xfrm>
              <a:off x="1139508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grpSp>
        <p:nvGrpSpPr>
          <p:cNvPr id="659" name="Group 112"/>
          <p:cNvGrpSpPr/>
          <p:nvPr/>
        </p:nvGrpSpPr>
        <p:grpSpPr>
          <a:xfrm>
            <a:off x="673560" y="3344760"/>
            <a:ext cx="158760" cy="158760"/>
            <a:chOff x="673560" y="3344760"/>
            <a:chExt cx="158760" cy="158760"/>
          </a:xfrm>
        </p:grpSpPr>
        <p:sp>
          <p:nvSpPr>
            <p:cNvPr id="660" name="Oval 113"/>
            <p:cNvSpPr/>
            <p:nvPr/>
          </p:nvSpPr>
          <p:spPr>
            <a:xfrm>
              <a:off x="673560" y="3344760"/>
              <a:ext cx="158760" cy="15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61" name="Oval 28"/>
            <p:cNvSpPr/>
            <p:nvPr/>
          </p:nvSpPr>
          <p:spPr>
            <a:xfrm>
              <a:off x="716760" y="3387960"/>
              <a:ext cx="70560" cy="69840"/>
            </a:xfrm>
            <a:prstGeom prst="ellipse">
              <a:avLst/>
            </a:prstGeom>
            <a:solidFill>
              <a:srgbClr val="c00000"/>
            </a:solidFill>
            <a:ln w="0">
              <a:noFill/>
            </a:ln>
          </p:spPr>
          <p:style>
            <a:lnRef idx="0"/>
            <a:fillRef idx="0"/>
            <a:effectRef idx="0"/>
            <a:fontRef idx="minor"/>
          </p:style>
          <p:txBody>
            <a:bodyPr numCol="1" spcCol="0" lIns="90000" rIns="90000" tIns="24840" bIns="24840" anchor="t">
              <a:noAutofit/>
            </a:bodyPr>
            <a:p>
              <a:pPr defTabSz="914400">
                <a:lnSpc>
                  <a:spcPct val="100000"/>
                </a:lnSpc>
              </a:pPr>
              <a:endParaRPr b="0" lang="ru-UA" sz="1800" spc="-1" strike="noStrike">
                <a:solidFill>
                  <a:schemeClr val="dk1"/>
                </a:solidFill>
                <a:latin typeface="Open Sans"/>
              </a:endParaRPr>
            </a:p>
          </p:txBody>
        </p:sp>
      </p:grpSp>
      <p:sp>
        <p:nvSpPr>
          <p:cNvPr id="662"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63"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64"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65"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666" name="Group 93"/>
          <p:cNvGrpSpPr/>
          <p:nvPr/>
        </p:nvGrpSpPr>
        <p:grpSpPr>
          <a:xfrm>
            <a:off x="559080" y="565200"/>
            <a:ext cx="1467720" cy="43920"/>
            <a:chOff x="559080" y="565200"/>
            <a:chExt cx="1467720" cy="43920"/>
          </a:xfrm>
        </p:grpSpPr>
        <p:sp>
          <p:nvSpPr>
            <p:cNvPr id="66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6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669" name="Rectangle 98"/>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1"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67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67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6B8C1EB6-56C8-4588-9110-62EECC7E145A}"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672" name="TextBox 9"/>
          <p:cNvSpPr/>
          <p:nvPr/>
        </p:nvSpPr>
        <p:spPr>
          <a:xfrm>
            <a:off x="4515120" y="4888800"/>
            <a:ext cx="347004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tabLst>
                <a:tab algn="l" pos="0"/>
              </a:tabLst>
            </a:pPr>
            <a:r>
              <a:rPr b="0" lang="tr-TR" sz="1800" spc="-1" strike="noStrike">
                <a:solidFill>
                  <a:srgbClr val="ffffff"/>
                </a:solidFill>
                <a:latin typeface="Calibri"/>
              </a:rPr>
              <a:t>www.havelsan.com</a:t>
            </a:r>
            <a:endParaRPr b="0" lang="en-US" sz="1800" spc="-1" strike="noStrike">
              <a:solidFill>
                <a:srgbClr val="ffffff"/>
              </a:solidFill>
              <a:latin typeface="Arial"/>
            </a:endParaRPr>
          </a:p>
        </p:txBody>
      </p:sp>
      <p:sp>
        <p:nvSpPr>
          <p:cNvPr id="673" name="Grey_unpressed"/>
          <p:cNvSpPr/>
          <p:nvPr/>
        </p:nvSpPr>
        <p:spPr>
          <a:xfrm>
            <a:off x="2833920" y="2727720"/>
            <a:ext cx="6462720" cy="1510560"/>
          </a:xfrm>
          <a:custGeom>
            <a:avLst/>
            <a:gdLst>
              <a:gd name="textAreaLeft" fmla="*/ 0 w 6462720"/>
              <a:gd name="textAreaRight" fmla="*/ 6474600 w 6462720"/>
              <a:gd name="textAreaTop" fmla="*/ 0 h 1510560"/>
              <a:gd name="textAreaBottom" fmla="*/ 1522440 h 151056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674" name="Freeform 11"/>
          <p:cNvSpPr/>
          <p:nvPr/>
        </p:nvSpPr>
        <p:spPr>
          <a:xfrm>
            <a:off x="2435040" y="2589840"/>
            <a:ext cx="2428200" cy="2603160"/>
          </a:xfrm>
          <a:custGeom>
            <a:avLst/>
            <a:gdLst>
              <a:gd name="textAreaLeft" fmla="*/ 0 w 2428200"/>
              <a:gd name="textAreaRight" fmla="*/ 2440080 w 2428200"/>
              <a:gd name="textAreaTop" fmla="*/ 0 h 2603160"/>
              <a:gd name="textAreaBottom" fmla="*/ 2615040 h 260316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675" name="Oval 12"/>
          <p:cNvSpPr/>
          <p:nvPr/>
        </p:nvSpPr>
        <p:spPr>
          <a:xfrm>
            <a:off x="3103920" y="3080520"/>
            <a:ext cx="974880" cy="9748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76" name="TextBox 13"/>
          <p:cNvSpPr/>
          <p:nvPr/>
        </p:nvSpPr>
        <p:spPr>
          <a:xfrm>
            <a:off x="4591800" y="3215160"/>
            <a:ext cx="3393000" cy="699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tr-TR" sz="4000" spc="-1" strike="noStrike">
                <a:solidFill>
                  <a:srgbClr val="ffffff"/>
                </a:solidFill>
                <a:latin typeface="Arial"/>
              </a:rPr>
              <a:t>ARZ EDERİM</a:t>
            </a:r>
            <a:endParaRPr b="0" lang="en-US" sz="4000" spc="-1" strike="noStrike">
              <a:solidFill>
                <a:srgbClr val="ffffff"/>
              </a:solidFill>
              <a:latin typeface="Arial"/>
            </a:endParaRPr>
          </a:p>
        </p:txBody>
      </p:sp>
      <p:grpSp>
        <p:nvGrpSpPr>
          <p:cNvPr id="677" name="Group 14"/>
          <p:cNvGrpSpPr/>
          <p:nvPr/>
        </p:nvGrpSpPr>
        <p:grpSpPr>
          <a:xfrm>
            <a:off x="1717560" y="6498720"/>
            <a:ext cx="896040" cy="189360"/>
            <a:chOff x="1717560" y="6498720"/>
            <a:chExt cx="896040" cy="189360"/>
          </a:xfrm>
        </p:grpSpPr>
        <p:pic>
          <p:nvPicPr>
            <p:cNvPr id="678" name="Picture 15" descr=""/>
            <p:cNvPicPr/>
            <p:nvPr/>
          </p:nvPicPr>
          <p:blipFill>
            <a:blip r:embed="rId2"/>
            <a:srcRect l="24312" t="0" r="0" b="0"/>
            <a:stretch/>
          </p:blipFill>
          <p:spPr>
            <a:xfrm>
              <a:off x="1934640" y="6498720"/>
              <a:ext cx="678960" cy="178560"/>
            </a:xfrm>
            <a:prstGeom prst="rect">
              <a:avLst/>
            </a:prstGeom>
            <a:ln w="0">
              <a:noFill/>
            </a:ln>
          </p:spPr>
        </p:pic>
        <p:pic>
          <p:nvPicPr>
            <p:cNvPr id="679" name="Picture 16" descr=""/>
            <p:cNvPicPr/>
            <p:nvPr/>
          </p:nvPicPr>
          <p:blipFill>
            <a:blip r:embed="rId3"/>
            <a:srcRect l="0" t="0" r="76760" b="0"/>
            <a:stretch/>
          </p:blipFill>
          <p:spPr>
            <a:xfrm>
              <a:off x="1717560" y="6509520"/>
              <a:ext cx="200160" cy="178560"/>
            </a:xfrm>
            <a:prstGeom prst="rect">
              <a:avLst/>
            </a:prstGeom>
            <a:ln w="0">
              <a:noFill/>
            </a:ln>
          </p:spPr>
        </p:pic>
      </p:grpSp>
      <p:pic>
        <p:nvPicPr>
          <p:cNvPr id="680" name="Picture 4" descr=""/>
          <p:cNvPicPr/>
          <p:nvPr/>
        </p:nvPicPr>
        <p:blipFill>
          <a:blip r:embed="rId4"/>
          <a:stretch/>
        </p:blipFill>
        <p:spPr>
          <a:xfrm>
            <a:off x="169560" y="6469200"/>
            <a:ext cx="1324080" cy="248040"/>
          </a:xfrm>
          <a:prstGeom prst="rect">
            <a:avLst/>
          </a:prstGeom>
          <a:ln w="0">
            <a:noFill/>
          </a:ln>
        </p:spPr>
      </p:pic>
      <p:sp>
        <p:nvSpPr>
          <p:cNvPr id="681" name="TextBox 5"/>
          <p:cNvSpPr/>
          <p:nvPr/>
        </p:nvSpPr>
        <p:spPr>
          <a:xfrm>
            <a:off x="1585440" y="64987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682" name="TextBox 18"/>
          <p:cNvSpPr/>
          <p:nvPr/>
        </p:nvSpPr>
        <p:spPr>
          <a:xfrm>
            <a:off x="1585440" y="645480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683" name="TextBox 19"/>
          <p:cNvSpPr/>
          <p:nvPr/>
        </p:nvSpPr>
        <p:spPr>
          <a:xfrm>
            <a:off x="1585440" y="65095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684" name="TextBox 17"/>
          <p:cNvSpPr/>
          <p:nvPr/>
        </p:nvSpPr>
        <p:spPr>
          <a:xfrm>
            <a:off x="7392960" y="6313680"/>
            <a:ext cx="5699160" cy="394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tr-TR" sz="1000" spc="-1" strike="noStrike">
                <a:solidFill>
                  <a:srgbClr val="ffffff"/>
                </a:solidFill>
                <a:latin typeface="Arial"/>
                <a:ea typeface="SF Pro Display"/>
              </a:rPr>
              <a:t>Bu belgenin içeriği HAVELSAN’ın mülkiyetindedir. HAVELSAN’ın izni olmadan bu</a:t>
            </a:r>
            <a:endParaRPr b="0" lang="en-US" sz="1000" spc="-1" strike="noStrike">
              <a:solidFill>
                <a:srgbClr val="ffffff"/>
              </a:solidFill>
              <a:latin typeface="Arial"/>
            </a:endParaRPr>
          </a:p>
          <a:p>
            <a:pPr defTabSz="914400">
              <a:lnSpc>
                <a:spcPct val="100000"/>
              </a:lnSpc>
              <a:tabLst>
                <a:tab algn="l" pos="0"/>
              </a:tabLst>
            </a:pPr>
            <a:r>
              <a:rPr b="0" lang="tr-TR" sz="1000" spc="-1" strike="noStrike">
                <a:solidFill>
                  <a:srgbClr val="ffffff"/>
                </a:solidFill>
                <a:latin typeface="Arial"/>
                <a:ea typeface="SF Pro Display"/>
              </a:rPr>
              <a:t> </a:t>
            </a:r>
            <a:r>
              <a:rPr b="0" lang="tr-TR" sz="1000" spc="-1" strike="noStrike">
                <a:solidFill>
                  <a:srgbClr val="ffffff"/>
                </a:solidFill>
                <a:latin typeface="Arial"/>
                <a:ea typeface="SF Pro Display"/>
              </a:rPr>
              <a:t>belgenin tamamını veya bir kısmını bir başkasına kopyalamak ve vermek yasaktır.</a:t>
            </a:r>
            <a:endParaRPr b="0" lang="en-US" sz="1000" spc="-1" strike="noStrike">
              <a:solidFill>
                <a:srgbClr val="ffffff"/>
              </a:solidFill>
              <a:latin typeface="Arial"/>
            </a:endParaRPr>
          </a:p>
        </p:txBody>
      </p:sp>
      <p:sp>
        <p:nvSpPr>
          <p:cNvPr id="685" name="Rectangle 1"/>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3" r:id="rId5"/>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686"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68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3231316-2C9A-40E6-92F9-7BE80B275321}"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688" name="Freeform 32"/>
          <p:cNvSpPr/>
          <p:nvPr/>
        </p:nvSpPr>
        <p:spPr>
          <a:xfrm>
            <a:off x="-1935720" y="-101196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689" name="Group 5"/>
          <p:cNvGrpSpPr/>
          <p:nvPr/>
        </p:nvGrpSpPr>
        <p:grpSpPr>
          <a:xfrm>
            <a:off x="837360" y="1394280"/>
            <a:ext cx="4998240" cy="1189440"/>
            <a:chOff x="837360" y="1394280"/>
            <a:chExt cx="4998240" cy="1189440"/>
          </a:xfrm>
        </p:grpSpPr>
        <p:sp>
          <p:nvSpPr>
            <p:cNvPr id="690" name="Freeform 6"/>
            <p:cNvSpPr/>
            <p:nvPr/>
          </p:nvSpPr>
          <p:spPr>
            <a:xfrm>
              <a:off x="837360" y="1397160"/>
              <a:ext cx="4998240" cy="1186560"/>
            </a:xfrm>
            <a:custGeom>
              <a:avLst/>
              <a:gdLst>
                <a:gd name="textAreaLeft" fmla="*/ 0 w 4998240"/>
                <a:gd name="textAreaRight" fmla="*/ 5010120 w 4998240"/>
                <a:gd name="textAreaTop" fmla="*/ 0 h 1186560"/>
                <a:gd name="textAreaBottom" fmla="*/ 1198440 h 118656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91" name="Freeform 6"/>
            <p:cNvSpPr/>
            <p:nvPr/>
          </p:nvSpPr>
          <p:spPr>
            <a:xfrm>
              <a:off x="837360" y="1394280"/>
              <a:ext cx="4998240" cy="1186560"/>
            </a:xfrm>
            <a:custGeom>
              <a:avLst/>
              <a:gdLst>
                <a:gd name="textAreaLeft" fmla="*/ 0 w 4998240"/>
                <a:gd name="textAreaRight" fmla="*/ 5010120 w 4998240"/>
                <a:gd name="textAreaTop" fmla="*/ 0 h 1186560"/>
                <a:gd name="textAreaBottom" fmla="*/ 1198440 h 118656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692" name="Group 8"/>
          <p:cNvGrpSpPr/>
          <p:nvPr/>
        </p:nvGrpSpPr>
        <p:grpSpPr>
          <a:xfrm>
            <a:off x="837360" y="2912040"/>
            <a:ext cx="4998240" cy="1189440"/>
            <a:chOff x="837360" y="2912040"/>
            <a:chExt cx="4998240" cy="1189440"/>
          </a:xfrm>
        </p:grpSpPr>
        <p:sp>
          <p:nvSpPr>
            <p:cNvPr id="693" name="Freeform 6"/>
            <p:cNvSpPr/>
            <p:nvPr/>
          </p:nvSpPr>
          <p:spPr>
            <a:xfrm>
              <a:off x="837360" y="2914920"/>
              <a:ext cx="4998240" cy="1186560"/>
            </a:xfrm>
            <a:custGeom>
              <a:avLst/>
              <a:gdLst>
                <a:gd name="textAreaLeft" fmla="*/ 0 w 4998240"/>
                <a:gd name="textAreaRight" fmla="*/ 5010120 w 4998240"/>
                <a:gd name="textAreaTop" fmla="*/ 0 h 1186560"/>
                <a:gd name="textAreaBottom" fmla="*/ 1198440 h 118656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94" name="Freeform 6"/>
            <p:cNvSpPr/>
            <p:nvPr/>
          </p:nvSpPr>
          <p:spPr>
            <a:xfrm>
              <a:off x="837360" y="2912040"/>
              <a:ext cx="4998240" cy="1186560"/>
            </a:xfrm>
            <a:custGeom>
              <a:avLst/>
              <a:gdLst>
                <a:gd name="textAreaLeft" fmla="*/ 0 w 4998240"/>
                <a:gd name="textAreaRight" fmla="*/ 5010120 w 4998240"/>
                <a:gd name="textAreaTop" fmla="*/ 0 h 1186560"/>
                <a:gd name="textAreaBottom" fmla="*/ 1198440 h 118656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695" name="Group 11"/>
          <p:cNvGrpSpPr/>
          <p:nvPr/>
        </p:nvGrpSpPr>
        <p:grpSpPr>
          <a:xfrm>
            <a:off x="837360" y="4462200"/>
            <a:ext cx="4998240" cy="1189800"/>
            <a:chOff x="837360" y="4462200"/>
            <a:chExt cx="4998240" cy="1189800"/>
          </a:xfrm>
        </p:grpSpPr>
        <p:sp>
          <p:nvSpPr>
            <p:cNvPr id="696" name="Freeform 6"/>
            <p:cNvSpPr/>
            <p:nvPr/>
          </p:nvSpPr>
          <p:spPr>
            <a:xfrm>
              <a:off x="837360" y="4465440"/>
              <a:ext cx="4998240" cy="1186560"/>
            </a:xfrm>
            <a:custGeom>
              <a:avLst/>
              <a:gdLst>
                <a:gd name="textAreaLeft" fmla="*/ 0 w 4998240"/>
                <a:gd name="textAreaRight" fmla="*/ 5010120 w 4998240"/>
                <a:gd name="textAreaTop" fmla="*/ 0 h 1186560"/>
                <a:gd name="textAreaBottom" fmla="*/ 1198440 h 118656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97" name="Freeform 6"/>
            <p:cNvSpPr/>
            <p:nvPr/>
          </p:nvSpPr>
          <p:spPr>
            <a:xfrm>
              <a:off x="837360" y="4462200"/>
              <a:ext cx="4998240" cy="1186560"/>
            </a:xfrm>
            <a:custGeom>
              <a:avLst/>
              <a:gdLst>
                <a:gd name="textAreaLeft" fmla="*/ 0 w 4998240"/>
                <a:gd name="textAreaRight" fmla="*/ 5010120 w 4998240"/>
                <a:gd name="textAreaTop" fmla="*/ 0 h 1186560"/>
                <a:gd name="textAreaBottom" fmla="*/ 1198440 h 118656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698" name="Group 18"/>
          <p:cNvGrpSpPr/>
          <p:nvPr/>
        </p:nvGrpSpPr>
        <p:grpSpPr>
          <a:xfrm>
            <a:off x="6685200" y="1352160"/>
            <a:ext cx="4680720" cy="4296600"/>
            <a:chOff x="6685200" y="1352160"/>
            <a:chExt cx="4680720" cy="4296600"/>
          </a:xfrm>
        </p:grpSpPr>
        <p:sp>
          <p:nvSpPr>
            <p:cNvPr id="699" name="Freeform 19"/>
            <p:cNvSpPr/>
            <p:nvPr/>
          </p:nvSpPr>
          <p:spPr>
            <a:xfrm>
              <a:off x="6685200" y="1352160"/>
              <a:ext cx="4680720" cy="4296600"/>
            </a:xfrm>
            <a:custGeom>
              <a:avLst/>
              <a:gdLst>
                <a:gd name="textAreaLeft" fmla="*/ 0 w 4680720"/>
                <a:gd name="textAreaRight" fmla="*/ 4692600 w 4680720"/>
                <a:gd name="textAreaTop" fmla="*/ 0 h 4296600"/>
                <a:gd name="textAreaBottom" fmla="*/ 4308480 h 4296600"/>
              </a:gdLst>
              <a:ahLst/>
              <a:rect l="textAreaLeft" t="textAreaTop" r="textAreaRight" b="textAreaBottom"/>
              <a:pathLst>
                <a:path w="1231" h="1399">
                  <a:moveTo>
                    <a:pt x="1091" y="1399"/>
                  </a:moveTo>
                  <a:cubicBezTo>
                    <a:pt x="139" y="1399"/>
                    <a:pt x="139" y="1399"/>
                    <a:pt x="139" y="1399"/>
                  </a:cubicBezTo>
                  <a:cubicBezTo>
                    <a:pt x="62" y="1399"/>
                    <a:pt x="0" y="1336"/>
                    <a:pt x="0" y="1259"/>
                  </a:cubicBezTo>
                  <a:cubicBezTo>
                    <a:pt x="0" y="139"/>
                    <a:pt x="0" y="139"/>
                    <a:pt x="0" y="139"/>
                  </a:cubicBezTo>
                  <a:cubicBezTo>
                    <a:pt x="0" y="62"/>
                    <a:pt x="62" y="0"/>
                    <a:pt x="139" y="0"/>
                  </a:cubicBezTo>
                  <a:cubicBezTo>
                    <a:pt x="1091" y="0"/>
                    <a:pt x="1091" y="0"/>
                    <a:pt x="1091" y="0"/>
                  </a:cubicBezTo>
                  <a:cubicBezTo>
                    <a:pt x="1168" y="0"/>
                    <a:pt x="1231" y="62"/>
                    <a:pt x="1231" y="139"/>
                  </a:cubicBezTo>
                  <a:cubicBezTo>
                    <a:pt x="1231" y="1259"/>
                    <a:pt x="1231" y="1259"/>
                    <a:pt x="1231" y="1259"/>
                  </a:cubicBezTo>
                  <a:cubicBezTo>
                    <a:pt x="1231" y="1336"/>
                    <a:pt x="1168" y="1399"/>
                    <a:pt x="1091" y="139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00" name="Freeform 6"/>
            <p:cNvSpPr/>
            <p:nvPr/>
          </p:nvSpPr>
          <p:spPr>
            <a:xfrm>
              <a:off x="6685200" y="1352160"/>
              <a:ext cx="4680720" cy="4296600"/>
            </a:xfrm>
            <a:custGeom>
              <a:avLst/>
              <a:gdLst>
                <a:gd name="textAreaLeft" fmla="*/ 0 w 4680720"/>
                <a:gd name="textAreaRight" fmla="*/ 4692600 w 4680720"/>
                <a:gd name="textAreaTop" fmla="*/ 0 h 4296600"/>
                <a:gd name="textAreaBottom" fmla="*/ 4308480 h 4296600"/>
              </a:gdLst>
              <a:ahLst/>
              <a:rect l="textAreaLeft" t="textAreaTop" r="textAreaRight" b="textAreaBottom"/>
              <a:pathLst>
                <a:path w="1231" h="1399">
                  <a:moveTo>
                    <a:pt x="1091" y="1399"/>
                  </a:moveTo>
                  <a:cubicBezTo>
                    <a:pt x="139" y="1399"/>
                    <a:pt x="139" y="1399"/>
                    <a:pt x="139" y="1399"/>
                  </a:cubicBezTo>
                  <a:cubicBezTo>
                    <a:pt x="62" y="1399"/>
                    <a:pt x="0" y="1336"/>
                    <a:pt x="0" y="1259"/>
                  </a:cubicBezTo>
                  <a:cubicBezTo>
                    <a:pt x="0" y="139"/>
                    <a:pt x="0" y="139"/>
                    <a:pt x="0" y="139"/>
                  </a:cubicBezTo>
                  <a:cubicBezTo>
                    <a:pt x="0" y="62"/>
                    <a:pt x="62" y="0"/>
                    <a:pt x="139" y="0"/>
                  </a:cubicBezTo>
                  <a:cubicBezTo>
                    <a:pt x="1091" y="0"/>
                    <a:pt x="1091" y="0"/>
                    <a:pt x="1091" y="0"/>
                  </a:cubicBezTo>
                  <a:cubicBezTo>
                    <a:pt x="1168" y="0"/>
                    <a:pt x="1231" y="62"/>
                    <a:pt x="1231" y="139"/>
                  </a:cubicBezTo>
                  <a:cubicBezTo>
                    <a:pt x="1231" y="1259"/>
                    <a:pt x="1231" y="1259"/>
                    <a:pt x="1231" y="1259"/>
                  </a:cubicBezTo>
                  <a:cubicBezTo>
                    <a:pt x="1231" y="1336"/>
                    <a:pt x="1168" y="1399"/>
                    <a:pt x="1091" y="139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01" name="Text Placeholder 6"/>
          <p:cNvSpPr/>
          <p:nvPr/>
        </p:nvSpPr>
        <p:spPr>
          <a:xfrm>
            <a:off x="6685200" y="1352160"/>
            <a:ext cx="4680720" cy="4296600"/>
          </a:xfrm>
          <a:prstGeom prst="roundRect">
            <a:avLst>
              <a:gd name="adj" fmla="val 10328"/>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sp>
        <p:nvSpPr>
          <p:cNvPr id="702"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03"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04"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05"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706" name="Group 28"/>
          <p:cNvGrpSpPr/>
          <p:nvPr/>
        </p:nvGrpSpPr>
        <p:grpSpPr>
          <a:xfrm>
            <a:off x="559080" y="565200"/>
            <a:ext cx="1467720" cy="43920"/>
            <a:chOff x="559080" y="565200"/>
            <a:chExt cx="1467720" cy="43920"/>
          </a:xfrm>
        </p:grpSpPr>
        <p:sp>
          <p:nvSpPr>
            <p:cNvPr id="70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0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09" name="Rectangle 33"/>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5" r:id="rId2"/>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71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71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F880565D-CE9A-488B-AD6D-FDEA0967650C}"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712" name="Freeform 55"/>
          <p:cNvSpPr/>
          <p:nvPr/>
        </p:nvSpPr>
        <p:spPr>
          <a:xfrm>
            <a:off x="-1935720" y="-101196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713" name="Line 6"/>
          <p:cNvSpPr/>
          <p:nvPr/>
        </p:nvSpPr>
        <p:spPr>
          <a:xfrm>
            <a:off x="2403720" y="3870720"/>
            <a:ext cx="7167600" cy="360"/>
          </a:xfrm>
          <a:prstGeom prst="line">
            <a:avLst/>
          </a:prstGeom>
          <a:ln w="69850">
            <a:solidFill>
              <a:srgbClr val="334257"/>
            </a:solidFill>
            <a:round/>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grpSp>
        <p:nvGrpSpPr>
          <p:cNvPr id="714" name="Group 6"/>
          <p:cNvGrpSpPr/>
          <p:nvPr/>
        </p:nvGrpSpPr>
        <p:grpSpPr>
          <a:xfrm>
            <a:off x="2272320" y="3737520"/>
            <a:ext cx="243720" cy="243720"/>
            <a:chOff x="2272320" y="3737520"/>
            <a:chExt cx="243720" cy="243720"/>
          </a:xfrm>
        </p:grpSpPr>
        <p:sp>
          <p:nvSpPr>
            <p:cNvPr id="715" name="Oval 7"/>
            <p:cNvSpPr/>
            <p:nvPr/>
          </p:nvSpPr>
          <p:spPr>
            <a:xfrm>
              <a:off x="2272320" y="3737520"/>
              <a:ext cx="243720" cy="2437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16" name="Oval 28"/>
            <p:cNvSpPr/>
            <p:nvPr/>
          </p:nvSpPr>
          <p:spPr>
            <a:xfrm>
              <a:off x="2336760" y="3802320"/>
              <a:ext cx="111600" cy="110520"/>
            </a:xfrm>
            <a:prstGeom prst="ellipse">
              <a:avLst/>
            </a:prstGeom>
            <a:solidFill>
              <a:srgbClr val="c00000"/>
            </a:solidFill>
            <a:ln w="0">
              <a:noFill/>
            </a:ln>
          </p:spPr>
          <p:style>
            <a:lnRef idx="0"/>
            <a:fillRef idx="0"/>
            <a:effectRef idx="0"/>
            <a:fontRef idx="minor"/>
          </p:style>
          <p:txBody>
            <a:bodyPr numCol="1" spcCol="0" lIns="90000" rIns="90000" tIns="38880" bIns="38880" anchor="t">
              <a:noAutofit/>
            </a:bodyPr>
            <a:p>
              <a:pPr defTabSz="914400">
                <a:lnSpc>
                  <a:spcPct val="100000"/>
                </a:lnSpc>
              </a:pPr>
              <a:endParaRPr b="0" lang="ru-UA" sz="1800" spc="-1" strike="noStrike">
                <a:solidFill>
                  <a:schemeClr val="dk1"/>
                </a:solidFill>
                <a:latin typeface="Open Sans"/>
              </a:endParaRPr>
            </a:p>
          </p:txBody>
        </p:sp>
      </p:grpSp>
      <p:grpSp>
        <p:nvGrpSpPr>
          <p:cNvPr id="717" name="Group 9"/>
          <p:cNvGrpSpPr/>
          <p:nvPr/>
        </p:nvGrpSpPr>
        <p:grpSpPr>
          <a:xfrm>
            <a:off x="4667040" y="3737520"/>
            <a:ext cx="243720" cy="243720"/>
            <a:chOff x="4667040" y="3737520"/>
            <a:chExt cx="243720" cy="243720"/>
          </a:xfrm>
        </p:grpSpPr>
        <p:sp>
          <p:nvSpPr>
            <p:cNvPr id="718" name="Oval 10"/>
            <p:cNvSpPr/>
            <p:nvPr/>
          </p:nvSpPr>
          <p:spPr>
            <a:xfrm>
              <a:off x="4667040" y="3737520"/>
              <a:ext cx="243720" cy="2437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19" name="Oval 28"/>
            <p:cNvSpPr/>
            <p:nvPr/>
          </p:nvSpPr>
          <p:spPr>
            <a:xfrm>
              <a:off x="4731480" y="3802320"/>
              <a:ext cx="111600" cy="110520"/>
            </a:xfrm>
            <a:prstGeom prst="ellipse">
              <a:avLst/>
            </a:prstGeom>
            <a:solidFill>
              <a:srgbClr val="c00000"/>
            </a:solidFill>
            <a:ln w="0">
              <a:noFill/>
            </a:ln>
          </p:spPr>
          <p:style>
            <a:lnRef idx="0"/>
            <a:fillRef idx="0"/>
            <a:effectRef idx="0"/>
            <a:fontRef idx="minor"/>
          </p:style>
          <p:txBody>
            <a:bodyPr numCol="1" spcCol="0" lIns="90000" rIns="90000" tIns="38880" bIns="38880" anchor="t">
              <a:noAutofit/>
            </a:bodyPr>
            <a:p>
              <a:pPr defTabSz="914400">
                <a:lnSpc>
                  <a:spcPct val="100000"/>
                </a:lnSpc>
              </a:pPr>
              <a:endParaRPr b="0" lang="ru-UA" sz="1800" spc="-1" strike="noStrike">
                <a:solidFill>
                  <a:schemeClr val="dk1"/>
                </a:solidFill>
                <a:latin typeface="Open Sans"/>
              </a:endParaRPr>
            </a:p>
          </p:txBody>
        </p:sp>
      </p:grpSp>
      <p:grpSp>
        <p:nvGrpSpPr>
          <p:cNvPr id="720" name="Group 12"/>
          <p:cNvGrpSpPr/>
          <p:nvPr/>
        </p:nvGrpSpPr>
        <p:grpSpPr>
          <a:xfrm>
            <a:off x="7063200" y="3737520"/>
            <a:ext cx="243720" cy="243720"/>
            <a:chOff x="7063200" y="3737520"/>
            <a:chExt cx="243720" cy="243720"/>
          </a:xfrm>
        </p:grpSpPr>
        <p:sp>
          <p:nvSpPr>
            <p:cNvPr id="721" name="Oval 13"/>
            <p:cNvSpPr/>
            <p:nvPr/>
          </p:nvSpPr>
          <p:spPr>
            <a:xfrm>
              <a:off x="7063200" y="3737520"/>
              <a:ext cx="243720" cy="2437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22" name="Oval 28"/>
            <p:cNvSpPr/>
            <p:nvPr/>
          </p:nvSpPr>
          <p:spPr>
            <a:xfrm>
              <a:off x="7128000" y="3802320"/>
              <a:ext cx="111600" cy="110520"/>
            </a:xfrm>
            <a:prstGeom prst="ellipse">
              <a:avLst/>
            </a:prstGeom>
            <a:solidFill>
              <a:srgbClr val="c00000"/>
            </a:solidFill>
            <a:ln w="0">
              <a:noFill/>
            </a:ln>
          </p:spPr>
          <p:style>
            <a:lnRef idx="0"/>
            <a:fillRef idx="0"/>
            <a:effectRef idx="0"/>
            <a:fontRef idx="minor"/>
          </p:style>
          <p:txBody>
            <a:bodyPr numCol="1" spcCol="0" lIns="90000" rIns="90000" tIns="38880" bIns="38880" anchor="t">
              <a:noAutofit/>
            </a:bodyPr>
            <a:p>
              <a:pPr defTabSz="914400">
                <a:lnSpc>
                  <a:spcPct val="100000"/>
                </a:lnSpc>
              </a:pPr>
              <a:endParaRPr b="0" lang="ru-UA" sz="1800" spc="-1" strike="noStrike">
                <a:solidFill>
                  <a:schemeClr val="dk1"/>
                </a:solidFill>
                <a:latin typeface="Open Sans"/>
              </a:endParaRPr>
            </a:p>
          </p:txBody>
        </p:sp>
      </p:grpSp>
      <p:grpSp>
        <p:nvGrpSpPr>
          <p:cNvPr id="723" name="Group 15"/>
          <p:cNvGrpSpPr/>
          <p:nvPr/>
        </p:nvGrpSpPr>
        <p:grpSpPr>
          <a:xfrm>
            <a:off x="9452520" y="3737520"/>
            <a:ext cx="243720" cy="243720"/>
            <a:chOff x="9452520" y="3737520"/>
            <a:chExt cx="243720" cy="243720"/>
          </a:xfrm>
        </p:grpSpPr>
        <p:sp>
          <p:nvSpPr>
            <p:cNvPr id="724" name="Oval 16"/>
            <p:cNvSpPr/>
            <p:nvPr/>
          </p:nvSpPr>
          <p:spPr>
            <a:xfrm>
              <a:off x="9452520" y="3737520"/>
              <a:ext cx="243720" cy="2437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25" name="Oval 28"/>
            <p:cNvSpPr/>
            <p:nvPr/>
          </p:nvSpPr>
          <p:spPr>
            <a:xfrm>
              <a:off x="9517320" y="3802320"/>
              <a:ext cx="111600" cy="110520"/>
            </a:xfrm>
            <a:prstGeom prst="ellipse">
              <a:avLst/>
            </a:prstGeom>
            <a:solidFill>
              <a:srgbClr val="c00000"/>
            </a:solidFill>
            <a:ln w="0">
              <a:noFill/>
            </a:ln>
          </p:spPr>
          <p:style>
            <a:lnRef idx="0"/>
            <a:fillRef idx="0"/>
            <a:effectRef idx="0"/>
            <a:fontRef idx="minor"/>
          </p:style>
          <p:txBody>
            <a:bodyPr numCol="1" spcCol="0" lIns="90000" rIns="90000" tIns="38880" bIns="38880" anchor="t">
              <a:noAutofit/>
            </a:bodyPr>
            <a:p>
              <a:pPr defTabSz="914400">
                <a:lnSpc>
                  <a:spcPct val="100000"/>
                </a:lnSpc>
              </a:pPr>
              <a:endParaRPr b="0" lang="ru-UA" sz="1800" spc="-1" strike="noStrike">
                <a:solidFill>
                  <a:schemeClr val="dk1"/>
                </a:solidFill>
                <a:latin typeface="Open Sans"/>
              </a:endParaRPr>
            </a:p>
          </p:txBody>
        </p:sp>
      </p:grpSp>
      <p:grpSp>
        <p:nvGrpSpPr>
          <p:cNvPr id="726" name="Group 19"/>
          <p:cNvGrpSpPr/>
          <p:nvPr/>
        </p:nvGrpSpPr>
        <p:grpSpPr>
          <a:xfrm>
            <a:off x="1460880" y="1296720"/>
            <a:ext cx="1885320" cy="1887480"/>
            <a:chOff x="1460880" y="1296720"/>
            <a:chExt cx="1885320" cy="1887480"/>
          </a:xfrm>
        </p:grpSpPr>
        <p:sp>
          <p:nvSpPr>
            <p:cNvPr id="727" name="Freeform 14"/>
            <p:cNvSpPr/>
            <p:nvPr/>
          </p:nvSpPr>
          <p:spPr>
            <a:xfrm>
              <a:off x="1460880" y="129672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28" name="Freeform 14"/>
            <p:cNvSpPr/>
            <p:nvPr/>
          </p:nvSpPr>
          <p:spPr>
            <a:xfrm>
              <a:off x="1460880" y="129672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29" name="Group 26"/>
          <p:cNvGrpSpPr/>
          <p:nvPr/>
        </p:nvGrpSpPr>
        <p:grpSpPr>
          <a:xfrm>
            <a:off x="3823920" y="1296720"/>
            <a:ext cx="1885320" cy="1887480"/>
            <a:chOff x="3823920" y="1296720"/>
            <a:chExt cx="1885320" cy="1887480"/>
          </a:xfrm>
        </p:grpSpPr>
        <p:sp>
          <p:nvSpPr>
            <p:cNvPr id="730" name="Freeform 14"/>
            <p:cNvSpPr/>
            <p:nvPr/>
          </p:nvSpPr>
          <p:spPr>
            <a:xfrm>
              <a:off x="3823920" y="129672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31" name="Freeform 14"/>
            <p:cNvSpPr/>
            <p:nvPr/>
          </p:nvSpPr>
          <p:spPr>
            <a:xfrm>
              <a:off x="3823920" y="129672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32" name="Group 33"/>
          <p:cNvGrpSpPr/>
          <p:nvPr/>
        </p:nvGrpSpPr>
        <p:grpSpPr>
          <a:xfrm>
            <a:off x="6215760" y="1296720"/>
            <a:ext cx="1885320" cy="1887480"/>
            <a:chOff x="6215760" y="1296720"/>
            <a:chExt cx="1885320" cy="1887480"/>
          </a:xfrm>
        </p:grpSpPr>
        <p:sp>
          <p:nvSpPr>
            <p:cNvPr id="733" name="Freeform 14"/>
            <p:cNvSpPr/>
            <p:nvPr/>
          </p:nvSpPr>
          <p:spPr>
            <a:xfrm>
              <a:off x="6215760" y="129672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34" name="Freeform 14"/>
            <p:cNvSpPr/>
            <p:nvPr/>
          </p:nvSpPr>
          <p:spPr>
            <a:xfrm>
              <a:off x="6215760" y="129672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35" name="Group 40"/>
          <p:cNvGrpSpPr/>
          <p:nvPr/>
        </p:nvGrpSpPr>
        <p:grpSpPr>
          <a:xfrm>
            <a:off x="8571240" y="1296720"/>
            <a:ext cx="1885320" cy="1887480"/>
            <a:chOff x="8571240" y="1296720"/>
            <a:chExt cx="1885320" cy="1887480"/>
          </a:xfrm>
        </p:grpSpPr>
        <p:sp>
          <p:nvSpPr>
            <p:cNvPr id="736" name="Freeform 14"/>
            <p:cNvSpPr/>
            <p:nvPr/>
          </p:nvSpPr>
          <p:spPr>
            <a:xfrm>
              <a:off x="8571240" y="129672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37" name="Freeform 14"/>
            <p:cNvSpPr/>
            <p:nvPr/>
          </p:nvSpPr>
          <p:spPr>
            <a:xfrm>
              <a:off x="8571240" y="129672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38" name="Text Placeholder 48"/>
          <p:cNvSpPr/>
          <p:nvPr/>
        </p:nvSpPr>
        <p:spPr>
          <a:xfrm>
            <a:off x="1460880" y="4126680"/>
            <a:ext cx="1884600" cy="1635840"/>
          </a:xfrm>
          <a:prstGeom prst="roundRect">
            <a:avLst>
              <a:gd name="adj" fmla="val 9153"/>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39"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0"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1"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2"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3" name="Text Placeholder 48"/>
          <p:cNvSpPr/>
          <p:nvPr/>
        </p:nvSpPr>
        <p:spPr>
          <a:xfrm>
            <a:off x="3823920" y="4136040"/>
            <a:ext cx="1884600" cy="1635840"/>
          </a:xfrm>
          <a:prstGeom prst="roundRect">
            <a:avLst>
              <a:gd name="adj" fmla="val 9153"/>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44" name="Text Placeholder 48"/>
          <p:cNvSpPr/>
          <p:nvPr/>
        </p:nvSpPr>
        <p:spPr>
          <a:xfrm>
            <a:off x="6208560" y="4126680"/>
            <a:ext cx="1884600" cy="1635840"/>
          </a:xfrm>
          <a:prstGeom prst="roundRect">
            <a:avLst>
              <a:gd name="adj" fmla="val 9153"/>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45" name="Text Placeholder 48"/>
          <p:cNvSpPr/>
          <p:nvPr/>
        </p:nvSpPr>
        <p:spPr>
          <a:xfrm>
            <a:off x="8571240" y="4136040"/>
            <a:ext cx="1884600" cy="1635840"/>
          </a:xfrm>
          <a:prstGeom prst="roundRect">
            <a:avLst>
              <a:gd name="adj" fmla="val 9153"/>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grpSp>
        <p:nvGrpSpPr>
          <p:cNvPr id="746" name="Group 49"/>
          <p:cNvGrpSpPr/>
          <p:nvPr/>
        </p:nvGrpSpPr>
        <p:grpSpPr>
          <a:xfrm>
            <a:off x="559080" y="565200"/>
            <a:ext cx="1467720" cy="43920"/>
            <a:chOff x="559080" y="565200"/>
            <a:chExt cx="1467720" cy="43920"/>
          </a:xfrm>
        </p:grpSpPr>
        <p:sp>
          <p:nvSpPr>
            <p:cNvPr id="74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4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49" name="Rectangle 56"/>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7" r:id="rId2"/>
  </p:sldLayoutIdLst>
</p:sldMaster>
</file>

<file path=ppt/slideMasters/slideMaster2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75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75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460A836-F4B6-40F2-8529-9EE49A0E3438}"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752" name="Freeform 44"/>
          <p:cNvSpPr/>
          <p:nvPr/>
        </p:nvSpPr>
        <p:spPr>
          <a:xfrm rot="370200">
            <a:off x="-2061000" y="-133056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753" name="Line 6"/>
          <p:cNvSpPr/>
          <p:nvPr/>
        </p:nvSpPr>
        <p:spPr>
          <a:xfrm>
            <a:off x="2509560" y="5557680"/>
            <a:ext cx="7167600" cy="360"/>
          </a:xfrm>
          <a:prstGeom prst="line">
            <a:avLst/>
          </a:prstGeom>
          <a:ln w="69850">
            <a:solidFill>
              <a:srgbClr val="334257"/>
            </a:solidFill>
            <a:round/>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grpSp>
        <p:nvGrpSpPr>
          <p:cNvPr id="754" name="Group 6"/>
          <p:cNvGrpSpPr/>
          <p:nvPr/>
        </p:nvGrpSpPr>
        <p:grpSpPr>
          <a:xfrm>
            <a:off x="2378160" y="5424480"/>
            <a:ext cx="243720" cy="243720"/>
            <a:chOff x="2378160" y="5424480"/>
            <a:chExt cx="243720" cy="243720"/>
          </a:xfrm>
        </p:grpSpPr>
        <p:sp>
          <p:nvSpPr>
            <p:cNvPr id="755" name="Oval 7"/>
            <p:cNvSpPr/>
            <p:nvPr/>
          </p:nvSpPr>
          <p:spPr>
            <a:xfrm>
              <a:off x="2378160" y="5424480"/>
              <a:ext cx="243720" cy="2437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56" name="Oval 28"/>
            <p:cNvSpPr/>
            <p:nvPr/>
          </p:nvSpPr>
          <p:spPr>
            <a:xfrm>
              <a:off x="2442600" y="5488920"/>
              <a:ext cx="111600" cy="110520"/>
            </a:xfrm>
            <a:prstGeom prst="ellipse">
              <a:avLst/>
            </a:prstGeom>
            <a:solidFill>
              <a:srgbClr val="c00000"/>
            </a:solidFill>
            <a:ln w="0">
              <a:noFill/>
            </a:ln>
          </p:spPr>
          <p:style>
            <a:lnRef idx="0"/>
            <a:fillRef idx="0"/>
            <a:effectRef idx="0"/>
            <a:fontRef idx="minor"/>
          </p:style>
          <p:txBody>
            <a:bodyPr numCol="1" spcCol="0" lIns="90000" rIns="90000" tIns="38880" bIns="38880" anchor="t">
              <a:noAutofit/>
            </a:bodyPr>
            <a:p>
              <a:pPr defTabSz="914400">
                <a:lnSpc>
                  <a:spcPct val="100000"/>
                </a:lnSpc>
              </a:pPr>
              <a:endParaRPr b="0" lang="ru-UA" sz="1800" spc="-1" strike="noStrike">
                <a:solidFill>
                  <a:schemeClr val="dk1"/>
                </a:solidFill>
                <a:latin typeface="Open Sans"/>
              </a:endParaRPr>
            </a:p>
          </p:txBody>
        </p:sp>
      </p:grpSp>
      <p:grpSp>
        <p:nvGrpSpPr>
          <p:cNvPr id="757" name="Group 9"/>
          <p:cNvGrpSpPr/>
          <p:nvPr/>
        </p:nvGrpSpPr>
        <p:grpSpPr>
          <a:xfrm>
            <a:off x="4772880" y="5424480"/>
            <a:ext cx="243720" cy="243720"/>
            <a:chOff x="4772880" y="5424480"/>
            <a:chExt cx="243720" cy="243720"/>
          </a:xfrm>
        </p:grpSpPr>
        <p:sp>
          <p:nvSpPr>
            <p:cNvPr id="758" name="Oval 10"/>
            <p:cNvSpPr/>
            <p:nvPr/>
          </p:nvSpPr>
          <p:spPr>
            <a:xfrm>
              <a:off x="4772880" y="5424480"/>
              <a:ext cx="243720" cy="2437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59" name="Oval 28"/>
            <p:cNvSpPr/>
            <p:nvPr/>
          </p:nvSpPr>
          <p:spPr>
            <a:xfrm>
              <a:off x="4837320" y="5488920"/>
              <a:ext cx="111600" cy="110520"/>
            </a:xfrm>
            <a:prstGeom prst="ellipse">
              <a:avLst/>
            </a:prstGeom>
            <a:solidFill>
              <a:srgbClr val="c00000"/>
            </a:solidFill>
            <a:ln w="0">
              <a:noFill/>
            </a:ln>
          </p:spPr>
          <p:style>
            <a:lnRef idx="0"/>
            <a:fillRef idx="0"/>
            <a:effectRef idx="0"/>
            <a:fontRef idx="minor"/>
          </p:style>
          <p:txBody>
            <a:bodyPr numCol="1" spcCol="0" lIns="90000" rIns="90000" tIns="38880" bIns="38880" anchor="t">
              <a:noAutofit/>
            </a:bodyPr>
            <a:p>
              <a:pPr defTabSz="914400">
                <a:lnSpc>
                  <a:spcPct val="100000"/>
                </a:lnSpc>
              </a:pPr>
              <a:endParaRPr b="0" lang="ru-UA" sz="1800" spc="-1" strike="noStrike">
                <a:solidFill>
                  <a:schemeClr val="dk1"/>
                </a:solidFill>
                <a:latin typeface="Open Sans"/>
              </a:endParaRPr>
            </a:p>
          </p:txBody>
        </p:sp>
      </p:grpSp>
      <p:grpSp>
        <p:nvGrpSpPr>
          <p:cNvPr id="760" name="Group 12"/>
          <p:cNvGrpSpPr/>
          <p:nvPr/>
        </p:nvGrpSpPr>
        <p:grpSpPr>
          <a:xfrm>
            <a:off x="7169040" y="5424480"/>
            <a:ext cx="243720" cy="243720"/>
            <a:chOff x="7169040" y="5424480"/>
            <a:chExt cx="243720" cy="243720"/>
          </a:xfrm>
        </p:grpSpPr>
        <p:sp>
          <p:nvSpPr>
            <p:cNvPr id="761" name="Oval 13"/>
            <p:cNvSpPr/>
            <p:nvPr/>
          </p:nvSpPr>
          <p:spPr>
            <a:xfrm>
              <a:off x="7169040" y="5424480"/>
              <a:ext cx="243720" cy="2437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62" name="Oval 28"/>
            <p:cNvSpPr/>
            <p:nvPr/>
          </p:nvSpPr>
          <p:spPr>
            <a:xfrm>
              <a:off x="7233840" y="5488920"/>
              <a:ext cx="111600" cy="110520"/>
            </a:xfrm>
            <a:prstGeom prst="ellipse">
              <a:avLst/>
            </a:prstGeom>
            <a:solidFill>
              <a:srgbClr val="c00000"/>
            </a:solidFill>
            <a:ln w="0">
              <a:noFill/>
            </a:ln>
          </p:spPr>
          <p:style>
            <a:lnRef idx="0"/>
            <a:fillRef idx="0"/>
            <a:effectRef idx="0"/>
            <a:fontRef idx="minor"/>
          </p:style>
          <p:txBody>
            <a:bodyPr numCol="1" spcCol="0" lIns="90000" rIns="90000" tIns="38880" bIns="38880" anchor="t">
              <a:noAutofit/>
            </a:bodyPr>
            <a:p>
              <a:pPr defTabSz="914400">
                <a:lnSpc>
                  <a:spcPct val="100000"/>
                </a:lnSpc>
              </a:pPr>
              <a:endParaRPr b="0" lang="ru-UA" sz="1800" spc="-1" strike="noStrike">
                <a:solidFill>
                  <a:schemeClr val="dk1"/>
                </a:solidFill>
                <a:latin typeface="Open Sans"/>
              </a:endParaRPr>
            </a:p>
          </p:txBody>
        </p:sp>
      </p:grpSp>
      <p:grpSp>
        <p:nvGrpSpPr>
          <p:cNvPr id="763" name="Group 15"/>
          <p:cNvGrpSpPr/>
          <p:nvPr/>
        </p:nvGrpSpPr>
        <p:grpSpPr>
          <a:xfrm>
            <a:off x="9558360" y="5424480"/>
            <a:ext cx="243720" cy="243720"/>
            <a:chOff x="9558360" y="5424480"/>
            <a:chExt cx="243720" cy="243720"/>
          </a:xfrm>
        </p:grpSpPr>
        <p:sp>
          <p:nvSpPr>
            <p:cNvPr id="764" name="Oval 16"/>
            <p:cNvSpPr/>
            <p:nvPr/>
          </p:nvSpPr>
          <p:spPr>
            <a:xfrm>
              <a:off x="9558360" y="5424480"/>
              <a:ext cx="243720" cy="2437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65" name="Oval 28"/>
            <p:cNvSpPr/>
            <p:nvPr/>
          </p:nvSpPr>
          <p:spPr>
            <a:xfrm>
              <a:off x="9622800" y="5488920"/>
              <a:ext cx="111600" cy="110520"/>
            </a:xfrm>
            <a:prstGeom prst="ellipse">
              <a:avLst/>
            </a:prstGeom>
            <a:solidFill>
              <a:srgbClr val="c00000"/>
            </a:solidFill>
            <a:ln w="0">
              <a:noFill/>
            </a:ln>
          </p:spPr>
          <p:style>
            <a:lnRef idx="0"/>
            <a:fillRef idx="0"/>
            <a:effectRef idx="0"/>
            <a:fontRef idx="minor"/>
          </p:style>
          <p:txBody>
            <a:bodyPr numCol="1" spcCol="0" lIns="90000" rIns="90000" tIns="38880" bIns="38880" anchor="t">
              <a:noAutofit/>
            </a:bodyPr>
            <a:p>
              <a:pPr defTabSz="914400">
                <a:lnSpc>
                  <a:spcPct val="100000"/>
                </a:lnSpc>
              </a:pPr>
              <a:endParaRPr b="0" lang="ru-UA" sz="1800" spc="-1" strike="noStrike">
                <a:solidFill>
                  <a:schemeClr val="dk1"/>
                </a:solidFill>
                <a:latin typeface="Open Sans"/>
              </a:endParaRPr>
            </a:p>
          </p:txBody>
        </p:sp>
      </p:grpSp>
      <p:grpSp>
        <p:nvGrpSpPr>
          <p:cNvPr id="766" name="Group 19"/>
          <p:cNvGrpSpPr/>
          <p:nvPr/>
        </p:nvGrpSpPr>
        <p:grpSpPr>
          <a:xfrm>
            <a:off x="1566720" y="2983680"/>
            <a:ext cx="1885320" cy="1887480"/>
            <a:chOff x="1566720" y="2983680"/>
            <a:chExt cx="1885320" cy="1887480"/>
          </a:xfrm>
        </p:grpSpPr>
        <p:sp>
          <p:nvSpPr>
            <p:cNvPr id="767" name="Freeform 14"/>
            <p:cNvSpPr/>
            <p:nvPr/>
          </p:nvSpPr>
          <p:spPr>
            <a:xfrm>
              <a:off x="1566720" y="298368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68" name="Freeform 14"/>
            <p:cNvSpPr/>
            <p:nvPr/>
          </p:nvSpPr>
          <p:spPr>
            <a:xfrm>
              <a:off x="1566720" y="298368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69" name="Group 26"/>
          <p:cNvGrpSpPr/>
          <p:nvPr/>
        </p:nvGrpSpPr>
        <p:grpSpPr>
          <a:xfrm>
            <a:off x="3929760" y="2983680"/>
            <a:ext cx="1885320" cy="1887480"/>
            <a:chOff x="3929760" y="2983680"/>
            <a:chExt cx="1885320" cy="1887480"/>
          </a:xfrm>
        </p:grpSpPr>
        <p:sp>
          <p:nvSpPr>
            <p:cNvPr id="770" name="Freeform 14"/>
            <p:cNvSpPr/>
            <p:nvPr/>
          </p:nvSpPr>
          <p:spPr>
            <a:xfrm>
              <a:off x="3929760" y="298368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71" name="Freeform 14"/>
            <p:cNvSpPr/>
            <p:nvPr/>
          </p:nvSpPr>
          <p:spPr>
            <a:xfrm>
              <a:off x="3929760" y="298368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72" name="Group 33"/>
          <p:cNvGrpSpPr/>
          <p:nvPr/>
        </p:nvGrpSpPr>
        <p:grpSpPr>
          <a:xfrm>
            <a:off x="6321600" y="2983680"/>
            <a:ext cx="1885320" cy="1887480"/>
            <a:chOff x="6321600" y="2983680"/>
            <a:chExt cx="1885320" cy="1887480"/>
          </a:xfrm>
        </p:grpSpPr>
        <p:sp>
          <p:nvSpPr>
            <p:cNvPr id="773" name="Freeform 14"/>
            <p:cNvSpPr/>
            <p:nvPr/>
          </p:nvSpPr>
          <p:spPr>
            <a:xfrm>
              <a:off x="6321600" y="298368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74" name="Freeform 14"/>
            <p:cNvSpPr/>
            <p:nvPr/>
          </p:nvSpPr>
          <p:spPr>
            <a:xfrm>
              <a:off x="6321600" y="298368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75" name="Group 40"/>
          <p:cNvGrpSpPr/>
          <p:nvPr/>
        </p:nvGrpSpPr>
        <p:grpSpPr>
          <a:xfrm>
            <a:off x="8677080" y="2983680"/>
            <a:ext cx="1885320" cy="1887480"/>
            <a:chOff x="8677080" y="2983680"/>
            <a:chExt cx="1885320" cy="1887480"/>
          </a:xfrm>
        </p:grpSpPr>
        <p:sp>
          <p:nvSpPr>
            <p:cNvPr id="776" name="Freeform 14"/>
            <p:cNvSpPr/>
            <p:nvPr/>
          </p:nvSpPr>
          <p:spPr>
            <a:xfrm>
              <a:off x="8677080" y="298368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77" name="Freeform 14"/>
            <p:cNvSpPr/>
            <p:nvPr/>
          </p:nvSpPr>
          <p:spPr>
            <a:xfrm>
              <a:off x="8677080" y="2983680"/>
              <a:ext cx="1885320" cy="1887480"/>
            </a:xfrm>
            <a:custGeom>
              <a:avLst/>
              <a:gdLst>
                <a:gd name="textAreaLeft" fmla="*/ 0 w 1885320"/>
                <a:gd name="textAreaRight" fmla="*/ 1897200 w 1885320"/>
                <a:gd name="textAreaTop" fmla="*/ 0 h 1887480"/>
                <a:gd name="textAreaBottom" fmla="*/ 1899360 h 188748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78" name="Text Placeholder 51"/>
          <p:cNvSpPr/>
          <p:nvPr/>
        </p:nvSpPr>
        <p:spPr>
          <a:xfrm>
            <a:off x="1566720" y="2984400"/>
            <a:ext cx="1885320" cy="1886760"/>
          </a:xfrm>
          <a:prstGeom prst="roundRect">
            <a:avLst>
              <a:gd name="adj" fmla="val 14679"/>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79" name="Text Placeholder 51"/>
          <p:cNvSpPr/>
          <p:nvPr/>
        </p:nvSpPr>
        <p:spPr>
          <a:xfrm>
            <a:off x="3929760" y="2984400"/>
            <a:ext cx="1885320" cy="1886760"/>
          </a:xfrm>
          <a:prstGeom prst="roundRect">
            <a:avLst>
              <a:gd name="adj" fmla="val 14679"/>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80" name="Text Placeholder 51"/>
          <p:cNvSpPr/>
          <p:nvPr/>
        </p:nvSpPr>
        <p:spPr>
          <a:xfrm>
            <a:off x="6321600" y="2984400"/>
            <a:ext cx="1885320" cy="1886760"/>
          </a:xfrm>
          <a:prstGeom prst="roundRect">
            <a:avLst>
              <a:gd name="adj" fmla="val 14679"/>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81" name="Text Placeholder 51"/>
          <p:cNvSpPr/>
          <p:nvPr/>
        </p:nvSpPr>
        <p:spPr>
          <a:xfrm>
            <a:off x="8677440" y="2984400"/>
            <a:ext cx="1885320" cy="1886760"/>
          </a:xfrm>
          <a:prstGeom prst="roundRect">
            <a:avLst>
              <a:gd name="adj" fmla="val 14679"/>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82"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83"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84"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85"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786" name="Group 39"/>
          <p:cNvGrpSpPr/>
          <p:nvPr/>
        </p:nvGrpSpPr>
        <p:grpSpPr>
          <a:xfrm>
            <a:off x="559080" y="565200"/>
            <a:ext cx="1467720" cy="43920"/>
            <a:chOff x="559080" y="565200"/>
            <a:chExt cx="1467720" cy="43920"/>
          </a:xfrm>
        </p:grpSpPr>
        <p:sp>
          <p:nvSpPr>
            <p:cNvPr id="78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8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89" name="Rectangle 47"/>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9" r:id="rId2"/>
  </p:sldLayoutIdLst>
</p:sldMaster>
</file>

<file path=ppt/slideMasters/slideMaster2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79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79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51EAD30D-9C7A-4316-968D-D34F48C15BB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792" name="Freeform 27"/>
          <p:cNvSpPr/>
          <p:nvPr/>
        </p:nvSpPr>
        <p:spPr>
          <a:xfrm rot="370200">
            <a:off x="-2217600" y="-101772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793" name="Freeform 7"/>
          <p:cNvSpPr/>
          <p:nvPr/>
        </p:nvSpPr>
        <p:spPr>
          <a:xfrm>
            <a:off x="6723000" y="1060560"/>
            <a:ext cx="4412520" cy="4438800"/>
          </a:xfrm>
          <a:custGeom>
            <a:avLst/>
            <a:gdLst>
              <a:gd name="textAreaLeft" fmla="*/ 0 w 4412520"/>
              <a:gd name="textAreaRight" fmla="*/ 4424400 w 4412520"/>
              <a:gd name="textAreaTop" fmla="*/ 0 h 4438800"/>
              <a:gd name="textAreaBottom" fmla="*/ 4450680 h 443880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794" name="Freeform 7"/>
          <p:cNvSpPr/>
          <p:nvPr/>
        </p:nvSpPr>
        <p:spPr>
          <a:xfrm>
            <a:off x="1149120" y="1060560"/>
            <a:ext cx="4412880" cy="4416480"/>
          </a:xfrm>
          <a:custGeom>
            <a:avLst/>
            <a:gdLst>
              <a:gd name="textAreaLeft" fmla="*/ 0 w 4412880"/>
              <a:gd name="textAreaRight" fmla="*/ 4424760 w 4412880"/>
              <a:gd name="textAreaTop" fmla="*/ 0 h 4416480"/>
              <a:gd name="textAreaBottom" fmla="*/ 4428360 h 441648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795"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96"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97"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98"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99" name="Freeform 28"/>
          <p:cNvSpPr/>
          <p:nvPr/>
        </p:nvSpPr>
        <p:spPr>
          <a:xfrm>
            <a:off x="-1855800" y="-133848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800" name="Group 19"/>
          <p:cNvGrpSpPr/>
          <p:nvPr/>
        </p:nvGrpSpPr>
        <p:grpSpPr>
          <a:xfrm>
            <a:off x="559080" y="565200"/>
            <a:ext cx="1467720" cy="43920"/>
            <a:chOff x="559080" y="565200"/>
            <a:chExt cx="1467720" cy="43920"/>
          </a:xfrm>
        </p:grpSpPr>
        <p:sp>
          <p:nvSpPr>
            <p:cNvPr id="801"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02"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03" name="Text Placeholder 14"/>
          <p:cNvSpPr/>
          <p:nvPr/>
        </p:nvSpPr>
        <p:spPr>
          <a:xfrm>
            <a:off x="6747120" y="1060560"/>
            <a:ext cx="4365000" cy="4417200"/>
          </a:xfrm>
          <a:prstGeom prst="roundRect">
            <a:avLst>
              <a:gd name="adj" fmla="val 10626"/>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sp>
        <p:nvSpPr>
          <p:cNvPr id="804" name="Rectangle 15"/>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01" r:id="rId2"/>
  </p:sldLayoutIdLst>
</p:sldMaster>
</file>

<file path=ppt/slideMasters/slideMaster2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05"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06"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5635FDC2-78AB-4A4E-8803-6762CCF35C47}"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807" name="Grey_unpressed"/>
          <p:cNvSpPr/>
          <p:nvPr/>
        </p:nvSpPr>
        <p:spPr>
          <a:xfrm>
            <a:off x="2833920" y="2727720"/>
            <a:ext cx="6462720" cy="1510560"/>
          </a:xfrm>
          <a:custGeom>
            <a:avLst/>
            <a:gdLst>
              <a:gd name="textAreaLeft" fmla="*/ 0 w 6462720"/>
              <a:gd name="textAreaRight" fmla="*/ 6474600 w 6462720"/>
              <a:gd name="textAreaTop" fmla="*/ 0 h 1510560"/>
              <a:gd name="textAreaBottom" fmla="*/ 1522440 h 151056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08" name="Freeform 6"/>
          <p:cNvSpPr/>
          <p:nvPr/>
        </p:nvSpPr>
        <p:spPr>
          <a:xfrm>
            <a:off x="2435040" y="2589840"/>
            <a:ext cx="2428200" cy="2603160"/>
          </a:xfrm>
          <a:custGeom>
            <a:avLst/>
            <a:gdLst>
              <a:gd name="textAreaLeft" fmla="*/ 0 w 2428200"/>
              <a:gd name="textAreaRight" fmla="*/ 2440080 w 2428200"/>
              <a:gd name="textAreaTop" fmla="*/ 0 h 2603160"/>
              <a:gd name="textAreaBottom" fmla="*/ 2615040 h 260316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809" name="Oval 7"/>
          <p:cNvSpPr/>
          <p:nvPr/>
        </p:nvSpPr>
        <p:spPr>
          <a:xfrm>
            <a:off x="3103920" y="3080520"/>
            <a:ext cx="974880" cy="9748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10" name="Group 8"/>
          <p:cNvGrpSpPr/>
          <p:nvPr/>
        </p:nvGrpSpPr>
        <p:grpSpPr>
          <a:xfrm>
            <a:off x="4008600" y="3031920"/>
            <a:ext cx="4113000" cy="902160"/>
            <a:chOff x="4008600" y="3031920"/>
            <a:chExt cx="4113000" cy="902160"/>
          </a:xfrm>
        </p:grpSpPr>
        <p:pic>
          <p:nvPicPr>
            <p:cNvPr id="811" name="Picture 9" descr=""/>
            <p:cNvPicPr/>
            <p:nvPr/>
          </p:nvPicPr>
          <p:blipFill>
            <a:blip r:embed="rId2"/>
            <a:srcRect l="24312" t="0" r="0" b="0"/>
            <a:stretch/>
          </p:blipFill>
          <p:spPr>
            <a:xfrm>
              <a:off x="4994640" y="3031920"/>
              <a:ext cx="3126960" cy="853560"/>
            </a:xfrm>
            <a:prstGeom prst="rect">
              <a:avLst/>
            </a:prstGeom>
            <a:ln w="0">
              <a:noFill/>
            </a:ln>
          </p:spPr>
        </p:pic>
        <p:pic>
          <p:nvPicPr>
            <p:cNvPr id="812" name="Picture 10" descr=""/>
            <p:cNvPicPr/>
            <p:nvPr/>
          </p:nvPicPr>
          <p:blipFill>
            <a:blip r:embed="rId3"/>
            <a:srcRect l="0" t="0" r="76760" b="0"/>
            <a:stretch/>
          </p:blipFill>
          <p:spPr>
            <a:xfrm>
              <a:off x="4008600" y="3080520"/>
              <a:ext cx="951840" cy="853560"/>
            </a:xfrm>
            <a:prstGeom prst="rect">
              <a:avLst/>
            </a:prstGeom>
            <a:ln w="0">
              <a:noFill/>
            </a:ln>
          </p:spPr>
        </p:pic>
      </p:grpSp>
      <p:sp>
        <p:nvSpPr>
          <p:cNvPr id="813" name="Rectangle 12"/>
          <p:cNvSpPr/>
          <p:nvPr/>
        </p:nvSpPr>
        <p:spPr>
          <a:xfrm>
            <a:off x="11271960" y="256320"/>
            <a:ext cx="671760" cy="48384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814" name="Group 11"/>
          <p:cNvGrpSpPr/>
          <p:nvPr/>
        </p:nvGrpSpPr>
        <p:grpSpPr>
          <a:xfrm>
            <a:off x="1527120" y="6498720"/>
            <a:ext cx="896040" cy="189360"/>
            <a:chOff x="1527120" y="6498720"/>
            <a:chExt cx="896040" cy="189360"/>
          </a:xfrm>
        </p:grpSpPr>
        <p:pic>
          <p:nvPicPr>
            <p:cNvPr id="815" name="Picture 13" descr=""/>
            <p:cNvPicPr/>
            <p:nvPr/>
          </p:nvPicPr>
          <p:blipFill>
            <a:blip r:embed="rId4"/>
            <a:srcRect l="24312" t="0" r="0" b="0"/>
            <a:stretch/>
          </p:blipFill>
          <p:spPr>
            <a:xfrm>
              <a:off x="1744200" y="6498720"/>
              <a:ext cx="678960" cy="178560"/>
            </a:xfrm>
            <a:prstGeom prst="rect">
              <a:avLst/>
            </a:prstGeom>
            <a:ln w="0">
              <a:noFill/>
            </a:ln>
          </p:spPr>
        </p:pic>
        <p:pic>
          <p:nvPicPr>
            <p:cNvPr id="816" name="Picture 14" descr=""/>
            <p:cNvPicPr/>
            <p:nvPr/>
          </p:nvPicPr>
          <p:blipFill>
            <a:blip r:embed="rId5"/>
            <a:srcRect l="0" t="0" r="76760" b="0"/>
            <a:stretch/>
          </p:blipFill>
          <p:spPr>
            <a:xfrm>
              <a:off x="1527120" y="6509520"/>
              <a:ext cx="200160" cy="178560"/>
            </a:xfrm>
            <a:prstGeom prst="rect">
              <a:avLst/>
            </a:prstGeom>
            <a:ln w="0">
              <a:noFill/>
            </a:ln>
          </p:spPr>
        </p:pic>
      </p:grpSp>
      <p:sp>
        <p:nvSpPr>
          <p:cNvPr id="817" name="TextBox 16"/>
          <p:cNvSpPr/>
          <p:nvPr/>
        </p:nvSpPr>
        <p:spPr>
          <a:xfrm>
            <a:off x="1395000" y="64987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18" name="TextBox 17"/>
          <p:cNvSpPr/>
          <p:nvPr/>
        </p:nvSpPr>
        <p:spPr>
          <a:xfrm>
            <a:off x="1395000" y="645480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19" name="TextBox 18"/>
          <p:cNvSpPr/>
          <p:nvPr/>
        </p:nvSpPr>
        <p:spPr>
          <a:xfrm>
            <a:off x="1395000" y="65095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20" name="TextBox 19"/>
          <p:cNvSpPr/>
          <p:nvPr/>
        </p:nvSpPr>
        <p:spPr>
          <a:xfrm>
            <a:off x="6386040" y="6313680"/>
            <a:ext cx="5699160" cy="40212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0" lang="en-US" sz="1000" spc="-1" strike="noStrike">
                <a:solidFill>
                  <a:schemeClr val="lt1"/>
                </a:solidFill>
                <a:latin typeface="Arial"/>
                <a:ea typeface="SF Pro Display"/>
              </a:rPr>
              <a:t>The content of this document is the intellectual property of HAVELSAN. It is forbidden to </a:t>
            </a:r>
            <a:endParaRPr b="0" lang="en-US" sz="1000" spc="-1" strike="noStrike">
              <a:solidFill>
                <a:srgbClr val="ffffff"/>
              </a:solidFill>
              <a:latin typeface="Arial"/>
            </a:endParaRPr>
          </a:p>
          <a:p>
            <a:pPr algn="r" defTabSz="914400">
              <a:lnSpc>
                <a:spcPct val="100000"/>
              </a:lnSpc>
            </a:pPr>
            <a:r>
              <a:rPr b="0" lang="en-US" sz="1000" spc="-1" strike="noStrike">
                <a:solidFill>
                  <a:schemeClr val="lt1"/>
                </a:solidFill>
                <a:latin typeface="Arial"/>
                <a:ea typeface="SF Pro Display"/>
              </a:rPr>
              <a:t>copy </a:t>
            </a:r>
            <a:r>
              <a:rPr b="0" lang="tr-TR" sz="1000" spc="-1" strike="noStrike">
                <a:solidFill>
                  <a:schemeClr val="lt1"/>
                </a:solidFill>
                <a:latin typeface="Arial"/>
                <a:ea typeface="SF Pro Display"/>
              </a:rPr>
              <a:t> </a:t>
            </a:r>
            <a:r>
              <a:rPr b="0" lang="en-US" sz="1000" spc="-1" strike="noStrike">
                <a:solidFill>
                  <a:schemeClr val="lt1"/>
                </a:solidFill>
                <a:latin typeface="Arial"/>
                <a:ea typeface="SF Pro Display"/>
              </a:rPr>
              <a:t>or give all or part of this document to someone else without HAVELSAN’s permission</a:t>
            </a:r>
            <a:r>
              <a:rPr b="0" lang="tr-TR" sz="1050" spc="-1" strike="noStrike">
                <a:solidFill>
                  <a:schemeClr val="dk1"/>
                </a:solidFill>
                <a:latin typeface="Open Sans"/>
                <a:ea typeface="SF Pro Display"/>
              </a:rPr>
              <a:t>.</a:t>
            </a:r>
            <a:endParaRPr b="0" lang="en-US" sz="1050" spc="-1" strike="noStrike">
              <a:solidFill>
                <a:srgbClr val="ffffff"/>
              </a:solidFill>
              <a:latin typeface="Arial"/>
            </a:endParaRPr>
          </a:p>
        </p:txBody>
      </p:sp>
      <p:pic>
        <p:nvPicPr>
          <p:cNvPr id="821" name="Picture 1" descr=""/>
          <p:cNvPicPr/>
          <p:nvPr/>
        </p:nvPicPr>
        <p:blipFill>
          <a:blip r:embed="rId6"/>
          <a:stretch/>
        </p:blipFill>
        <p:spPr>
          <a:xfrm>
            <a:off x="153000" y="6454800"/>
            <a:ext cx="1147680" cy="27972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703" r:id="rId7"/>
  </p:sldLayoutIdLst>
</p:sldMaster>
</file>

<file path=ppt/slideMasters/slideMaster2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22"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23"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2AA73244-9BCD-4025-8DA9-9A2AE6A4E17A}"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824" name="TextBox 9"/>
          <p:cNvSpPr/>
          <p:nvPr/>
        </p:nvSpPr>
        <p:spPr>
          <a:xfrm>
            <a:off x="4515120" y="4888800"/>
            <a:ext cx="347004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tabLst>
                <a:tab algn="l" pos="0"/>
              </a:tabLst>
            </a:pPr>
            <a:r>
              <a:rPr b="0" lang="tr-TR" sz="1800" spc="-1" strike="noStrike">
                <a:solidFill>
                  <a:srgbClr val="ffffff"/>
                </a:solidFill>
                <a:latin typeface="Calibri"/>
              </a:rPr>
              <a:t>www.havelsan.com</a:t>
            </a:r>
            <a:endParaRPr b="0" lang="en-US" sz="1800" spc="-1" strike="noStrike">
              <a:solidFill>
                <a:srgbClr val="ffffff"/>
              </a:solidFill>
              <a:latin typeface="Arial"/>
            </a:endParaRPr>
          </a:p>
        </p:txBody>
      </p:sp>
      <p:sp>
        <p:nvSpPr>
          <p:cNvPr id="825" name="Grey_unpressed"/>
          <p:cNvSpPr/>
          <p:nvPr/>
        </p:nvSpPr>
        <p:spPr>
          <a:xfrm>
            <a:off x="2833920" y="2727720"/>
            <a:ext cx="6462720" cy="1510560"/>
          </a:xfrm>
          <a:custGeom>
            <a:avLst/>
            <a:gdLst>
              <a:gd name="textAreaLeft" fmla="*/ 0 w 6462720"/>
              <a:gd name="textAreaRight" fmla="*/ 6474600 w 6462720"/>
              <a:gd name="textAreaTop" fmla="*/ 0 h 1510560"/>
              <a:gd name="textAreaBottom" fmla="*/ 1522440 h 151056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26" name="Freeform 11"/>
          <p:cNvSpPr/>
          <p:nvPr/>
        </p:nvSpPr>
        <p:spPr>
          <a:xfrm>
            <a:off x="2435040" y="2589840"/>
            <a:ext cx="2428200" cy="2603160"/>
          </a:xfrm>
          <a:custGeom>
            <a:avLst/>
            <a:gdLst>
              <a:gd name="textAreaLeft" fmla="*/ 0 w 2428200"/>
              <a:gd name="textAreaRight" fmla="*/ 2440080 w 2428200"/>
              <a:gd name="textAreaTop" fmla="*/ 0 h 2603160"/>
              <a:gd name="textAreaBottom" fmla="*/ 2615040 h 260316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827" name="Oval 12"/>
          <p:cNvSpPr/>
          <p:nvPr/>
        </p:nvSpPr>
        <p:spPr>
          <a:xfrm>
            <a:off x="3103920" y="3080520"/>
            <a:ext cx="974880" cy="9748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28" name="TextBox 13"/>
          <p:cNvSpPr/>
          <p:nvPr/>
        </p:nvSpPr>
        <p:spPr>
          <a:xfrm>
            <a:off x="4606200" y="3220200"/>
            <a:ext cx="10177200" cy="699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tr-TR" sz="4000" spc="-1" strike="noStrike">
                <a:solidFill>
                  <a:srgbClr val="ffffff"/>
                </a:solidFill>
                <a:latin typeface="Arial"/>
              </a:rPr>
              <a:t>THANK YOU</a:t>
            </a:r>
            <a:endParaRPr b="0" lang="en-US" sz="4000" spc="-1" strike="noStrike">
              <a:solidFill>
                <a:srgbClr val="ffffff"/>
              </a:solidFill>
              <a:latin typeface="Arial"/>
            </a:endParaRPr>
          </a:p>
        </p:txBody>
      </p:sp>
      <p:grpSp>
        <p:nvGrpSpPr>
          <p:cNvPr id="829" name="Group 21"/>
          <p:cNvGrpSpPr/>
          <p:nvPr/>
        </p:nvGrpSpPr>
        <p:grpSpPr>
          <a:xfrm>
            <a:off x="1527120" y="6498720"/>
            <a:ext cx="896040" cy="189360"/>
            <a:chOff x="1527120" y="6498720"/>
            <a:chExt cx="896040" cy="189360"/>
          </a:xfrm>
        </p:grpSpPr>
        <p:pic>
          <p:nvPicPr>
            <p:cNvPr id="830" name="Picture 22" descr=""/>
            <p:cNvPicPr/>
            <p:nvPr/>
          </p:nvPicPr>
          <p:blipFill>
            <a:blip r:embed="rId2"/>
            <a:srcRect l="24312" t="0" r="0" b="0"/>
            <a:stretch/>
          </p:blipFill>
          <p:spPr>
            <a:xfrm>
              <a:off x="1744200" y="6498720"/>
              <a:ext cx="678960" cy="178560"/>
            </a:xfrm>
            <a:prstGeom prst="rect">
              <a:avLst/>
            </a:prstGeom>
            <a:ln w="0">
              <a:noFill/>
            </a:ln>
          </p:spPr>
        </p:pic>
        <p:pic>
          <p:nvPicPr>
            <p:cNvPr id="831" name="Picture 23" descr=""/>
            <p:cNvPicPr/>
            <p:nvPr/>
          </p:nvPicPr>
          <p:blipFill>
            <a:blip r:embed="rId3"/>
            <a:srcRect l="0" t="0" r="76760" b="0"/>
            <a:stretch/>
          </p:blipFill>
          <p:spPr>
            <a:xfrm>
              <a:off x="1527120" y="6509520"/>
              <a:ext cx="200160" cy="178560"/>
            </a:xfrm>
            <a:prstGeom prst="rect">
              <a:avLst/>
            </a:prstGeom>
            <a:ln w="0">
              <a:noFill/>
            </a:ln>
          </p:spPr>
        </p:pic>
      </p:grpSp>
      <p:sp>
        <p:nvSpPr>
          <p:cNvPr id="832" name="TextBox 24"/>
          <p:cNvSpPr/>
          <p:nvPr/>
        </p:nvSpPr>
        <p:spPr>
          <a:xfrm>
            <a:off x="1395000" y="64987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33" name="TextBox 25"/>
          <p:cNvSpPr/>
          <p:nvPr/>
        </p:nvSpPr>
        <p:spPr>
          <a:xfrm>
            <a:off x="1395000" y="645480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34" name="TextBox 26"/>
          <p:cNvSpPr/>
          <p:nvPr/>
        </p:nvSpPr>
        <p:spPr>
          <a:xfrm>
            <a:off x="1395000" y="6509520"/>
            <a:ext cx="3528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35" name="TextBox 27"/>
          <p:cNvSpPr/>
          <p:nvPr/>
        </p:nvSpPr>
        <p:spPr>
          <a:xfrm>
            <a:off x="6386040" y="6313680"/>
            <a:ext cx="5699160" cy="40212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0" lang="en-US" sz="1000" spc="-1" strike="noStrike">
                <a:solidFill>
                  <a:schemeClr val="lt1"/>
                </a:solidFill>
                <a:latin typeface="Arial"/>
                <a:ea typeface="SF Pro Display"/>
              </a:rPr>
              <a:t>The content of this document is the intellectual property of HAVELSAN. It is forbidden to </a:t>
            </a:r>
            <a:endParaRPr b="0" lang="en-US" sz="1000" spc="-1" strike="noStrike">
              <a:solidFill>
                <a:srgbClr val="ffffff"/>
              </a:solidFill>
              <a:latin typeface="Arial"/>
            </a:endParaRPr>
          </a:p>
          <a:p>
            <a:pPr algn="r" defTabSz="914400">
              <a:lnSpc>
                <a:spcPct val="100000"/>
              </a:lnSpc>
            </a:pPr>
            <a:r>
              <a:rPr b="0" lang="en-US" sz="1000" spc="-1" strike="noStrike">
                <a:solidFill>
                  <a:schemeClr val="lt1"/>
                </a:solidFill>
                <a:latin typeface="Arial"/>
                <a:ea typeface="SF Pro Display"/>
              </a:rPr>
              <a:t>copy </a:t>
            </a:r>
            <a:r>
              <a:rPr b="0" lang="tr-TR" sz="1000" spc="-1" strike="noStrike">
                <a:solidFill>
                  <a:schemeClr val="lt1"/>
                </a:solidFill>
                <a:latin typeface="Arial"/>
                <a:ea typeface="SF Pro Display"/>
              </a:rPr>
              <a:t> </a:t>
            </a:r>
            <a:r>
              <a:rPr b="0" lang="en-US" sz="1000" spc="-1" strike="noStrike">
                <a:solidFill>
                  <a:schemeClr val="lt1"/>
                </a:solidFill>
                <a:latin typeface="Arial"/>
                <a:ea typeface="SF Pro Display"/>
              </a:rPr>
              <a:t>or give all or part of this document to someone else without HAVELSAN’s permission</a:t>
            </a:r>
            <a:r>
              <a:rPr b="0" lang="tr-TR" sz="1050" spc="-1" strike="noStrike">
                <a:solidFill>
                  <a:schemeClr val="dk1"/>
                </a:solidFill>
                <a:latin typeface="Open Sans"/>
                <a:ea typeface="SF Pro Display"/>
              </a:rPr>
              <a:t>.</a:t>
            </a:r>
            <a:endParaRPr b="0" lang="en-US" sz="1050" spc="-1" strike="noStrike">
              <a:solidFill>
                <a:srgbClr val="ffffff"/>
              </a:solidFill>
              <a:latin typeface="Arial"/>
            </a:endParaRPr>
          </a:p>
        </p:txBody>
      </p:sp>
      <p:pic>
        <p:nvPicPr>
          <p:cNvPr id="836" name="Picture 28" descr=""/>
          <p:cNvPicPr/>
          <p:nvPr/>
        </p:nvPicPr>
        <p:blipFill>
          <a:blip r:embed="rId4"/>
          <a:stretch/>
        </p:blipFill>
        <p:spPr>
          <a:xfrm>
            <a:off x="153000" y="6454800"/>
            <a:ext cx="1147680" cy="279720"/>
          </a:xfrm>
          <a:prstGeom prst="rect">
            <a:avLst/>
          </a:prstGeom>
          <a:ln w="0">
            <a:noFill/>
          </a:ln>
        </p:spPr>
      </p:pic>
      <p:sp>
        <p:nvSpPr>
          <p:cNvPr id="837"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05" r:id="rId5"/>
  </p:sldLayoutIdLst>
</p:sldMaster>
</file>

<file path=ppt/slideMasters/slideMaster3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38"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3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085F38C3-55FD-474D-997D-4CCF83EFF6C3}"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840" name="Group 5"/>
          <p:cNvGrpSpPr/>
          <p:nvPr/>
        </p:nvGrpSpPr>
        <p:grpSpPr>
          <a:xfrm>
            <a:off x="5942880" y="1173240"/>
            <a:ext cx="4768560" cy="4773600"/>
            <a:chOff x="5942880" y="1173240"/>
            <a:chExt cx="4768560" cy="4773600"/>
          </a:xfrm>
        </p:grpSpPr>
        <p:sp>
          <p:nvSpPr>
            <p:cNvPr id="841" name="Oval 101"/>
            <p:cNvSpPr/>
            <p:nvPr/>
          </p:nvSpPr>
          <p:spPr>
            <a:xfrm>
              <a:off x="5942880" y="1173240"/>
              <a:ext cx="4768560" cy="4773600"/>
            </a:xfrm>
            <a:prstGeom prst="ellipse">
              <a:avLst/>
            </a:prstGeom>
            <a:gradFill rotWithShape="0">
              <a:gsLst>
                <a:gs pos="0">
                  <a:srgbClr val="2a3647"/>
                </a:gs>
                <a:gs pos="100000">
                  <a:srgbClr val="1e2633"/>
                </a:gs>
              </a:gsLst>
              <a:lin ang="135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42" name="Group 7"/>
            <p:cNvGrpSpPr/>
            <p:nvPr/>
          </p:nvGrpSpPr>
          <p:grpSpPr>
            <a:xfrm>
              <a:off x="6314040" y="1564200"/>
              <a:ext cx="3998520" cy="3998520"/>
              <a:chOff x="6314040" y="1564200"/>
              <a:chExt cx="3998520" cy="3998520"/>
            </a:xfrm>
          </p:grpSpPr>
          <p:sp>
            <p:nvSpPr>
              <p:cNvPr id="843" name="Oval 8"/>
              <p:cNvSpPr/>
              <p:nvPr/>
            </p:nvSpPr>
            <p:spPr>
              <a:xfrm>
                <a:off x="6314040" y="1564200"/>
                <a:ext cx="3998520" cy="3998520"/>
              </a:xfrm>
              <a:prstGeom prst="ellipse">
                <a:avLst/>
              </a:pr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44" name="Oval 9"/>
              <p:cNvSpPr/>
              <p:nvPr/>
            </p:nvSpPr>
            <p:spPr>
              <a:xfrm>
                <a:off x="6314040" y="1564200"/>
                <a:ext cx="3998520" cy="3998520"/>
              </a:xfrm>
              <a:prstGeom prst="ellipse">
                <a:avLst/>
              </a:pr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graphicFrame>
        <p:nvGraphicFramePr>
          <p:cNvPr id="845" name="Chart 13"/>
          <p:cNvGraphicFramePr/>
          <p:nvPr/>
        </p:nvGraphicFramePr>
        <p:xfrm>
          <a:off x="4898880" y="1365840"/>
          <a:ext cx="6638040" cy="4196880"/>
        </p:xfrm>
        <a:graphic>
          <a:graphicData uri="http://schemas.openxmlformats.org/drawingml/2006/chart">
            <c:chart xmlns:c="http://schemas.openxmlformats.org/drawingml/2006/chart" xmlns:r="http://schemas.openxmlformats.org/officeDocument/2006/relationships" r:id="rId2"/>
          </a:graphicData>
        </a:graphic>
      </p:graphicFrame>
      <p:grpSp>
        <p:nvGrpSpPr>
          <p:cNvPr id="846" name="Group 10"/>
          <p:cNvGrpSpPr/>
          <p:nvPr/>
        </p:nvGrpSpPr>
        <p:grpSpPr>
          <a:xfrm>
            <a:off x="7685640" y="3174840"/>
            <a:ext cx="1400400" cy="897480"/>
            <a:chOff x="7685640" y="3174840"/>
            <a:chExt cx="1400400" cy="897480"/>
          </a:xfrm>
        </p:grpSpPr>
        <p:sp>
          <p:nvSpPr>
            <p:cNvPr id="847" name="Rectangle 114"/>
            <p:cNvSpPr/>
            <p:nvPr/>
          </p:nvSpPr>
          <p:spPr>
            <a:xfrm>
              <a:off x="7685640" y="3174840"/>
              <a:ext cx="1400400" cy="8226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5400" spc="-1" strike="noStrike">
                  <a:solidFill>
                    <a:schemeClr val="accent1"/>
                  </a:solidFill>
                  <a:latin typeface="Arial Black"/>
                </a:rPr>
                <a:t>75</a:t>
              </a:r>
              <a:r>
                <a:rPr b="1" lang="ru-RU" sz="5400" spc="-1" strike="noStrike">
                  <a:solidFill>
                    <a:schemeClr val="accent1"/>
                  </a:solidFill>
                  <a:latin typeface="Arial Black"/>
                </a:rPr>
                <a:t>%</a:t>
              </a:r>
              <a:endParaRPr b="0" lang="en-US" sz="5400" spc="-1" strike="noStrike">
                <a:solidFill>
                  <a:srgbClr val="ffffff"/>
                </a:solidFill>
                <a:latin typeface="Arial"/>
              </a:endParaRPr>
            </a:p>
          </p:txBody>
        </p:sp>
        <p:sp>
          <p:nvSpPr>
            <p:cNvPr id="848" name="Rectangle 115"/>
            <p:cNvSpPr/>
            <p:nvPr/>
          </p:nvSpPr>
          <p:spPr>
            <a:xfrm>
              <a:off x="7781040" y="3904920"/>
              <a:ext cx="1252440" cy="1674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100" spc="-1" strike="noStrike">
                  <a:solidFill>
                    <a:schemeClr val="accent1"/>
                  </a:solidFill>
                  <a:latin typeface="Arial Black"/>
                </a:rPr>
                <a:t>Lorem ipsum dolor</a:t>
              </a:r>
              <a:endParaRPr b="0" lang="en-US" sz="1100" spc="-1" strike="noStrike">
                <a:solidFill>
                  <a:srgbClr val="ffffff"/>
                </a:solidFill>
                <a:latin typeface="Arial"/>
              </a:endParaRPr>
            </a:p>
          </p:txBody>
        </p:sp>
      </p:grpSp>
      <p:sp>
        <p:nvSpPr>
          <p:cNvPr id="849" name="object 384"/>
          <p:cNvSpPr/>
          <p:nvPr/>
        </p:nvSpPr>
        <p:spPr>
          <a:xfrm flipV="1">
            <a:off x="356760" y="670680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50" name="object 4"/>
          <p:cNvSpPr/>
          <p:nvPr/>
        </p:nvSpPr>
        <p:spPr>
          <a:xfrm>
            <a:off x="10477800" y="663120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51" name="object 384"/>
          <p:cNvSpPr/>
          <p:nvPr/>
        </p:nvSpPr>
        <p:spPr>
          <a:xfrm flipV="1" rot="10800000">
            <a:off x="6108120" y="671868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52" name="object 386"/>
          <p:cNvSpPr/>
          <p:nvPr/>
        </p:nvSpPr>
        <p:spPr>
          <a:xfrm>
            <a:off x="5927400" y="651744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53" name="Freeform 24"/>
          <p:cNvSpPr/>
          <p:nvPr/>
        </p:nvSpPr>
        <p:spPr>
          <a:xfrm>
            <a:off x="-1688040" y="-113904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854" name="Group 20"/>
          <p:cNvGrpSpPr/>
          <p:nvPr/>
        </p:nvGrpSpPr>
        <p:grpSpPr>
          <a:xfrm>
            <a:off x="559080" y="565200"/>
            <a:ext cx="1467720" cy="43920"/>
            <a:chOff x="559080" y="565200"/>
            <a:chExt cx="1467720" cy="43920"/>
          </a:xfrm>
        </p:grpSpPr>
        <p:sp>
          <p:nvSpPr>
            <p:cNvPr id="855"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56"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57" name="Rectangle 23"/>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07" r:id="rId3"/>
  </p:sldLayoutIdLst>
</p:sldMaster>
</file>

<file path=ppt/slideMasters/slideMaster3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58"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5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495B92A-196F-4A77-A8D4-B500604106C0}"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860" name="Group 10"/>
          <p:cNvGrpSpPr/>
          <p:nvPr/>
        </p:nvGrpSpPr>
        <p:grpSpPr>
          <a:xfrm>
            <a:off x="4579920" y="1447920"/>
            <a:ext cx="2934360" cy="2937600"/>
            <a:chOff x="4579920" y="1447920"/>
            <a:chExt cx="2934360" cy="2937600"/>
          </a:xfrm>
        </p:grpSpPr>
        <p:sp>
          <p:nvSpPr>
            <p:cNvPr id="861" name="Oval 101"/>
            <p:cNvSpPr/>
            <p:nvPr/>
          </p:nvSpPr>
          <p:spPr>
            <a:xfrm>
              <a:off x="4579920" y="1447920"/>
              <a:ext cx="2934360" cy="2937600"/>
            </a:xfrm>
            <a:prstGeom prst="ellipse">
              <a:avLst/>
            </a:prstGeom>
            <a:gradFill rotWithShape="0">
              <a:gsLst>
                <a:gs pos="0">
                  <a:srgbClr val="334257"/>
                </a:gs>
                <a:gs pos="100000">
                  <a:srgbClr val="202937"/>
                </a:gs>
              </a:gsLst>
              <a:lin ang="135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62" name="Group 12"/>
            <p:cNvGrpSpPr/>
            <p:nvPr/>
          </p:nvGrpSpPr>
          <p:grpSpPr>
            <a:xfrm>
              <a:off x="4808880" y="1688760"/>
              <a:ext cx="2459880" cy="2459880"/>
              <a:chOff x="4808880" y="1688760"/>
              <a:chExt cx="2459880" cy="2459880"/>
            </a:xfrm>
          </p:grpSpPr>
          <p:sp>
            <p:nvSpPr>
              <p:cNvPr id="863" name="Oval 13"/>
              <p:cNvSpPr/>
              <p:nvPr/>
            </p:nvSpPr>
            <p:spPr>
              <a:xfrm>
                <a:off x="4808880" y="1688760"/>
                <a:ext cx="2459880" cy="2459880"/>
              </a:xfrm>
              <a:prstGeom prst="ellipse">
                <a:avLst/>
              </a:pr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64" name="Oval 14"/>
              <p:cNvSpPr/>
              <p:nvPr/>
            </p:nvSpPr>
            <p:spPr>
              <a:xfrm>
                <a:off x="4808880" y="1688760"/>
                <a:ext cx="2459880" cy="2459880"/>
              </a:xfrm>
              <a:prstGeom prst="ellipse">
                <a:avLst/>
              </a:pr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grpSp>
        <p:nvGrpSpPr>
          <p:cNvPr id="865" name="Group 15"/>
          <p:cNvGrpSpPr/>
          <p:nvPr/>
        </p:nvGrpSpPr>
        <p:grpSpPr>
          <a:xfrm>
            <a:off x="1096920" y="1447920"/>
            <a:ext cx="2934360" cy="2937600"/>
            <a:chOff x="1096920" y="1447920"/>
            <a:chExt cx="2934360" cy="2937600"/>
          </a:xfrm>
        </p:grpSpPr>
        <p:sp>
          <p:nvSpPr>
            <p:cNvPr id="866" name="Oval 101"/>
            <p:cNvSpPr/>
            <p:nvPr/>
          </p:nvSpPr>
          <p:spPr>
            <a:xfrm>
              <a:off x="1096920" y="1447920"/>
              <a:ext cx="2934360" cy="2937600"/>
            </a:xfrm>
            <a:prstGeom prst="ellipse">
              <a:avLst/>
            </a:prstGeom>
            <a:gradFill rotWithShape="0">
              <a:gsLst>
                <a:gs pos="0">
                  <a:srgbClr val="334257"/>
                </a:gs>
                <a:gs pos="100000">
                  <a:srgbClr val="202937"/>
                </a:gs>
              </a:gsLst>
              <a:lin ang="135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67" name="Group 17"/>
            <p:cNvGrpSpPr/>
            <p:nvPr/>
          </p:nvGrpSpPr>
          <p:grpSpPr>
            <a:xfrm>
              <a:off x="1325880" y="1688760"/>
              <a:ext cx="2459880" cy="2459880"/>
              <a:chOff x="1325880" y="1688760"/>
              <a:chExt cx="2459880" cy="2459880"/>
            </a:xfrm>
          </p:grpSpPr>
          <p:sp>
            <p:nvSpPr>
              <p:cNvPr id="868" name="Oval 18"/>
              <p:cNvSpPr/>
              <p:nvPr/>
            </p:nvSpPr>
            <p:spPr>
              <a:xfrm>
                <a:off x="1325880" y="1688760"/>
                <a:ext cx="2459880" cy="2459880"/>
              </a:xfrm>
              <a:prstGeom prst="ellipse">
                <a:avLst/>
              </a:pr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69" name="Oval 19"/>
              <p:cNvSpPr/>
              <p:nvPr/>
            </p:nvSpPr>
            <p:spPr>
              <a:xfrm>
                <a:off x="1325880" y="1688760"/>
                <a:ext cx="2459880" cy="2459880"/>
              </a:xfrm>
              <a:prstGeom prst="ellipse">
                <a:avLst/>
              </a:pr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graphicFrame>
        <p:nvGraphicFramePr>
          <p:cNvPr id="870" name="Chart 20"/>
          <p:cNvGraphicFramePr/>
          <p:nvPr/>
        </p:nvGraphicFramePr>
        <p:xfrm>
          <a:off x="525600" y="1632600"/>
          <a:ext cx="4084200" cy="2580840"/>
        </p:xfrm>
        <a:graphic>
          <a:graphicData uri="http://schemas.openxmlformats.org/drawingml/2006/chart">
            <c:chart xmlns:c="http://schemas.openxmlformats.org/drawingml/2006/chart" xmlns:r="http://schemas.openxmlformats.org/officeDocument/2006/relationships" r:id="rId2"/>
          </a:graphicData>
        </a:graphic>
      </p:graphicFrame>
      <p:sp>
        <p:nvSpPr>
          <p:cNvPr id="871" name="Rectangle 120"/>
          <p:cNvSpPr/>
          <p:nvPr/>
        </p:nvSpPr>
        <p:spPr>
          <a:xfrm>
            <a:off x="2180160" y="2752560"/>
            <a:ext cx="720720" cy="4266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tr-TR" sz="2800" spc="-1" strike="noStrike">
                <a:solidFill>
                  <a:schemeClr val="accent1"/>
                </a:solidFill>
                <a:latin typeface="Open Sans"/>
              </a:rPr>
              <a:t>2</a:t>
            </a:r>
            <a:r>
              <a:rPr b="1" lang="en-US" sz="2800" spc="-1" strike="noStrike">
                <a:solidFill>
                  <a:schemeClr val="accent1"/>
                </a:solidFill>
                <a:latin typeface="Open Sans"/>
              </a:rPr>
              <a:t>0</a:t>
            </a:r>
            <a:r>
              <a:rPr b="1" lang="ru-RU" sz="2800" spc="-1" strike="noStrike">
                <a:solidFill>
                  <a:schemeClr val="accent1"/>
                </a:solidFill>
                <a:latin typeface="Open Sans"/>
              </a:rPr>
              <a:t>%</a:t>
            </a:r>
            <a:endParaRPr b="0" lang="en-US" sz="2800" spc="-1" strike="noStrike">
              <a:solidFill>
                <a:srgbClr val="ffffff"/>
              </a:solidFill>
              <a:latin typeface="Arial"/>
            </a:endParaRPr>
          </a:p>
        </p:txBody>
      </p:sp>
      <p:graphicFrame>
        <p:nvGraphicFramePr>
          <p:cNvPr id="872" name="Chart 22"/>
          <p:cNvGraphicFramePr/>
          <p:nvPr/>
        </p:nvGraphicFramePr>
        <p:xfrm>
          <a:off x="3995280" y="1632600"/>
          <a:ext cx="4084200" cy="2580840"/>
        </p:xfrm>
        <a:graphic>
          <a:graphicData uri="http://schemas.openxmlformats.org/drawingml/2006/chart">
            <c:chart xmlns:c="http://schemas.openxmlformats.org/drawingml/2006/chart" xmlns:r="http://schemas.openxmlformats.org/officeDocument/2006/relationships" r:id="rId3"/>
          </a:graphicData>
        </a:graphic>
      </p:graphicFrame>
      <p:sp>
        <p:nvSpPr>
          <p:cNvPr id="873" name="Rectangle 120"/>
          <p:cNvSpPr/>
          <p:nvPr/>
        </p:nvSpPr>
        <p:spPr>
          <a:xfrm>
            <a:off x="5719320" y="2759760"/>
            <a:ext cx="720720" cy="4266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RU" sz="2800" spc="-1" strike="noStrike">
                <a:solidFill>
                  <a:schemeClr val="accent1"/>
                </a:solidFill>
                <a:latin typeface="Open Sans"/>
              </a:rPr>
              <a:t>6</a:t>
            </a:r>
            <a:r>
              <a:rPr b="1" lang="tr-TR" sz="2800" spc="-1" strike="noStrike">
                <a:solidFill>
                  <a:schemeClr val="accent1"/>
                </a:solidFill>
                <a:latin typeface="Open Sans"/>
              </a:rPr>
              <a:t>9</a:t>
            </a:r>
            <a:r>
              <a:rPr b="1" lang="ru-RU" sz="2800" spc="-1" strike="noStrike">
                <a:solidFill>
                  <a:schemeClr val="accent1"/>
                </a:solidFill>
                <a:latin typeface="Open Sans"/>
              </a:rPr>
              <a:t>%</a:t>
            </a:r>
            <a:endParaRPr b="0" lang="en-US" sz="2800" spc="-1" strike="noStrike">
              <a:solidFill>
                <a:srgbClr val="ffffff"/>
              </a:solidFill>
              <a:latin typeface="Arial"/>
            </a:endParaRPr>
          </a:p>
        </p:txBody>
      </p:sp>
      <p:sp>
        <p:nvSpPr>
          <p:cNvPr id="874" name="Freeform 119"/>
          <p:cNvSpPr/>
          <p:nvPr/>
        </p:nvSpPr>
        <p:spPr>
          <a:xfrm>
            <a:off x="1720800" y="4778280"/>
            <a:ext cx="1675800" cy="437400"/>
          </a:xfrm>
          <a:custGeom>
            <a:avLst/>
            <a:gdLst>
              <a:gd name="textAreaLeft" fmla="*/ 0 w 1675800"/>
              <a:gd name="textAreaRight" fmla="*/ 1687680 w 1675800"/>
              <a:gd name="textAreaTop" fmla="*/ 0 h 437400"/>
              <a:gd name="textAreaBottom" fmla="*/ 449280 h 437400"/>
            </a:gdLst>
            <a:ahLst/>
            <a:rect l="textAreaLeft" t="textAreaTop" r="textAreaRight" b="textAreaBottom"/>
            <a:pathLst>
              <a:path w="443" h="118">
                <a:moveTo>
                  <a:pt x="1" y="58"/>
                </a:moveTo>
                <a:cubicBezTo>
                  <a:pt x="0" y="91"/>
                  <a:pt x="27" y="118"/>
                  <a:pt x="61" y="118"/>
                </a:cubicBezTo>
                <a:cubicBezTo>
                  <a:pt x="383" y="118"/>
                  <a:pt x="383" y="118"/>
                  <a:pt x="383" y="118"/>
                </a:cubicBezTo>
                <a:cubicBezTo>
                  <a:pt x="415" y="118"/>
                  <a:pt x="442" y="93"/>
                  <a:pt x="443" y="60"/>
                </a:cubicBezTo>
                <a:cubicBezTo>
                  <a:pt x="443" y="27"/>
                  <a:pt x="416" y="0"/>
                  <a:pt x="384" y="0"/>
                </a:cubicBezTo>
                <a:cubicBezTo>
                  <a:pt x="60" y="0"/>
                  <a:pt x="60" y="0"/>
                  <a:pt x="60" y="0"/>
                </a:cubicBezTo>
                <a:cubicBezTo>
                  <a:pt x="27" y="0"/>
                  <a:pt x="1" y="26"/>
                  <a:pt x="1" y="58"/>
                </a:cubicBezTo>
                <a:close/>
              </a:path>
            </a:pathLst>
          </a:custGeom>
          <a:gradFill rotWithShape="0">
            <a:gsLst>
              <a:gs pos="0">
                <a:srgbClr val="334257"/>
              </a:gs>
              <a:gs pos="100000">
                <a:srgbClr val="242e3d"/>
              </a:gs>
            </a:gsLst>
            <a:lin ang="162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75" name="Rectangle 120"/>
          <p:cNvSpPr/>
          <p:nvPr/>
        </p:nvSpPr>
        <p:spPr>
          <a:xfrm>
            <a:off x="2077920" y="4852800"/>
            <a:ext cx="946080" cy="30456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2000" spc="-1" strike="noStrike">
                <a:solidFill>
                  <a:schemeClr val="accent1"/>
                </a:solidFill>
                <a:latin typeface="Arial Black"/>
              </a:rPr>
              <a:t>STEP 01</a:t>
            </a:r>
            <a:endParaRPr b="0" lang="en-US" sz="2000" spc="-1" strike="noStrike">
              <a:solidFill>
                <a:srgbClr val="ffffff"/>
              </a:solidFill>
              <a:latin typeface="Arial"/>
            </a:endParaRPr>
          </a:p>
        </p:txBody>
      </p:sp>
      <p:sp>
        <p:nvSpPr>
          <p:cNvPr id="876" name="Freeform 121"/>
          <p:cNvSpPr/>
          <p:nvPr/>
        </p:nvSpPr>
        <p:spPr>
          <a:xfrm>
            <a:off x="5224320" y="4778280"/>
            <a:ext cx="1674000" cy="437400"/>
          </a:xfrm>
          <a:custGeom>
            <a:avLst/>
            <a:gdLst>
              <a:gd name="textAreaLeft" fmla="*/ 0 w 1674000"/>
              <a:gd name="textAreaRight" fmla="*/ 1685880 w 1674000"/>
              <a:gd name="textAreaTop" fmla="*/ 0 h 437400"/>
              <a:gd name="textAreaBottom" fmla="*/ 449280 h 437400"/>
            </a:gdLst>
            <a:ahLst/>
            <a:rect l="textAreaLeft" t="textAreaTop" r="textAreaRight" b="textAreaBottom"/>
            <a:pathLst>
              <a:path w="443" h="118">
                <a:moveTo>
                  <a:pt x="1" y="58"/>
                </a:moveTo>
                <a:cubicBezTo>
                  <a:pt x="0" y="91"/>
                  <a:pt x="28" y="118"/>
                  <a:pt x="61" y="118"/>
                </a:cubicBezTo>
                <a:cubicBezTo>
                  <a:pt x="383" y="118"/>
                  <a:pt x="383" y="118"/>
                  <a:pt x="383" y="118"/>
                </a:cubicBezTo>
                <a:cubicBezTo>
                  <a:pt x="415" y="118"/>
                  <a:pt x="442" y="93"/>
                  <a:pt x="443" y="60"/>
                </a:cubicBezTo>
                <a:cubicBezTo>
                  <a:pt x="443" y="27"/>
                  <a:pt x="417" y="0"/>
                  <a:pt x="384" y="0"/>
                </a:cubicBezTo>
                <a:cubicBezTo>
                  <a:pt x="60" y="0"/>
                  <a:pt x="60" y="0"/>
                  <a:pt x="60" y="0"/>
                </a:cubicBezTo>
                <a:cubicBezTo>
                  <a:pt x="28" y="0"/>
                  <a:pt x="2" y="26"/>
                  <a:pt x="1" y="58"/>
                </a:cubicBezTo>
                <a:close/>
              </a:path>
            </a:pathLst>
          </a:custGeom>
          <a:gradFill rotWithShape="0">
            <a:gsLst>
              <a:gs pos="0">
                <a:srgbClr val="334257"/>
              </a:gs>
              <a:gs pos="100000">
                <a:srgbClr val="242e3d"/>
              </a:gs>
            </a:gsLst>
            <a:lin ang="162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77" name="Rectangle 122"/>
          <p:cNvSpPr/>
          <p:nvPr/>
        </p:nvSpPr>
        <p:spPr>
          <a:xfrm>
            <a:off x="5581440" y="4852800"/>
            <a:ext cx="946080" cy="30456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2000" spc="-1" strike="noStrike">
                <a:solidFill>
                  <a:schemeClr val="accent1"/>
                </a:solidFill>
                <a:latin typeface="Arial Black"/>
              </a:rPr>
              <a:t>STEP 02</a:t>
            </a:r>
            <a:endParaRPr b="0" lang="en-US" sz="2000" spc="-1" strike="noStrike">
              <a:solidFill>
                <a:srgbClr val="ffffff"/>
              </a:solidFill>
              <a:latin typeface="Arial"/>
            </a:endParaRPr>
          </a:p>
        </p:txBody>
      </p:sp>
      <p:sp>
        <p:nvSpPr>
          <p:cNvPr id="878" name="Freeform 123"/>
          <p:cNvSpPr/>
          <p:nvPr/>
        </p:nvSpPr>
        <p:spPr>
          <a:xfrm>
            <a:off x="8731080" y="4778280"/>
            <a:ext cx="1674000" cy="437400"/>
          </a:xfrm>
          <a:custGeom>
            <a:avLst/>
            <a:gdLst>
              <a:gd name="textAreaLeft" fmla="*/ 0 w 1674000"/>
              <a:gd name="textAreaRight" fmla="*/ 1685880 w 1674000"/>
              <a:gd name="textAreaTop" fmla="*/ 0 h 437400"/>
              <a:gd name="textAreaBottom" fmla="*/ 449280 h 437400"/>
            </a:gdLst>
            <a:ahLst/>
            <a:rect l="textAreaLeft" t="textAreaTop" r="textAreaRight" b="textAreaBottom"/>
            <a:pathLst>
              <a:path w="443" h="118">
                <a:moveTo>
                  <a:pt x="0" y="58"/>
                </a:moveTo>
                <a:cubicBezTo>
                  <a:pt x="0" y="91"/>
                  <a:pt x="27" y="118"/>
                  <a:pt x="60" y="118"/>
                </a:cubicBezTo>
                <a:cubicBezTo>
                  <a:pt x="382" y="118"/>
                  <a:pt x="382" y="118"/>
                  <a:pt x="382" y="118"/>
                </a:cubicBezTo>
                <a:cubicBezTo>
                  <a:pt x="414" y="118"/>
                  <a:pt x="442" y="93"/>
                  <a:pt x="442" y="60"/>
                </a:cubicBezTo>
                <a:cubicBezTo>
                  <a:pt x="443" y="27"/>
                  <a:pt x="416" y="0"/>
                  <a:pt x="383" y="0"/>
                </a:cubicBezTo>
                <a:cubicBezTo>
                  <a:pt x="59" y="0"/>
                  <a:pt x="59" y="0"/>
                  <a:pt x="59" y="0"/>
                </a:cubicBezTo>
                <a:cubicBezTo>
                  <a:pt x="27" y="0"/>
                  <a:pt x="1" y="26"/>
                  <a:pt x="0" y="58"/>
                </a:cubicBezTo>
                <a:close/>
              </a:path>
            </a:pathLst>
          </a:custGeom>
          <a:gradFill rotWithShape="0">
            <a:gsLst>
              <a:gs pos="0">
                <a:srgbClr val="334257"/>
              </a:gs>
              <a:gs pos="100000">
                <a:srgbClr val="242e3d"/>
              </a:gs>
            </a:gsLst>
            <a:lin ang="162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79" name="Rectangle 124"/>
          <p:cNvSpPr/>
          <p:nvPr/>
        </p:nvSpPr>
        <p:spPr>
          <a:xfrm>
            <a:off x="9083520" y="4852800"/>
            <a:ext cx="946080" cy="30456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2000" spc="-1" strike="noStrike">
                <a:solidFill>
                  <a:schemeClr val="accent1"/>
                </a:solidFill>
                <a:latin typeface="Arial Black"/>
              </a:rPr>
              <a:t>STEP 03</a:t>
            </a:r>
            <a:endParaRPr b="0" lang="en-US" sz="2000" spc="-1" strike="noStrike">
              <a:solidFill>
                <a:srgbClr val="ffffff"/>
              </a:solidFill>
              <a:latin typeface="Arial"/>
            </a:endParaRPr>
          </a:p>
        </p:txBody>
      </p:sp>
      <p:sp>
        <p:nvSpPr>
          <p:cNvPr id="880" name="TextBox 31"/>
          <p:cNvSpPr/>
          <p:nvPr/>
        </p:nvSpPr>
        <p:spPr>
          <a:xfrm>
            <a:off x="1469880" y="5349960"/>
            <a:ext cx="2171520" cy="6382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200" spc="-1" strike="noStrike">
                <a:solidFill>
                  <a:schemeClr val="accent1"/>
                </a:solidFill>
                <a:latin typeface="Arial Black"/>
                <a:ea typeface="Open Sans"/>
              </a:rPr>
              <a:t>Lorem ipsum dolor sit amet, consectetur adipiscing elit, sed do</a:t>
            </a:r>
            <a:endParaRPr b="0" lang="en-US" sz="1200" spc="-1" strike="noStrike">
              <a:solidFill>
                <a:srgbClr val="ffffff"/>
              </a:solidFill>
              <a:latin typeface="Arial"/>
            </a:endParaRPr>
          </a:p>
        </p:txBody>
      </p:sp>
      <p:sp>
        <p:nvSpPr>
          <p:cNvPr id="881" name="TextBox 32"/>
          <p:cNvSpPr/>
          <p:nvPr/>
        </p:nvSpPr>
        <p:spPr>
          <a:xfrm>
            <a:off x="5029560" y="5349960"/>
            <a:ext cx="2091240" cy="6382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200" spc="-1" strike="noStrike">
                <a:solidFill>
                  <a:schemeClr val="accent1"/>
                </a:solidFill>
                <a:latin typeface="Arial Black"/>
                <a:ea typeface="Open Sans"/>
              </a:rPr>
              <a:t>Lorem ipsum dolor sit amet, consectetur adipiscing elit, sed do</a:t>
            </a:r>
            <a:endParaRPr b="0" lang="en-US" sz="1200" spc="-1" strike="noStrike">
              <a:solidFill>
                <a:srgbClr val="ffffff"/>
              </a:solidFill>
              <a:latin typeface="Arial"/>
            </a:endParaRPr>
          </a:p>
        </p:txBody>
      </p:sp>
      <p:sp>
        <p:nvSpPr>
          <p:cNvPr id="882" name="TextBox 33"/>
          <p:cNvSpPr/>
          <p:nvPr/>
        </p:nvSpPr>
        <p:spPr>
          <a:xfrm>
            <a:off x="8561160" y="5349960"/>
            <a:ext cx="2077200" cy="6382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200" spc="-1" strike="noStrike">
                <a:solidFill>
                  <a:schemeClr val="accent1"/>
                </a:solidFill>
                <a:latin typeface="Arial Black"/>
                <a:ea typeface="Open Sans"/>
              </a:rPr>
              <a:t>Lorem ipsum dolor sit amet, consectetur adipiscing elit, sed do</a:t>
            </a:r>
            <a:endParaRPr b="0" lang="en-US" sz="1200" spc="-1" strike="noStrike">
              <a:solidFill>
                <a:srgbClr val="ffffff"/>
              </a:solidFill>
              <a:latin typeface="Arial"/>
            </a:endParaRPr>
          </a:p>
        </p:txBody>
      </p:sp>
      <p:grpSp>
        <p:nvGrpSpPr>
          <p:cNvPr id="883" name="Group 40"/>
          <p:cNvGrpSpPr/>
          <p:nvPr/>
        </p:nvGrpSpPr>
        <p:grpSpPr>
          <a:xfrm>
            <a:off x="8104680" y="1447920"/>
            <a:ext cx="2934360" cy="2937600"/>
            <a:chOff x="8104680" y="1447920"/>
            <a:chExt cx="2934360" cy="2937600"/>
          </a:xfrm>
        </p:grpSpPr>
        <p:sp>
          <p:nvSpPr>
            <p:cNvPr id="884" name="Oval 101"/>
            <p:cNvSpPr/>
            <p:nvPr/>
          </p:nvSpPr>
          <p:spPr>
            <a:xfrm>
              <a:off x="8104680" y="1447920"/>
              <a:ext cx="2934360" cy="2937600"/>
            </a:xfrm>
            <a:prstGeom prst="ellipse">
              <a:avLst/>
            </a:prstGeom>
            <a:gradFill rotWithShape="0">
              <a:gsLst>
                <a:gs pos="0">
                  <a:srgbClr val="334257"/>
                </a:gs>
                <a:gs pos="100000">
                  <a:srgbClr val="202937"/>
                </a:gs>
              </a:gsLst>
              <a:lin ang="135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85" name="Group 42"/>
            <p:cNvGrpSpPr/>
            <p:nvPr/>
          </p:nvGrpSpPr>
          <p:grpSpPr>
            <a:xfrm>
              <a:off x="8333640" y="1688760"/>
              <a:ext cx="2459880" cy="2459880"/>
              <a:chOff x="8333640" y="1688760"/>
              <a:chExt cx="2459880" cy="2459880"/>
            </a:xfrm>
          </p:grpSpPr>
          <p:sp>
            <p:nvSpPr>
              <p:cNvPr id="886" name="Oval 43"/>
              <p:cNvSpPr/>
              <p:nvPr/>
            </p:nvSpPr>
            <p:spPr>
              <a:xfrm>
                <a:off x="8333640" y="1688760"/>
                <a:ext cx="2459880" cy="2459880"/>
              </a:xfrm>
              <a:prstGeom prst="ellipse">
                <a:avLst/>
              </a:pr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87" name="Oval 44"/>
              <p:cNvSpPr/>
              <p:nvPr/>
            </p:nvSpPr>
            <p:spPr>
              <a:xfrm>
                <a:off x="8333640" y="1688760"/>
                <a:ext cx="2459880" cy="2459880"/>
              </a:xfrm>
              <a:prstGeom prst="ellipse">
                <a:avLst/>
              </a:pr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graphicFrame>
        <p:nvGraphicFramePr>
          <p:cNvPr id="888" name="Chart 45"/>
          <p:cNvGraphicFramePr/>
          <p:nvPr/>
        </p:nvGraphicFramePr>
        <p:xfrm>
          <a:off x="7520040" y="1632600"/>
          <a:ext cx="4084200" cy="2580840"/>
        </p:xfrm>
        <a:graphic>
          <a:graphicData uri="http://schemas.openxmlformats.org/drawingml/2006/chart">
            <c:chart xmlns:c="http://schemas.openxmlformats.org/drawingml/2006/chart" xmlns:r="http://schemas.openxmlformats.org/officeDocument/2006/relationships" r:id="rId4"/>
          </a:graphicData>
        </a:graphic>
      </p:graphicFrame>
      <p:sp>
        <p:nvSpPr>
          <p:cNvPr id="889" name="Rectangle 120"/>
          <p:cNvSpPr/>
          <p:nvPr/>
        </p:nvSpPr>
        <p:spPr>
          <a:xfrm>
            <a:off x="9242280" y="2759760"/>
            <a:ext cx="723600" cy="4266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RU" sz="2800" spc="-1" strike="noStrike">
                <a:solidFill>
                  <a:schemeClr val="accent1"/>
                </a:solidFill>
                <a:latin typeface="Open Sans"/>
              </a:rPr>
              <a:t>65%</a:t>
            </a:r>
            <a:endParaRPr b="0" lang="en-US" sz="2800" spc="-1" strike="noStrike">
              <a:solidFill>
                <a:srgbClr val="ffffff"/>
              </a:solidFill>
              <a:latin typeface="Arial"/>
            </a:endParaRPr>
          </a:p>
        </p:txBody>
      </p:sp>
      <p:sp>
        <p:nvSpPr>
          <p:cNvPr id="890" name="object 384"/>
          <p:cNvSpPr/>
          <p:nvPr/>
        </p:nvSpPr>
        <p:spPr>
          <a:xfrm flipV="1">
            <a:off x="356760" y="670680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1" name="object 4"/>
          <p:cNvSpPr/>
          <p:nvPr/>
        </p:nvSpPr>
        <p:spPr>
          <a:xfrm>
            <a:off x="10477800" y="663120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2" name="object 384"/>
          <p:cNvSpPr/>
          <p:nvPr/>
        </p:nvSpPr>
        <p:spPr>
          <a:xfrm flipV="1" rot="10800000">
            <a:off x="6108120" y="671868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3" name="object 386"/>
          <p:cNvSpPr/>
          <p:nvPr/>
        </p:nvSpPr>
        <p:spPr>
          <a:xfrm>
            <a:off x="5927400" y="651744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4" name="Freeform 49"/>
          <p:cNvSpPr/>
          <p:nvPr/>
        </p:nvSpPr>
        <p:spPr>
          <a:xfrm rot="237600">
            <a:off x="-1341720" y="-918720"/>
            <a:ext cx="7392240" cy="6135840"/>
          </a:xfrm>
          <a:custGeom>
            <a:avLst/>
            <a:gdLst>
              <a:gd name="textAreaLeft" fmla="*/ 0 w 7392240"/>
              <a:gd name="textAreaRight" fmla="*/ 7404120 w 7392240"/>
              <a:gd name="textAreaTop" fmla="*/ 0 h 6135840"/>
              <a:gd name="textAreaBottom" fmla="*/ 6147720 h 613584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895" name="Group 38"/>
          <p:cNvGrpSpPr/>
          <p:nvPr/>
        </p:nvGrpSpPr>
        <p:grpSpPr>
          <a:xfrm>
            <a:off x="559080" y="565200"/>
            <a:ext cx="1467720" cy="43920"/>
            <a:chOff x="559080" y="565200"/>
            <a:chExt cx="1467720" cy="43920"/>
          </a:xfrm>
        </p:grpSpPr>
        <p:sp>
          <p:nvSpPr>
            <p:cNvPr id="896"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9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98" name="Rectangle 50"/>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09" r:id="rId5"/>
  </p:sldLayoutIdLst>
</p:sldMaster>
</file>

<file path=ppt/slideMasters/slideMaster3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99"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90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9BDC30F-EF99-4C88-8158-526043DE774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901" name="Line 6"/>
          <p:cNvSpPr/>
          <p:nvPr/>
        </p:nvSpPr>
        <p:spPr>
          <a:xfrm>
            <a:off x="2738160" y="11268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2" name="Line 7"/>
          <p:cNvSpPr/>
          <p:nvPr/>
        </p:nvSpPr>
        <p:spPr>
          <a:xfrm>
            <a:off x="2738160" y="15840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3" name="Line 8"/>
          <p:cNvSpPr/>
          <p:nvPr/>
        </p:nvSpPr>
        <p:spPr>
          <a:xfrm>
            <a:off x="2738160" y="204624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4" name="Line 9"/>
          <p:cNvSpPr/>
          <p:nvPr/>
        </p:nvSpPr>
        <p:spPr>
          <a:xfrm>
            <a:off x="2738160" y="250632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5" name="Line 10"/>
          <p:cNvSpPr/>
          <p:nvPr/>
        </p:nvSpPr>
        <p:spPr>
          <a:xfrm>
            <a:off x="2738160" y="296856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6" name="Line 11"/>
          <p:cNvSpPr/>
          <p:nvPr/>
        </p:nvSpPr>
        <p:spPr>
          <a:xfrm>
            <a:off x="2738160" y="34290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7" name="Line 12"/>
          <p:cNvSpPr/>
          <p:nvPr/>
        </p:nvSpPr>
        <p:spPr>
          <a:xfrm>
            <a:off x="2738160" y="38862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8" name="Line 13"/>
          <p:cNvSpPr/>
          <p:nvPr/>
        </p:nvSpPr>
        <p:spPr>
          <a:xfrm>
            <a:off x="2738160" y="434628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9" name="Line 14"/>
          <p:cNvSpPr/>
          <p:nvPr/>
        </p:nvSpPr>
        <p:spPr>
          <a:xfrm>
            <a:off x="2738160" y="480852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10" name="Line 15"/>
          <p:cNvSpPr/>
          <p:nvPr/>
        </p:nvSpPr>
        <p:spPr>
          <a:xfrm>
            <a:off x="2738160" y="52686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11" name="Line 16"/>
          <p:cNvSpPr/>
          <p:nvPr/>
        </p:nvSpPr>
        <p:spPr>
          <a:xfrm>
            <a:off x="2738160" y="573084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12" name="Freeform 17"/>
          <p:cNvSpPr/>
          <p:nvPr/>
        </p:nvSpPr>
        <p:spPr>
          <a:xfrm>
            <a:off x="3251160" y="1127160"/>
            <a:ext cx="532800" cy="4591800"/>
          </a:xfrm>
          <a:custGeom>
            <a:avLst/>
            <a:gdLst>
              <a:gd name="textAreaLeft" fmla="*/ 0 w 532800"/>
              <a:gd name="textAreaRight" fmla="*/ 544680 w 532800"/>
              <a:gd name="textAreaTop" fmla="*/ 0 h 4591800"/>
              <a:gd name="textAreaBottom" fmla="*/ 4603680 h 4591800"/>
            </a:gdLst>
            <a:ahLst/>
            <a:rect l="textAreaLeft" t="textAreaTop" r="textAreaRight" b="textAreaBottom"/>
            <a:pathLst>
              <a:path w="143" h="1208">
                <a:moveTo>
                  <a:pt x="71" y="1208"/>
                </a:moveTo>
                <a:cubicBezTo>
                  <a:pt x="71" y="1208"/>
                  <a:pt x="71" y="1208"/>
                  <a:pt x="71" y="1208"/>
                </a:cubicBezTo>
                <a:cubicBezTo>
                  <a:pt x="32" y="1208"/>
                  <a:pt x="0" y="1176"/>
                  <a:pt x="0" y="1136"/>
                </a:cubicBezTo>
                <a:cubicBezTo>
                  <a:pt x="0" y="71"/>
                  <a:pt x="0" y="71"/>
                  <a:pt x="0" y="71"/>
                </a:cubicBezTo>
                <a:cubicBezTo>
                  <a:pt x="0" y="31"/>
                  <a:pt x="32" y="0"/>
                  <a:pt x="71" y="0"/>
                </a:cubicBezTo>
                <a:cubicBezTo>
                  <a:pt x="71" y="0"/>
                  <a:pt x="71" y="0"/>
                  <a:pt x="71" y="0"/>
                </a:cubicBezTo>
                <a:cubicBezTo>
                  <a:pt x="111" y="0"/>
                  <a:pt x="143" y="31"/>
                  <a:pt x="143" y="71"/>
                </a:cubicBezTo>
                <a:cubicBezTo>
                  <a:pt x="143" y="1136"/>
                  <a:pt x="143" y="1136"/>
                  <a:pt x="143" y="1136"/>
                </a:cubicBezTo>
                <a:cubicBezTo>
                  <a:pt x="143" y="1176"/>
                  <a:pt x="111" y="1208"/>
                  <a:pt x="71"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3" name="Freeform 18"/>
          <p:cNvSpPr/>
          <p:nvPr/>
        </p:nvSpPr>
        <p:spPr>
          <a:xfrm>
            <a:off x="3251160" y="3429000"/>
            <a:ext cx="532800" cy="2289960"/>
          </a:xfrm>
          <a:custGeom>
            <a:avLst/>
            <a:gdLst>
              <a:gd name="textAreaLeft" fmla="*/ 0 w 532800"/>
              <a:gd name="textAreaRight" fmla="*/ 544680 w 532800"/>
              <a:gd name="textAreaTop" fmla="*/ 0 h 2289960"/>
              <a:gd name="textAreaBottom" fmla="*/ 2301840 h 2289960"/>
            </a:gdLst>
            <a:ahLst/>
            <a:rect l="textAreaLeft" t="textAreaTop" r="textAreaRight" b="textAreaBottom"/>
            <a:pathLst>
              <a:path w="143" h="685">
                <a:moveTo>
                  <a:pt x="71" y="685"/>
                </a:moveTo>
                <a:cubicBezTo>
                  <a:pt x="32" y="685"/>
                  <a:pt x="0" y="653"/>
                  <a:pt x="0" y="613"/>
                </a:cubicBezTo>
                <a:cubicBezTo>
                  <a:pt x="0" y="71"/>
                  <a:pt x="0" y="71"/>
                  <a:pt x="0" y="71"/>
                </a:cubicBezTo>
                <a:cubicBezTo>
                  <a:pt x="0" y="32"/>
                  <a:pt x="32" y="0"/>
                  <a:pt x="71" y="0"/>
                </a:cubicBezTo>
                <a:cubicBezTo>
                  <a:pt x="111" y="0"/>
                  <a:pt x="143" y="32"/>
                  <a:pt x="143" y="71"/>
                </a:cubicBezTo>
                <a:cubicBezTo>
                  <a:pt x="143" y="613"/>
                  <a:pt x="143" y="613"/>
                  <a:pt x="143" y="613"/>
                </a:cubicBezTo>
                <a:cubicBezTo>
                  <a:pt x="143" y="653"/>
                  <a:pt x="111" y="685"/>
                  <a:pt x="71" y="685"/>
                </a:cubicBezTo>
                <a:close/>
              </a:path>
            </a:pathLst>
          </a:custGeom>
          <a:gradFill rotWithShape="0">
            <a:gsLst>
              <a:gs pos="100000">
                <a:srgbClr val="ff0000"/>
              </a:gs>
              <a:gs pos="100000">
                <a:srgbClr val="3123cd"/>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4" name="Freeform 19"/>
          <p:cNvSpPr/>
          <p:nvPr/>
        </p:nvSpPr>
        <p:spPr>
          <a:xfrm>
            <a:off x="4508640" y="1127160"/>
            <a:ext cx="527760" cy="4591800"/>
          </a:xfrm>
          <a:custGeom>
            <a:avLst/>
            <a:gdLst>
              <a:gd name="textAreaLeft" fmla="*/ 0 w 527760"/>
              <a:gd name="textAreaRight" fmla="*/ 539640 w 527760"/>
              <a:gd name="textAreaTop" fmla="*/ 0 h 4591800"/>
              <a:gd name="textAreaBottom" fmla="*/ 4603680 h 4591800"/>
            </a:gdLst>
            <a:ahLst/>
            <a:rect l="textAreaLeft" t="textAreaTop" r="textAreaRight" b="textAreaBottom"/>
            <a:pathLst>
              <a:path w="142" h="1208">
                <a:moveTo>
                  <a:pt x="71" y="1208"/>
                </a:moveTo>
                <a:cubicBezTo>
                  <a:pt x="71" y="1208"/>
                  <a:pt x="71" y="1208"/>
                  <a:pt x="71" y="1208"/>
                </a:cubicBezTo>
                <a:cubicBezTo>
                  <a:pt x="32" y="1208"/>
                  <a:pt x="0" y="1176"/>
                  <a:pt x="0" y="1136"/>
                </a:cubicBezTo>
                <a:cubicBezTo>
                  <a:pt x="0" y="71"/>
                  <a:pt x="0" y="71"/>
                  <a:pt x="0" y="71"/>
                </a:cubicBezTo>
                <a:cubicBezTo>
                  <a:pt x="0" y="31"/>
                  <a:pt x="32" y="0"/>
                  <a:pt x="71" y="0"/>
                </a:cubicBezTo>
                <a:cubicBezTo>
                  <a:pt x="71" y="0"/>
                  <a:pt x="71" y="0"/>
                  <a:pt x="71" y="0"/>
                </a:cubicBezTo>
                <a:cubicBezTo>
                  <a:pt x="111" y="0"/>
                  <a:pt x="142" y="31"/>
                  <a:pt x="142" y="71"/>
                </a:cubicBezTo>
                <a:cubicBezTo>
                  <a:pt x="142" y="1136"/>
                  <a:pt x="142" y="1136"/>
                  <a:pt x="142" y="1136"/>
                </a:cubicBezTo>
                <a:cubicBezTo>
                  <a:pt x="142" y="1176"/>
                  <a:pt x="111" y="1208"/>
                  <a:pt x="71"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5" name="Freeform 20"/>
          <p:cNvSpPr/>
          <p:nvPr/>
        </p:nvSpPr>
        <p:spPr>
          <a:xfrm>
            <a:off x="4508640" y="2887560"/>
            <a:ext cx="527760" cy="2831400"/>
          </a:xfrm>
          <a:custGeom>
            <a:avLst/>
            <a:gdLst>
              <a:gd name="textAreaLeft" fmla="*/ 0 w 527760"/>
              <a:gd name="textAreaRight" fmla="*/ 539640 w 527760"/>
              <a:gd name="textAreaTop" fmla="*/ 0 h 2831400"/>
              <a:gd name="textAreaBottom" fmla="*/ 2843280 h 2831400"/>
            </a:gdLst>
            <a:ahLst/>
            <a:rect l="textAreaLeft" t="textAreaTop" r="textAreaRight" b="textAreaBottom"/>
            <a:pathLst>
              <a:path w="142" h="983">
                <a:moveTo>
                  <a:pt x="71" y="983"/>
                </a:moveTo>
                <a:cubicBezTo>
                  <a:pt x="32" y="983"/>
                  <a:pt x="0" y="951"/>
                  <a:pt x="0" y="911"/>
                </a:cubicBezTo>
                <a:cubicBezTo>
                  <a:pt x="0" y="72"/>
                  <a:pt x="0" y="72"/>
                  <a:pt x="0" y="72"/>
                </a:cubicBezTo>
                <a:cubicBezTo>
                  <a:pt x="0" y="32"/>
                  <a:pt x="32" y="0"/>
                  <a:pt x="71" y="0"/>
                </a:cubicBezTo>
                <a:cubicBezTo>
                  <a:pt x="111" y="0"/>
                  <a:pt x="142" y="32"/>
                  <a:pt x="142" y="72"/>
                </a:cubicBezTo>
                <a:cubicBezTo>
                  <a:pt x="142" y="911"/>
                  <a:pt x="142" y="911"/>
                  <a:pt x="142" y="911"/>
                </a:cubicBezTo>
                <a:cubicBezTo>
                  <a:pt x="142" y="951"/>
                  <a:pt x="111" y="983"/>
                  <a:pt x="71" y="983"/>
                </a:cubicBezTo>
                <a:close/>
              </a:path>
            </a:pathLst>
          </a:custGeom>
          <a:gradFill rotWithShape="0">
            <a:gsLst>
              <a:gs pos="0">
                <a:srgbClr val="685de3"/>
              </a:gs>
              <a:gs pos="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6" name="Freeform 21"/>
          <p:cNvSpPr/>
          <p:nvPr/>
        </p:nvSpPr>
        <p:spPr>
          <a:xfrm>
            <a:off x="5761080" y="1127160"/>
            <a:ext cx="532800" cy="4591800"/>
          </a:xfrm>
          <a:custGeom>
            <a:avLst/>
            <a:gdLst>
              <a:gd name="textAreaLeft" fmla="*/ 0 w 532800"/>
              <a:gd name="textAreaRight" fmla="*/ 544680 w 532800"/>
              <a:gd name="textAreaTop" fmla="*/ 0 h 4591800"/>
              <a:gd name="textAreaBottom" fmla="*/ 4603680 h 4591800"/>
            </a:gdLst>
            <a:ahLst/>
            <a:rect l="textAreaLeft" t="textAreaTop" r="textAreaRight" b="textAreaBottom"/>
            <a:pathLst>
              <a:path w="143" h="1208">
                <a:moveTo>
                  <a:pt x="72" y="1208"/>
                </a:moveTo>
                <a:cubicBezTo>
                  <a:pt x="72" y="1208"/>
                  <a:pt x="72" y="1208"/>
                  <a:pt x="72" y="1208"/>
                </a:cubicBezTo>
                <a:cubicBezTo>
                  <a:pt x="32" y="1208"/>
                  <a:pt x="0" y="1176"/>
                  <a:pt x="0" y="1136"/>
                </a:cubicBezTo>
                <a:cubicBezTo>
                  <a:pt x="0" y="71"/>
                  <a:pt x="0" y="71"/>
                  <a:pt x="0" y="71"/>
                </a:cubicBezTo>
                <a:cubicBezTo>
                  <a:pt x="0" y="31"/>
                  <a:pt x="32" y="0"/>
                  <a:pt x="72" y="0"/>
                </a:cubicBezTo>
                <a:cubicBezTo>
                  <a:pt x="72" y="0"/>
                  <a:pt x="72" y="0"/>
                  <a:pt x="72" y="0"/>
                </a:cubicBezTo>
                <a:cubicBezTo>
                  <a:pt x="111" y="0"/>
                  <a:pt x="143" y="31"/>
                  <a:pt x="143" y="71"/>
                </a:cubicBezTo>
                <a:cubicBezTo>
                  <a:pt x="143" y="1136"/>
                  <a:pt x="143" y="1136"/>
                  <a:pt x="143" y="1136"/>
                </a:cubicBezTo>
                <a:cubicBezTo>
                  <a:pt x="143" y="1176"/>
                  <a:pt x="111" y="1208"/>
                  <a:pt x="72"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7" name="Freeform 22"/>
          <p:cNvSpPr/>
          <p:nvPr/>
        </p:nvSpPr>
        <p:spPr>
          <a:xfrm>
            <a:off x="5761080" y="3813120"/>
            <a:ext cx="532800" cy="1905840"/>
          </a:xfrm>
          <a:custGeom>
            <a:avLst/>
            <a:gdLst>
              <a:gd name="textAreaLeft" fmla="*/ 0 w 532800"/>
              <a:gd name="textAreaRight" fmla="*/ 544680 w 532800"/>
              <a:gd name="textAreaTop" fmla="*/ 0 h 1905840"/>
              <a:gd name="textAreaBottom" fmla="*/ 1917720 h 1905840"/>
            </a:gdLst>
            <a:ahLst/>
            <a:rect l="textAreaLeft" t="textAreaTop" r="textAreaRight" b="textAreaBottom"/>
            <a:pathLst>
              <a:path w="143" h="503">
                <a:moveTo>
                  <a:pt x="72" y="503"/>
                </a:moveTo>
                <a:cubicBezTo>
                  <a:pt x="32" y="503"/>
                  <a:pt x="0" y="471"/>
                  <a:pt x="0" y="431"/>
                </a:cubicBezTo>
                <a:cubicBezTo>
                  <a:pt x="0" y="72"/>
                  <a:pt x="0" y="72"/>
                  <a:pt x="0" y="72"/>
                </a:cubicBezTo>
                <a:cubicBezTo>
                  <a:pt x="0" y="32"/>
                  <a:pt x="32" y="0"/>
                  <a:pt x="72" y="0"/>
                </a:cubicBezTo>
                <a:cubicBezTo>
                  <a:pt x="111" y="0"/>
                  <a:pt x="143" y="32"/>
                  <a:pt x="143" y="72"/>
                </a:cubicBezTo>
                <a:cubicBezTo>
                  <a:pt x="143" y="431"/>
                  <a:pt x="143" y="431"/>
                  <a:pt x="143" y="431"/>
                </a:cubicBezTo>
                <a:cubicBezTo>
                  <a:pt x="143" y="471"/>
                  <a:pt x="111" y="503"/>
                  <a:pt x="72" y="503"/>
                </a:cubicBezTo>
                <a:close/>
              </a:path>
            </a:pathLst>
          </a:custGeom>
          <a:gradFill rotWithShape="0">
            <a:gsLst>
              <a:gs pos="100000">
                <a:srgbClr val="ff0000"/>
              </a:gs>
              <a:gs pos="100000">
                <a:srgbClr val="1f67db"/>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8" name="Freeform 23"/>
          <p:cNvSpPr/>
          <p:nvPr/>
        </p:nvSpPr>
        <p:spPr>
          <a:xfrm>
            <a:off x="7016760" y="1127160"/>
            <a:ext cx="532800" cy="4591800"/>
          </a:xfrm>
          <a:custGeom>
            <a:avLst/>
            <a:gdLst>
              <a:gd name="textAreaLeft" fmla="*/ 0 w 532800"/>
              <a:gd name="textAreaRight" fmla="*/ 544680 w 532800"/>
              <a:gd name="textAreaTop" fmla="*/ 0 h 4591800"/>
              <a:gd name="textAreaBottom" fmla="*/ 4603680 h 4591800"/>
            </a:gdLst>
            <a:ahLst/>
            <a:rect l="textAreaLeft" t="textAreaTop" r="textAreaRight" b="textAreaBottom"/>
            <a:pathLst>
              <a:path w="143" h="1208">
                <a:moveTo>
                  <a:pt x="71" y="1208"/>
                </a:moveTo>
                <a:cubicBezTo>
                  <a:pt x="71" y="1208"/>
                  <a:pt x="71" y="1208"/>
                  <a:pt x="71" y="1208"/>
                </a:cubicBezTo>
                <a:cubicBezTo>
                  <a:pt x="32" y="1208"/>
                  <a:pt x="0" y="1176"/>
                  <a:pt x="0" y="1136"/>
                </a:cubicBezTo>
                <a:cubicBezTo>
                  <a:pt x="0" y="71"/>
                  <a:pt x="0" y="71"/>
                  <a:pt x="0" y="71"/>
                </a:cubicBezTo>
                <a:cubicBezTo>
                  <a:pt x="0" y="31"/>
                  <a:pt x="32" y="0"/>
                  <a:pt x="71" y="0"/>
                </a:cubicBezTo>
                <a:cubicBezTo>
                  <a:pt x="71" y="0"/>
                  <a:pt x="71" y="0"/>
                  <a:pt x="71" y="0"/>
                </a:cubicBezTo>
                <a:cubicBezTo>
                  <a:pt x="111" y="0"/>
                  <a:pt x="143" y="31"/>
                  <a:pt x="143" y="71"/>
                </a:cubicBezTo>
                <a:cubicBezTo>
                  <a:pt x="143" y="1136"/>
                  <a:pt x="143" y="1136"/>
                  <a:pt x="143" y="1136"/>
                </a:cubicBezTo>
                <a:cubicBezTo>
                  <a:pt x="143" y="1176"/>
                  <a:pt x="111" y="1208"/>
                  <a:pt x="71"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9" name="Freeform 24"/>
          <p:cNvSpPr/>
          <p:nvPr/>
        </p:nvSpPr>
        <p:spPr>
          <a:xfrm>
            <a:off x="7016760" y="2887560"/>
            <a:ext cx="532800" cy="2831400"/>
          </a:xfrm>
          <a:custGeom>
            <a:avLst/>
            <a:gdLst>
              <a:gd name="textAreaLeft" fmla="*/ 0 w 532800"/>
              <a:gd name="textAreaRight" fmla="*/ 544680 w 532800"/>
              <a:gd name="textAreaTop" fmla="*/ 0 h 2831400"/>
              <a:gd name="textAreaBottom" fmla="*/ 2843280 h 2831400"/>
            </a:gdLst>
            <a:ahLst/>
            <a:rect l="textAreaLeft" t="textAreaTop" r="textAreaRight" b="textAreaBottom"/>
            <a:pathLst>
              <a:path w="143" h="746">
                <a:moveTo>
                  <a:pt x="71" y="746"/>
                </a:moveTo>
                <a:cubicBezTo>
                  <a:pt x="32" y="746"/>
                  <a:pt x="0" y="714"/>
                  <a:pt x="0" y="674"/>
                </a:cubicBezTo>
                <a:cubicBezTo>
                  <a:pt x="0" y="71"/>
                  <a:pt x="0" y="71"/>
                  <a:pt x="0" y="71"/>
                </a:cubicBezTo>
                <a:cubicBezTo>
                  <a:pt x="0" y="32"/>
                  <a:pt x="32" y="0"/>
                  <a:pt x="71" y="0"/>
                </a:cubicBezTo>
                <a:cubicBezTo>
                  <a:pt x="111" y="0"/>
                  <a:pt x="143" y="32"/>
                  <a:pt x="143" y="71"/>
                </a:cubicBezTo>
                <a:cubicBezTo>
                  <a:pt x="143" y="674"/>
                  <a:pt x="143" y="674"/>
                  <a:pt x="143" y="674"/>
                </a:cubicBezTo>
                <a:cubicBezTo>
                  <a:pt x="143" y="714"/>
                  <a:pt x="111" y="746"/>
                  <a:pt x="71" y="746"/>
                </a:cubicBezTo>
                <a:close/>
              </a:path>
            </a:pathLst>
          </a:custGeom>
          <a:gradFill rotWithShape="0">
            <a:gsLst>
              <a:gs pos="100000">
                <a:srgbClr val="ff0000"/>
              </a:gs>
              <a:gs pos="100000">
                <a:srgbClr val="1f67db"/>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20" name="Freeform 25"/>
          <p:cNvSpPr/>
          <p:nvPr/>
        </p:nvSpPr>
        <p:spPr>
          <a:xfrm>
            <a:off x="8273880" y="1127160"/>
            <a:ext cx="529560" cy="4591800"/>
          </a:xfrm>
          <a:custGeom>
            <a:avLst/>
            <a:gdLst>
              <a:gd name="textAreaLeft" fmla="*/ 0 w 529560"/>
              <a:gd name="textAreaRight" fmla="*/ 541440 w 529560"/>
              <a:gd name="textAreaTop" fmla="*/ 0 h 4591800"/>
              <a:gd name="textAreaBottom" fmla="*/ 4603680 h 4591800"/>
            </a:gdLst>
            <a:ahLst/>
            <a:rect l="textAreaLeft" t="textAreaTop" r="textAreaRight" b="textAreaBottom"/>
            <a:pathLst>
              <a:path w="142" h="1208">
                <a:moveTo>
                  <a:pt x="71" y="1208"/>
                </a:moveTo>
                <a:cubicBezTo>
                  <a:pt x="71" y="1208"/>
                  <a:pt x="71" y="1208"/>
                  <a:pt x="71" y="1208"/>
                </a:cubicBezTo>
                <a:cubicBezTo>
                  <a:pt x="32" y="1208"/>
                  <a:pt x="0" y="1176"/>
                  <a:pt x="0" y="1136"/>
                </a:cubicBezTo>
                <a:cubicBezTo>
                  <a:pt x="0" y="71"/>
                  <a:pt x="0" y="71"/>
                  <a:pt x="0" y="71"/>
                </a:cubicBezTo>
                <a:cubicBezTo>
                  <a:pt x="0" y="31"/>
                  <a:pt x="32" y="0"/>
                  <a:pt x="71" y="0"/>
                </a:cubicBezTo>
                <a:cubicBezTo>
                  <a:pt x="71" y="0"/>
                  <a:pt x="71" y="0"/>
                  <a:pt x="71" y="0"/>
                </a:cubicBezTo>
                <a:cubicBezTo>
                  <a:pt x="110" y="0"/>
                  <a:pt x="142" y="31"/>
                  <a:pt x="142" y="71"/>
                </a:cubicBezTo>
                <a:cubicBezTo>
                  <a:pt x="142" y="1136"/>
                  <a:pt x="142" y="1136"/>
                  <a:pt x="142" y="1136"/>
                </a:cubicBezTo>
                <a:cubicBezTo>
                  <a:pt x="142" y="1176"/>
                  <a:pt x="110" y="1208"/>
                  <a:pt x="71"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21" name="Freeform 26"/>
          <p:cNvSpPr/>
          <p:nvPr/>
        </p:nvSpPr>
        <p:spPr>
          <a:xfrm>
            <a:off x="8273880" y="1611360"/>
            <a:ext cx="529560" cy="4107600"/>
          </a:xfrm>
          <a:custGeom>
            <a:avLst/>
            <a:gdLst>
              <a:gd name="textAreaLeft" fmla="*/ 0 w 529560"/>
              <a:gd name="textAreaRight" fmla="*/ 541440 w 529560"/>
              <a:gd name="textAreaTop" fmla="*/ 0 h 4107600"/>
              <a:gd name="textAreaBottom" fmla="*/ 4119480 h 4107600"/>
            </a:gdLst>
            <a:ahLst/>
            <a:rect l="textAreaLeft" t="textAreaTop" r="textAreaRight" b="textAreaBottom"/>
            <a:pathLst>
              <a:path w="142" h="1081">
                <a:moveTo>
                  <a:pt x="71" y="1081"/>
                </a:moveTo>
                <a:cubicBezTo>
                  <a:pt x="32" y="1081"/>
                  <a:pt x="0" y="1049"/>
                  <a:pt x="0" y="1009"/>
                </a:cubicBezTo>
                <a:cubicBezTo>
                  <a:pt x="0" y="72"/>
                  <a:pt x="0" y="72"/>
                  <a:pt x="0" y="72"/>
                </a:cubicBezTo>
                <a:cubicBezTo>
                  <a:pt x="0" y="32"/>
                  <a:pt x="32" y="0"/>
                  <a:pt x="71" y="0"/>
                </a:cubicBezTo>
                <a:cubicBezTo>
                  <a:pt x="110" y="0"/>
                  <a:pt x="142" y="32"/>
                  <a:pt x="142" y="72"/>
                </a:cubicBezTo>
                <a:cubicBezTo>
                  <a:pt x="142" y="1009"/>
                  <a:pt x="142" y="1009"/>
                  <a:pt x="142" y="1009"/>
                </a:cubicBezTo>
                <a:cubicBezTo>
                  <a:pt x="142" y="1049"/>
                  <a:pt x="110" y="1081"/>
                  <a:pt x="71" y="1081"/>
                </a:cubicBezTo>
                <a:close/>
              </a:path>
            </a:pathLst>
          </a:custGeom>
          <a:gradFill rotWithShape="0">
            <a:gsLst>
              <a:gs pos="0">
                <a:srgbClr val="685de3"/>
              </a:gs>
              <a:gs pos="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922" name="Group 26"/>
          <p:cNvGrpSpPr/>
          <p:nvPr/>
        </p:nvGrpSpPr>
        <p:grpSpPr>
          <a:xfrm>
            <a:off x="3348360" y="5908680"/>
            <a:ext cx="5395680" cy="228240"/>
            <a:chOff x="3348360" y="5908680"/>
            <a:chExt cx="5395680" cy="228240"/>
          </a:xfrm>
        </p:grpSpPr>
        <p:sp>
          <p:nvSpPr>
            <p:cNvPr id="923" name="Rectangle 28"/>
            <p:cNvSpPr/>
            <p:nvPr/>
          </p:nvSpPr>
          <p:spPr>
            <a:xfrm>
              <a:off x="334836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55%</a:t>
              </a:r>
              <a:endParaRPr b="0" lang="en-US" sz="1500" spc="-1" strike="noStrike">
                <a:solidFill>
                  <a:srgbClr val="ffffff"/>
                </a:solidFill>
                <a:latin typeface="Arial"/>
              </a:endParaRPr>
            </a:p>
          </p:txBody>
        </p:sp>
        <p:sp>
          <p:nvSpPr>
            <p:cNvPr id="924" name="Rectangle 29"/>
            <p:cNvSpPr/>
            <p:nvPr/>
          </p:nvSpPr>
          <p:spPr>
            <a:xfrm>
              <a:off x="460548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80%</a:t>
              </a:r>
              <a:endParaRPr b="0" lang="en-US" sz="1500" spc="-1" strike="noStrike">
                <a:solidFill>
                  <a:srgbClr val="ffffff"/>
                </a:solidFill>
                <a:latin typeface="Arial"/>
              </a:endParaRPr>
            </a:p>
          </p:txBody>
        </p:sp>
        <p:sp>
          <p:nvSpPr>
            <p:cNvPr id="925" name="Rectangle 30"/>
            <p:cNvSpPr/>
            <p:nvPr/>
          </p:nvSpPr>
          <p:spPr>
            <a:xfrm>
              <a:off x="585792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40%</a:t>
              </a:r>
              <a:endParaRPr b="0" lang="en-US" sz="1500" spc="-1" strike="noStrike">
                <a:solidFill>
                  <a:srgbClr val="ffffff"/>
                </a:solidFill>
                <a:latin typeface="Arial"/>
              </a:endParaRPr>
            </a:p>
          </p:txBody>
        </p:sp>
        <p:sp>
          <p:nvSpPr>
            <p:cNvPr id="926" name="Rectangle 31"/>
            <p:cNvSpPr/>
            <p:nvPr/>
          </p:nvSpPr>
          <p:spPr>
            <a:xfrm>
              <a:off x="711396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60%</a:t>
              </a:r>
              <a:endParaRPr b="0" lang="en-US" sz="1500" spc="-1" strike="noStrike">
                <a:solidFill>
                  <a:srgbClr val="ffffff"/>
                </a:solidFill>
                <a:latin typeface="Arial"/>
              </a:endParaRPr>
            </a:p>
          </p:txBody>
        </p:sp>
        <p:sp>
          <p:nvSpPr>
            <p:cNvPr id="927" name="Rectangle 32"/>
            <p:cNvSpPr/>
            <p:nvPr/>
          </p:nvSpPr>
          <p:spPr>
            <a:xfrm>
              <a:off x="837108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88%</a:t>
              </a:r>
              <a:endParaRPr b="0" lang="en-US" sz="1500" spc="-1" strike="noStrike">
                <a:solidFill>
                  <a:srgbClr val="ffffff"/>
                </a:solidFill>
                <a:latin typeface="Arial"/>
              </a:endParaRPr>
            </a:p>
          </p:txBody>
        </p:sp>
      </p:grpSp>
      <p:grpSp>
        <p:nvGrpSpPr>
          <p:cNvPr id="928" name="Group 32"/>
          <p:cNvGrpSpPr/>
          <p:nvPr/>
        </p:nvGrpSpPr>
        <p:grpSpPr>
          <a:xfrm>
            <a:off x="2066040" y="988920"/>
            <a:ext cx="482760" cy="4854240"/>
            <a:chOff x="2066040" y="988920"/>
            <a:chExt cx="482760" cy="4854240"/>
          </a:xfrm>
        </p:grpSpPr>
        <p:sp>
          <p:nvSpPr>
            <p:cNvPr id="929" name="Rectangle 27"/>
            <p:cNvSpPr/>
            <p:nvPr/>
          </p:nvSpPr>
          <p:spPr>
            <a:xfrm>
              <a:off x="2273760" y="5614920"/>
              <a:ext cx="264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0%</a:t>
              </a:r>
              <a:endParaRPr b="0" lang="en-US" sz="1500" spc="-1" strike="noStrike">
                <a:solidFill>
                  <a:srgbClr val="ffffff"/>
                </a:solidFill>
                <a:latin typeface="Arial"/>
              </a:endParaRPr>
            </a:p>
          </p:txBody>
        </p:sp>
        <p:sp>
          <p:nvSpPr>
            <p:cNvPr id="930" name="Rectangle 33"/>
            <p:cNvSpPr/>
            <p:nvPr/>
          </p:nvSpPr>
          <p:spPr>
            <a:xfrm>
              <a:off x="2171880" y="514980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10%</a:t>
              </a:r>
              <a:endParaRPr b="0" lang="en-US" sz="1500" spc="-1" strike="noStrike">
                <a:solidFill>
                  <a:srgbClr val="ffffff"/>
                </a:solidFill>
                <a:latin typeface="Arial"/>
              </a:endParaRPr>
            </a:p>
          </p:txBody>
        </p:sp>
        <p:sp>
          <p:nvSpPr>
            <p:cNvPr id="931" name="Rectangle 34"/>
            <p:cNvSpPr/>
            <p:nvPr/>
          </p:nvSpPr>
          <p:spPr>
            <a:xfrm>
              <a:off x="2171880" y="468936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20%</a:t>
              </a:r>
              <a:endParaRPr b="0" lang="en-US" sz="1500" spc="-1" strike="noStrike">
                <a:solidFill>
                  <a:srgbClr val="ffffff"/>
                </a:solidFill>
                <a:latin typeface="Arial"/>
              </a:endParaRPr>
            </a:p>
          </p:txBody>
        </p:sp>
        <p:sp>
          <p:nvSpPr>
            <p:cNvPr id="932" name="Rectangle 35"/>
            <p:cNvSpPr/>
            <p:nvPr/>
          </p:nvSpPr>
          <p:spPr>
            <a:xfrm>
              <a:off x="2171880" y="42274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30%</a:t>
              </a:r>
              <a:endParaRPr b="0" lang="en-US" sz="1500" spc="-1" strike="noStrike">
                <a:solidFill>
                  <a:srgbClr val="ffffff"/>
                </a:solidFill>
                <a:latin typeface="Arial"/>
              </a:endParaRPr>
            </a:p>
          </p:txBody>
        </p:sp>
        <p:sp>
          <p:nvSpPr>
            <p:cNvPr id="933" name="Rectangle 36"/>
            <p:cNvSpPr/>
            <p:nvPr/>
          </p:nvSpPr>
          <p:spPr>
            <a:xfrm>
              <a:off x="2171880" y="376380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40%</a:t>
              </a:r>
              <a:endParaRPr b="0" lang="en-US" sz="1500" spc="-1" strike="noStrike">
                <a:solidFill>
                  <a:srgbClr val="ffffff"/>
                </a:solidFill>
                <a:latin typeface="Arial"/>
              </a:endParaRPr>
            </a:p>
          </p:txBody>
        </p:sp>
        <p:sp>
          <p:nvSpPr>
            <p:cNvPr id="934" name="Rectangle 37"/>
            <p:cNvSpPr/>
            <p:nvPr/>
          </p:nvSpPr>
          <p:spPr>
            <a:xfrm>
              <a:off x="2171880" y="330192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50%</a:t>
              </a:r>
              <a:endParaRPr b="0" lang="en-US" sz="1500" spc="-1" strike="noStrike">
                <a:solidFill>
                  <a:srgbClr val="ffffff"/>
                </a:solidFill>
                <a:latin typeface="Arial"/>
              </a:endParaRPr>
            </a:p>
          </p:txBody>
        </p:sp>
        <p:sp>
          <p:nvSpPr>
            <p:cNvPr id="935" name="Rectangle 38"/>
            <p:cNvSpPr/>
            <p:nvPr/>
          </p:nvSpPr>
          <p:spPr>
            <a:xfrm>
              <a:off x="2171880" y="28414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60%</a:t>
              </a:r>
              <a:endParaRPr b="0" lang="en-US" sz="1500" spc="-1" strike="noStrike">
                <a:solidFill>
                  <a:srgbClr val="ffffff"/>
                </a:solidFill>
                <a:latin typeface="Arial"/>
              </a:endParaRPr>
            </a:p>
          </p:txBody>
        </p:sp>
        <p:sp>
          <p:nvSpPr>
            <p:cNvPr id="936" name="Rectangle 39"/>
            <p:cNvSpPr/>
            <p:nvPr/>
          </p:nvSpPr>
          <p:spPr>
            <a:xfrm>
              <a:off x="2171880" y="237636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70%</a:t>
              </a:r>
              <a:endParaRPr b="0" lang="en-US" sz="1500" spc="-1" strike="noStrike">
                <a:solidFill>
                  <a:srgbClr val="ffffff"/>
                </a:solidFill>
                <a:latin typeface="Arial"/>
              </a:endParaRPr>
            </a:p>
          </p:txBody>
        </p:sp>
        <p:sp>
          <p:nvSpPr>
            <p:cNvPr id="937" name="Rectangle 40"/>
            <p:cNvSpPr/>
            <p:nvPr/>
          </p:nvSpPr>
          <p:spPr>
            <a:xfrm>
              <a:off x="2171880" y="19162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80%</a:t>
              </a:r>
              <a:endParaRPr b="0" lang="en-US" sz="1500" spc="-1" strike="noStrike">
                <a:solidFill>
                  <a:srgbClr val="ffffff"/>
                </a:solidFill>
                <a:latin typeface="Arial"/>
              </a:endParaRPr>
            </a:p>
          </p:txBody>
        </p:sp>
        <p:sp>
          <p:nvSpPr>
            <p:cNvPr id="938" name="Rectangle 41"/>
            <p:cNvSpPr/>
            <p:nvPr/>
          </p:nvSpPr>
          <p:spPr>
            <a:xfrm>
              <a:off x="2171880" y="145404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90%</a:t>
              </a:r>
              <a:endParaRPr b="0" lang="en-US" sz="1500" spc="-1" strike="noStrike">
                <a:solidFill>
                  <a:srgbClr val="ffffff"/>
                </a:solidFill>
                <a:latin typeface="Arial"/>
              </a:endParaRPr>
            </a:p>
          </p:txBody>
        </p:sp>
        <p:sp>
          <p:nvSpPr>
            <p:cNvPr id="939" name="Rectangle 42"/>
            <p:cNvSpPr/>
            <p:nvPr/>
          </p:nvSpPr>
          <p:spPr>
            <a:xfrm>
              <a:off x="2066040" y="988920"/>
              <a:ext cx="4827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100%</a:t>
              </a:r>
              <a:endParaRPr b="0" lang="en-US" sz="1500" spc="-1" strike="noStrike">
                <a:solidFill>
                  <a:srgbClr val="ffffff"/>
                </a:solidFill>
                <a:latin typeface="Arial"/>
              </a:endParaRPr>
            </a:p>
          </p:txBody>
        </p:sp>
      </p:grpSp>
      <p:sp>
        <p:nvSpPr>
          <p:cNvPr id="940" name="object 384"/>
          <p:cNvSpPr/>
          <p:nvPr/>
        </p:nvSpPr>
        <p:spPr>
          <a:xfrm flipV="1">
            <a:off x="356760" y="670680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41" name="object 4"/>
          <p:cNvSpPr/>
          <p:nvPr/>
        </p:nvSpPr>
        <p:spPr>
          <a:xfrm>
            <a:off x="10477800" y="663120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42" name="object 384"/>
          <p:cNvSpPr/>
          <p:nvPr/>
        </p:nvSpPr>
        <p:spPr>
          <a:xfrm flipV="1" rot="10800000">
            <a:off x="6108120" y="671868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43" name="object 386"/>
          <p:cNvSpPr/>
          <p:nvPr/>
        </p:nvSpPr>
        <p:spPr>
          <a:xfrm>
            <a:off x="5927400" y="651744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44" name="Freeform 52"/>
          <p:cNvSpPr/>
          <p:nvPr/>
        </p:nvSpPr>
        <p:spPr>
          <a:xfrm rot="370200">
            <a:off x="-1856520" y="-110448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945" name="Group 48"/>
          <p:cNvGrpSpPr/>
          <p:nvPr/>
        </p:nvGrpSpPr>
        <p:grpSpPr>
          <a:xfrm>
            <a:off x="559080" y="565200"/>
            <a:ext cx="1467720" cy="43920"/>
            <a:chOff x="559080" y="565200"/>
            <a:chExt cx="1467720" cy="43920"/>
          </a:xfrm>
        </p:grpSpPr>
        <p:sp>
          <p:nvSpPr>
            <p:cNvPr id="946"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4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948" name="Rectangle 53"/>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11" r:id="rId2"/>
  </p:sldLayoutIdLst>
</p:sldMaster>
</file>

<file path=ppt/slideMasters/slideMaster3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949"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95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4377512-B35A-47E4-A2C4-81B8E18400DB}"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951" name="Group 5"/>
          <p:cNvGrpSpPr/>
          <p:nvPr/>
        </p:nvGrpSpPr>
        <p:grpSpPr>
          <a:xfrm>
            <a:off x="5370480" y="955800"/>
            <a:ext cx="91800" cy="4575960"/>
            <a:chOff x="5370480" y="955800"/>
            <a:chExt cx="91800" cy="4575960"/>
          </a:xfrm>
        </p:grpSpPr>
        <p:sp>
          <p:nvSpPr>
            <p:cNvPr id="952" name="Freeform 10"/>
            <p:cNvSpPr/>
            <p:nvPr/>
          </p:nvSpPr>
          <p:spPr>
            <a:xfrm>
              <a:off x="5370480" y="955800"/>
              <a:ext cx="87120" cy="4575960"/>
            </a:xfrm>
            <a:custGeom>
              <a:avLst/>
              <a:gdLst>
                <a:gd name="textAreaLeft" fmla="*/ 0 w 87120"/>
                <a:gd name="textAreaRight" fmla="*/ 99000 w 87120"/>
                <a:gd name="textAreaTop" fmla="*/ 0 h 4575960"/>
                <a:gd name="textAreaBottom" fmla="*/ 4587840 h 4575960"/>
              </a:gdLst>
              <a:ahLst/>
              <a:rect l="textAreaLeft" t="textAreaTop" r="textAreaRight" b="textAreaBottom"/>
              <a:pathLst>
                <a:path w="24" h="395">
                  <a:moveTo>
                    <a:pt x="12" y="395"/>
                  </a:moveTo>
                  <a:cubicBezTo>
                    <a:pt x="5" y="395"/>
                    <a:pt x="0" y="389"/>
                    <a:pt x="0" y="383"/>
                  </a:cubicBezTo>
                  <a:cubicBezTo>
                    <a:pt x="0" y="12"/>
                    <a:pt x="0" y="12"/>
                    <a:pt x="0" y="12"/>
                  </a:cubicBezTo>
                  <a:cubicBezTo>
                    <a:pt x="0" y="5"/>
                    <a:pt x="5" y="0"/>
                    <a:pt x="12" y="0"/>
                  </a:cubicBezTo>
                  <a:cubicBezTo>
                    <a:pt x="18" y="0"/>
                    <a:pt x="24" y="5"/>
                    <a:pt x="24" y="12"/>
                  </a:cubicBezTo>
                  <a:cubicBezTo>
                    <a:pt x="24" y="383"/>
                    <a:pt x="24" y="383"/>
                    <a:pt x="24" y="383"/>
                  </a:cubicBezTo>
                  <a:cubicBezTo>
                    <a:pt x="24" y="389"/>
                    <a:pt x="18" y="395"/>
                    <a:pt x="12" y="395"/>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53" name="Freeform 16"/>
            <p:cNvSpPr/>
            <p:nvPr/>
          </p:nvSpPr>
          <p:spPr>
            <a:xfrm>
              <a:off x="5370480" y="4232520"/>
              <a:ext cx="91800" cy="1299240"/>
            </a:xfrm>
            <a:custGeom>
              <a:avLst/>
              <a:gdLst>
                <a:gd name="textAreaLeft" fmla="*/ 0 w 91800"/>
                <a:gd name="textAreaRight" fmla="*/ 103680 w 91800"/>
                <a:gd name="textAreaTop" fmla="*/ 0 h 1299240"/>
                <a:gd name="textAreaBottom" fmla="*/ 1311120 h 1299240"/>
              </a:gdLst>
              <a:ahLst/>
              <a:rect l="textAreaLeft" t="textAreaTop" r="textAreaRight" b="textAreaBottom"/>
              <a:pathLst>
                <a:path w="24" h="833">
                  <a:moveTo>
                    <a:pt x="12" y="833"/>
                  </a:moveTo>
                  <a:cubicBezTo>
                    <a:pt x="5" y="833"/>
                    <a:pt x="0" y="827"/>
                    <a:pt x="0" y="821"/>
                  </a:cubicBezTo>
                  <a:cubicBezTo>
                    <a:pt x="0" y="12"/>
                    <a:pt x="0" y="12"/>
                    <a:pt x="0" y="12"/>
                  </a:cubicBezTo>
                  <a:cubicBezTo>
                    <a:pt x="0" y="5"/>
                    <a:pt x="5" y="0"/>
                    <a:pt x="12" y="0"/>
                  </a:cubicBezTo>
                  <a:cubicBezTo>
                    <a:pt x="18" y="0"/>
                    <a:pt x="24" y="5"/>
                    <a:pt x="24" y="12"/>
                  </a:cubicBezTo>
                  <a:cubicBezTo>
                    <a:pt x="24" y="821"/>
                    <a:pt x="24" y="821"/>
                    <a:pt x="24" y="821"/>
                  </a:cubicBezTo>
                  <a:cubicBezTo>
                    <a:pt x="24" y="827"/>
                    <a:pt x="18" y="833"/>
                    <a:pt x="12" y="833"/>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54" name="Group 8"/>
          <p:cNvGrpSpPr/>
          <p:nvPr/>
        </p:nvGrpSpPr>
        <p:grpSpPr>
          <a:xfrm>
            <a:off x="6394320" y="955800"/>
            <a:ext cx="98640" cy="4575600"/>
            <a:chOff x="6394320" y="955800"/>
            <a:chExt cx="98640" cy="4575600"/>
          </a:xfrm>
        </p:grpSpPr>
        <p:sp>
          <p:nvSpPr>
            <p:cNvPr id="955" name="Freeform 11"/>
            <p:cNvSpPr/>
            <p:nvPr/>
          </p:nvSpPr>
          <p:spPr>
            <a:xfrm>
              <a:off x="6394320" y="955800"/>
              <a:ext cx="98640" cy="4533480"/>
            </a:xfrm>
            <a:custGeom>
              <a:avLst/>
              <a:gdLst>
                <a:gd name="textAreaLeft" fmla="*/ 0 w 98640"/>
                <a:gd name="textAreaRight" fmla="*/ 110520 w 98640"/>
                <a:gd name="textAreaTop" fmla="*/ 0 h 4533480"/>
                <a:gd name="textAreaBottom" fmla="*/ 4545360 h 4533480"/>
              </a:gdLst>
              <a:ahLst/>
              <a:rect l="textAreaLeft" t="textAreaTop" r="textAreaRight" b="textAreaBottom"/>
              <a:pathLst>
                <a:path w="24" h="729">
                  <a:moveTo>
                    <a:pt x="12" y="729"/>
                  </a:moveTo>
                  <a:cubicBezTo>
                    <a:pt x="6" y="729"/>
                    <a:pt x="0" y="724"/>
                    <a:pt x="0" y="717"/>
                  </a:cubicBezTo>
                  <a:cubicBezTo>
                    <a:pt x="0" y="12"/>
                    <a:pt x="0" y="12"/>
                    <a:pt x="0" y="12"/>
                  </a:cubicBezTo>
                  <a:cubicBezTo>
                    <a:pt x="0" y="5"/>
                    <a:pt x="6" y="0"/>
                    <a:pt x="12" y="0"/>
                  </a:cubicBezTo>
                  <a:cubicBezTo>
                    <a:pt x="19" y="0"/>
                    <a:pt x="24" y="5"/>
                    <a:pt x="24" y="12"/>
                  </a:cubicBezTo>
                  <a:cubicBezTo>
                    <a:pt x="24" y="717"/>
                    <a:pt x="24" y="717"/>
                    <a:pt x="24" y="717"/>
                  </a:cubicBezTo>
                  <a:cubicBezTo>
                    <a:pt x="24" y="724"/>
                    <a:pt x="19" y="729"/>
                    <a:pt x="12" y="729"/>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56" name="Freeform 17"/>
            <p:cNvSpPr/>
            <p:nvPr/>
          </p:nvSpPr>
          <p:spPr>
            <a:xfrm>
              <a:off x="6394320" y="3753360"/>
              <a:ext cx="98640" cy="1778040"/>
            </a:xfrm>
            <a:custGeom>
              <a:avLst/>
              <a:gdLst>
                <a:gd name="textAreaLeft" fmla="*/ 0 w 98640"/>
                <a:gd name="textAreaRight" fmla="*/ 110520 w 98640"/>
                <a:gd name="textAreaTop" fmla="*/ 0 h 1778040"/>
                <a:gd name="textAreaBottom" fmla="*/ 1789920 h 1778040"/>
              </a:gdLst>
              <a:ahLst/>
              <a:rect l="textAreaLeft" t="textAreaTop" r="textAreaRight" b="textAreaBottom"/>
              <a:pathLst>
                <a:path w="24" h="499">
                  <a:moveTo>
                    <a:pt x="12" y="499"/>
                  </a:moveTo>
                  <a:cubicBezTo>
                    <a:pt x="6" y="499"/>
                    <a:pt x="0" y="493"/>
                    <a:pt x="0" y="487"/>
                  </a:cubicBezTo>
                  <a:cubicBezTo>
                    <a:pt x="0" y="12"/>
                    <a:pt x="0" y="12"/>
                    <a:pt x="0" y="12"/>
                  </a:cubicBezTo>
                  <a:cubicBezTo>
                    <a:pt x="0" y="5"/>
                    <a:pt x="6" y="0"/>
                    <a:pt x="12" y="0"/>
                  </a:cubicBezTo>
                  <a:cubicBezTo>
                    <a:pt x="19" y="0"/>
                    <a:pt x="24" y="5"/>
                    <a:pt x="24" y="12"/>
                  </a:cubicBezTo>
                  <a:cubicBezTo>
                    <a:pt x="24" y="487"/>
                    <a:pt x="24" y="487"/>
                    <a:pt x="24" y="487"/>
                  </a:cubicBezTo>
                  <a:cubicBezTo>
                    <a:pt x="24" y="493"/>
                    <a:pt x="19" y="499"/>
                    <a:pt x="12" y="499"/>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57" name="Group 11"/>
          <p:cNvGrpSpPr/>
          <p:nvPr/>
        </p:nvGrpSpPr>
        <p:grpSpPr>
          <a:xfrm>
            <a:off x="7423200" y="955800"/>
            <a:ext cx="73800" cy="4575960"/>
            <a:chOff x="7423200" y="955800"/>
            <a:chExt cx="73800" cy="4575960"/>
          </a:xfrm>
        </p:grpSpPr>
        <p:sp>
          <p:nvSpPr>
            <p:cNvPr id="958" name="Freeform 12"/>
            <p:cNvSpPr/>
            <p:nvPr/>
          </p:nvSpPr>
          <p:spPr>
            <a:xfrm>
              <a:off x="7423200" y="955800"/>
              <a:ext cx="73800" cy="4575960"/>
            </a:xfrm>
            <a:custGeom>
              <a:avLst/>
              <a:gdLst>
                <a:gd name="textAreaLeft" fmla="*/ 0 w 73800"/>
                <a:gd name="textAreaRight" fmla="*/ 85680 w 73800"/>
                <a:gd name="textAreaTop" fmla="*/ 0 h 4575960"/>
                <a:gd name="textAreaBottom" fmla="*/ 4587840 h 4575960"/>
              </a:gdLst>
              <a:ahLst/>
              <a:rect l="textAreaLeft" t="textAreaTop" r="textAreaRight" b="textAreaBottom"/>
              <a:pathLst>
                <a:path w="24" h="446">
                  <a:moveTo>
                    <a:pt x="12" y="446"/>
                  </a:moveTo>
                  <a:cubicBezTo>
                    <a:pt x="5" y="446"/>
                    <a:pt x="0" y="441"/>
                    <a:pt x="0" y="434"/>
                  </a:cubicBezTo>
                  <a:cubicBezTo>
                    <a:pt x="0" y="12"/>
                    <a:pt x="0" y="12"/>
                    <a:pt x="0" y="12"/>
                  </a:cubicBezTo>
                  <a:cubicBezTo>
                    <a:pt x="0" y="5"/>
                    <a:pt x="5" y="0"/>
                    <a:pt x="12" y="0"/>
                  </a:cubicBezTo>
                  <a:cubicBezTo>
                    <a:pt x="18" y="0"/>
                    <a:pt x="24" y="5"/>
                    <a:pt x="24" y="12"/>
                  </a:cubicBezTo>
                  <a:cubicBezTo>
                    <a:pt x="24" y="434"/>
                    <a:pt x="24" y="434"/>
                    <a:pt x="24" y="434"/>
                  </a:cubicBezTo>
                  <a:cubicBezTo>
                    <a:pt x="24" y="441"/>
                    <a:pt x="18" y="446"/>
                    <a:pt x="12" y="446"/>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59" name="Freeform 18"/>
            <p:cNvSpPr/>
            <p:nvPr/>
          </p:nvSpPr>
          <p:spPr>
            <a:xfrm>
              <a:off x="7423200" y="2684160"/>
              <a:ext cx="73800" cy="2847600"/>
            </a:xfrm>
            <a:custGeom>
              <a:avLst/>
              <a:gdLst>
                <a:gd name="textAreaLeft" fmla="*/ 0 w 73800"/>
                <a:gd name="textAreaRight" fmla="*/ 85680 w 73800"/>
                <a:gd name="textAreaTop" fmla="*/ 0 h 2847600"/>
                <a:gd name="textAreaBottom" fmla="*/ 2859480 h 2847600"/>
              </a:gdLst>
              <a:ahLst/>
              <a:rect l="textAreaLeft" t="textAreaTop" r="textAreaRight" b="textAreaBottom"/>
              <a:pathLst>
                <a:path w="24" h="782">
                  <a:moveTo>
                    <a:pt x="12" y="782"/>
                  </a:moveTo>
                  <a:cubicBezTo>
                    <a:pt x="5" y="782"/>
                    <a:pt x="0" y="776"/>
                    <a:pt x="0" y="770"/>
                  </a:cubicBezTo>
                  <a:cubicBezTo>
                    <a:pt x="0" y="12"/>
                    <a:pt x="0" y="12"/>
                    <a:pt x="0" y="12"/>
                  </a:cubicBezTo>
                  <a:cubicBezTo>
                    <a:pt x="0" y="6"/>
                    <a:pt x="5" y="0"/>
                    <a:pt x="12" y="0"/>
                  </a:cubicBezTo>
                  <a:cubicBezTo>
                    <a:pt x="18" y="0"/>
                    <a:pt x="24" y="6"/>
                    <a:pt x="24" y="12"/>
                  </a:cubicBezTo>
                  <a:cubicBezTo>
                    <a:pt x="24" y="770"/>
                    <a:pt x="24" y="770"/>
                    <a:pt x="24" y="770"/>
                  </a:cubicBezTo>
                  <a:cubicBezTo>
                    <a:pt x="24" y="776"/>
                    <a:pt x="18" y="782"/>
                    <a:pt x="12" y="782"/>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60" name="Group 14"/>
          <p:cNvGrpSpPr/>
          <p:nvPr/>
        </p:nvGrpSpPr>
        <p:grpSpPr>
          <a:xfrm>
            <a:off x="8447040" y="955800"/>
            <a:ext cx="74880" cy="4575960"/>
            <a:chOff x="8447040" y="955800"/>
            <a:chExt cx="74880" cy="4575960"/>
          </a:xfrm>
        </p:grpSpPr>
        <p:sp>
          <p:nvSpPr>
            <p:cNvPr id="961" name="Freeform 13"/>
            <p:cNvSpPr/>
            <p:nvPr/>
          </p:nvSpPr>
          <p:spPr>
            <a:xfrm>
              <a:off x="8447040" y="955800"/>
              <a:ext cx="74880" cy="4411800"/>
            </a:xfrm>
            <a:custGeom>
              <a:avLst/>
              <a:gdLst>
                <a:gd name="textAreaLeft" fmla="*/ 0 w 74880"/>
                <a:gd name="textAreaRight" fmla="*/ 86760 w 74880"/>
                <a:gd name="textAreaTop" fmla="*/ 0 h 4411800"/>
                <a:gd name="textAreaBottom" fmla="*/ 4423680 h 4411800"/>
              </a:gdLst>
              <a:ahLst/>
              <a:rect l="textAreaLeft" t="textAreaTop" r="textAreaRight" b="textAreaBottom"/>
              <a:pathLst>
                <a:path w="24" h="334">
                  <a:moveTo>
                    <a:pt x="12" y="334"/>
                  </a:moveTo>
                  <a:cubicBezTo>
                    <a:pt x="6" y="334"/>
                    <a:pt x="0" y="329"/>
                    <a:pt x="0" y="322"/>
                  </a:cubicBezTo>
                  <a:cubicBezTo>
                    <a:pt x="0" y="12"/>
                    <a:pt x="0" y="12"/>
                    <a:pt x="0" y="12"/>
                  </a:cubicBezTo>
                  <a:cubicBezTo>
                    <a:pt x="0" y="5"/>
                    <a:pt x="6" y="0"/>
                    <a:pt x="12" y="0"/>
                  </a:cubicBezTo>
                  <a:cubicBezTo>
                    <a:pt x="19" y="0"/>
                    <a:pt x="24" y="5"/>
                    <a:pt x="24" y="12"/>
                  </a:cubicBezTo>
                  <a:cubicBezTo>
                    <a:pt x="24" y="322"/>
                    <a:pt x="24" y="322"/>
                    <a:pt x="24" y="322"/>
                  </a:cubicBezTo>
                  <a:cubicBezTo>
                    <a:pt x="24" y="329"/>
                    <a:pt x="19" y="334"/>
                    <a:pt x="12" y="334"/>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62" name="Freeform 19"/>
            <p:cNvSpPr/>
            <p:nvPr/>
          </p:nvSpPr>
          <p:spPr>
            <a:xfrm>
              <a:off x="8447040" y="2304720"/>
              <a:ext cx="74880" cy="3227040"/>
            </a:xfrm>
            <a:custGeom>
              <a:avLst/>
              <a:gdLst>
                <a:gd name="textAreaLeft" fmla="*/ 0 w 74880"/>
                <a:gd name="textAreaRight" fmla="*/ 86760 w 74880"/>
                <a:gd name="textAreaTop" fmla="*/ 0 h 3227040"/>
                <a:gd name="textAreaBottom" fmla="*/ 3238920 h 3227040"/>
              </a:gdLst>
              <a:ahLst/>
              <a:rect l="textAreaLeft" t="textAreaTop" r="textAreaRight" b="textAreaBottom"/>
              <a:pathLst>
                <a:path w="24" h="894">
                  <a:moveTo>
                    <a:pt x="12" y="894"/>
                  </a:moveTo>
                  <a:cubicBezTo>
                    <a:pt x="6" y="894"/>
                    <a:pt x="0" y="888"/>
                    <a:pt x="0" y="882"/>
                  </a:cubicBezTo>
                  <a:cubicBezTo>
                    <a:pt x="0" y="12"/>
                    <a:pt x="0" y="12"/>
                    <a:pt x="0" y="12"/>
                  </a:cubicBezTo>
                  <a:cubicBezTo>
                    <a:pt x="0" y="6"/>
                    <a:pt x="6" y="0"/>
                    <a:pt x="12" y="0"/>
                  </a:cubicBezTo>
                  <a:cubicBezTo>
                    <a:pt x="19" y="0"/>
                    <a:pt x="24" y="6"/>
                    <a:pt x="24" y="12"/>
                  </a:cubicBezTo>
                  <a:cubicBezTo>
                    <a:pt x="24" y="882"/>
                    <a:pt x="24" y="882"/>
                    <a:pt x="24" y="882"/>
                  </a:cubicBezTo>
                  <a:cubicBezTo>
                    <a:pt x="24" y="888"/>
                    <a:pt x="19" y="894"/>
                    <a:pt x="12" y="894"/>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63" name="Group 17"/>
          <p:cNvGrpSpPr/>
          <p:nvPr/>
        </p:nvGrpSpPr>
        <p:grpSpPr>
          <a:xfrm>
            <a:off x="9474120" y="955800"/>
            <a:ext cx="80280" cy="4575600"/>
            <a:chOff x="9474120" y="955800"/>
            <a:chExt cx="80280" cy="4575600"/>
          </a:xfrm>
        </p:grpSpPr>
        <p:sp>
          <p:nvSpPr>
            <p:cNvPr id="964" name="Freeform 14"/>
            <p:cNvSpPr/>
            <p:nvPr/>
          </p:nvSpPr>
          <p:spPr>
            <a:xfrm>
              <a:off x="9474120" y="955800"/>
              <a:ext cx="80280" cy="4332960"/>
            </a:xfrm>
            <a:custGeom>
              <a:avLst/>
              <a:gdLst>
                <a:gd name="textAreaLeft" fmla="*/ 0 w 80280"/>
                <a:gd name="textAreaRight" fmla="*/ 92160 w 80280"/>
                <a:gd name="textAreaTop" fmla="*/ 0 h 4332960"/>
                <a:gd name="textAreaBottom" fmla="*/ 4344840 h 4332960"/>
              </a:gdLst>
              <a:ahLst/>
              <a:rect l="textAreaLeft" t="textAreaTop" r="textAreaRight" b="textAreaBottom"/>
              <a:pathLst>
                <a:path w="24" h="825">
                  <a:moveTo>
                    <a:pt x="12" y="825"/>
                  </a:moveTo>
                  <a:cubicBezTo>
                    <a:pt x="5" y="825"/>
                    <a:pt x="0" y="820"/>
                    <a:pt x="0" y="813"/>
                  </a:cubicBezTo>
                  <a:cubicBezTo>
                    <a:pt x="0" y="12"/>
                    <a:pt x="0" y="12"/>
                    <a:pt x="0" y="12"/>
                  </a:cubicBezTo>
                  <a:cubicBezTo>
                    <a:pt x="0" y="5"/>
                    <a:pt x="5" y="0"/>
                    <a:pt x="12" y="0"/>
                  </a:cubicBezTo>
                  <a:cubicBezTo>
                    <a:pt x="19" y="0"/>
                    <a:pt x="24" y="5"/>
                    <a:pt x="24" y="12"/>
                  </a:cubicBezTo>
                  <a:cubicBezTo>
                    <a:pt x="24" y="813"/>
                    <a:pt x="24" y="813"/>
                    <a:pt x="24" y="813"/>
                  </a:cubicBezTo>
                  <a:cubicBezTo>
                    <a:pt x="24" y="820"/>
                    <a:pt x="19" y="825"/>
                    <a:pt x="12" y="825"/>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65" name="Freeform 20"/>
            <p:cNvSpPr/>
            <p:nvPr/>
          </p:nvSpPr>
          <p:spPr>
            <a:xfrm>
              <a:off x="9474120" y="4072320"/>
              <a:ext cx="80280" cy="1459080"/>
            </a:xfrm>
            <a:custGeom>
              <a:avLst/>
              <a:gdLst>
                <a:gd name="textAreaLeft" fmla="*/ 0 w 80280"/>
                <a:gd name="textAreaRight" fmla="*/ 92160 w 80280"/>
                <a:gd name="textAreaTop" fmla="*/ 0 h 1459080"/>
                <a:gd name="textAreaBottom" fmla="*/ 1470960 h 1459080"/>
              </a:gdLst>
              <a:ahLst/>
              <a:rect l="textAreaLeft" t="textAreaTop" r="textAreaRight" b="textAreaBottom"/>
              <a:pathLst>
                <a:path w="24" h="403">
                  <a:moveTo>
                    <a:pt x="12" y="403"/>
                  </a:moveTo>
                  <a:cubicBezTo>
                    <a:pt x="5" y="403"/>
                    <a:pt x="0" y="397"/>
                    <a:pt x="0" y="391"/>
                  </a:cubicBezTo>
                  <a:cubicBezTo>
                    <a:pt x="0" y="12"/>
                    <a:pt x="0" y="12"/>
                    <a:pt x="0" y="12"/>
                  </a:cubicBezTo>
                  <a:cubicBezTo>
                    <a:pt x="0" y="6"/>
                    <a:pt x="5" y="0"/>
                    <a:pt x="12" y="0"/>
                  </a:cubicBezTo>
                  <a:cubicBezTo>
                    <a:pt x="19" y="0"/>
                    <a:pt x="24" y="6"/>
                    <a:pt x="24" y="12"/>
                  </a:cubicBezTo>
                  <a:cubicBezTo>
                    <a:pt x="24" y="391"/>
                    <a:pt x="24" y="391"/>
                    <a:pt x="24" y="391"/>
                  </a:cubicBezTo>
                  <a:cubicBezTo>
                    <a:pt x="24" y="397"/>
                    <a:pt x="19" y="403"/>
                    <a:pt x="12" y="403"/>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66" name="Group 20"/>
          <p:cNvGrpSpPr/>
          <p:nvPr/>
        </p:nvGrpSpPr>
        <p:grpSpPr>
          <a:xfrm>
            <a:off x="10503000" y="955800"/>
            <a:ext cx="78480" cy="4575960"/>
            <a:chOff x="10503000" y="955800"/>
            <a:chExt cx="78480" cy="4575960"/>
          </a:xfrm>
        </p:grpSpPr>
        <p:sp>
          <p:nvSpPr>
            <p:cNvPr id="967" name="Freeform 15"/>
            <p:cNvSpPr/>
            <p:nvPr/>
          </p:nvSpPr>
          <p:spPr>
            <a:xfrm>
              <a:off x="10503000" y="955800"/>
              <a:ext cx="78480" cy="4451760"/>
            </a:xfrm>
            <a:custGeom>
              <a:avLst/>
              <a:gdLst>
                <a:gd name="textAreaLeft" fmla="*/ 0 w 78480"/>
                <a:gd name="textAreaRight" fmla="*/ 90360 w 78480"/>
                <a:gd name="textAreaTop" fmla="*/ 0 h 4451760"/>
                <a:gd name="textAreaBottom" fmla="*/ 4463640 h 4451760"/>
              </a:gdLst>
              <a:ahLst/>
              <a:rect l="textAreaLeft" t="textAreaTop" r="textAreaRight" b="textAreaBottom"/>
              <a:pathLst>
                <a:path w="24" h="616">
                  <a:moveTo>
                    <a:pt x="12" y="616"/>
                  </a:moveTo>
                  <a:cubicBezTo>
                    <a:pt x="5" y="616"/>
                    <a:pt x="0" y="610"/>
                    <a:pt x="0" y="604"/>
                  </a:cubicBezTo>
                  <a:cubicBezTo>
                    <a:pt x="0" y="12"/>
                    <a:pt x="0" y="12"/>
                    <a:pt x="0" y="12"/>
                  </a:cubicBezTo>
                  <a:cubicBezTo>
                    <a:pt x="0" y="5"/>
                    <a:pt x="5" y="0"/>
                    <a:pt x="12" y="0"/>
                  </a:cubicBezTo>
                  <a:cubicBezTo>
                    <a:pt x="18" y="0"/>
                    <a:pt x="24" y="5"/>
                    <a:pt x="24" y="12"/>
                  </a:cubicBezTo>
                  <a:cubicBezTo>
                    <a:pt x="24" y="604"/>
                    <a:pt x="24" y="604"/>
                    <a:pt x="24" y="604"/>
                  </a:cubicBezTo>
                  <a:cubicBezTo>
                    <a:pt x="24" y="610"/>
                    <a:pt x="18" y="616"/>
                    <a:pt x="12" y="616"/>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68" name="Freeform 21"/>
            <p:cNvSpPr/>
            <p:nvPr/>
          </p:nvSpPr>
          <p:spPr>
            <a:xfrm>
              <a:off x="10503000" y="3309840"/>
              <a:ext cx="78480" cy="2221920"/>
            </a:xfrm>
            <a:custGeom>
              <a:avLst/>
              <a:gdLst>
                <a:gd name="textAreaLeft" fmla="*/ 0 w 78480"/>
                <a:gd name="textAreaRight" fmla="*/ 90360 w 78480"/>
                <a:gd name="textAreaTop" fmla="*/ 0 h 2221920"/>
                <a:gd name="textAreaBottom" fmla="*/ 2233800 h 2221920"/>
              </a:gdLst>
              <a:ahLst/>
              <a:rect l="textAreaLeft" t="textAreaTop" r="textAreaRight" b="textAreaBottom"/>
              <a:pathLst>
                <a:path w="24" h="612">
                  <a:moveTo>
                    <a:pt x="12" y="612"/>
                  </a:moveTo>
                  <a:cubicBezTo>
                    <a:pt x="5" y="612"/>
                    <a:pt x="0" y="606"/>
                    <a:pt x="0" y="600"/>
                  </a:cubicBezTo>
                  <a:cubicBezTo>
                    <a:pt x="0" y="12"/>
                    <a:pt x="0" y="12"/>
                    <a:pt x="0" y="12"/>
                  </a:cubicBezTo>
                  <a:cubicBezTo>
                    <a:pt x="0" y="5"/>
                    <a:pt x="5" y="0"/>
                    <a:pt x="12" y="0"/>
                  </a:cubicBezTo>
                  <a:cubicBezTo>
                    <a:pt x="18" y="0"/>
                    <a:pt x="24" y="5"/>
                    <a:pt x="24" y="12"/>
                  </a:cubicBezTo>
                  <a:cubicBezTo>
                    <a:pt x="24" y="600"/>
                    <a:pt x="24" y="600"/>
                    <a:pt x="24" y="600"/>
                  </a:cubicBezTo>
                  <a:cubicBezTo>
                    <a:pt x="24" y="606"/>
                    <a:pt x="18" y="612"/>
                    <a:pt x="12" y="612"/>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sp>
        <p:nvSpPr>
          <p:cNvPr id="969" name="Rectangle 22"/>
          <p:cNvSpPr/>
          <p:nvPr/>
        </p:nvSpPr>
        <p:spPr>
          <a:xfrm>
            <a:off x="520524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68%</a:t>
            </a:r>
            <a:endParaRPr b="0" lang="en-US" sz="1700" spc="-1" strike="noStrike">
              <a:solidFill>
                <a:srgbClr val="ffffff"/>
              </a:solidFill>
              <a:latin typeface="Arial"/>
            </a:endParaRPr>
          </a:p>
        </p:txBody>
      </p:sp>
      <p:sp>
        <p:nvSpPr>
          <p:cNvPr id="970" name="Rectangle 23"/>
          <p:cNvSpPr/>
          <p:nvPr/>
        </p:nvSpPr>
        <p:spPr>
          <a:xfrm>
            <a:off x="623232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30%</a:t>
            </a:r>
            <a:endParaRPr b="0" lang="en-US" sz="1700" spc="-1" strike="noStrike">
              <a:solidFill>
                <a:srgbClr val="ffffff"/>
              </a:solidFill>
              <a:latin typeface="Arial"/>
            </a:endParaRPr>
          </a:p>
        </p:txBody>
      </p:sp>
      <p:sp>
        <p:nvSpPr>
          <p:cNvPr id="971" name="Rectangle 24"/>
          <p:cNvSpPr/>
          <p:nvPr/>
        </p:nvSpPr>
        <p:spPr>
          <a:xfrm>
            <a:off x="725616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65%</a:t>
            </a:r>
            <a:endParaRPr b="0" lang="en-US" sz="1700" spc="-1" strike="noStrike">
              <a:solidFill>
                <a:srgbClr val="ffffff"/>
              </a:solidFill>
              <a:latin typeface="Arial"/>
            </a:endParaRPr>
          </a:p>
        </p:txBody>
      </p:sp>
      <p:sp>
        <p:nvSpPr>
          <p:cNvPr id="972" name="Rectangle 25"/>
          <p:cNvSpPr/>
          <p:nvPr/>
        </p:nvSpPr>
        <p:spPr>
          <a:xfrm>
            <a:off x="828504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70%</a:t>
            </a:r>
            <a:endParaRPr b="0" lang="en-US" sz="1700" spc="-1" strike="noStrike">
              <a:solidFill>
                <a:srgbClr val="ffffff"/>
              </a:solidFill>
              <a:latin typeface="Arial"/>
            </a:endParaRPr>
          </a:p>
        </p:txBody>
      </p:sp>
      <p:sp>
        <p:nvSpPr>
          <p:cNvPr id="973" name="Rectangle 26"/>
          <p:cNvSpPr/>
          <p:nvPr/>
        </p:nvSpPr>
        <p:spPr>
          <a:xfrm>
            <a:off x="930888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25%</a:t>
            </a:r>
            <a:endParaRPr b="0" lang="en-US" sz="1700" spc="-1" strike="noStrike">
              <a:solidFill>
                <a:srgbClr val="ffffff"/>
              </a:solidFill>
              <a:latin typeface="Arial"/>
            </a:endParaRPr>
          </a:p>
        </p:txBody>
      </p:sp>
      <p:sp>
        <p:nvSpPr>
          <p:cNvPr id="974" name="Rectangle 27"/>
          <p:cNvSpPr/>
          <p:nvPr/>
        </p:nvSpPr>
        <p:spPr>
          <a:xfrm>
            <a:off x="1033596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35%</a:t>
            </a:r>
            <a:endParaRPr b="0" lang="en-US" sz="1700" spc="-1" strike="noStrike">
              <a:solidFill>
                <a:srgbClr val="ffffff"/>
              </a:solidFill>
              <a:latin typeface="Arial"/>
            </a:endParaRPr>
          </a:p>
        </p:txBody>
      </p:sp>
      <p:sp>
        <p:nvSpPr>
          <p:cNvPr id="975" name="Oval 29"/>
          <p:cNvSpPr/>
          <p:nvPr/>
        </p:nvSpPr>
        <p:spPr>
          <a:xfrm>
            <a:off x="5168520" y="3993120"/>
            <a:ext cx="467280" cy="4672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6" name="Oval 30"/>
          <p:cNvSpPr/>
          <p:nvPr/>
        </p:nvSpPr>
        <p:spPr>
          <a:xfrm>
            <a:off x="6189480" y="3402720"/>
            <a:ext cx="467280" cy="4672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7" name="Oval 31"/>
          <p:cNvSpPr/>
          <p:nvPr/>
        </p:nvSpPr>
        <p:spPr>
          <a:xfrm>
            <a:off x="7231680" y="2304720"/>
            <a:ext cx="467280" cy="4672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8" name="Oval 32"/>
          <p:cNvSpPr/>
          <p:nvPr/>
        </p:nvSpPr>
        <p:spPr>
          <a:xfrm>
            <a:off x="8253720" y="1885680"/>
            <a:ext cx="467280" cy="4672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9" name="Oval 33"/>
          <p:cNvSpPr/>
          <p:nvPr/>
        </p:nvSpPr>
        <p:spPr>
          <a:xfrm>
            <a:off x="9279000" y="3753360"/>
            <a:ext cx="467280" cy="4672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80" name="Oval 34"/>
          <p:cNvSpPr/>
          <p:nvPr/>
        </p:nvSpPr>
        <p:spPr>
          <a:xfrm>
            <a:off x="10297800" y="2969640"/>
            <a:ext cx="467280" cy="46728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81" name="object 384"/>
          <p:cNvSpPr/>
          <p:nvPr/>
        </p:nvSpPr>
        <p:spPr>
          <a:xfrm flipV="1">
            <a:off x="356760" y="670680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82" name="object 4"/>
          <p:cNvSpPr/>
          <p:nvPr/>
        </p:nvSpPr>
        <p:spPr>
          <a:xfrm>
            <a:off x="10477800" y="663120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83" name="object 384"/>
          <p:cNvSpPr/>
          <p:nvPr/>
        </p:nvSpPr>
        <p:spPr>
          <a:xfrm flipV="1" rot="10800000">
            <a:off x="6108120" y="671868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84" name="object 386"/>
          <p:cNvSpPr/>
          <p:nvPr/>
        </p:nvSpPr>
        <p:spPr>
          <a:xfrm>
            <a:off x="5927400" y="651744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85" name="Freeform 44"/>
          <p:cNvSpPr/>
          <p:nvPr/>
        </p:nvSpPr>
        <p:spPr>
          <a:xfrm>
            <a:off x="-2063880" y="-1115280"/>
            <a:ext cx="7417800" cy="3795480"/>
          </a:xfrm>
          <a:custGeom>
            <a:avLst/>
            <a:gdLst>
              <a:gd name="textAreaLeft" fmla="*/ 0 w 7417800"/>
              <a:gd name="textAreaRight" fmla="*/ 7429680 w 7417800"/>
              <a:gd name="textAreaTop" fmla="*/ 0 h 3795480"/>
              <a:gd name="textAreaBottom" fmla="*/ 3807360 h 379548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986" name="Group 40"/>
          <p:cNvGrpSpPr/>
          <p:nvPr/>
        </p:nvGrpSpPr>
        <p:grpSpPr>
          <a:xfrm>
            <a:off x="559080" y="565200"/>
            <a:ext cx="1467720" cy="43920"/>
            <a:chOff x="559080" y="565200"/>
            <a:chExt cx="1467720" cy="43920"/>
          </a:xfrm>
        </p:grpSpPr>
        <p:sp>
          <p:nvSpPr>
            <p:cNvPr id="98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8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989" name="Rectangle 45"/>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13" r:id="rId2"/>
  </p:sldLayoutIdLst>
</p:sldMaster>
</file>

<file path=ppt/slideMasters/slideMaster3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99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defTabSz="914400">
              <a:lnSpc>
                <a:spcPct val="100000"/>
              </a:lnSpc>
            </a:pPr>
            <a:endParaRPr b="0" lang="en-US" sz="650" spc="-1" strike="noStrike">
              <a:solidFill>
                <a:schemeClr val="lt1"/>
              </a:solidFill>
              <a:latin typeface="Lato Light"/>
            </a:endParaRPr>
          </a:p>
        </p:txBody>
      </p:sp>
      <p:sp>
        <p:nvSpPr>
          <p:cNvPr id="99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46CCF20-EDCE-421A-8E78-29FDFE271EB7}"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992"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tr-TR" sz="1800" spc="-1" strike="noStrike">
              <a:solidFill>
                <a:schemeClr val="lt1"/>
              </a:solidFill>
              <a:latin typeface="Open Sans"/>
            </a:endParaRPr>
          </a:p>
        </p:txBody>
      </p:sp>
      <p:sp>
        <p:nvSpPr>
          <p:cNvPr id="993"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pPr>
            <a:endParaRPr b="0" lang="ru-RU" sz="1800" spc="-1" strike="noStrike">
              <a:solidFill>
                <a:srgbClr val="000000"/>
              </a:solidFill>
              <a:latin typeface="Calibri"/>
            </a:endParaRPr>
          </a:p>
        </p:txBody>
      </p:sp>
      <p:sp>
        <p:nvSpPr>
          <p:cNvPr id="994"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pPr>
            <a:endParaRPr b="0" lang="ru-RU" sz="1800" spc="-1" strike="noStrike">
              <a:solidFill>
                <a:srgbClr val="000000"/>
              </a:solidFill>
              <a:latin typeface="Calibri"/>
            </a:endParaRPr>
          </a:p>
        </p:txBody>
      </p:sp>
      <p:sp>
        <p:nvSpPr>
          <p:cNvPr id="995"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pPr>
            <a:endParaRPr b="0" lang="ru-RU" sz="1800" spc="-1" strike="noStrike">
              <a:solidFill>
                <a:srgbClr val="000000"/>
              </a:solidFill>
              <a:latin typeface="Calibri"/>
            </a:endParaRPr>
          </a:p>
        </p:txBody>
      </p:sp>
      <p:sp>
        <p:nvSpPr>
          <p:cNvPr id="996"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pPr>
            <a:endParaRPr b="0" lang="ru-RU" sz="1800" spc="-1" strike="noStrike">
              <a:solidFill>
                <a:srgbClr val="000000"/>
              </a:solidFill>
              <a:latin typeface="Calibri"/>
            </a:endParaRPr>
          </a:p>
        </p:txBody>
      </p:sp>
      <p:grpSp>
        <p:nvGrpSpPr>
          <p:cNvPr id="997" name="Group 9"/>
          <p:cNvGrpSpPr/>
          <p:nvPr/>
        </p:nvGrpSpPr>
        <p:grpSpPr>
          <a:xfrm>
            <a:off x="559080" y="565200"/>
            <a:ext cx="1467720" cy="43920"/>
            <a:chOff x="559080" y="565200"/>
            <a:chExt cx="1467720" cy="43920"/>
          </a:xfrm>
        </p:grpSpPr>
        <p:sp>
          <p:nvSpPr>
            <p:cNvPr id="99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ru-UA" sz="1800" spc="-1" strike="noStrike">
                <a:solidFill>
                  <a:schemeClr val="lt1"/>
                </a:solidFill>
                <a:latin typeface="Open Sans"/>
              </a:endParaRPr>
            </a:p>
          </p:txBody>
        </p:sp>
        <p:sp>
          <p:nvSpPr>
            <p:cNvPr id="999"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ru-UA" sz="1800" spc="-1" strike="noStrike">
                <a:solidFill>
                  <a:schemeClr val="lt1"/>
                </a:solidFill>
                <a:latin typeface="Open Sans"/>
              </a:endParaRPr>
            </a:p>
          </p:txBody>
        </p:sp>
      </p:grpSp>
      <p:sp>
        <p:nvSpPr>
          <p:cNvPr id="1000"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tr-TR" sz="1800" spc="-1" strike="noStrike">
              <a:solidFill>
                <a:schemeClr val="lt1"/>
              </a:solidFill>
              <a:latin typeface="Open Sans"/>
            </a:endParaRPr>
          </a:p>
        </p:txBody>
      </p:sp>
      <p:sp>
        <p:nvSpPr>
          <p:cNvPr id="100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a:t>
            </a:r>
            <a:r>
              <a:rPr b="0" lang="en-US" sz="4400" spc="-1" strike="noStrike">
                <a:solidFill>
                  <a:srgbClr val="ffffff"/>
                </a:solidFill>
                <a:latin typeface="Arial"/>
              </a:rPr>
              <a:t>edit the </a:t>
            </a:r>
            <a:r>
              <a:rPr b="0" lang="en-US" sz="4400" spc="-1" strike="noStrike">
                <a:solidFill>
                  <a:srgbClr val="ffffff"/>
                </a:solidFill>
                <a:latin typeface="Arial"/>
              </a:rPr>
              <a:t>title text </a:t>
            </a:r>
            <a:r>
              <a:rPr b="0" lang="en-US" sz="4400" spc="-1" strike="noStrike">
                <a:solidFill>
                  <a:srgbClr val="ffffff"/>
                </a:solidFill>
                <a:latin typeface="Arial"/>
              </a:rPr>
              <a:t>format</a:t>
            </a:r>
            <a:endParaRPr b="0" lang="en-US" sz="4400" spc="-1" strike="noStrike">
              <a:solidFill>
                <a:srgbClr val="ffffff"/>
              </a:solidFill>
              <a:latin typeface="Arial"/>
            </a:endParaRPr>
          </a:p>
        </p:txBody>
      </p:sp>
      <p:sp>
        <p:nvSpPr>
          <p:cNvPr id="1002"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15" r:id="rId2"/>
  </p:sldLayoutIdLst>
</p:sldMaster>
</file>

<file path=ppt/slideMasters/slideMaster3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03"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04"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71D3D876-4EF5-43D7-A98F-8C692E6C0364}"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05"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06"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07"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08"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09"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10" name="Group 9"/>
          <p:cNvGrpSpPr/>
          <p:nvPr/>
        </p:nvGrpSpPr>
        <p:grpSpPr>
          <a:xfrm>
            <a:off x="559080" y="565200"/>
            <a:ext cx="1467720" cy="43920"/>
            <a:chOff x="559080" y="565200"/>
            <a:chExt cx="1467720" cy="43920"/>
          </a:xfrm>
        </p:grpSpPr>
        <p:sp>
          <p:nvSpPr>
            <p:cNvPr id="1011"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12"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13"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a:t>
            </a:r>
            <a:r>
              <a:rPr b="0" lang="en-US" sz="4400" spc="-1" strike="noStrike">
                <a:solidFill>
                  <a:srgbClr val="ffffff"/>
                </a:solidFill>
                <a:latin typeface="Arial"/>
              </a:rPr>
              <a:t>to </a:t>
            </a:r>
            <a:r>
              <a:rPr b="0" lang="en-US" sz="4400" spc="-1" strike="noStrike">
                <a:solidFill>
                  <a:srgbClr val="ffffff"/>
                </a:solidFill>
                <a:latin typeface="Arial"/>
              </a:rPr>
              <a:t>edit </a:t>
            </a:r>
            <a:r>
              <a:rPr b="0" lang="en-US" sz="4400" spc="-1" strike="noStrike">
                <a:solidFill>
                  <a:srgbClr val="ffffff"/>
                </a:solidFill>
                <a:latin typeface="Arial"/>
              </a:rPr>
              <a:t>the </a:t>
            </a:r>
            <a:r>
              <a:rPr b="0" lang="en-US" sz="4400" spc="-1" strike="noStrike">
                <a:solidFill>
                  <a:srgbClr val="ffffff"/>
                </a:solidFill>
                <a:latin typeface="Arial"/>
              </a:rPr>
              <a:t>title </a:t>
            </a:r>
            <a:r>
              <a:rPr b="0" lang="en-US" sz="4400" spc="-1" strike="noStrike">
                <a:solidFill>
                  <a:srgbClr val="ffffff"/>
                </a:solidFill>
                <a:latin typeface="Arial"/>
              </a:rPr>
              <a:t>text </a:t>
            </a:r>
            <a:r>
              <a:rPr b="0" lang="en-US" sz="4400" spc="-1" strike="noStrike">
                <a:solidFill>
                  <a:srgbClr val="ffffff"/>
                </a:solidFill>
                <a:latin typeface="Arial"/>
              </a:rPr>
              <a:t>form</a:t>
            </a:r>
            <a:r>
              <a:rPr b="0" lang="en-US" sz="4400" spc="-1" strike="noStrike">
                <a:solidFill>
                  <a:srgbClr val="ffffff"/>
                </a:solidFill>
                <a:latin typeface="Arial"/>
              </a:rPr>
              <a:t>at</a:t>
            </a:r>
            <a:endParaRPr b="0" lang="en-US" sz="4400" spc="-1" strike="noStrike">
              <a:solidFill>
                <a:srgbClr val="ffffff"/>
              </a:solidFill>
              <a:latin typeface="Arial"/>
            </a:endParaRPr>
          </a:p>
        </p:txBody>
      </p:sp>
      <p:sp>
        <p:nvSpPr>
          <p:cNvPr id="101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17" r:id="rId2"/>
  </p:sldLayoutIdLst>
</p:sldMaster>
</file>

<file path=ppt/slideMasters/slideMaster3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16"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1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3C3A72A-7FC0-4630-B5AD-EC8C2F7FF1BB}"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18"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19"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20"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21"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22"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23" name="Group 9"/>
          <p:cNvGrpSpPr/>
          <p:nvPr/>
        </p:nvGrpSpPr>
        <p:grpSpPr>
          <a:xfrm>
            <a:off x="559080" y="565200"/>
            <a:ext cx="1467720" cy="43920"/>
            <a:chOff x="559080" y="565200"/>
            <a:chExt cx="1467720" cy="43920"/>
          </a:xfrm>
        </p:grpSpPr>
        <p:sp>
          <p:nvSpPr>
            <p:cNvPr id="1024"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25"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26"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2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2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19" r:id="rId2"/>
  </p:sldLayoutIdLst>
</p:sldMaster>
</file>

<file path=ppt/slideMasters/slideMaster3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29"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3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E3568905-05C1-4E09-8D8E-FB29EA80809C}"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31"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32"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33"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34"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35"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36" name="Group 9"/>
          <p:cNvGrpSpPr/>
          <p:nvPr/>
        </p:nvGrpSpPr>
        <p:grpSpPr>
          <a:xfrm>
            <a:off x="559080" y="565200"/>
            <a:ext cx="1467720" cy="43920"/>
            <a:chOff x="559080" y="565200"/>
            <a:chExt cx="1467720" cy="43920"/>
          </a:xfrm>
        </p:grpSpPr>
        <p:sp>
          <p:nvSpPr>
            <p:cNvPr id="103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3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39"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4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4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1" r:id="rId2"/>
  </p:sldLayoutIdLst>
</p:sldMaster>
</file>

<file path=ppt/slideMasters/slideMaster3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42"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43"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C92DCBFE-E68C-4A77-82DD-9195A833BD46}"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44"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45"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46"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47"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48"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49" name="Group 9"/>
          <p:cNvGrpSpPr/>
          <p:nvPr/>
        </p:nvGrpSpPr>
        <p:grpSpPr>
          <a:xfrm>
            <a:off x="559080" y="565200"/>
            <a:ext cx="1467720" cy="43920"/>
            <a:chOff x="559080" y="565200"/>
            <a:chExt cx="1467720" cy="43920"/>
          </a:xfrm>
        </p:grpSpPr>
        <p:sp>
          <p:nvSpPr>
            <p:cNvPr id="1050"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51"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52"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5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3" r:id="rId2"/>
  </p:sldLayoutIdLst>
</p:sldMaster>
</file>

<file path=ppt/slideMasters/slideMaster3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55"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56"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9EF7D0F8-606C-4B5C-966E-D60F6B9A0E5D}"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57"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58"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59"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60"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61"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62" name="Group 9"/>
          <p:cNvGrpSpPr/>
          <p:nvPr/>
        </p:nvGrpSpPr>
        <p:grpSpPr>
          <a:xfrm>
            <a:off x="559080" y="565200"/>
            <a:ext cx="1467720" cy="43920"/>
            <a:chOff x="559080" y="565200"/>
            <a:chExt cx="1467720" cy="43920"/>
          </a:xfrm>
        </p:grpSpPr>
        <p:sp>
          <p:nvSpPr>
            <p:cNvPr id="1063"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64"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65"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6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67"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5" r:id="rId2"/>
  </p:sldLayoutIdLst>
</p:sldMaster>
</file>

<file path=ppt/slideMasters/slideMaster4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68"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6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B2B5984-125B-4559-B849-933CC88BC74D}"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70"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71"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72"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73"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74"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75" name="Group 9"/>
          <p:cNvGrpSpPr/>
          <p:nvPr/>
        </p:nvGrpSpPr>
        <p:grpSpPr>
          <a:xfrm>
            <a:off x="559080" y="565200"/>
            <a:ext cx="1467720" cy="43920"/>
            <a:chOff x="559080" y="565200"/>
            <a:chExt cx="1467720" cy="43920"/>
          </a:xfrm>
        </p:grpSpPr>
        <p:sp>
          <p:nvSpPr>
            <p:cNvPr id="1076"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7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78"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7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80"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Lst>
</p:sldMaster>
</file>

<file path=ppt/slideMasters/slideMaster4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81" name="TextBox 6"/>
          <p:cNvSpPr/>
          <p:nvPr/>
        </p:nvSpPr>
        <p:spPr>
          <a:xfrm>
            <a:off x="41400" y="6539040"/>
            <a:ext cx="5149440" cy="30312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1" lang="en-US" sz="1400" spc="-1" strike="noStrike">
                <a:solidFill>
                  <a:schemeClr val="dk1"/>
                </a:solidFill>
                <a:latin typeface="Calibri"/>
                <a:ea typeface="DejaVu Sans"/>
              </a:rPr>
              <a:t>ENG 346 – Data Structures and Algorithms for Artificial Intelligence </a:t>
            </a:r>
            <a:endParaRPr b="0" lang="en-US" sz="1400" spc="-1" strike="noStrike">
              <a:solidFill>
                <a:srgbClr val="000000"/>
              </a:solidFill>
              <a:latin typeface="Arial"/>
            </a:endParaRPr>
          </a:p>
        </p:txBody>
      </p:sp>
      <p:pic>
        <p:nvPicPr>
          <p:cNvPr id="1082" name="Picture 4" descr="Gebze Technical University"/>
          <p:cNvPicPr/>
          <p:nvPr/>
        </p:nvPicPr>
        <p:blipFill>
          <a:blip r:embed="rId2"/>
          <a:stretch/>
        </p:blipFill>
        <p:spPr>
          <a:xfrm>
            <a:off x="10150560" y="-89640"/>
            <a:ext cx="2149560" cy="1003680"/>
          </a:xfrm>
          <a:prstGeom prst="rect">
            <a:avLst/>
          </a:prstGeom>
          <a:ln w="0">
            <a:noFill/>
          </a:ln>
        </p:spPr>
      </p:pic>
      <p:sp>
        <p:nvSpPr>
          <p:cNvPr id="108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a:t>
            </a:r>
            <a:r>
              <a:rPr b="0" lang="en-US" sz="1800" spc="-1" strike="noStrike">
                <a:solidFill>
                  <a:srgbClr val="000000"/>
                </a:solidFill>
                <a:latin typeface="Arial"/>
              </a:rPr>
              <a:t>the title 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1084"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085" name="PlaceHolder 3"/>
          <p:cNvSpPr>
            <a:spLocks noGrp="1"/>
          </p:cNvSpPr>
          <p:nvPr>
            <p:ph type="ftr" idx="1"/>
          </p:nvPr>
        </p:nvSpPr>
        <p:spPr>
          <a:xfrm>
            <a:off x="4038480" y="6356520"/>
            <a:ext cx="4104360" cy="354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86" name="PlaceHolder 4"/>
          <p:cNvSpPr>
            <a:spLocks noGrp="1"/>
          </p:cNvSpPr>
          <p:nvPr>
            <p:ph type="sldNum" idx="2"/>
          </p:nvPr>
        </p:nvSpPr>
        <p:spPr>
          <a:xfrm>
            <a:off x="8610480" y="6356520"/>
            <a:ext cx="2732760" cy="35460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5BA57023-1ECB-40D7-ABFB-64F4B4C4A31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087" name="PlaceHolder 5"/>
          <p:cNvSpPr>
            <a:spLocks noGrp="1"/>
          </p:cNvSpPr>
          <p:nvPr>
            <p:ph type="dt" idx="3"/>
          </p:nvPr>
        </p:nvSpPr>
        <p:spPr>
          <a:xfrm>
            <a:off x="838080" y="6356520"/>
            <a:ext cx="2732760" cy="354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729" r:id="rId3"/>
  </p:sldLayoutIdLst>
</p:sldMaster>
</file>

<file path=ppt/slideMasters/slideMaster4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90"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9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4DDF1161-CEEE-4BF5-934F-3479DA75018E}"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92"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93"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94"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95"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96"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97" name="Group 9"/>
          <p:cNvGrpSpPr/>
          <p:nvPr/>
        </p:nvGrpSpPr>
        <p:grpSpPr>
          <a:xfrm>
            <a:off x="559080" y="565200"/>
            <a:ext cx="1467720" cy="43920"/>
            <a:chOff x="559080" y="565200"/>
            <a:chExt cx="1467720" cy="43920"/>
          </a:xfrm>
        </p:grpSpPr>
        <p:sp>
          <p:nvSpPr>
            <p:cNvPr id="109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99"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100"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10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a:t>
            </a:r>
            <a:r>
              <a:rPr b="0" lang="en-US" sz="4400" spc="-1" strike="noStrike">
                <a:solidFill>
                  <a:srgbClr val="ffffff"/>
                </a:solidFill>
                <a:latin typeface="Arial"/>
              </a:rPr>
              <a:t>edit the </a:t>
            </a:r>
            <a:r>
              <a:rPr b="0" lang="en-US" sz="4400" spc="-1" strike="noStrike">
                <a:solidFill>
                  <a:srgbClr val="ffffff"/>
                </a:solidFill>
                <a:latin typeface="Arial"/>
              </a:rPr>
              <a:t>title text </a:t>
            </a:r>
            <a:r>
              <a:rPr b="0" lang="en-US" sz="4400" spc="-1" strike="noStrike">
                <a:solidFill>
                  <a:srgbClr val="ffffff"/>
                </a:solidFill>
                <a:latin typeface="Arial"/>
              </a:rPr>
              <a:t>format</a:t>
            </a:r>
            <a:endParaRPr b="0" lang="en-US" sz="4400" spc="-1" strike="noStrike">
              <a:solidFill>
                <a:srgbClr val="ffffff"/>
              </a:solidFill>
              <a:latin typeface="Arial"/>
            </a:endParaRPr>
          </a:p>
        </p:txBody>
      </p:sp>
      <p:sp>
        <p:nvSpPr>
          <p:cNvPr id="1102"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1" r:id="rId2"/>
  </p:sldLayoutIdLst>
</p:sldMaster>
</file>

<file path=ppt/slideMasters/slideMaster4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03"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104"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9BAC8A70-836C-4DC8-A405-D9BC1198869C}"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05"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106"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107"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108"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109"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110" name="Group 9"/>
          <p:cNvGrpSpPr/>
          <p:nvPr/>
        </p:nvGrpSpPr>
        <p:grpSpPr>
          <a:xfrm>
            <a:off x="559080" y="565200"/>
            <a:ext cx="1467720" cy="43920"/>
            <a:chOff x="559080" y="565200"/>
            <a:chExt cx="1467720" cy="43920"/>
          </a:xfrm>
        </p:grpSpPr>
        <p:sp>
          <p:nvSpPr>
            <p:cNvPr id="1111"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112"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113"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1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a:t>
            </a:r>
            <a:r>
              <a:rPr b="0" lang="en-US" sz="4400" spc="-1" strike="noStrike">
                <a:solidFill>
                  <a:srgbClr val="ffffff"/>
                </a:solidFill>
                <a:latin typeface="Arial"/>
              </a:rPr>
              <a:t>edit the </a:t>
            </a:r>
            <a:r>
              <a:rPr b="0" lang="en-US" sz="4400" spc="-1" strike="noStrike">
                <a:solidFill>
                  <a:srgbClr val="ffffff"/>
                </a:solidFill>
                <a:latin typeface="Arial"/>
              </a:rPr>
              <a:t>title text </a:t>
            </a:r>
            <a:r>
              <a:rPr b="0" lang="en-US" sz="4400" spc="-1" strike="noStrike">
                <a:solidFill>
                  <a:srgbClr val="ffffff"/>
                </a:solidFill>
                <a:latin typeface="Arial"/>
              </a:rPr>
              <a:t>format</a:t>
            </a:r>
            <a:endParaRPr b="0" lang="en-US" sz="4400" spc="-1" strike="noStrike">
              <a:solidFill>
                <a:srgbClr val="ffffff"/>
              </a:solidFill>
              <a:latin typeface="Arial"/>
            </a:endParaRPr>
          </a:p>
        </p:txBody>
      </p:sp>
      <p:sp>
        <p:nvSpPr>
          <p:cNvPr id="111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3" r:id="rId2"/>
  </p:sldLayoutIdLst>
</p:sldMaster>
</file>

<file path=ppt/slideMasters/slideMaster4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16"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11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12C703EE-D808-4B58-AE04-AD96F3E417A0}"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18"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119"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120"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121"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122"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123" name="Group 9"/>
          <p:cNvGrpSpPr/>
          <p:nvPr/>
        </p:nvGrpSpPr>
        <p:grpSpPr>
          <a:xfrm>
            <a:off x="559080" y="565200"/>
            <a:ext cx="1467720" cy="43920"/>
            <a:chOff x="559080" y="565200"/>
            <a:chExt cx="1467720" cy="43920"/>
          </a:xfrm>
        </p:grpSpPr>
        <p:sp>
          <p:nvSpPr>
            <p:cNvPr id="1124"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125"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126"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12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a:t>
            </a:r>
            <a:r>
              <a:rPr b="0" lang="en-US" sz="4400" spc="-1" strike="noStrike">
                <a:solidFill>
                  <a:srgbClr val="ffffff"/>
                </a:solidFill>
                <a:latin typeface="Arial"/>
              </a:rPr>
              <a:t>li</a:t>
            </a:r>
            <a:r>
              <a:rPr b="0" lang="en-US" sz="4400" spc="-1" strike="noStrike">
                <a:solidFill>
                  <a:srgbClr val="ffffff"/>
                </a:solidFill>
                <a:latin typeface="Arial"/>
              </a:rPr>
              <a:t>c</a:t>
            </a:r>
            <a:r>
              <a:rPr b="0" lang="en-US" sz="4400" spc="-1" strike="noStrike">
                <a:solidFill>
                  <a:srgbClr val="ffffff"/>
                </a:solidFill>
                <a:latin typeface="Arial"/>
              </a:rPr>
              <a:t>k </a:t>
            </a:r>
            <a:r>
              <a:rPr b="0" lang="en-US" sz="4400" spc="-1" strike="noStrike">
                <a:solidFill>
                  <a:srgbClr val="ffffff"/>
                </a:solidFill>
                <a:latin typeface="Arial"/>
              </a:rPr>
              <a:t>t</a:t>
            </a:r>
            <a:r>
              <a:rPr b="0" lang="en-US" sz="4400" spc="-1" strike="noStrike">
                <a:solidFill>
                  <a:srgbClr val="ffffff"/>
                </a:solidFill>
                <a:latin typeface="Arial"/>
              </a:rPr>
              <a:t>o </a:t>
            </a:r>
            <a:r>
              <a:rPr b="0" lang="en-US" sz="4400" spc="-1" strike="noStrike">
                <a:solidFill>
                  <a:srgbClr val="ffffff"/>
                </a:solidFill>
                <a:latin typeface="Arial"/>
              </a:rPr>
              <a:t>e</a:t>
            </a:r>
            <a:r>
              <a:rPr b="0" lang="en-US" sz="4400" spc="-1" strike="noStrike">
                <a:solidFill>
                  <a:srgbClr val="ffffff"/>
                </a:solidFill>
                <a:latin typeface="Arial"/>
              </a:rPr>
              <a:t>di</a:t>
            </a:r>
            <a:r>
              <a:rPr b="0" lang="en-US" sz="4400" spc="-1" strike="noStrike">
                <a:solidFill>
                  <a:srgbClr val="ffffff"/>
                </a:solidFill>
                <a:latin typeface="Arial"/>
              </a:rPr>
              <a:t>t </a:t>
            </a:r>
            <a:r>
              <a:rPr b="0" lang="en-US" sz="4400" spc="-1" strike="noStrike">
                <a:solidFill>
                  <a:srgbClr val="ffffff"/>
                </a:solidFill>
                <a:latin typeface="Arial"/>
              </a:rPr>
              <a:t>t</a:t>
            </a:r>
            <a:r>
              <a:rPr b="0" lang="en-US" sz="4400" spc="-1" strike="noStrike">
                <a:solidFill>
                  <a:srgbClr val="ffffff"/>
                </a:solidFill>
                <a:latin typeface="Arial"/>
              </a:rPr>
              <a:t>h</a:t>
            </a:r>
            <a:r>
              <a:rPr b="0" lang="en-US" sz="4400" spc="-1" strike="noStrike">
                <a:solidFill>
                  <a:srgbClr val="ffffff"/>
                </a:solidFill>
                <a:latin typeface="Arial"/>
              </a:rPr>
              <a:t>e </a:t>
            </a:r>
            <a:r>
              <a:rPr b="0" lang="en-US" sz="4400" spc="-1" strike="noStrike">
                <a:solidFill>
                  <a:srgbClr val="ffffff"/>
                </a:solidFill>
                <a:latin typeface="Arial"/>
              </a:rPr>
              <a:t>tit</a:t>
            </a:r>
            <a:r>
              <a:rPr b="0" lang="en-US" sz="4400" spc="-1" strike="noStrike">
                <a:solidFill>
                  <a:srgbClr val="ffffff"/>
                </a:solidFill>
                <a:latin typeface="Arial"/>
              </a:rPr>
              <a:t>le </a:t>
            </a:r>
            <a:r>
              <a:rPr b="0" lang="en-US" sz="4400" spc="-1" strike="noStrike">
                <a:solidFill>
                  <a:srgbClr val="ffffff"/>
                </a:solidFill>
                <a:latin typeface="Arial"/>
              </a:rPr>
              <a:t>t</a:t>
            </a:r>
            <a:r>
              <a:rPr b="0" lang="en-US" sz="4400" spc="-1" strike="noStrike">
                <a:solidFill>
                  <a:srgbClr val="ffffff"/>
                </a:solidFill>
                <a:latin typeface="Arial"/>
              </a:rPr>
              <a:t>e</a:t>
            </a:r>
            <a:r>
              <a:rPr b="0" lang="en-US" sz="4400" spc="-1" strike="noStrike">
                <a:solidFill>
                  <a:srgbClr val="ffffff"/>
                </a:solidFill>
                <a:latin typeface="Arial"/>
              </a:rPr>
              <a:t>xt </a:t>
            </a:r>
            <a:r>
              <a:rPr b="0" lang="en-US" sz="4400" spc="-1" strike="noStrike">
                <a:solidFill>
                  <a:srgbClr val="ffffff"/>
                </a:solidFill>
                <a:latin typeface="Arial"/>
              </a:rPr>
              <a:t>f</a:t>
            </a:r>
            <a:r>
              <a:rPr b="0" lang="en-US" sz="4400" spc="-1" strike="noStrike">
                <a:solidFill>
                  <a:srgbClr val="ffffff"/>
                </a:solidFill>
                <a:latin typeface="Arial"/>
              </a:rPr>
              <a:t>o</a:t>
            </a:r>
            <a:r>
              <a:rPr b="0" lang="en-US" sz="4400" spc="-1" strike="noStrike">
                <a:solidFill>
                  <a:srgbClr val="ffffff"/>
                </a:solidFill>
                <a:latin typeface="Arial"/>
              </a:rPr>
              <a:t>r</a:t>
            </a:r>
            <a:r>
              <a:rPr b="0" lang="en-US" sz="4400" spc="-1" strike="noStrike">
                <a:solidFill>
                  <a:srgbClr val="ffffff"/>
                </a:solidFill>
                <a:latin typeface="Arial"/>
              </a:rPr>
              <a:t>m</a:t>
            </a:r>
            <a:r>
              <a:rPr b="0" lang="en-US" sz="4400" spc="-1" strike="noStrike">
                <a:solidFill>
                  <a:srgbClr val="ffffff"/>
                </a:solidFill>
                <a:latin typeface="Arial"/>
              </a:rPr>
              <a:t>a</a:t>
            </a:r>
            <a:r>
              <a:rPr b="0" lang="en-US" sz="4400" spc="-1" strike="noStrike">
                <a:solidFill>
                  <a:srgbClr val="ffffff"/>
                </a:solidFill>
                <a:latin typeface="Arial"/>
              </a:rPr>
              <a:t>t</a:t>
            </a:r>
            <a:endParaRPr b="0" lang="en-US" sz="4400" spc="-1" strike="noStrike">
              <a:solidFill>
                <a:srgbClr val="ffffff"/>
              </a:solidFill>
              <a:latin typeface="Arial"/>
            </a:endParaRPr>
          </a:p>
        </p:txBody>
      </p:sp>
      <p:sp>
        <p:nvSpPr>
          <p:cNvPr id="112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5" r:id="rId2"/>
  </p:sldLayoutIdLst>
</p:sldMaster>
</file>

<file path=ppt/slideMasters/slideMaster4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29"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3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97B1DE14-A71D-419F-ACA6-B2C682055A6E}"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31"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32"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33"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34"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35"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36" name="Group 9"/>
          <p:cNvGrpSpPr/>
          <p:nvPr/>
        </p:nvGrpSpPr>
        <p:grpSpPr>
          <a:xfrm>
            <a:off x="559080" y="565200"/>
            <a:ext cx="1467720" cy="43920"/>
            <a:chOff x="559080" y="565200"/>
            <a:chExt cx="1467720" cy="43920"/>
          </a:xfrm>
        </p:grpSpPr>
        <p:sp>
          <p:nvSpPr>
            <p:cNvPr id="113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38"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39"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4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4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7" r:id="rId2"/>
  </p:sldLayoutIdLst>
</p:sldMaster>
</file>

<file path=ppt/slideMasters/slideMaster4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42"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43"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76719F23-8BB3-4653-89A8-E2F8ACBF5A5E}"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44"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45"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46"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47"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48"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49" name="Group 9"/>
          <p:cNvGrpSpPr/>
          <p:nvPr/>
        </p:nvGrpSpPr>
        <p:grpSpPr>
          <a:xfrm>
            <a:off x="559080" y="565200"/>
            <a:ext cx="1467720" cy="43920"/>
            <a:chOff x="559080" y="565200"/>
            <a:chExt cx="1467720" cy="43920"/>
          </a:xfrm>
        </p:grpSpPr>
        <p:sp>
          <p:nvSpPr>
            <p:cNvPr id="1150"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51"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52"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a:t>
            </a:r>
            <a:r>
              <a:rPr b="0" lang="en-US" sz="4400" spc="-1" strike="noStrike">
                <a:solidFill>
                  <a:srgbClr val="ffffff"/>
                </a:solidFill>
                <a:latin typeface="Arial"/>
              </a:rPr>
              <a:t>to </a:t>
            </a:r>
            <a:r>
              <a:rPr b="0" lang="en-US" sz="4400" spc="-1" strike="noStrike">
                <a:solidFill>
                  <a:srgbClr val="ffffff"/>
                </a:solidFill>
                <a:latin typeface="Arial"/>
              </a:rPr>
              <a:t>edit </a:t>
            </a:r>
            <a:r>
              <a:rPr b="0" lang="en-US" sz="4400" spc="-1" strike="noStrike">
                <a:solidFill>
                  <a:srgbClr val="ffffff"/>
                </a:solidFill>
                <a:latin typeface="Arial"/>
              </a:rPr>
              <a:t>the </a:t>
            </a:r>
            <a:r>
              <a:rPr b="0" lang="en-US" sz="4400" spc="-1" strike="noStrike">
                <a:solidFill>
                  <a:srgbClr val="ffffff"/>
                </a:solidFill>
                <a:latin typeface="Arial"/>
              </a:rPr>
              <a:t>title </a:t>
            </a:r>
            <a:r>
              <a:rPr b="0" lang="en-US" sz="4400" spc="-1" strike="noStrike">
                <a:solidFill>
                  <a:srgbClr val="ffffff"/>
                </a:solidFill>
                <a:latin typeface="Arial"/>
              </a:rPr>
              <a:t>text </a:t>
            </a:r>
            <a:r>
              <a:rPr b="0" lang="en-US" sz="4400" spc="-1" strike="noStrike">
                <a:solidFill>
                  <a:srgbClr val="ffffff"/>
                </a:solidFill>
                <a:latin typeface="Arial"/>
              </a:rPr>
              <a:t>form</a:t>
            </a:r>
            <a:r>
              <a:rPr b="0" lang="en-US" sz="4400" spc="-1" strike="noStrike">
                <a:solidFill>
                  <a:srgbClr val="ffffff"/>
                </a:solidFill>
                <a:latin typeface="Arial"/>
              </a:rPr>
              <a:t>at</a:t>
            </a:r>
            <a:endParaRPr b="0" lang="en-US" sz="4400" spc="-1" strike="noStrike">
              <a:solidFill>
                <a:srgbClr val="ffffff"/>
              </a:solidFill>
              <a:latin typeface="Arial"/>
            </a:endParaRPr>
          </a:p>
        </p:txBody>
      </p:sp>
      <p:sp>
        <p:nvSpPr>
          <p:cNvPr id="115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9" r:id="rId2"/>
  </p:sldLayoutIdLst>
</p:sldMaster>
</file>

<file path=ppt/slideMasters/slideMaster4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55"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56"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B87613D-F289-4691-ABCD-44A61170A3F9}"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57"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58"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59"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60"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61"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62" name="Group 9"/>
          <p:cNvGrpSpPr/>
          <p:nvPr/>
        </p:nvGrpSpPr>
        <p:grpSpPr>
          <a:xfrm>
            <a:off x="559080" y="565200"/>
            <a:ext cx="1467720" cy="43920"/>
            <a:chOff x="559080" y="565200"/>
            <a:chExt cx="1467720" cy="43920"/>
          </a:xfrm>
        </p:grpSpPr>
        <p:sp>
          <p:nvSpPr>
            <p:cNvPr id="1163"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64"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65"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6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67"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41" r:id="rId2"/>
  </p:sldLayoutIdLst>
</p:sldMaster>
</file>

<file path=ppt/slideMasters/slideMaster4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68"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6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6294E233-782C-40FB-8EFC-874DB43A7A7E}"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70"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71"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72"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73"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74"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75" name="Group 9"/>
          <p:cNvGrpSpPr/>
          <p:nvPr/>
        </p:nvGrpSpPr>
        <p:grpSpPr>
          <a:xfrm>
            <a:off x="559080" y="565200"/>
            <a:ext cx="1467720" cy="43920"/>
            <a:chOff x="559080" y="565200"/>
            <a:chExt cx="1467720" cy="43920"/>
          </a:xfrm>
        </p:grpSpPr>
        <p:sp>
          <p:nvSpPr>
            <p:cNvPr id="1176"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77"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78"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7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a:t>
            </a:r>
            <a:r>
              <a:rPr b="0" lang="en-US" sz="4400" spc="-1" strike="noStrike">
                <a:solidFill>
                  <a:srgbClr val="ffffff"/>
                </a:solidFill>
                <a:latin typeface="Arial"/>
              </a:rPr>
              <a:t>li</a:t>
            </a:r>
            <a:r>
              <a:rPr b="0" lang="en-US" sz="4400" spc="-1" strike="noStrike">
                <a:solidFill>
                  <a:srgbClr val="ffffff"/>
                </a:solidFill>
                <a:latin typeface="Arial"/>
              </a:rPr>
              <a:t>c</a:t>
            </a:r>
            <a:r>
              <a:rPr b="0" lang="en-US" sz="4400" spc="-1" strike="noStrike">
                <a:solidFill>
                  <a:srgbClr val="ffffff"/>
                </a:solidFill>
                <a:latin typeface="Arial"/>
              </a:rPr>
              <a:t>k </a:t>
            </a:r>
            <a:r>
              <a:rPr b="0" lang="en-US" sz="4400" spc="-1" strike="noStrike">
                <a:solidFill>
                  <a:srgbClr val="ffffff"/>
                </a:solidFill>
                <a:latin typeface="Arial"/>
              </a:rPr>
              <a:t>t</a:t>
            </a:r>
            <a:r>
              <a:rPr b="0" lang="en-US" sz="4400" spc="-1" strike="noStrike">
                <a:solidFill>
                  <a:srgbClr val="ffffff"/>
                </a:solidFill>
                <a:latin typeface="Arial"/>
              </a:rPr>
              <a:t>o</a:t>
            </a:r>
            <a:r>
              <a:rPr b="0" lang="en-US" sz="4400" spc="-1" strike="noStrike">
                <a:solidFill>
                  <a:srgbClr val="ffffff"/>
                </a:solidFill>
                <a:latin typeface="Arial"/>
              </a:rPr>
              <a:t> </a:t>
            </a:r>
            <a:r>
              <a:rPr b="0" lang="en-US" sz="4400" spc="-1" strike="noStrike">
                <a:solidFill>
                  <a:srgbClr val="ffffff"/>
                </a:solidFill>
                <a:latin typeface="Arial"/>
              </a:rPr>
              <a:t>e</a:t>
            </a:r>
            <a:r>
              <a:rPr b="0" lang="en-US" sz="4400" spc="-1" strike="noStrike">
                <a:solidFill>
                  <a:srgbClr val="ffffff"/>
                </a:solidFill>
                <a:latin typeface="Arial"/>
              </a:rPr>
              <a:t>d</a:t>
            </a:r>
            <a:r>
              <a:rPr b="0" lang="en-US" sz="4400" spc="-1" strike="noStrike">
                <a:solidFill>
                  <a:srgbClr val="ffffff"/>
                </a:solidFill>
                <a:latin typeface="Arial"/>
              </a:rPr>
              <a:t>it </a:t>
            </a:r>
            <a:r>
              <a:rPr b="0" lang="en-US" sz="4400" spc="-1" strike="noStrike">
                <a:solidFill>
                  <a:srgbClr val="ffffff"/>
                </a:solidFill>
                <a:latin typeface="Arial"/>
              </a:rPr>
              <a:t>t</a:t>
            </a:r>
            <a:r>
              <a:rPr b="0" lang="en-US" sz="4400" spc="-1" strike="noStrike">
                <a:solidFill>
                  <a:srgbClr val="ffffff"/>
                </a:solidFill>
                <a:latin typeface="Arial"/>
              </a:rPr>
              <a:t>h</a:t>
            </a:r>
            <a:r>
              <a:rPr b="0" lang="en-US" sz="4400" spc="-1" strike="noStrike">
                <a:solidFill>
                  <a:srgbClr val="ffffff"/>
                </a:solidFill>
                <a:latin typeface="Arial"/>
              </a:rPr>
              <a:t>e</a:t>
            </a:r>
            <a:r>
              <a:rPr b="0" lang="en-US" sz="4400" spc="-1" strike="noStrike">
                <a:solidFill>
                  <a:srgbClr val="ffffff"/>
                </a:solidFill>
                <a:latin typeface="Arial"/>
              </a:rPr>
              <a:t> </a:t>
            </a:r>
            <a:r>
              <a:rPr b="0" lang="en-US" sz="4400" spc="-1" strike="noStrike">
                <a:solidFill>
                  <a:srgbClr val="ffffff"/>
                </a:solidFill>
                <a:latin typeface="Arial"/>
              </a:rPr>
              <a:t>ti</a:t>
            </a:r>
            <a:r>
              <a:rPr b="0" lang="en-US" sz="4400" spc="-1" strike="noStrike">
                <a:solidFill>
                  <a:srgbClr val="ffffff"/>
                </a:solidFill>
                <a:latin typeface="Arial"/>
              </a:rPr>
              <a:t>tl</a:t>
            </a:r>
            <a:r>
              <a:rPr b="0" lang="en-US" sz="4400" spc="-1" strike="noStrike">
                <a:solidFill>
                  <a:srgbClr val="ffffff"/>
                </a:solidFill>
                <a:latin typeface="Arial"/>
              </a:rPr>
              <a:t>e</a:t>
            </a:r>
            <a:r>
              <a:rPr b="0" lang="en-US" sz="4400" spc="-1" strike="noStrike">
                <a:solidFill>
                  <a:srgbClr val="ffffff"/>
                </a:solidFill>
                <a:latin typeface="Arial"/>
              </a:rPr>
              <a:t> </a:t>
            </a:r>
            <a:r>
              <a:rPr b="0" lang="en-US" sz="4400" spc="-1" strike="noStrike">
                <a:solidFill>
                  <a:srgbClr val="ffffff"/>
                </a:solidFill>
                <a:latin typeface="Arial"/>
              </a:rPr>
              <a:t>t</a:t>
            </a:r>
            <a:r>
              <a:rPr b="0" lang="en-US" sz="4400" spc="-1" strike="noStrike">
                <a:solidFill>
                  <a:srgbClr val="ffffff"/>
                </a:solidFill>
                <a:latin typeface="Arial"/>
              </a:rPr>
              <a:t>e</a:t>
            </a:r>
            <a:r>
              <a:rPr b="0" lang="en-US" sz="4400" spc="-1" strike="noStrike">
                <a:solidFill>
                  <a:srgbClr val="ffffff"/>
                </a:solidFill>
                <a:latin typeface="Arial"/>
              </a:rPr>
              <a:t>x</a:t>
            </a:r>
            <a:r>
              <a:rPr b="0" lang="en-US" sz="4400" spc="-1" strike="noStrike">
                <a:solidFill>
                  <a:srgbClr val="ffffff"/>
                </a:solidFill>
                <a:latin typeface="Arial"/>
              </a:rPr>
              <a:t>t </a:t>
            </a:r>
            <a:r>
              <a:rPr b="0" lang="en-US" sz="4400" spc="-1" strike="noStrike">
                <a:solidFill>
                  <a:srgbClr val="ffffff"/>
                </a:solidFill>
                <a:latin typeface="Arial"/>
              </a:rPr>
              <a:t>f</a:t>
            </a:r>
            <a:r>
              <a:rPr b="0" lang="en-US" sz="4400" spc="-1" strike="noStrike">
                <a:solidFill>
                  <a:srgbClr val="ffffff"/>
                </a:solidFill>
                <a:latin typeface="Arial"/>
              </a:rPr>
              <a:t>o</a:t>
            </a:r>
            <a:r>
              <a:rPr b="0" lang="en-US" sz="4400" spc="-1" strike="noStrike">
                <a:solidFill>
                  <a:srgbClr val="ffffff"/>
                </a:solidFill>
                <a:latin typeface="Arial"/>
              </a:rPr>
              <a:t>r</a:t>
            </a:r>
            <a:r>
              <a:rPr b="0" lang="en-US" sz="4400" spc="-1" strike="noStrike">
                <a:solidFill>
                  <a:srgbClr val="ffffff"/>
                </a:solidFill>
                <a:latin typeface="Arial"/>
              </a:rPr>
              <a:t>m</a:t>
            </a:r>
            <a:r>
              <a:rPr b="0" lang="en-US" sz="4400" spc="-1" strike="noStrike">
                <a:solidFill>
                  <a:srgbClr val="ffffff"/>
                </a:solidFill>
                <a:latin typeface="Arial"/>
              </a:rPr>
              <a:t>a</a:t>
            </a:r>
            <a:r>
              <a:rPr b="0" lang="en-US" sz="4400" spc="-1" strike="noStrike">
                <a:solidFill>
                  <a:srgbClr val="ffffff"/>
                </a:solidFill>
                <a:latin typeface="Arial"/>
              </a:rPr>
              <a:t>t</a:t>
            </a:r>
            <a:endParaRPr b="0" lang="en-US" sz="4400" spc="-1" strike="noStrike">
              <a:solidFill>
                <a:srgbClr val="ffffff"/>
              </a:solidFill>
              <a:latin typeface="Arial"/>
            </a:endParaRPr>
          </a:p>
        </p:txBody>
      </p:sp>
      <p:sp>
        <p:nvSpPr>
          <p:cNvPr id="1180"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43" r:id="rId2"/>
  </p:sldLayoutIdLst>
</p:sldMaster>
</file>

<file path=ppt/slideMasters/slideMaster4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81"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82"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36C52FB-0A6E-441C-BDAF-31EECFCEE366}"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83"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84"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85"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86"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87"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88" name="Group 9"/>
          <p:cNvGrpSpPr/>
          <p:nvPr/>
        </p:nvGrpSpPr>
        <p:grpSpPr>
          <a:xfrm>
            <a:off x="559080" y="565200"/>
            <a:ext cx="1467720" cy="43920"/>
            <a:chOff x="559080" y="565200"/>
            <a:chExt cx="1467720" cy="43920"/>
          </a:xfrm>
        </p:grpSpPr>
        <p:sp>
          <p:nvSpPr>
            <p:cNvPr id="1189"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90"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91"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9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9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45" r:id="rId2"/>
  </p:sldLayoutIdLst>
</p:sldMaster>
</file>

<file path=ppt/slideMasters/slideMaster5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94" name="Oval 6"/>
          <p:cNvSpPr/>
          <p:nvPr/>
        </p:nvSpPr>
        <p:spPr>
          <a:xfrm>
            <a:off x="11513880" y="273600"/>
            <a:ext cx="337320" cy="33552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95"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2BB88142-090B-4F36-ADEC-01C91D629E4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96" name="Freeform 13"/>
          <p:cNvSpPr/>
          <p:nvPr/>
        </p:nvSpPr>
        <p:spPr>
          <a:xfrm rot="370200">
            <a:off x="-1919880" y="-905040"/>
            <a:ext cx="12062160" cy="5600520"/>
          </a:xfrm>
          <a:custGeom>
            <a:avLst/>
            <a:gdLst>
              <a:gd name="textAreaLeft" fmla="*/ 0 w 12062160"/>
              <a:gd name="textAreaRight" fmla="*/ 12074040 w 12062160"/>
              <a:gd name="textAreaTop" fmla="*/ 0 h 5600520"/>
              <a:gd name="textAreaBottom" fmla="*/ 5612400 h 560052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97" name="object 384"/>
          <p:cNvSpPr/>
          <p:nvPr/>
        </p:nvSpPr>
        <p:spPr>
          <a:xfrm flipV="1">
            <a:off x="356760" y="6696720"/>
            <a:ext cx="5700240" cy="33840"/>
          </a:xfrm>
          <a:custGeom>
            <a:avLst/>
            <a:gdLst>
              <a:gd name="textAreaLeft" fmla="*/ 0 w 5700240"/>
              <a:gd name="textAreaRight" fmla="*/ 5712120 w 570024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98" name="object 4"/>
          <p:cNvSpPr/>
          <p:nvPr/>
        </p:nvSpPr>
        <p:spPr>
          <a:xfrm>
            <a:off x="10477800" y="6621120"/>
            <a:ext cx="1382040" cy="162360"/>
          </a:xfrm>
          <a:custGeom>
            <a:avLst/>
            <a:gdLst>
              <a:gd name="textAreaLeft" fmla="*/ 0 w 1382040"/>
              <a:gd name="textAreaRight" fmla="*/ 1393920 w 1382040"/>
              <a:gd name="textAreaTop" fmla="*/ 0 h 162360"/>
              <a:gd name="textAreaBottom" fmla="*/ 174240 h 16236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99" name="object 384"/>
          <p:cNvSpPr/>
          <p:nvPr/>
        </p:nvSpPr>
        <p:spPr>
          <a:xfrm flipV="1" rot="10800000">
            <a:off x="6108120" y="6708600"/>
            <a:ext cx="4306320" cy="33840"/>
          </a:xfrm>
          <a:custGeom>
            <a:avLst/>
            <a:gdLst>
              <a:gd name="textAreaLeft" fmla="*/ 0 w 4306320"/>
              <a:gd name="textAreaRight" fmla="*/ 4318200 w 4306320"/>
              <a:gd name="textAreaTop" fmla="*/ 6120 h 33840"/>
              <a:gd name="textAreaBottom" fmla="*/ 51840 h 3384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200" name="object 386"/>
          <p:cNvSpPr/>
          <p:nvPr/>
        </p:nvSpPr>
        <p:spPr>
          <a:xfrm>
            <a:off x="5927400" y="6507720"/>
            <a:ext cx="325080" cy="309960"/>
          </a:xfrm>
          <a:custGeom>
            <a:avLst/>
            <a:gdLst>
              <a:gd name="textAreaLeft" fmla="*/ 0 w 325080"/>
              <a:gd name="textAreaRight" fmla="*/ 336960 w 325080"/>
              <a:gd name="textAreaTop" fmla="*/ 0 h 309960"/>
              <a:gd name="textAreaBottom" fmla="*/ 321840 h 30996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201" name="Group 9"/>
          <p:cNvGrpSpPr/>
          <p:nvPr/>
        </p:nvGrpSpPr>
        <p:grpSpPr>
          <a:xfrm>
            <a:off x="559080" y="565200"/>
            <a:ext cx="1467720" cy="43920"/>
            <a:chOff x="559080" y="565200"/>
            <a:chExt cx="1467720" cy="43920"/>
          </a:xfrm>
        </p:grpSpPr>
        <p:sp>
          <p:nvSpPr>
            <p:cNvPr id="1202"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203" name="Freeform 7"/>
            <p:cNvSpPr/>
            <p:nvPr/>
          </p:nvSpPr>
          <p:spPr>
            <a:xfrm flipV="1" rot="16200000">
              <a:off x="1270800" y="-146520"/>
              <a:ext cx="43920" cy="1467720"/>
            </a:xfrm>
            <a:custGeom>
              <a:avLst/>
              <a:gdLst>
                <a:gd name="textAreaLeft" fmla="*/ 0 w 43920"/>
                <a:gd name="textAreaRight" fmla="*/ 55800 w 43920"/>
                <a:gd name="textAreaTop" fmla="*/ -6120 h 1467720"/>
                <a:gd name="textAreaBottom" fmla="*/ 1473480 h 146772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204" name="Rectangle 14"/>
          <p:cNvSpPr/>
          <p:nvPr/>
        </p:nvSpPr>
        <p:spPr>
          <a:xfrm>
            <a:off x="11441880" y="168480"/>
            <a:ext cx="505440" cy="52956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20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20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47"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6.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37.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8.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38.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6.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1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38.xml"/>
</Relationships>
</file>

<file path=ppt/slides/_rels/slide1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37.xml"/>
</Relationships>
</file>

<file path=ppt/slides/_rels/slide17.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8.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39.xml"/>
</Relationships>
</file>

<file path=ppt/slides/_rels/slide19.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40.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2.xml"/>
</Relationships>
</file>

<file path=ppt/slides/_rels/slide2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43.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38.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39.xml"/>
</Relationships>
</file>

<file path=ppt/slides/_rels/slide24.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40.xml"/>
</Relationships>
</file>

<file path=ppt/slides/_rels/slide2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42.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39.xml"/>
</Relationships>
</file>

<file path=ppt/slides/_rels/slide2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40.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42.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43.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44.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38.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39.xml"/>
</Relationships>
</file>

<file path=ppt/slides/_rels/slide34.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42.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43.xml"/>
</Relationships>
</file>

<file path=ppt/slides/_rels/slide36.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44.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39.xml"/>
</Relationships>
</file>

<file path=ppt/slides/_rels/slide38.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40.xml"/>
</Relationships>
</file>

<file path=ppt/slides/_rels/slide39.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2.xml"/>
</Relationships>
</file>

<file path=ppt/slides/_rels/slide40.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40.xml"/>
</Relationships>
</file>

<file path=ppt/slides/_rels/slide41.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42.xml"/>
</Relationships>
</file>

<file path=ppt/slides/_rels/slide42.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43.xml"/>
</Relationships>
</file>

<file path=ppt/slides/_rels/slide43.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42.xml"/>
</Relationships>
</file>

<file path=ppt/slides/_rels/slide44.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43.xml"/>
</Relationships>
</file>

<file path=ppt/slides/_rels/slide45.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slideLayout" Target="../slideLayouts/slideLayout44.xml"/>
</Relationships>
</file>

<file path=ppt/slides/_rels/slide46.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slideLayout" Target="../slideLayouts/slideLayout45.xml"/>
</Relationships>
</file>

<file path=ppt/slides/_rels/slide47.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slideLayout" Target="../slideLayouts/slideLayout47.xml"/>
</Relationships>
</file>

<file path=ppt/slides/_rels/slide48.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46.xml"/>
</Relationships>
</file>

<file path=ppt/slides/_rels/slide49.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7.xml"/>
</Relationships>
</file>

<file path=ppt/slides/_rels/slide50.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48.xml"/>
</Relationships>
</file>

<file path=ppt/slides/_rels/slide51.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49.xml"/>
</Relationships>
</file>

<file path=ppt/slides/_rels/slide52.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50.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38.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39.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7" name="TextBox 1"/>
          <p:cNvSpPr/>
          <p:nvPr/>
        </p:nvSpPr>
        <p:spPr>
          <a:xfrm>
            <a:off x="5482080" y="6479640"/>
            <a:ext cx="906480" cy="242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tr-TR" sz="1000" spc="-1" strike="noStrike">
                <a:solidFill>
                  <a:srgbClr val="ffffff"/>
                </a:solidFill>
                <a:latin typeface="Arial"/>
                <a:ea typeface="SF Pro Display"/>
              </a:rPr>
              <a:t>versiyon 3.2</a:t>
            </a:r>
            <a:endParaRPr b="0" lang="en-US" sz="1000" spc="-1" strike="noStrike">
              <a:solidFill>
                <a:srgbClr val="ffffff"/>
              </a:solidFill>
              <a:latin typeface="Arial"/>
            </a:endParaRPr>
          </a:p>
        </p:txBody>
      </p:sp>
      <p:sp>
        <p:nvSpPr>
          <p:cNvPr id="1208" name="Text Placeholder 10"/>
          <p:cNvSpPr/>
          <p:nvPr/>
        </p:nvSpPr>
        <p:spPr>
          <a:xfrm>
            <a:off x="228600" y="4454640"/>
            <a:ext cx="11956320" cy="1249200"/>
          </a:xfrm>
          <a:prstGeom prst="rect">
            <a:avLst/>
          </a:prstGeom>
          <a:noFill/>
          <a:ln w="0">
            <a:noFill/>
          </a:ln>
        </p:spPr>
        <p:style>
          <a:lnRef idx="0"/>
          <a:fillRef idx="0"/>
          <a:effectRef idx="0"/>
          <a:fontRef idx="minor"/>
        </p:style>
        <p:txBody>
          <a:bodyPr lIns="90000" rIns="90000" tIns="45000" bIns="45000" anchor="t">
            <a:normAutofit fontScale="77777"/>
          </a:bodyPr>
          <a:p>
            <a:pPr algn="ctr" defTabSz="914400">
              <a:lnSpc>
                <a:spcPct val="90000"/>
              </a:lnSpc>
              <a:spcBef>
                <a:spcPts val="1001"/>
              </a:spcBef>
              <a:tabLst>
                <a:tab algn="l" pos="0"/>
              </a:tabLst>
            </a:pPr>
            <a:r>
              <a:rPr b="1" lang="tr-TR" sz="3200" spc="-1" strike="noStrike">
                <a:solidFill>
                  <a:srgbClr val="ebecf0"/>
                </a:solidFill>
                <a:latin typeface="Arial Black"/>
              </a:rPr>
              <a:t>AI for Software Engineers Course </a:t>
            </a:r>
            <a:endParaRPr b="0" lang="en-US" sz="3200" spc="-1" strike="noStrike">
              <a:solidFill>
                <a:srgbClr val="ffffff"/>
              </a:solidFill>
              <a:latin typeface="Arial"/>
            </a:endParaRPr>
          </a:p>
          <a:p>
            <a:pPr algn="ctr" defTabSz="914400">
              <a:lnSpc>
                <a:spcPct val="90000"/>
              </a:lnSpc>
              <a:spcBef>
                <a:spcPts val="1001"/>
              </a:spcBef>
              <a:tabLst>
                <a:tab algn="l" pos="0"/>
              </a:tabLst>
            </a:pPr>
            <a:r>
              <a:rPr b="1" lang="tr-TR" sz="2000" spc="-1" strike="noStrike">
                <a:solidFill>
                  <a:schemeClr val="lt1"/>
                </a:solidFill>
                <a:latin typeface="Arial Black"/>
              </a:rPr>
              <a:t>Core AI + Machine Learning Foundations (Engineer-Oriented)</a:t>
            </a:r>
            <a:endParaRPr b="0" lang="en-US" sz="2000" spc="-1" strike="noStrike">
              <a:solidFill>
                <a:srgbClr val="ffffff"/>
              </a:solidFill>
              <a:latin typeface="Arial"/>
            </a:endParaRPr>
          </a:p>
          <a:p>
            <a:pPr algn="ctr" defTabSz="914400">
              <a:lnSpc>
                <a:spcPct val="90000"/>
              </a:lnSpc>
              <a:spcBef>
                <a:spcPts val="1001"/>
              </a:spcBef>
              <a:tabLst>
                <a:tab algn="l" pos="0"/>
              </a:tabLst>
            </a:pPr>
            <a:r>
              <a:rPr b="1" lang="tr-TR" sz="3200" spc="-1" strike="noStrike">
                <a:solidFill>
                  <a:srgbClr val="ebecf0"/>
                </a:solidFill>
                <a:latin typeface="Arial Black"/>
              </a:rPr>
              <a:t>Mehmet PEKMEZCİ</a:t>
            </a:r>
            <a:endParaRPr b="0" lang="en-US" sz="3200" spc="-1" strike="noStrike">
              <a:solidFill>
                <a:srgbClr val="ffffff"/>
              </a:solidFill>
              <a:latin typeface="Arial"/>
            </a:endParaRPr>
          </a:p>
          <a:p>
            <a:pPr algn="ctr" defTabSz="914400">
              <a:lnSpc>
                <a:spcPct val="90000"/>
              </a:lnSpc>
              <a:spcBef>
                <a:spcPts val="1001"/>
              </a:spcBef>
              <a:tabLst>
                <a:tab algn="l" pos="0"/>
              </a:tabLst>
            </a:pPr>
            <a:endParaRPr b="0" lang="en-US"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9"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Breakthrough</a:t>
            </a:r>
            <a:endParaRPr b="0" lang="en-US" sz="3200" spc="-1" strike="noStrike">
              <a:solidFill>
                <a:srgbClr val="ffffff"/>
              </a:solidFill>
              <a:latin typeface="Arial"/>
            </a:endParaRPr>
          </a:p>
        </p:txBody>
      </p:sp>
      <p:sp>
        <p:nvSpPr>
          <p:cNvPr id="1210" name="Text 13"/>
          <p:cNvSpPr/>
          <p:nvPr/>
        </p:nvSpPr>
        <p:spPr>
          <a:xfrm>
            <a:off x="457200" y="831600"/>
            <a:ext cx="11421360" cy="5476320"/>
          </a:xfrm>
          <a:prstGeom prst="rect">
            <a:avLst/>
          </a:prstGeom>
          <a:noFill/>
          <a:ln w="0">
            <a:noFill/>
          </a:ln>
        </p:spPr>
        <p:style>
          <a:lnRef idx="0"/>
          <a:fillRef idx="0"/>
          <a:effectRef idx="0"/>
          <a:fontRef idx="minor"/>
        </p:style>
        <p:txBody>
          <a:bodyPr lIns="0" rIns="0" tIns="0" bIns="0" anchor="ctr">
            <a:noAutofit/>
          </a:bodyPr>
          <a:p>
            <a:pPr>
              <a:lnSpc>
                <a:spcPct val="100000"/>
              </a:lnSpc>
            </a:pPr>
            <a:endParaRPr b="0" lang="en-US" sz="1800" spc="-1" strike="noStrike">
              <a:solidFill>
                <a:srgbClr val="ffffff"/>
              </a:solidFill>
              <a:latin typeface="Arial"/>
            </a:endParaRPr>
          </a:p>
        </p:txBody>
      </p:sp>
      <p:sp>
        <p:nvSpPr>
          <p:cNvPr id="1211" name="Text 1"/>
          <p:cNvSpPr/>
          <p:nvPr/>
        </p:nvSpPr>
        <p:spPr>
          <a:xfrm>
            <a:off x="456480" y="831600"/>
            <a:ext cx="11421360" cy="547632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Char char=""/>
              <a:tabLst>
                <a:tab algn="l" pos="0"/>
              </a:tabLst>
            </a:pPr>
            <a:r>
              <a:rPr b="0" i="1" lang="en-US" sz="2000" spc="-1" strike="noStrike">
                <a:solidFill>
                  <a:srgbClr val="ffffff"/>
                </a:solidFill>
                <a:latin typeface="arial"/>
                <a:ea typeface="Calibri"/>
              </a:rPr>
              <a:t>    </a:t>
            </a:r>
            <a:r>
              <a:rPr b="1" i="1" lang="en-US" sz="2800" spc="-1" strike="noStrike">
                <a:solidFill>
                  <a:srgbClr val="ffffff"/>
                </a:solidFill>
                <a:latin typeface="arial"/>
                <a:ea typeface="Calibri"/>
              </a:rPr>
              <a:t>AlexNET - 2012</a:t>
            </a:r>
            <a:endParaRPr b="0" lang="en-US" sz="2800" spc="-1" strike="noStrike">
              <a:solidFill>
                <a:srgbClr val="ffffff"/>
              </a:solidFill>
              <a:latin typeface="Arial"/>
            </a:endParaRPr>
          </a:p>
          <a:p>
            <a:pPr lvl="1" marL="432000" indent="-216000" defTabSz="914400">
              <a:lnSpc>
                <a:spcPct val="100000"/>
              </a:lnSpc>
              <a:spcBef>
                <a:spcPts val="3600"/>
              </a:spcBef>
              <a:buClr>
                <a:srgbClr val="ffffff"/>
              </a:buClr>
              <a:buSzPct val="45000"/>
              <a:buFont typeface="Wingdings" charset="2"/>
              <a:buChar char=""/>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Alex Krizhevsky, Ilya Sutskever and Geoffrey Hinton</a:t>
            </a:r>
            <a:endParaRPr b="0" lang="en-US" sz="2000" spc="-1" strike="noStrike">
              <a:solidFill>
                <a:srgbClr val="ffffff"/>
              </a:solidFill>
              <a:latin typeface="Arial"/>
            </a:endParaRPr>
          </a:p>
          <a:p>
            <a:pPr lvl="1" marL="432000" indent="-216000" defTabSz="914400">
              <a:lnSpc>
                <a:spcPct val="100000"/>
              </a:lnSpc>
              <a:spcBef>
                <a:spcPts val="3600"/>
              </a:spcBef>
              <a:buClr>
                <a:srgbClr val="ffffff"/>
              </a:buClr>
              <a:buSzPct val="45000"/>
              <a:buFont typeface="Wingdings" charset="2"/>
              <a:buChar char=""/>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8 Layer CNN Architecture with 60M parameters,</a:t>
            </a:r>
            <a:endParaRPr b="0" lang="en-US" sz="2000" spc="-1" strike="noStrike">
              <a:solidFill>
                <a:srgbClr val="ffffff"/>
              </a:solidFill>
              <a:latin typeface="Arial"/>
            </a:endParaRPr>
          </a:p>
          <a:p>
            <a:pPr lvl="1" marL="432000" indent="-216000" defTabSz="914400">
              <a:lnSpc>
                <a:spcPct val="100000"/>
              </a:lnSpc>
              <a:spcBef>
                <a:spcPts val="3600"/>
              </a:spcBef>
              <a:buClr>
                <a:srgbClr val="ffffff"/>
              </a:buClr>
              <a:buSzPct val="45000"/>
              <a:buFont typeface="Wingdings" charset="2"/>
              <a:buChar char=""/>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Used GPU to calculate the results faster. </a:t>
            </a:r>
            <a:endParaRPr b="0" lang="en-US" sz="2000" spc="-1" strike="noStrike">
              <a:solidFill>
                <a:srgbClr val="ffffff"/>
              </a:solidFill>
              <a:latin typeface="Arial"/>
            </a:endParaRPr>
          </a:p>
          <a:p>
            <a:pPr lvl="1" marL="432000" indent="-216000" defTabSz="914400">
              <a:lnSpc>
                <a:spcPct val="100000"/>
              </a:lnSpc>
              <a:spcBef>
                <a:spcPts val="3600"/>
              </a:spcBef>
              <a:buClr>
                <a:srgbClr val="ffffff"/>
              </a:buClr>
              <a:buSzPct val="45000"/>
              <a:buFont typeface="Wingdings" charset="2"/>
              <a:buChar char=""/>
              <a:tabLst>
                <a:tab algn="l" pos="0"/>
              </a:tabLst>
            </a:pPr>
            <a:r>
              <a:rPr b="0" i="1" lang="en-US" sz="1800" spc="-1" strike="noStrike">
                <a:solidFill>
                  <a:srgbClr val="ffffff"/>
                </a:solidFill>
                <a:latin typeface="arial"/>
                <a:ea typeface="Calibri"/>
              </a:rPr>
              <a:t>   </a:t>
            </a:r>
            <a:r>
              <a:rPr b="0" i="1" lang="en-US" sz="1800" spc="-1" strike="noStrike">
                <a:solidFill>
                  <a:srgbClr val="ffffff"/>
                </a:solidFill>
                <a:latin typeface="arial"/>
                <a:ea typeface="Calibri"/>
              </a:rPr>
              <a:t>More than 10.8% above the runner-up in ImageNet Large Scale Visual Recognition Challenge (ILSVRC)</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2" name="Text 18"/>
          <p:cNvSpPr/>
          <p:nvPr/>
        </p:nvSpPr>
        <p:spPr>
          <a:xfrm>
            <a:off x="457200" y="778320"/>
            <a:ext cx="11421360" cy="356472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AI landscape for engineers </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How ML systems actually work</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Core ML types (practical framing)  </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Neural networks intuition</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Hands-on (important for engineers)</a:t>
            </a:r>
            <a:endParaRPr b="0" lang="en-US" sz="2000" spc="-1" strike="noStrike">
              <a:solidFill>
                <a:srgbClr val="ffffff"/>
              </a:solidFill>
              <a:latin typeface="Arial"/>
            </a:endParaRPr>
          </a:p>
        </p:txBody>
      </p:sp>
      <p:sp>
        <p:nvSpPr>
          <p:cNvPr id="1213" name="PlaceHolder 9"/>
          <p:cNvSpPr/>
          <p:nvPr/>
        </p:nvSpPr>
        <p:spPr>
          <a:xfrm>
            <a:off x="255600" y="228960"/>
            <a:ext cx="11624040" cy="412920"/>
          </a:xfrm>
          <a:prstGeom prst="rect">
            <a:avLst/>
          </a:prstGeom>
          <a:noFill/>
          <a:ln w="0">
            <a:noFill/>
          </a:ln>
        </p:spPr>
        <p:style>
          <a:lnRef idx="0"/>
          <a:fillRef idx="0"/>
          <a:effectRef idx="0"/>
          <a:fontRef idx="minor"/>
        </p:style>
        <p:txBody>
          <a:bodyPr lIns="90000" rIns="90000" tIns="45000" bIns="45000" anchor="t">
            <a:normAutofit fontScale="75000"/>
          </a:bodyPr>
          <a:p>
            <a:pPr defTabSz="914400">
              <a:lnSpc>
                <a:spcPct val="90000"/>
              </a:lnSpc>
              <a:spcBef>
                <a:spcPts val="1417"/>
              </a:spcBef>
              <a:tabLst>
                <a:tab algn="l" pos="0"/>
              </a:tabLst>
            </a:pPr>
            <a:r>
              <a:rPr b="1" lang="tr-TR" sz="3200" spc="-1" strike="noStrike">
                <a:solidFill>
                  <a:schemeClr val="lt1"/>
                </a:solidFill>
                <a:latin typeface="Arial Black"/>
              </a:rPr>
              <a:t>Core AI + Machine Learning Foundations (Engineer-Oriented)</a:t>
            </a:r>
            <a:endParaRPr b="0" lang="en-US"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4"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1 - AI Landscape for Engineers</a:t>
            </a:r>
            <a:endParaRPr b="0" lang="en-US" sz="3200" spc="-1" strike="noStrike">
              <a:solidFill>
                <a:srgbClr val="ffffff"/>
              </a:solidFill>
              <a:latin typeface="Arial"/>
            </a:endParaRPr>
          </a:p>
        </p:txBody>
      </p:sp>
      <p:sp>
        <p:nvSpPr>
          <p:cNvPr id="1215" name="Text 3"/>
          <p:cNvSpPr/>
          <p:nvPr/>
        </p:nvSpPr>
        <p:spPr>
          <a:xfrm>
            <a:off x="457200" y="914400"/>
            <a:ext cx="11421360" cy="242172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AI vs ML vs Deep Learning vs Generative AI</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Where classical software ends and ML systems begin</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Why ML is “data + optimization + models”</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6"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1.1 - AI vs ML vs Deep Learning vs Generative AI</a:t>
            </a:r>
            <a:endParaRPr b="0" lang="en-US" sz="3200" spc="-1" strike="noStrike">
              <a:solidFill>
                <a:srgbClr val="ffffff"/>
              </a:solidFill>
              <a:latin typeface="Arial"/>
            </a:endParaRPr>
          </a:p>
        </p:txBody>
      </p:sp>
      <p:sp>
        <p:nvSpPr>
          <p:cNvPr id="1217" name="Text 12"/>
          <p:cNvSpPr/>
          <p:nvPr/>
        </p:nvSpPr>
        <p:spPr>
          <a:xfrm>
            <a:off x="457200" y="831600"/>
            <a:ext cx="11421360" cy="5476320"/>
          </a:xfrm>
          <a:prstGeom prst="rect">
            <a:avLst/>
          </a:prstGeom>
          <a:noFill/>
          <a:ln w="0">
            <a:noFill/>
          </a:ln>
        </p:spPr>
        <p:style>
          <a:lnRef idx="0"/>
          <a:fillRef idx="0"/>
          <a:effectRef idx="0"/>
          <a:fontRef idx="minor"/>
        </p:style>
        <p:txBody>
          <a:bodyPr lIns="0" rIns="0" tIns="0" bIns="0" anchor="ctr">
            <a:noAutofit/>
          </a:bodyPr>
          <a:p>
            <a:pPr>
              <a:lnSpc>
                <a:spcPct val="100000"/>
              </a:lnSpc>
            </a:pPr>
            <a:endParaRPr b="0" lang="en-US" sz="1800" spc="-1" strike="noStrike">
              <a:solidFill>
                <a:srgbClr val="ffffff"/>
              </a:solidFill>
              <a:latin typeface="Arial"/>
            </a:endParaRPr>
          </a:p>
        </p:txBody>
      </p:sp>
      <p:sp>
        <p:nvSpPr>
          <p:cNvPr id="1218" name=""/>
          <p:cNvSpPr/>
          <p:nvPr/>
        </p:nvSpPr>
        <p:spPr>
          <a:xfrm>
            <a:off x="228600" y="1143000"/>
            <a:ext cx="11646360" cy="5245560"/>
          </a:xfrm>
          <a:prstGeom prst="rect">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19" name=""/>
          <p:cNvSpPr/>
          <p:nvPr/>
        </p:nvSpPr>
        <p:spPr>
          <a:xfrm>
            <a:off x="4343400" y="1143000"/>
            <a:ext cx="3873960" cy="902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Arial"/>
              </a:rPr>
              <a:t>ARTIFICIAL INTELLIGENCE</a:t>
            </a:r>
            <a:endParaRPr b="0" lang="en-US" sz="2200" spc="-1" strike="noStrike">
              <a:solidFill>
                <a:srgbClr val="ffffff"/>
              </a:solidFill>
              <a:latin typeface="Arial"/>
            </a:endParaRPr>
          </a:p>
        </p:txBody>
      </p:sp>
      <p:sp>
        <p:nvSpPr>
          <p:cNvPr id="1220" name=""/>
          <p:cNvSpPr/>
          <p:nvPr/>
        </p:nvSpPr>
        <p:spPr>
          <a:xfrm>
            <a:off x="457200" y="1828800"/>
            <a:ext cx="8679960" cy="4479120"/>
          </a:xfrm>
          <a:prstGeom prst="roundRect">
            <a:avLst>
              <a:gd name="adj" fmla="val 16667"/>
            </a:avLst>
          </a:prstGeom>
          <a:solidFill>
            <a:srgbClr val="cccccc"/>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21" name=""/>
          <p:cNvSpPr/>
          <p:nvPr/>
        </p:nvSpPr>
        <p:spPr>
          <a:xfrm>
            <a:off x="905760" y="1854360"/>
            <a:ext cx="3188160" cy="902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Arial"/>
              </a:rPr>
              <a:t>MACHINE LEARNING</a:t>
            </a:r>
            <a:endParaRPr b="0" lang="en-US" sz="2200" spc="-1" strike="noStrike">
              <a:solidFill>
                <a:srgbClr val="ffffff"/>
              </a:solidFill>
              <a:latin typeface="Arial"/>
            </a:endParaRPr>
          </a:p>
        </p:txBody>
      </p:sp>
      <p:sp>
        <p:nvSpPr>
          <p:cNvPr id="1222" name=""/>
          <p:cNvSpPr/>
          <p:nvPr/>
        </p:nvSpPr>
        <p:spPr>
          <a:xfrm>
            <a:off x="685800" y="2514600"/>
            <a:ext cx="5250960" cy="365076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23" name=""/>
          <p:cNvSpPr/>
          <p:nvPr/>
        </p:nvSpPr>
        <p:spPr>
          <a:xfrm>
            <a:off x="1834200" y="2520000"/>
            <a:ext cx="3188160" cy="9021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NEURAL NETWORKS</a:t>
            </a:r>
            <a:endParaRPr b="0" lang="en-US" sz="2200" spc="-1" strike="noStrike">
              <a:solidFill>
                <a:srgbClr val="ffffff"/>
              </a:solidFill>
              <a:latin typeface="Arial"/>
            </a:endParaRPr>
          </a:p>
        </p:txBody>
      </p:sp>
      <p:sp>
        <p:nvSpPr>
          <p:cNvPr id="1224" name=""/>
          <p:cNvSpPr/>
          <p:nvPr/>
        </p:nvSpPr>
        <p:spPr>
          <a:xfrm>
            <a:off x="787320" y="2977200"/>
            <a:ext cx="240624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25" name=""/>
          <p:cNvSpPr/>
          <p:nvPr/>
        </p:nvSpPr>
        <p:spPr>
          <a:xfrm>
            <a:off x="787320" y="2977200"/>
            <a:ext cx="240624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Fully Connected</a:t>
            </a:r>
            <a:endParaRPr b="0" lang="en-US" sz="2200" spc="-1" strike="noStrike">
              <a:solidFill>
                <a:srgbClr val="ffffff"/>
              </a:solidFill>
              <a:latin typeface="Arial"/>
            </a:endParaRPr>
          </a:p>
        </p:txBody>
      </p:sp>
      <p:sp>
        <p:nvSpPr>
          <p:cNvPr id="1226" name=""/>
          <p:cNvSpPr/>
          <p:nvPr/>
        </p:nvSpPr>
        <p:spPr>
          <a:xfrm>
            <a:off x="796680" y="4572000"/>
            <a:ext cx="5022360" cy="13647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27" name=""/>
          <p:cNvSpPr/>
          <p:nvPr/>
        </p:nvSpPr>
        <p:spPr>
          <a:xfrm>
            <a:off x="6221160" y="2514600"/>
            <a:ext cx="2640960" cy="3906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28" name=""/>
          <p:cNvSpPr/>
          <p:nvPr/>
        </p:nvSpPr>
        <p:spPr>
          <a:xfrm>
            <a:off x="6172200" y="2514600"/>
            <a:ext cx="264060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Arial"/>
              </a:rPr>
              <a:t>SVM</a:t>
            </a:r>
            <a:endParaRPr b="0" lang="en-US" sz="1800" spc="-1" strike="noStrike">
              <a:solidFill>
                <a:srgbClr val="ffffff"/>
              </a:solidFill>
              <a:latin typeface="Arial"/>
            </a:endParaRPr>
          </a:p>
        </p:txBody>
      </p:sp>
      <p:sp>
        <p:nvSpPr>
          <p:cNvPr id="1229" name=""/>
          <p:cNvSpPr/>
          <p:nvPr/>
        </p:nvSpPr>
        <p:spPr>
          <a:xfrm>
            <a:off x="6221880" y="3009960"/>
            <a:ext cx="2640960" cy="3906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30" name=""/>
          <p:cNvSpPr/>
          <p:nvPr/>
        </p:nvSpPr>
        <p:spPr>
          <a:xfrm>
            <a:off x="6172920" y="3009960"/>
            <a:ext cx="264060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Arial"/>
              </a:rPr>
              <a:t>DECISION TREE</a:t>
            </a:r>
            <a:endParaRPr b="0" lang="en-US" sz="1800" spc="-1" strike="noStrike">
              <a:solidFill>
                <a:srgbClr val="ffffff"/>
              </a:solidFill>
              <a:latin typeface="Arial"/>
            </a:endParaRPr>
          </a:p>
        </p:txBody>
      </p:sp>
      <p:sp>
        <p:nvSpPr>
          <p:cNvPr id="1231" name=""/>
          <p:cNvSpPr/>
          <p:nvPr/>
        </p:nvSpPr>
        <p:spPr>
          <a:xfrm>
            <a:off x="6222600" y="3522240"/>
            <a:ext cx="2640960" cy="3906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32" name=""/>
          <p:cNvSpPr/>
          <p:nvPr/>
        </p:nvSpPr>
        <p:spPr>
          <a:xfrm>
            <a:off x="6173640" y="3522240"/>
            <a:ext cx="264060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Arial"/>
              </a:rPr>
              <a:t>KNN</a:t>
            </a:r>
            <a:endParaRPr b="0" lang="en-US" sz="1800" spc="-1" strike="noStrike">
              <a:solidFill>
                <a:srgbClr val="ffffff"/>
              </a:solidFill>
              <a:latin typeface="Arial"/>
            </a:endParaRPr>
          </a:p>
        </p:txBody>
      </p:sp>
      <p:sp>
        <p:nvSpPr>
          <p:cNvPr id="1233" name=""/>
          <p:cNvSpPr/>
          <p:nvPr/>
        </p:nvSpPr>
        <p:spPr>
          <a:xfrm>
            <a:off x="6223320" y="4029840"/>
            <a:ext cx="2640600" cy="3906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34" name=""/>
          <p:cNvSpPr/>
          <p:nvPr/>
        </p:nvSpPr>
        <p:spPr>
          <a:xfrm>
            <a:off x="6174000" y="4029840"/>
            <a:ext cx="264060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Arial"/>
              </a:rPr>
              <a:t>PCA</a:t>
            </a:r>
            <a:endParaRPr b="0" lang="en-US" sz="1800" spc="-1" strike="noStrike">
              <a:solidFill>
                <a:srgbClr val="ffffff"/>
              </a:solidFill>
              <a:latin typeface="Arial"/>
            </a:endParaRPr>
          </a:p>
        </p:txBody>
      </p:sp>
      <p:sp>
        <p:nvSpPr>
          <p:cNvPr id="1235" name=""/>
          <p:cNvSpPr/>
          <p:nvPr/>
        </p:nvSpPr>
        <p:spPr>
          <a:xfrm>
            <a:off x="6223680" y="4537440"/>
            <a:ext cx="2640960" cy="3906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36" name=""/>
          <p:cNvSpPr/>
          <p:nvPr/>
        </p:nvSpPr>
        <p:spPr>
          <a:xfrm>
            <a:off x="6174360" y="4537440"/>
            <a:ext cx="264096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Arial"/>
              </a:rPr>
              <a:t>RANDOM FOREST</a:t>
            </a:r>
            <a:endParaRPr b="0" lang="en-US" sz="1800" spc="-1" strike="noStrike">
              <a:solidFill>
                <a:srgbClr val="ffffff"/>
              </a:solidFill>
              <a:latin typeface="Arial"/>
            </a:endParaRPr>
          </a:p>
        </p:txBody>
      </p:sp>
      <p:sp>
        <p:nvSpPr>
          <p:cNvPr id="1237" name=""/>
          <p:cNvSpPr/>
          <p:nvPr/>
        </p:nvSpPr>
        <p:spPr>
          <a:xfrm>
            <a:off x="6224400" y="5045040"/>
            <a:ext cx="2640600" cy="3906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38" name=""/>
          <p:cNvSpPr/>
          <p:nvPr/>
        </p:nvSpPr>
        <p:spPr>
          <a:xfrm>
            <a:off x="6175080" y="5045040"/>
            <a:ext cx="264096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Arial"/>
              </a:rPr>
              <a:t>CLUSTERING</a:t>
            </a:r>
            <a:endParaRPr b="0" lang="en-US" sz="1800" spc="-1" strike="noStrike">
              <a:solidFill>
                <a:srgbClr val="ffffff"/>
              </a:solidFill>
              <a:latin typeface="Arial"/>
            </a:endParaRPr>
          </a:p>
        </p:txBody>
      </p:sp>
      <p:sp>
        <p:nvSpPr>
          <p:cNvPr id="1239" name=""/>
          <p:cNvSpPr/>
          <p:nvPr/>
        </p:nvSpPr>
        <p:spPr>
          <a:xfrm>
            <a:off x="6225120" y="5518800"/>
            <a:ext cx="2640600" cy="3906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40" name=""/>
          <p:cNvSpPr/>
          <p:nvPr/>
        </p:nvSpPr>
        <p:spPr>
          <a:xfrm>
            <a:off x="6225120" y="5518800"/>
            <a:ext cx="264060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Arial"/>
              </a:rPr>
              <a:t>Reinforcement Learn</a:t>
            </a:r>
            <a:endParaRPr b="0" lang="en-US" sz="1800" spc="-1" strike="noStrike">
              <a:solidFill>
                <a:srgbClr val="ffffff"/>
              </a:solidFill>
              <a:latin typeface="Arial"/>
            </a:endParaRPr>
          </a:p>
        </p:txBody>
      </p:sp>
      <p:sp>
        <p:nvSpPr>
          <p:cNvPr id="1241" name=""/>
          <p:cNvSpPr/>
          <p:nvPr/>
        </p:nvSpPr>
        <p:spPr>
          <a:xfrm>
            <a:off x="9416880" y="2514600"/>
            <a:ext cx="2378160" cy="390600"/>
          </a:xfrm>
          <a:prstGeom prst="roundRect">
            <a:avLst>
              <a:gd name="adj" fmla="val 16667"/>
            </a:avLst>
          </a:prstGeom>
          <a:solidFill>
            <a:srgbClr val="cccccc"/>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42" name=""/>
          <p:cNvSpPr/>
          <p:nvPr/>
        </p:nvSpPr>
        <p:spPr>
          <a:xfrm>
            <a:off x="9372600" y="2514600"/>
            <a:ext cx="2378160" cy="390600"/>
          </a:xfrm>
          <a:prstGeom prst="rect">
            <a:avLst/>
          </a:prstGeom>
          <a:solidFill>
            <a:srgbClr val="cccccc"/>
          </a:solid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Comp. Vision</a:t>
            </a:r>
            <a:endParaRPr b="0" lang="en-US" sz="2200" spc="-1" strike="noStrike">
              <a:solidFill>
                <a:srgbClr val="000000"/>
              </a:solidFill>
              <a:latin typeface="Arial"/>
            </a:endParaRPr>
          </a:p>
        </p:txBody>
      </p:sp>
      <p:sp>
        <p:nvSpPr>
          <p:cNvPr id="1243" name=""/>
          <p:cNvSpPr/>
          <p:nvPr/>
        </p:nvSpPr>
        <p:spPr>
          <a:xfrm>
            <a:off x="9417600" y="3009960"/>
            <a:ext cx="2378160" cy="390600"/>
          </a:xfrm>
          <a:prstGeom prst="roundRect">
            <a:avLst>
              <a:gd name="adj" fmla="val 16667"/>
            </a:avLst>
          </a:prstGeom>
          <a:solidFill>
            <a:srgbClr val="cccccc"/>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44" name=""/>
          <p:cNvSpPr/>
          <p:nvPr/>
        </p:nvSpPr>
        <p:spPr>
          <a:xfrm>
            <a:off x="9373320" y="3009960"/>
            <a:ext cx="2378160" cy="390600"/>
          </a:xfrm>
          <a:prstGeom prst="rect">
            <a:avLst/>
          </a:prstGeom>
          <a:solidFill>
            <a:srgbClr val="cccccc"/>
          </a:solid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Automation</a:t>
            </a:r>
            <a:endParaRPr b="0" lang="en-US" sz="2200" spc="-1" strike="noStrike">
              <a:solidFill>
                <a:srgbClr val="000000"/>
              </a:solidFill>
              <a:latin typeface="Arial"/>
            </a:endParaRPr>
          </a:p>
        </p:txBody>
      </p:sp>
      <p:sp>
        <p:nvSpPr>
          <p:cNvPr id="1245" name=""/>
          <p:cNvSpPr/>
          <p:nvPr/>
        </p:nvSpPr>
        <p:spPr>
          <a:xfrm>
            <a:off x="9417960" y="3522240"/>
            <a:ext cx="2378520" cy="390600"/>
          </a:xfrm>
          <a:prstGeom prst="roundRect">
            <a:avLst>
              <a:gd name="adj" fmla="val 16667"/>
            </a:avLst>
          </a:prstGeom>
          <a:solidFill>
            <a:srgbClr val="cccccc"/>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46" name=""/>
          <p:cNvSpPr/>
          <p:nvPr/>
        </p:nvSpPr>
        <p:spPr>
          <a:xfrm>
            <a:off x="9373680" y="3522240"/>
            <a:ext cx="2378160" cy="390600"/>
          </a:xfrm>
          <a:prstGeom prst="rect">
            <a:avLst/>
          </a:prstGeom>
          <a:solidFill>
            <a:srgbClr val="cccccc"/>
          </a:solid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Robotics</a:t>
            </a:r>
            <a:endParaRPr b="0" lang="en-US" sz="2200" spc="-1" strike="noStrike">
              <a:solidFill>
                <a:srgbClr val="000000"/>
              </a:solidFill>
              <a:latin typeface="Arial"/>
            </a:endParaRPr>
          </a:p>
        </p:txBody>
      </p:sp>
      <p:sp>
        <p:nvSpPr>
          <p:cNvPr id="1247" name=""/>
          <p:cNvSpPr/>
          <p:nvPr/>
        </p:nvSpPr>
        <p:spPr>
          <a:xfrm>
            <a:off x="9418680" y="4029840"/>
            <a:ext cx="2377800" cy="390600"/>
          </a:xfrm>
          <a:prstGeom prst="roundRect">
            <a:avLst>
              <a:gd name="adj" fmla="val 16667"/>
            </a:avLst>
          </a:prstGeom>
          <a:solidFill>
            <a:srgbClr val="cccccc"/>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48" name=""/>
          <p:cNvSpPr/>
          <p:nvPr/>
        </p:nvSpPr>
        <p:spPr>
          <a:xfrm>
            <a:off x="9374400" y="4029840"/>
            <a:ext cx="2377800" cy="390600"/>
          </a:xfrm>
          <a:prstGeom prst="rect">
            <a:avLst/>
          </a:prstGeom>
          <a:solidFill>
            <a:srgbClr val="cccccc"/>
          </a:solid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NLP</a:t>
            </a:r>
            <a:endParaRPr b="0" lang="en-US" sz="2200" spc="-1" strike="noStrike">
              <a:solidFill>
                <a:srgbClr val="000000"/>
              </a:solidFill>
              <a:latin typeface="Arial"/>
            </a:endParaRPr>
          </a:p>
        </p:txBody>
      </p:sp>
      <p:sp>
        <p:nvSpPr>
          <p:cNvPr id="1249" name=""/>
          <p:cNvSpPr/>
          <p:nvPr/>
        </p:nvSpPr>
        <p:spPr>
          <a:xfrm>
            <a:off x="9419400" y="4537440"/>
            <a:ext cx="2377800" cy="390600"/>
          </a:xfrm>
          <a:prstGeom prst="roundRect">
            <a:avLst>
              <a:gd name="adj" fmla="val 16667"/>
            </a:avLst>
          </a:prstGeom>
          <a:solidFill>
            <a:srgbClr val="cccccc"/>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50" name=""/>
          <p:cNvSpPr/>
          <p:nvPr/>
        </p:nvSpPr>
        <p:spPr>
          <a:xfrm>
            <a:off x="9374760" y="4537440"/>
            <a:ext cx="2378160" cy="390600"/>
          </a:xfrm>
          <a:prstGeom prst="rect">
            <a:avLst/>
          </a:prstGeom>
          <a:solidFill>
            <a:srgbClr val="cccccc"/>
          </a:solid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a:t>
            </a:r>
            <a:endParaRPr b="0" lang="en-US" sz="2200" spc="-1" strike="noStrike">
              <a:solidFill>
                <a:srgbClr val="000000"/>
              </a:solidFill>
              <a:latin typeface="Arial"/>
            </a:endParaRPr>
          </a:p>
        </p:txBody>
      </p:sp>
      <p:sp>
        <p:nvSpPr>
          <p:cNvPr id="1251" name=""/>
          <p:cNvSpPr/>
          <p:nvPr/>
        </p:nvSpPr>
        <p:spPr>
          <a:xfrm>
            <a:off x="6225480" y="2003400"/>
            <a:ext cx="2640600" cy="3906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52" name=""/>
          <p:cNvSpPr/>
          <p:nvPr/>
        </p:nvSpPr>
        <p:spPr>
          <a:xfrm>
            <a:off x="6172200" y="2007360"/>
            <a:ext cx="264060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000000"/>
                </a:solidFill>
                <a:latin typeface="Arial"/>
              </a:rPr>
              <a:t>REGRESSION</a:t>
            </a:r>
            <a:endParaRPr b="0" lang="en-US" sz="1800" spc="-1" strike="noStrike">
              <a:solidFill>
                <a:srgbClr val="ffffff"/>
              </a:solidFill>
              <a:latin typeface="Arial"/>
            </a:endParaRPr>
          </a:p>
        </p:txBody>
      </p:sp>
      <p:sp>
        <p:nvSpPr>
          <p:cNvPr id="1253" name=""/>
          <p:cNvSpPr/>
          <p:nvPr/>
        </p:nvSpPr>
        <p:spPr>
          <a:xfrm>
            <a:off x="9417600" y="1983600"/>
            <a:ext cx="2378160" cy="390600"/>
          </a:xfrm>
          <a:prstGeom prst="roundRect">
            <a:avLst>
              <a:gd name="adj" fmla="val 16667"/>
            </a:avLst>
          </a:prstGeom>
          <a:solidFill>
            <a:srgbClr val="cccccc"/>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54" name=""/>
          <p:cNvSpPr/>
          <p:nvPr/>
        </p:nvSpPr>
        <p:spPr>
          <a:xfrm>
            <a:off x="9373320" y="1983600"/>
            <a:ext cx="2378160" cy="390600"/>
          </a:xfrm>
          <a:prstGeom prst="rect">
            <a:avLst/>
          </a:prstGeom>
          <a:solidFill>
            <a:srgbClr val="cccccc"/>
          </a:solid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Prolog</a:t>
            </a:r>
            <a:endParaRPr b="0" lang="en-US" sz="2200" spc="-1" strike="noStrike">
              <a:solidFill>
                <a:srgbClr val="000000"/>
              </a:solidFill>
              <a:latin typeface="Arial"/>
            </a:endParaRPr>
          </a:p>
        </p:txBody>
      </p:sp>
      <p:sp>
        <p:nvSpPr>
          <p:cNvPr id="1255" name=""/>
          <p:cNvSpPr/>
          <p:nvPr/>
        </p:nvSpPr>
        <p:spPr>
          <a:xfrm>
            <a:off x="787320" y="3518640"/>
            <a:ext cx="80856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56" name=""/>
          <p:cNvSpPr/>
          <p:nvPr/>
        </p:nvSpPr>
        <p:spPr>
          <a:xfrm>
            <a:off x="787320" y="3518640"/>
            <a:ext cx="80856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CNN</a:t>
            </a:r>
            <a:endParaRPr b="0" lang="en-US" sz="2200" spc="-1" strike="noStrike">
              <a:solidFill>
                <a:srgbClr val="ffffff"/>
              </a:solidFill>
              <a:latin typeface="Arial"/>
            </a:endParaRPr>
          </a:p>
        </p:txBody>
      </p:sp>
      <p:sp>
        <p:nvSpPr>
          <p:cNvPr id="1257" name=""/>
          <p:cNvSpPr/>
          <p:nvPr/>
        </p:nvSpPr>
        <p:spPr>
          <a:xfrm>
            <a:off x="3288240" y="2977200"/>
            <a:ext cx="102924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58" name=""/>
          <p:cNvSpPr/>
          <p:nvPr/>
        </p:nvSpPr>
        <p:spPr>
          <a:xfrm>
            <a:off x="3288240" y="2977200"/>
            <a:ext cx="103464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RNN</a:t>
            </a:r>
            <a:endParaRPr b="0" lang="en-US" sz="2200" spc="-1" strike="noStrike">
              <a:solidFill>
                <a:srgbClr val="ffffff"/>
              </a:solidFill>
              <a:latin typeface="Arial"/>
            </a:endParaRPr>
          </a:p>
        </p:txBody>
      </p:sp>
      <p:sp>
        <p:nvSpPr>
          <p:cNvPr id="1259" name=""/>
          <p:cNvSpPr/>
          <p:nvPr/>
        </p:nvSpPr>
        <p:spPr>
          <a:xfrm>
            <a:off x="4417560" y="2977200"/>
            <a:ext cx="103464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60" name=""/>
          <p:cNvSpPr/>
          <p:nvPr/>
        </p:nvSpPr>
        <p:spPr>
          <a:xfrm>
            <a:off x="4417560" y="2977200"/>
            <a:ext cx="103464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LSTM</a:t>
            </a:r>
            <a:endParaRPr b="0" lang="en-US" sz="2200" spc="-1" strike="noStrike">
              <a:solidFill>
                <a:srgbClr val="ffffff"/>
              </a:solidFill>
              <a:latin typeface="Arial"/>
            </a:endParaRPr>
          </a:p>
        </p:txBody>
      </p:sp>
      <p:sp>
        <p:nvSpPr>
          <p:cNvPr id="1261" name=""/>
          <p:cNvSpPr/>
          <p:nvPr/>
        </p:nvSpPr>
        <p:spPr>
          <a:xfrm>
            <a:off x="1690920" y="3518640"/>
            <a:ext cx="82116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62" name=""/>
          <p:cNvSpPr/>
          <p:nvPr/>
        </p:nvSpPr>
        <p:spPr>
          <a:xfrm>
            <a:off x="1690920" y="3518640"/>
            <a:ext cx="82116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GAN</a:t>
            </a:r>
            <a:endParaRPr b="0" lang="en-US" sz="2200" spc="-1" strike="noStrike">
              <a:solidFill>
                <a:srgbClr val="ffffff"/>
              </a:solidFill>
              <a:latin typeface="Arial"/>
            </a:endParaRPr>
          </a:p>
        </p:txBody>
      </p:sp>
      <p:sp>
        <p:nvSpPr>
          <p:cNvPr id="1263" name=""/>
          <p:cNvSpPr/>
          <p:nvPr/>
        </p:nvSpPr>
        <p:spPr>
          <a:xfrm>
            <a:off x="2658600" y="3518640"/>
            <a:ext cx="82368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64" name=""/>
          <p:cNvSpPr/>
          <p:nvPr/>
        </p:nvSpPr>
        <p:spPr>
          <a:xfrm>
            <a:off x="2658600" y="3518640"/>
            <a:ext cx="82368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DBN</a:t>
            </a:r>
            <a:endParaRPr b="0" lang="en-US" sz="2200" spc="-1" strike="noStrike">
              <a:solidFill>
                <a:srgbClr val="ffffff"/>
              </a:solidFill>
              <a:latin typeface="Arial"/>
            </a:endParaRPr>
          </a:p>
        </p:txBody>
      </p:sp>
      <p:sp>
        <p:nvSpPr>
          <p:cNvPr id="1265" name=""/>
          <p:cNvSpPr/>
          <p:nvPr/>
        </p:nvSpPr>
        <p:spPr>
          <a:xfrm>
            <a:off x="3562200" y="3518640"/>
            <a:ext cx="77508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66" name=""/>
          <p:cNvSpPr/>
          <p:nvPr/>
        </p:nvSpPr>
        <p:spPr>
          <a:xfrm>
            <a:off x="3468600" y="3518640"/>
            <a:ext cx="83628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VAE</a:t>
            </a:r>
            <a:endParaRPr b="0" lang="en-US" sz="2200" spc="-1" strike="noStrike">
              <a:solidFill>
                <a:srgbClr val="ffffff"/>
              </a:solidFill>
              <a:latin typeface="Arial"/>
            </a:endParaRPr>
          </a:p>
        </p:txBody>
      </p:sp>
      <p:sp>
        <p:nvSpPr>
          <p:cNvPr id="1267" name=""/>
          <p:cNvSpPr/>
          <p:nvPr/>
        </p:nvSpPr>
        <p:spPr>
          <a:xfrm>
            <a:off x="787320" y="4019760"/>
            <a:ext cx="103464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68" name=""/>
          <p:cNvSpPr/>
          <p:nvPr/>
        </p:nvSpPr>
        <p:spPr>
          <a:xfrm>
            <a:off x="787320" y="4019760"/>
            <a:ext cx="103464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RBM</a:t>
            </a:r>
            <a:endParaRPr b="0" lang="en-US" sz="2200" spc="-1" strike="noStrike">
              <a:solidFill>
                <a:srgbClr val="ffffff"/>
              </a:solidFill>
              <a:latin typeface="Arial"/>
            </a:endParaRPr>
          </a:p>
        </p:txBody>
      </p:sp>
      <p:sp>
        <p:nvSpPr>
          <p:cNvPr id="1269" name=""/>
          <p:cNvSpPr/>
          <p:nvPr/>
        </p:nvSpPr>
        <p:spPr>
          <a:xfrm>
            <a:off x="1907640" y="4019760"/>
            <a:ext cx="103464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70" name=""/>
          <p:cNvSpPr/>
          <p:nvPr/>
        </p:nvSpPr>
        <p:spPr>
          <a:xfrm>
            <a:off x="1907640" y="4019760"/>
            <a:ext cx="103464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GNN</a:t>
            </a:r>
            <a:endParaRPr b="0" lang="en-US" sz="2200" spc="-1" strike="noStrike">
              <a:solidFill>
                <a:srgbClr val="ffffff"/>
              </a:solidFill>
              <a:latin typeface="Arial"/>
            </a:endParaRPr>
          </a:p>
        </p:txBody>
      </p:sp>
      <p:sp>
        <p:nvSpPr>
          <p:cNvPr id="1271" name=""/>
          <p:cNvSpPr/>
          <p:nvPr/>
        </p:nvSpPr>
        <p:spPr>
          <a:xfrm>
            <a:off x="3038040" y="4019760"/>
            <a:ext cx="103464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72" name=""/>
          <p:cNvSpPr/>
          <p:nvPr/>
        </p:nvSpPr>
        <p:spPr>
          <a:xfrm>
            <a:off x="3038040" y="4019760"/>
            <a:ext cx="103464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PINN</a:t>
            </a:r>
            <a:endParaRPr b="0" lang="en-US" sz="2200" spc="-1" strike="noStrike">
              <a:solidFill>
                <a:srgbClr val="ffffff"/>
              </a:solidFill>
              <a:latin typeface="Arial"/>
            </a:endParaRPr>
          </a:p>
        </p:txBody>
      </p:sp>
      <p:sp>
        <p:nvSpPr>
          <p:cNvPr id="1273" name=""/>
          <p:cNvSpPr/>
          <p:nvPr/>
        </p:nvSpPr>
        <p:spPr>
          <a:xfrm>
            <a:off x="4188600" y="4019760"/>
            <a:ext cx="151956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74" name=""/>
          <p:cNvSpPr/>
          <p:nvPr/>
        </p:nvSpPr>
        <p:spPr>
          <a:xfrm>
            <a:off x="4178520" y="4019760"/>
            <a:ext cx="152964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Diffusion</a:t>
            </a:r>
            <a:endParaRPr b="0" lang="en-US" sz="2200" spc="-1" strike="noStrike">
              <a:solidFill>
                <a:srgbClr val="ffffff"/>
              </a:solidFill>
              <a:latin typeface="Arial"/>
            </a:endParaRPr>
          </a:p>
        </p:txBody>
      </p:sp>
      <p:sp>
        <p:nvSpPr>
          <p:cNvPr id="1275" name=""/>
          <p:cNvSpPr/>
          <p:nvPr/>
        </p:nvSpPr>
        <p:spPr>
          <a:xfrm>
            <a:off x="1834200" y="4559040"/>
            <a:ext cx="3188160" cy="4633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TRANSFORMERS</a:t>
            </a:r>
            <a:endParaRPr b="0" lang="en-US" sz="2200" spc="-1" strike="noStrike">
              <a:solidFill>
                <a:srgbClr val="ffffff"/>
              </a:solidFill>
              <a:latin typeface="Arial"/>
            </a:endParaRPr>
          </a:p>
        </p:txBody>
      </p:sp>
      <p:sp>
        <p:nvSpPr>
          <p:cNvPr id="1276" name=""/>
          <p:cNvSpPr/>
          <p:nvPr/>
        </p:nvSpPr>
        <p:spPr>
          <a:xfrm>
            <a:off x="2971800" y="4964040"/>
            <a:ext cx="2736360" cy="902160"/>
          </a:xfrm>
          <a:prstGeom prst="roundRect">
            <a:avLst>
              <a:gd name="adj" fmla="val 16667"/>
            </a:avLst>
          </a:prstGeom>
          <a:solidFill>
            <a:srgbClr val="333333"/>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GPT</a:t>
            </a:r>
            <a:endParaRPr b="0" lang="en-US" sz="1800" spc="-1" strike="noStrike">
              <a:solidFill>
                <a:srgbClr val="ffffff"/>
              </a:solidFill>
              <a:latin typeface="Arial"/>
            </a:endParaRPr>
          </a:p>
          <a:p>
            <a:pPr>
              <a:lnSpc>
                <a:spcPct val="100000"/>
              </a:lnSpc>
            </a:pPr>
            <a:r>
              <a:rPr b="0" lang="en-US" sz="1200" spc="-1" strike="noStrike">
                <a:solidFill>
                  <a:srgbClr val="ffffff"/>
                </a:solidFill>
                <a:latin typeface="Arial"/>
              </a:rPr>
              <a:t>DEC</a:t>
            </a:r>
            <a:endParaRPr b="0" lang="en-US" sz="1200" spc="-1" strike="noStrike">
              <a:solidFill>
                <a:srgbClr val="ffffff"/>
              </a:solidFill>
              <a:latin typeface="Arial"/>
            </a:endParaRPr>
          </a:p>
        </p:txBody>
      </p:sp>
      <p:sp>
        <p:nvSpPr>
          <p:cNvPr id="1277" name=""/>
          <p:cNvSpPr/>
          <p:nvPr/>
        </p:nvSpPr>
        <p:spPr>
          <a:xfrm>
            <a:off x="3657600" y="5089680"/>
            <a:ext cx="2000160" cy="618480"/>
          </a:xfrm>
          <a:prstGeom prst="roundRect">
            <a:avLst>
              <a:gd name="adj" fmla="val 16667"/>
            </a:avLst>
          </a:prstGeom>
          <a:solidFill>
            <a:srgbClr val="1c1c1c"/>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LLM</a:t>
            </a:r>
            <a:endParaRPr b="0" lang="en-US" sz="1800" spc="-1" strike="noStrike">
              <a:solidFill>
                <a:srgbClr val="ffffff"/>
              </a:solidFill>
              <a:latin typeface="Arial"/>
            </a:endParaRPr>
          </a:p>
        </p:txBody>
      </p:sp>
      <p:sp>
        <p:nvSpPr>
          <p:cNvPr id="1278" name=""/>
          <p:cNvSpPr/>
          <p:nvPr/>
        </p:nvSpPr>
        <p:spPr>
          <a:xfrm>
            <a:off x="1946520" y="4968720"/>
            <a:ext cx="907560" cy="907560"/>
          </a:xfrm>
          <a:prstGeom prst="roundRect">
            <a:avLst>
              <a:gd name="adj" fmla="val 0"/>
            </a:avLst>
          </a:prstGeom>
          <a:solidFill>
            <a:srgbClr val="333333"/>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BART</a:t>
            </a:r>
            <a:endParaRPr b="0" lang="en-US" sz="1800" spc="-1" strike="noStrike">
              <a:solidFill>
                <a:srgbClr val="ffffff"/>
              </a:solidFill>
              <a:latin typeface="Arial"/>
            </a:endParaRPr>
          </a:p>
          <a:p>
            <a:pPr>
              <a:lnSpc>
                <a:spcPct val="100000"/>
              </a:lnSpc>
            </a:pPr>
            <a:r>
              <a:rPr b="0" lang="en-US" sz="1200" spc="-1" strike="noStrike">
                <a:solidFill>
                  <a:srgbClr val="ffffff"/>
                </a:solidFill>
                <a:latin typeface="Arial"/>
              </a:rPr>
              <a:t>ENC-DEC</a:t>
            </a:r>
            <a:endParaRPr b="0" lang="en-US" sz="1200" spc="-1" strike="noStrike">
              <a:solidFill>
                <a:srgbClr val="ffffff"/>
              </a:solidFill>
              <a:latin typeface="Arial"/>
            </a:endParaRPr>
          </a:p>
        </p:txBody>
      </p:sp>
      <p:sp>
        <p:nvSpPr>
          <p:cNvPr id="1279" name=""/>
          <p:cNvSpPr/>
          <p:nvPr/>
        </p:nvSpPr>
        <p:spPr>
          <a:xfrm>
            <a:off x="6225120" y="5518800"/>
            <a:ext cx="2640600" cy="3906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endParaRPr b="0" lang="en-US" sz="1800" spc="-1" strike="noStrike">
              <a:solidFill>
                <a:srgbClr val="ffffff"/>
              </a:solidFill>
              <a:latin typeface="Arial"/>
            </a:endParaRPr>
          </a:p>
        </p:txBody>
      </p:sp>
      <p:sp>
        <p:nvSpPr>
          <p:cNvPr id="1280" name=""/>
          <p:cNvSpPr/>
          <p:nvPr/>
        </p:nvSpPr>
        <p:spPr>
          <a:xfrm>
            <a:off x="6222600" y="5994000"/>
            <a:ext cx="1821960" cy="22176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000000"/>
                </a:solidFill>
                <a:latin typeface="Arial"/>
              </a:rPr>
              <a:t>……</a:t>
            </a:r>
            <a:r>
              <a:rPr b="0" lang="en-US" sz="1800" spc="-1" strike="noStrike">
                <a:solidFill>
                  <a:srgbClr val="000000"/>
                </a:solidFill>
                <a:latin typeface="Arial"/>
              </a:rPr>
              <a:t>.</a:t>
            </a:r>
            <a:endParaRPr b="0" lang="en-US" sz="1800" spc="-1" strike="noStrike">
              <a:solidFill>
                <a:srgbClr val="000000"/>
              </a:solidFill>
              <a:latin typeface="Arial"/>
            </a:endParaRPr>
          </a:p>
        </p:txBody>
      </p:sp>
      <p:sp>
        <p:nvSpPr>
          <p:cNvPr id="1281" name=""/>
          <p:cNvSpPr/>
          <p:nvPr/>
        </p:nvSpPr>
        <p:spPr>
          <a:xfrm>
            <a:off x="4323240" y="5197320"/>
            <a:ext cx="115632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1" lang="en-US" sz="1600" spc="-1" strike="noStrike">
                <a:solidFill>
                  <a:srgbClr val="ffffff"/>
                </a:solidFill>
                <a:latin typeface="Arial"/>
              </a:rPr>
              <a:t>AGENTIC</a:t>
            </a:r>
            <a:endParaRPr b="0" lang="en-US" sz="1600" spc="-1" strike="noStrike">
              <a:solidFill>
                <a:srgbClr val="ffffff"/>
              </a:solidFill>
              <a:latin typeface="Arial"/>
            </a:endParaRPr>
          </a:p>
        </p:txBody>
      </p:sp>
      <p:sp>
        <p:nvSpPr>
          <p:cNvPr id="1282" name=""/>
          <p:cNvSpPr/>
          <p:nvPr/>
        </p:nvSpPr>
        <p:spPr>
          <a:xfrm>
            <a:off x="927360" y="4969080"/>
            <a:ext cx="907560" cy="907560"/>
          </a:xfrm>
          <a:prstGeom prst="roundRect">
            <a:avLst>
              <a:gd name="adj" fmla="val 0"/>
            </a:avLst>
          </a:prstGeom>
          <a:solidFill>
            <a:srgbClr val="333333"/>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BERT</a:t>
            </a:r>
            <a:endParaRPr b="0" lang="en-US" sz="1800" spc="-1" strike="noStrike">
              <a:solidFill>
                <a:srgbClr val="ffffff"/>
              </a:solidFill>
              <a:latin typeface="Arial"/>
            </a:endParaRPr>
          </a:p>
          <a:p>
            <a:pPr>
              <a:lnSpc>
                <a:spcPct val="100000"/>
              </a:lnSpc>
            </a:pPr>
            <a:r>
              <a:rPr b="0" lang="en-US" sz="1200" spc="-1" strike="noStrike">
                <a:solidFill>
                  <a:srgbClr val="ffffff"/>
                </a:solidFill>
                <a:latin typeface="Arial"/>
              </a:rPr>
              <a:t>ENC</a:t>
            </a:r>
            <a:endParaRPr b="0" lang="en-US" sz="1200" spc="-1" strike="noStrike">
              <a:solidFill>
                <a:srgbClr val="ffffff"/>
              </a:solidFill>
              <a:latin typeface="Arial"/>
            </a:endParaRPr>
          </a:p>
        </p:txBody>
      </p:sp>
      <p:sp>
        <p:nvSpPr>
          <p:cNvPr id="1283" name=""/>
          <p:cNvSpPr/>
          <p:nvPr/>
        </p:nvSpPr>
        <p:spPr>
          <a:xfrm>
            <a:off x="4469760" y="3519000"/>
            <a:ext cx="775080" cy="444960"/>
          </a:xfrm>
          <a:prstGeom prst="roundRect">
            <a:avLst>
              <a:gd name="adj" fmla="val 16667"/>
            </a:avLst>
          </a:prstGeom>
          <a:solidFill>
            <a:srgbClr val="666666"/>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284" name=""/>
          <p:cNvSpPr/>
          <p:nvPr/>
        </p:nvSpPr>
        <p:spPr>
          <a:xfrm>
            <a:off x="4376160" y="3519000"/>
            <a:ext cx="836280" cy="444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KAN</a:t>
            </a:r>
            <a:endParaRPr b="0" lang="en-US" sz="2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5"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1.1 - AI vs ML vs Deep Learning vs Generative AI</a:t>
            </a:r>
            <a:endParaRPr b="0" lang="en-US" sz="3200" spc="-1" strike="noStrike">
              <a:solidFill>
                <a:srgbClr val="ffffff"/>
              </a:solidFill>
              <a:latin typeface="Arial"/>
            </a:endParaRPr>
          </a:p>
        </p:txBody>
      </p:sp>
      <p:sp>
        <p:nvSpPr>
          <p:cNvPr id="1286" name="Text 7"/>
          <p:cNvSpPr/>
          <p:nvPr/>
        </p:nvSpPr>
        <p:spPr>
          <a:xfrm>
            <a:off x="457200" y="831600"/>
            <a:ext cx="11421360" cy="5476320"/>
          </a:xfrm>
          <a:prstGeom prst="rect">
            <a:avLst/>
          </a:prstGeom>
          <a:noFill/>
          <a:ln w="0">
            <a:noFill/>
          </a:ln>
        </p:spPr>
        <p:style>
          <a:lnRef idx="0"/>
          <a:fillRef idx="0"/>
          <a:effectRef idx="0"/>
          <a:fontRef idx="minor"/>
        </p:style>
        <p:txBody>
          <a:bodyPr lIns="0" rIns="0" tIns="0" bIns="0" anchor="ctr">
            <a:noAutofit/>
          </a:bodyPr>
          <a:p>
            <a:pPr defTabSz="914400">
              <a:lnSpc>
                <a:spcPct val="100000"/>
              </a:lnSpc>
              <a:spcBef>
                <a:spcPts val="3600"/>
              </a:spcBef>
              <a:tabLst>
                <a:tab algn="l" pos="0"/>
              </a:tabLst>
            </a:pPr>
            <a:endParaRPr b="0" lang="en-US" sz="1800" spc="-1" strike="noStrike">
              <a:solidFill>
                <a:srgbClr val="ffffff"/>
              </a:solidFill>
              <a:latin typeface="Arial"/>
            </a:endParaRPr>
          </a:p>
        </p:txBody>
      </p:sp>
      <p:sp>
        <p:nvSpPr>
          <p:cNvPr id="1287" name=""/>
          <p:cNvSpPr/>
          <p:nvPr/>
        </p:nvSpPr>
        <p:spPr>
          <a:xfrm>
            <a:off x="91440" y="685800"/>
            <a:ext cx="5845680" cy="2736720"/>
          </a:xfrm>
          <a:prstGeom prst="rect">
            <a:avLst/>
          </a:prstGeom>
          <a:solidFill>
            <a:srgbClr val="999999"/>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88" name=""/>
          <p:cNvSpPr/>
          <p:nvPr/>
        </p:nvSpPr>
        <p:spPr>
          <a:xfrm>
            <a:off x="6211440" y="685800"/>
            <a:ext cx="5845680" cy="2736720"/>
          </a:xfrm>
          <a:prstGeom prst="rect">
            <a:avLst/>
          </a:prstGeom>
          <a:solidFill>
            <a:srgbClr val="999999"/>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89" name=""/>
          <p:cNvSpPr/>
          <p:nvPr/>
        </p:nvSpPr>
        <p:spPr>
          <a:xfrm>
            <a:off x="91440" y="3565800"/>
            <a:ext cx="5845680" cy="2736720"/>
          </a:xfrm>
          <a:prstGeom prst="rect">
            <a:avLst/>
          </a:prstGeom>
          <a:solidFill>
            <a:srgbClr val="999999"/>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90" name=""/>
          <p:cNvSpPr/>
          <p:nvPr/>
        </p:nvSpPr>
        <p:spPr>
          <a:xfrm>
            <a:off x="6211440" y="3565800"/>
            <a:ext cx="5845680" cy="2736720"/>
          </a:xfrm>
          <a:prstGeom prst="rect">
            <a:avLst/>
          </a:prstGeom>
          <a:solidFill>
            <a:srgbClr val="999999"/>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291" name=""/>
          <p:cNvSpPr/>
          <p:nvPr/>
        </p:nvSpPr>
        <p:spPr>
          <a:xfrm>
            <a:off x="91440" y="685800"/>
            <a:ext cx="816480" cy="679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3200" spc="-1" strike="noStrike">
                <a:solidFill>
                  <a:srgbClr val="ffffff"/>
                </a:solidFill>
                <a:latin typeface="Arial"/>
              </a:rPr>
              <a:t>AI</a:t>
            </a:r>
            <a:endParaRPr b="0" lang="en-US" sz="3200" spc="-1" strike="noStrike">
              <a:solidFill>
                <a:srgbClr val="ffffff"/>
              </a:solidFill>
              <a:latin typeface="Arial"/>
            </a:endParaRPr>
          </a:p>
        </p:txBody>
      </p:sp>
      <p:sp>
        <p:nvSpPr>
          <p:cNvPr id="1292" name=""/>
          <p:cNvSpPr/>
          <p:nvPr/>
        </p:nvSpPr>
        <p:spPr>
          <a:xfrm>
            <a:off x="1828800" y="1371600"/>
            <a:ext cx="1822320" cy="113652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Rule Based</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No Training</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Prolog/Lisp/CV/MFCC</a:t>
            </a:r>
            <a:endParaRPr b="0" lang="en-US" sz="1800" spc="-1" strike="noStrike">
              <a:solidFill>
                <a:srgbClr val="000000"/>
              </a:solidFill>
              <a:latin typeface="Arial"/>
            </a:endParaRPr>
          </a:p>
        </p:txBody>
      </p:sp>
      <p:sp>
        <p:nvSpPr>
          <p:cNvPr id="1293" name=""/>
          <p:cNvSpPr/>
          <p:nvPr/>
        </p:nvSpPr>
        <p:spPr>
          <a:xfrm>
            <a:off x="722880" y="194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294" name=""/>
          <p:cNvSpPr/>
          <p:nvPr/>
        </p:nvSpPr>
        <p:spPr>
          <a:xfrm>
            <a:off x="4127040" y="194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295" name=""/>
          <p:cNvSpPr/>
          <p:nvPr/>
        </p:nvSpPr>
        <p:spPr>
          <a:xfrm>
            <a:off x="265680" y="162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Input</a:t>
            </a:r>
            <a:endParaRPr b="0" lang="en-US" sz="1800" spc="-1" strike="noStrike">
              <a:solidFill>
                <a:srgbClr val="ffffff"/>
              </a:solidFill>
              <a:latin typeface="Arial"/>
            </a:endParaRPr>
          </a:p>
        </p:txBody>
      </p:sp>
      <p:sp>
        <p:nvSpPr>
          <p:cNvPr id="1296" name=""/>
          <p:cNvSpPr/>
          <p:nvPr/>
        </p:nvSpPr>
        <p:spPr>
          <a:xfrm>
            <a:off x="1600200" y="914400"/>
            <a:ext cx="2508480" cy="2279880"/>
          </a:xfrm>
          <a:prstGeom prst="rect">
            <a:avLst/>
          </a:prstGeom>
          <a:solidFill>
            <a:srgbClr val="b4c7dc"/>
          </a:solidFill>
          <a:ln w="0">
            <a:solidFill>
              <a:srgbClr val="3465a4"/>
            </a:solidFill>
          </a:ln>
        </p:spPr>
        <p:style>
          <a:lnRef idx="0"/>
          <a:fillRef idx="0"/>
          <a:effectRef idx="0"/>
          <a:fontRef idx="minor"/>
        </p:style>
        <p:txBody>
          <a:bodyPr lIns="90000" rIns="90000" tIns="45000" bIns="45000" anchor="ctr">
            <a:noAutofit/>
          </a:bodyPr>
          <a:p>
            <a:pPr algn="ctr">
              <a:lnSpc>
                <a:spcPct val="100000"/>
              </a:lnSpc>
              <a:spcBef>
                <a:spcPts val="1151"/>
              </a:spcBef>
            </a:pPr>
            <a:r>
              <a:rPr b="1" lang="en-US" sz="1400" spc="-1" strike="noStrike">
                <a:solidFill>
                  <a:srgbClr val="000000"/>
                </a:solidFill>
                <a:latin typeface="Arial"/>
              </a:rPr>
              <a:t>MODEL</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Code : Rule Based</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No Training</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Prolog/Lisp/CV/MFCC</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Coded Human Experience</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Directly Explainable</a:t>
            </a:r>
            <a:endParaRPr b="0" lang="en-US" sz="1400" spc="-1" strike="noStrike">
              <a:solidFill>
                <a:srgbClr val="000000"/>
              </a:solidFill>
              <a:latin typeface="Arial"/>
            </a:endParaRPr>
          </a:p>
        </p:txBody>
      </p:sp>
      <p:sp>
        <p:nvSpPr>
          <p:cNvPr id="1297" name=""/>
          <p:cNvSpPr/>
          <p:nvPr/>
        </p:nvSpPr>
        <p:spPr>
          <a:xfrm>
            <a:off x="723240" y="194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298" name=""/>
          <p:cNvSpPr/>
          <p:nvPr/>
        </p:nvSpPr>
        <p:spPr>
          <a:xfrm>
            <a:off x="4127400" y="194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299" name=""/>
          <p:cNvSpPr/>
          <p:nvPr/>
        </p:nvSpPr>
        <p:spPr>
          <a:xfrm>
            <a:off x="4198680" y="162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Output</a:t>
            </a:r>
            <a:endParaRPr b="0" lang="en-US" sz="1800" spc="-1" strike="noStrike">
              <a:solidFill>
                <a:srgbClr val="ffffff"/>
              </a:solidFill>
              <a:latin typeface="Arial"/>
            </a:endParaRPr>
          </a:p>
        </p:txBody>
      </p:sp>
      <p:sp>
        <p:nvSpPr>
          <p:cNvPr id="1300" name=""/>
          <p:cNvSpPr/>
          <p:nvPr/>
        </p:nvSpPr>
        <p:spPr>
          <a:xfrm>
            <a:off x="6211440" y="685800"/>
            <a:ext cx="816480" cy="679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3200" spc="-1" strike="noStrike">
                <a:solidFill>
                  <a:srgbClr val="ffffff"/>
                </a:solidFill>
                <a:latin typeface="Arial"/>
              </a:rPr>
              <a:t>ML</a:t>
            </a:r>
            <a:endParaRPr b="0" lang="en-US" sz="3200" spc="-1" strike="noStrike">
              <a:solidFill>
                <a:srgbClr val="ffffff"/>
              </a:solidFill>
              <a:latin typeface="Arial"/>
            </a:endParaRPr>
          </a:p>
        </p:txBody>
      </p:sp>
      <p:sp>
        <p:nvSpPr>
          <p:cNvPr id="1301" name=""/>
          <p:cNvSpPr/>
          <p:nvPr/>
        </p:nvSpPr>
        <p:spPr>
          <a:xfrm>
            <a:off x="7949160" y="1371600"/>
            <a:ext cx="1822320" cy="113652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Rule Based</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No Training</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Prolog/Lisp/CV/MFCC</a:t>
            </a:r>
            <a:endParaRPr b="0" lang="en-US" sz="1800" spc="-1" strike="noStrike">
              <a:solidFill>
                <a:srgbClr val="000000"/>
              </a:solidFill>
              <a:latin typeface="Arial"/>
            </a:endParaRPr>
          </a:p>
        </p:txBody>
      </p:sp>
      <p:sp>
        <p:nvSpPr>
          <p:cNvPr id="1302" name=""/>
          <p:cNvSpPr/>
          <p:nvPr/>
        </p:nvSpPr>
        <p:spPr>
          <a:xfrm>
            <a:off x="6843240" y="194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03" name=""/>
          <p:cNvSpPr/>
          <p:nvPr/>
        </p:nvSpPr>
        <p:spPr>
          <a:xfrm>
            <a:off x="10247400" y="194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04" name=""/>
          <p:cNvSpPr/>
          <p:nvPr/>
        </p:nvSpPr>
        <p:spPr>
          <a:xfrm>
            <a:off x="6386040" y="162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Input</a:t>
            </a:r>
            <a:endParaRPr b="0" lang="en-US" sz="1800" spc="-1" strike="noStrike">
              <a:solidFill>
                <a:srgbClr val="ffffff"/>
              </a:solidFill>
              <a:latin typeface="Arial"/>
            </a:endParaRPr>
          </a:p>
        </p:txBody>
      </p:sp>
      <p:sp>
        <p:nvSpPr>
          <p:cNvPr id="1305" name=""/>
          <p:cNvSpPr/>
          <p:nvPr/>
        </p:nvSpPr>
        <p:spPr>
          <a:xfrm>
            <a:off x="7720560" y="914400"/>
            <a:ext cx="2508480" cy="2279880"/>
          </a:xfrm>
          <a:prstGeom prst="rect">
            <a:avLst/>
          </a:prstGeom>
          <a:solidFill>
            <a:srgbClr val="b4c7dc"/>
          </a:solidFill>
          <a:ln w="0">
            <a:solidFill>
              <a:srgbClr val="3465a4"/>
            </a:solidFill>
          </a:ln>
        </p:spPr>
        <p:style>
          <a:lnRef idx="0"/>
          <a:fillRef idx="0"/>
          <a:effectRef idx="0"/>
          <a:fontRef idx="minor"/>
        </p:style>
        <p:txBody>
          <a:bodyPr lIns="90000" rIns="90000" tIns="45000" bIns="45000" anchor="ctr">
            <a:noAutofit/>
          </a:bodyPr>
          <a:p>
            <a:pPr algn="ctr">
              <a:lnSpc>
                <a:spcPct val="100000"/>
              </a:lnSpc>
              <a:spcBef>
                <a:spcPts val="1151"/>
              </a:spcBef>
            </a:pPr>
            <a:r>
              <a:rPr b="1" lang="en-US" sz="1400" spc="-1" strike="noStrike">
                <a:solidFill>
                  <a:srgbClr val="000000"/>
                </a:solidFill>
                <a:latin typeface="Arial"/>
              </a:rPr>
              <a:t>MODEL</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Code : Parameter Based</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Train Model Parameters</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Python / SkLearn / ...</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Human Experience + Data</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Easy to Explain</a:t>
            </a:r>
            <a:endParaRPr b="0" lang="en-US" sz="1400" spc="-1" strike="noStrike">
              <a:solidFill>
                <a:srgbClr val="000000"/>
              </a:solidFill>
              <a:latin typeface="Arial"/>
            </a:endParaRPr>
          </a:p>
        </p:txBody>
      </p:sp>
      <p:sp>
        <p:nvSpPr>
          <p:cNvPr id="1306" name=""/>
          <p:cNvSpPr/>
          <p:nvPr/>
        </p:nvSpPr>
        <p:spPr>
          <a:xfrm>
            <a:off x="6843600" y="194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07" name=""/>
          <p:cNvSpPr/>
          <p:nvPr/>
        </p:nvSpPr>
        <p:spPr>
          <a:xfrm>
            <a:off x="10247760" y="194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08" name=""/>
          <p:cNvSpPr/>
          <p:nvPr/>
        </p:nvSpPr>
        <p:spPr>
          <a:xfrm>
            <a:off x="10319040" y="162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Output</a:t>
            </a:r>
            <a:endParaRPr b="0" lang="en-US" sz="1800" spc="-1" strike="noStrike">
              <a:solidFill>
                <a:srgbClr val="ffffff"/>
              </a:solidFill>
              <a:latin typeface="Arial"/>
            </a:endParaRPr>
          </a:p>
        </p:txBody>
      </p:sp>
      <p:sp>
        <p:nvSpPr>
          <p:cNvPr id="1309" name=""/>
          <p:cNvSpPr/>
          <p:nvPr/>
        </p:nvSpPr>
        <p:spPr>
          <a:xfrm>
            <a:off x="91440" y="3565800"/>
            <a:ext cx="5845680" cy="2736720"/>
          </a:xfrm>
          <a:prstGeom prst="rect">
            <a:avLst/>
          </a:prstGeom>
          <a:solidFill>
            <a:srgbClr val="999999"/>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10" name=""/>
          <p:cNvSpPr/>
          <p:nvPr/>
        </p:nvSpPr>
        <p:spPr>
          <a:xfrm>
            <a:off x="91440" y="3565800"/>
            <a:ext cx="816480" cy="679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3200" spc="-1" strike="noStrike">
                <a:solidFill>
                  <a:srgbClr val="ffffff"/>
                </a:solidFill>
                <a:latin typeface="Arial"/>
              </a:rPr>
              <a:t>DL</a:t>
            </a:r>
            <a:endParaRPr b="0" lang="en-US" sz="3200" spc="-1" strike="noStrike">
              <a:solidFill>
                <a:srgbClr val="ffffff"/>
              </a:solidFill>
              <a:latin typeface="Arial"/>
            </a:endParaRPr>
          </a:p>
        </p:txBody>
      </p:sp>
      <p:sp>
        <p:nvSpPr>
          <p:cNvPr id="1311" name=""/>
          <p:cNvSpPr/>
          <p:nvPr/>
        </p:nvSpPr>
        <p:spPr>
          <a:xfrm>
            <a:off x="1828800" y="4251600"/>
            <a:ext cx="1822320" cy="113652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Rule Based</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No Training</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Prolog/Lisp/CV/MFCC</a:t>
            </a:r>
            <a:endParaRPr b="0" lang="en-US" sz="1800" spc="-1" strike="noStrike">
              <a:solidFill>
                <a:srgbClr val="000000"/>
              </a:solidFill>
              <a:latin typeface="Arial"/>
            </a:endParaRPr>
          </a:p>
        </p:txBody>
      </p:sp>
      <p:sp>
        <p:nvSpPr>
          <p:cNvPr id="1312" name=""/>
          <p:cNvSpPr/>
          <p:nvPr/>
        </p:nvSpPr>
        <p:spPr>
          <a:xfrm>
            <a:off x="722880" y="482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13" name=""/>
          <p:cNvSpPr/>
          <p:nvPr/>
        </p:nvSpPr>
        <p:spPr>
          <a:xfrm>
            <a:off x="4127040" y="482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14" name=""/>
          <p:cNvSpPr/>
          <p:nvPr/>
        </p:nvSpPr>
        <p:spPr>
          <a:xfrm>
            <a:off x="265680" y="450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Input</a:t>
            </a:r>
            <a:endParaRPr b="0" lang="en-US" sz="1800" spc="-1" strike="noStrike">
              <a:solidFill>
                <a:srgbClr val="ffffff"/>
              </a:solidFill>
              <a:latin typeface="Arial"/>
            </a:endParaRPr>
          </a:p>
        </p:txBody>
      </p:sp>
      <p:sp>
        <p:nvSpPr>
          <p:cNvPr id="1315" name=""/>
          <p:cNvSpPr/>
          <p:nvPr/>
        </p:nvSpPr>
        <p:spPr>
          <a:xfrm>
            <a:off x="1600200" y="3794400"/>
            <a:ext cx="2508480" cy="2279880"/>
          </a:xfrm>
          <a:prstGeom prst="rect">
            <a:avLst/>
          </a:prstGeom>
          <a:solidFill>
            <a:srgbClr val="b4c7dc"/>
          </a:solidFill>
          <a:ln w="0">
            <a:solidFill>
              <a:srgbClr val="3465a4"/>
            </a:solidFill>
          </a:ln>
        </p:spPr>
        <p:style>
          <a:lnRef idx="0"/>
          <a:fillRef idx="0"/>
          <a:effectRef idx="0"/>
          <a:fontRef idx="minor"/>
        </p:style>
        <p:txBody>
          <a:bodyPr lIns="90000" rIns="90000" tIns="45000" bIns="45000" anchor="ctr">
            <a:noAutofit/>
          </a:bodyPr>
          <a:p>
            <a:pPr algn="ctr">
              <a:lnSpc>
                <a:spcPct val="100000"/>
              </a:lnSpc>
              <a:spcBef>
                <a:spcPts val="1151"/>
              </a:spcBef>
            </a:pPr>
            <a:r>
              <a:rPr b="1" lang="en-US" sz="1400" spc="-1" strike="noStrike">
                <a:solidFill>
                  <a:srgbClr val="000000"/>
                </a:solidFill>
                <a:latin typeface="Arial"/>
              </a:rPr>
              <a:t>MODEL</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Code : No Code</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Train Model Parameters</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Python / Torch / TensorFlow</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Full Data</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Hard to Explain</a:t>
            </a:r>
            <a:endParaRPr b="0" lang="en-US" sz="1400" spc="-1" strike="noStrike">
              <a:solidFill>
                <a:srgbClr val="000000"/>
              </a:solidFill>
              <a:latin typeface="Arial"/>
            </a:endParaRPr>
          </a:p>
        </p:txBody>
      </p:sp>
      <p:sp>
        <p:nvSpPr>
          <p:cNvPr id="1316" name=""/>
          <p:cNvSpPr/>
          <p:nvPr/>
        </p:nvSpPr>
        <p:spPr>
          <a:xfrm>
            <a:off x="723240" y="482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17" name=""/>
          <p:cNvSpPr/>
          <p:nvPr/>
        </p:nvSpPr>
        <p:spPr>
          <a:xfrm>
            <a:off x="4127400" y="482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18" name=""/>
          <p:cNvSpPr/>
          <p:nvPr/>
        </p:nvSpPr>
        <p:spPr>
          <a:xfrm>
            <a:off x="4198680" y="450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Output</a:t>
            </a:r>
            <a:endParaRPr b="0" lang="en-US" sz="1800" spc="-1" strike="noStrike">
              <a:solidFill>
                <a:srgbClr val="ffffff"/>
              </a:solidFill>
              <a:latin typeface="Arial"/>
            </a:endParaRPr>
          </a:p>
        </p:txBody>
      </p:sp>
      <p:sp>
        <p:nvSpPr>
          <p:cNvPr id="1319" name=""/>
          <p:cNvSpPr/>
          <p:nvPr/>
        </p:nvSpPr>
        <p:spPr>
          <a:xfrm>
            <a:off x="6211440" y="3565800"/>
            <a:ext cx="5845680" cy="2736720"/>
          </a:xfrm>
          <a:prstGeom prst="rect">
            <a:avLst/>
          </a:prstGeom>
          <a:solidFill>
            <a:srgbClr val="999999"/>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20" name=""/>
          <p:cNvSpPr/>
          <p:nvPr/>
        </p:nvSpPr>
        <p:spPr>
          <a:xfrm>
            <a:off x="6211440" y="3565800"/>
            <a:ext cx="5845680" cy="2736720"/>
          </a:xfrm>
          <a:prstGeom prst="rect">
            <a:avLst/>
          </a:prstGeom>
          <a:solidFill>
            <a:srgbClr val="999999"/>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21" name=""/>
          <p:cNvSpPr/>
          <p:nvPr/>
        </p:nvSpPr>
        <p:spPr>
          <a:xfrm>
            <a:off x="6211440" y="3565800"/>
            <a:ext cx="1097640" cy="679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3200" spc="-1" strike="noStrike">
                <a:solidFill>
                  <a:srgbClr val="ffffff"/>
                </a:solidFill>
                <a:latin typeface="Arial"/>
              </a:rPr>
              <a:t>GEN</a:t>
            </a:r>
            <a:endParaRPr b="0" lang="en-US" sz="3200" spc="-1" strike="noStrike">
              <a:solidFill>
                <a:srgbClr val="ffffff"/>
              </a:solidFill>
              <a:latin typeface="Arial"/>
            </a:endParaRPr>
          </a:p>
        </p:txBody>
      </p:sp>
      <p:sp>
        <p:nvSpPr>
          <p:cNvPr id="1322" name=""/>
          <p:cNvSpPr/>
          <p:nvPr/>
        </p:nvSpPr>
        <p:spPr>
          <a:xfrm>
            <a:off x="7948800" y="4251600"/>
            <a:ext cx="1822320" cy="113652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Rule Based</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No Training</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Prolog/Lisp/CV/MFCC</a:t>
            </a:r>
            <a:endParaRPr b="0" lang="en-US" sz="1800" spc="-1" strike="noStrike">
              <a:solidFill>
                <a:srgbClr val="000000"/>
              </a:solidFill>
              <a:latin typeface="Arial"/>
            </a:endParaRPr>
          </a:p>
        </p:txBody>
      </p:sp>
      <p:sp>
        <p:nvSpPr>
          <p:cNvPr id="1323" name=""/>
          <p:cNvSpPr/>
          <p:nvPr/>
        </p:nvSpPr>
        <p:spPr>
          <a:xfrm>
            <a:off x="6842880" y="482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24" name=""/>
          <p:cNvSpPr/>
          <p:nvPr/>
        </p:nvSpPr>
        <p:spPr>
          <a:xfrm>
            <a:off x="10247040" y="482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25" name=""/>
          <p:cNvSpPr/>
          <p:nvPr/>
        </p:nvSpPr>
        <p:spPr>
          <a:xfrm>
            <a:off x="6385680" y="450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Input</a:t>
            </a:r>
            <a:endParaRPr b="0" lang="en-US" sz="1800" spc="-1" strike="noStrike">
              <a:solidFill>
                <a:srgbClr val="ffffff"/>
              </a:solidFill>
              <a:latin typeface="Arial"/>
            </a:endParaRPr>
          </a:p>
        </p:txBody>
      </p:sp>
      <p:sp>
        <p:nvSpPr>
          <p:cNvPr id="1326" name=""/>
          <p:cNvSpPr/>
          <p:nvPr/>
        </p:nvSpPr>
        <p:spPr>
          <a:xfrm>
            <a:off x="7720200" y="3794400"/>
            <a:ext cx="2508480" cy="2279880"/>
          </a:xfrm>
          <a:prstGeom prst="rect">
            <a:avLst/>
          </a:prstGeom>
          <a:solidFill>
            <a:srgbClr val="b4c7dc"/>
          </a:solidFill>
          <a:ln w="0">
            <a:solidFill>
              <a:srgbClr val="3465a4"/>
            </a:solidFill>
          </a:ln>
        </p:spPr>
        <p:style>
          <a:lnRef idx="0"/>
          <a:fillRef idx="0"/>
          <a:effectRef idx="0"/>
          <a:fontRef idx="minor"/>
        </p:style>
        <p:txBody>
          <a:bodyPr lIns="90000" rIns="90000" tIns="45000" bIns="45000" anchor="ctr">
            <a:noAutofit/>
          </a:bodyPr>
          <a:p>
            <a:pPr algn="ctr">
              <a:lnSpc>
                <a:spcPct val="100000"/>
              </a:lnSpc>
              <a:spcBef>
                <a:spcPts val="1151"/>
              </a:spcBef>
            </a:pPr>
            <a:r>
              <a:rPr b="1" lang="en-US" sz="1400" spc="-1" strike="noStrike">
                <a:solidFill>
                  <a:srgbClr val="000000"/>
                </a:solidFill>
                <a:latin typeface="Arial"/>
              </a:rPr>
              <a:t>MODEL</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Code : No Code</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Train Model Parameters</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Python / Torch / TensorFlow</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Full Data</a:t>
            </a:r>
            <a:endParaRPr b="0" lang="en-US" sz="1400" spc="-1" strike="noStrike">
              <a:solidFill>
                <a:srgbClr val="000000"/>
              </a:solidFill>
              <a:latin typeface="Arial"/>
            </a:endParaRPr>
          </a:p>
          <a:p>
            <a:pPr algn="ctr">
              <a:lnSpc>
                <a:spcPct val="100000"/>
              </a:lnSpc>
              <a:spcBef>
                <a:spcPts val="1151"/>
              </a:spcBef>
            </a:pPr>
            <a:r>
              <a:rPr b="0" lang="en-US" sz="1400" spc="-1" strike="noStrike">
                <a:solidFill>
                  <a:srgbClr val="000000"/>
                </a:solidFill>
                <a:latin typeface="Arial"/>
              </a:rPr>
              <a:t>Very Hard to Explain</a:t>
            </a:r>
            <a:endParaRPr b="0" lang="en-US" sz="1400" spc="-1" strike="noStrike">
              <a:solidFill>
                <a:srgbClr val="000000"/>
              </a:solidFill>
              <a:latin typeface="Arial"/>
            </a:endParaRPr>
          </a:p>
        </p:txBody>
      </p:sp>
      <p:sp>
        <p:nvSpPr>
          <p:cNvPr id="1327" name=""/>
          <p:cNvSpPr/>
          <p:nvPr/>
        </p:nvSpPr>
        <p:spPr>
          <a:xfrm>
            <a:off x="6843240" y="482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28" name=""/>
          <p:cNvSpPr/>
          <p:nvPr/>
        </p:nvSpPr>
        <p:spPr>
          <a:xfrm>
            <a:off x="10247400" y="482292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29" name=""/>
          <p:cNvSpPr/>
          <p:nvPr/>
        </p:nvSpPr>
        <p:spPr>
          <a:xfrm>
            <a:off x="10318680" y="450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Output</a:t>
            </a:r>
            <a:endParaRPr b="0" lang="en-US" sz="1800" spc="-1" strike="noStrike">
              <a:solidFill>
                <a:srgbClr val="ffffff"/>
              </a:solidFill>
              <a:latin typeface="Arial"/>
            </a:endParaRPr>
          </a:p>
        </p:txBody>
      </p:sp>
      <p:sp>
        <p:nvSpPr>
          <p:cNvPr id="1330" name=""/>
          <p:cNvSpPr/>
          <p:nvPr/>
        </p:nvSpPr>
        <p:spPr>
          <a:xfrm>
            <a:off x="6843240" y="5302080"/>
            <a:ext cx="91440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31" name=""/>
          <p:cNvSpPr/>
          <p:nvPr/>
        </p:nvSpPr>
        <p:spPr>
          <a:xfrm>
            <a:off x="6385680" y="5229000"/>
            <a:ext cx="1136520" cy="65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Random</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Numbers</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2"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1.2 - Where classical software ends and ML systems begin</a:t>
            </a:r>
            <a:endParaRPr b="0" lang="en-US" sz="3200" spc="-1" strike="noStrike">
              <a:solidFill>
                <a:srgbClr val="ffffff"/>
              </a:solidFill>
              <a:latin typeface="Arial"/>
            </a:endParaRPr>
          </a:p>
        </p:txBody>
      </p:sp>
      <p:sp>
        <p:nvSpPr>
          <p:cNvPr id="1333" name="PlaceHolder 5"/>
          <p:cNvSpPr/>
          <p:nvPr/>
        </p:nvSpPr>
        <p:spPr>
          <a:xfrm>
            <a:off x="304920" y="685800"/>
            <a:ext cx="11882880" cy="5838840"/>
          </a:xfrm>
          <a:prstGeom prst="rect">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417"/>
              </a:spcBef>
            </a:pPr>
            <a:r>
              <a:rPr b="0" lang="en-US" sz="2800" spc="-1" strike="noStrike">
                <a:solidFill>
                  <a:srgbClr val="ffffff"/>
                </a:solidFill>
                <a:latin typeface="Calibri"/>
                <a:ea typeface="Noto Sans CJK SC"/>
              </a:rPr>
              <a:t>Example : Fibonacci Numbers :  a</a:t>
            </a:r>
            <a:r>
              <a:rPr b="0" lang="en-US" sz="2800" spc="-1" strike="noStrike" baseline="-8000">
                <a:solidFill>
                  <a:srgbClr val="ffffff"/>
                </a:solidFill>
                <a:latin typeface="Calibri"/>
                <a:ea typeface="Noto Sans CJK SC"/>
              </a:rPr>
              <a:t>n</a:t>
            </a:r>
            <a:r>
              <a:rPr b="0" lang="en-US" sz="2800" spc="-1" strike="noStrike">
                <a:solidFill>
                  <a:srgbClr val="ffffff"/>
                </a:solidFill>
                <a:latin typeface="Calibri"/>
                <a:ea typeface="Noto Sans CJK SC"/>
              </a:rPr>
              <a:t>=a</a:t>
            </a:r>
            <a:r>
              <a:rPr b="0" lang="en-US" sz="2800" spc="-1" strike="noStrike" baseline="-8000">
                <a:solidFill>
                  <a:srgbClr val="ffffff"/>
                </a:solidFill>
                <a:latin typeface="Calibri"/>
                <a:ea typeface="Noto Sans CJK SC"/>
              </a:rPr>
              <a:t>n-1</a:t>
            </a:r>
            <a:r>
              <a:rPr b="0" lang="en-US" sz="2800" spc="-1" strike="noStrike">
                <a:solidFill>
                  <a:srgbClr val="ffffff"/>
                </a:solidFill>
                <a:latin typeface="Calibri"/>
                <a:ea typeface="Noto Sans CJK SC"/>
              </a:rPr>
              <a:t>+a</a:t>
            </a:r>
            <a:r>
              <a:rPr b="0" lang="en-US" sz="2800" spc="-1" strike="noStrike" baseline="-8000">
                <a:solidFill>
                  <a:srgbClr val="ffffff"/>
                </a:solidFill>
                <a:latin typeface="Calibri"/>
                <a:ea typeface="Noto Sans CJK SC"/>
              </a:rPr>
              <a:t>n-2         </a:t>
            </a:r>
            <a:r>
              <a:rPr b="0" lang="en-US" sz="2800" spc="-1" strike="noStrike">
                <a:solidFill>
                  <a:srgbClr val="ffffff"/>
                </a:solidFill>
                <a:latin typeface="Calibri"/>
                <a:ea typeface="Noto Sans CJK SC"/>
              </a:rPr>
              <a:t>a</a:t>
            </a:r>
            <a:r>
              <a:rPr b="0" lang="en-US" sz="2800" spc="-1" strike="noStrike" baseline="-8000">
                <a:solidFill>
                  <a:srgbClr val="ffffff"/>
                </a:solidFill>
                <a:latin typeface="Calibri"/>
                <a:ea typeface="Noto Sans CJK SC"/>
              </a:rPr>
              <a:t>100000</a:t>
            </a:r>
            <a:r>
              <a:rPr b="0" lang="en-US" sz="2800" spc="-1" strike="noStrike">
                <a:solidFill>
                  <a:srgbClr val="ffffff"/>
                </a:solidFill>
                <a:latin typeface="Calibri"/>
                <a:ea typeface="Noto Sans CJK SC"/>
              </a:rPr>
              <a:t>=?</a:t>
            </a:r>
            <a:endParaRPr b="0" lang="en-US" sz="2800" spc="-1" strike="noStrike">
              <a:solidFill>
                <a:srgbClr val="ffffff"/>
              </a:solidFill>
              <a:latin typeface="Arial"/>
            </a:endParaRPr>
          </a:p>
          <a:p>
            <a:pPr defTabSz="914400">
              <a:lnSpc>
                <a:spcPct val="90000"/>
              </a:lnSpc>
              <a:spcBef>
                <a:spcPts val="1417"/>
              </a:spcBef>
            </a:pPr>
            <a:r>
              <a:rPr b="1" lang="en-US" sz="2800" spc="-1" strike="noStrike">
                <a:solidFill>
                  <a:srgbClr val="ffffff"/>
                </a:solidFill>
                <a:latin typeface="Calibri"/>
                <a:ea typeface="Noto Sans CJK SC"/>
              </a:rPr>
              <a:t>Math</a:t>
            </a:r>
            <a:r>
              <a:rPr b="0" lang="en-US" sz="2800" spc="-1" strike="noStrike">
                <a:solidFill>
                  <a:srgbClr val="ffffff"/>
                </a:solidFill>
                <a:latin typeface="Calibri"/>
                <a:ea typeface="Noto Sans CJK SC"/>
              </a:rPr>
              <a:t> : Binet’s Formula (Generating Functions) </a:t>
            </a:r>
            <a:r>
              <a:rPr b="1" lang="en-US" sz="2800" spc="-1" strike="noStrike">
                <a:solidFill>
                  <a:srgbClr val="ffffff"/>
                </a:solidFill>
                <a:latin typeface="Calibri"/>
                <a:ea typeface="Noto Sans CJK SC"/>
              </a:rPr>
              <a:t>(De Moivre 1730)</a:t>
            </a:r>
            <a:endParaRPr b="0" lang="en-US" sz="2800" spc="-1" strike="noStrike">
              <a:solidFill>
                <a:srgbClr val="ffffff"/>
              </a:solidFill>
              <a:latin typeface="Arial"/>
            </a:endParaRPr>
          </a:p>
          <a:p>
            <a:pPr defTabSz="914400">
              <a:lnSpc>
                <a:spcPct val="90000"/>
              </a:lnSpc>
              <a:spcBef>
                <a:spcPts val="1001"/>
              </a:spcBef>
              <a:tabLst>
                <a:tab algn="l" pos="0"/>
              </a:tabLst>
            </a:pPr>
            <a:endParaRPr b="0" lang="en-US" sz="2800" spc="-1" strike="noStrike">
              <a:solidFill>
                <a:srgbClr val="ffffff"/>
              </a:solidFill>
              <a:latin typeface="Arial"/>
            </a:endParaRPr>
          </a:p>
          <a:p>
            <a:pPr defTabSz="914400">
              <a:lnSpc>
                <a:spcPct val="90000"/>
              </a:lnSpc>
              <a:spcBef>
                <a:spcPts val="1001"/>
              </a:spcBef>
              <a:tabLst>
                <a:tab algn="l" pos="0"/>
              </a:tabLst>
            </a:pPr>
            <a:endParaRPr b="0" lang="en-US" sz="2800" spc="-1" strike="noStrike">
              <a:solidFill>
                <a:srgbClr val="ffffff"/>
              </a:solidFill>
              <a:latin typeface="Arial"/>
            </a:endParaRPr>
          </a:p>
          <a:p>
            <a:pPr defTabSz="914400">
              <a:lnSpc>
                <a:spcPct val="90000"/>
              </a:lnSpc>
              <a:spcBef>
                <a:spcPts val="1001"/>
              </a:spcBef>
              <a:tabLst>
                <a:tab algn="l" pos="0"/>
              </a:tabLst>
            </a:pPr>
            <a:r>
              <a:rPr b="1" lang="en-US" sz="2800" spc="-1" strike="noStrike">
                <a:solidFill>
                  <a:srgbClr val="ffffff"/>
                </a:solidFill>
                <a:latin typeface="Calibri"/>
                <a:ea typeface="Noto Sans CJK SC"/>
              </a:rPr>
              <a:t>Algorithm</a:t>
            </a:r>
            <a:r>
              <a:rPr b="0" lang="en-US" sz="2800" spc="-1" strike="noStrike">
                <a:solidFill>
                  <a:srgbClr val="ffffff"/>
                </a:solidFill>
                <a:latin typeface="Calibri"/>
                <a:ea typeface="Noto Sans CJK SC"/>
              </a:rPr>
              <a:t> : </a:t>
            </a:r>
            <a:r>
              <a:rPr b="1" lang="en-US" sz="2800" spc="-1" strike="noStrike">
                <a:solidFill>
                  <a:srgbClr val="ffffff"/>
                </a:solidFill>
                <a:latin typeface="Calibri"/>
                <a:ea typeface="Noto Sans CJK SC"/>
              </a:rPr>
              <a:t> </a:t>
            </a:r>
            <a:endParaRPr b="0" lang="en-US" sz="2800" spc="-1" strike="noStrike">
              <a:solidFill>
                <a:srgbClr val="ffffff"/>
              </a:solidFill>
              <a:latin typeface="Arial"/>
            </a:endParaRPr>
          </a:p>
          <a:p>
            <a:pPr defTabSz="914400">
              <a:lnSpc>
                <a:spcPct val="90000"/>
              </a:lnSpc>
              <a:spcBef>
                <a:spcPts val="1001"/>
              </a:spcBef>
              <a:tabLst>
                <a:tab algn="l" pos="0"/>
              </a:tabLst>
            </a:pPr>
            <a:endParaRPr b="0" lang="en-US" sz="2800" spc="-1" strike="noStrike">
              <a:solidFill>
                <a:srgbClr val="ffffff"/>
              </a:solidFill>
              <a:latin typeface="Arial"/>
            </a:endParaRPr>
          </a:p>
          <a:p>
            <a:pPr defTabSz="914400">
              <a:lnSpc>
                <a:spcPct val="90000"/>
              </a:lnSpc>
              <a:spcBef>
                <a:spcPts val="1001"/>
              </a:spcBef>
              <a:tabLst>
                <a:tab algn="l" pos="0"/>
              </a:tabLst>
            </a:pPr>
            <a:endParaRPr b="0" lang="en-US" sz="2800" spc="-1" strike="noStrike">
              <a:solidFill>
                <a:srgbClr val="ffffff"/>
              </a:solidFill>
              <a:latin typeface="Arial"/>
            </a:endParaRPr>
          </a:p>
          <a:p>
            <a:pPr defTabSz="914400">
              <a:lnSpc>
                <a:spcPct val="90000"/>
              </a:lnSpc>
              <a:spcBef>
                <a:spcPts val="1001"/>
              </a:spcBef>
              <a:tabLst>
                <a:tab algn="l" pos="0"/>
              </a:tabLst>
            </a:pPr>
            <a:endParaRPr b="0" lang="en-US" sz="2800" spc="-1" strike="noStrike">
              <a:solidFill>
                <a:srgbClr val="ffffff"/>
              </a:solidFill>
              <a:latin typeface="Arial"/>
            </a:endParaRPr>
          </a:p>
          <a:p>
            <a:pPr defTabSz="914400">
              <a:lnSpc>
                <a:spcPct val="90000"/>
              </a:lnSpc>
              <a:spcBef>
                <a:spcPts val="1001"/>
              </a:spcBef>
              <a:tabLst>
                <a:tab algn="l" pos="0"/>
              </a:tabLst>
            </a:pPr>
            <a:endParaRPr b="0" lang="en-US" sz="2800" spc="-1" strike="noStrike">
              <a:solidFill>
                <a:srgbClr val="ffffff"/>
              </a:solidFill>
              <a:latin typeface="Arial"/>
            </a:endParaRPr>
          </a:p>
          <a:p>
            <a:pPr defTabSz="914400">
              <a:lnSpc>
                <a:spcPct val="90000"/>
              </a:lnSpc>
              <a:spcBef>
                <a:spcPts val="1001"/>
              </a:spcBef>
              <a:tabLst>
                <a:tab algn="l" pos="0"/>
              </a:tabLst>
            </a:pPr>
            <a:r>
              <a:rPr b="1" lang="en-US" sz="2800" spc="-1" strike="noStrike">
                <a:solidFill>
                  <a:srgbClr val="ffffff"/>
                </a:solidFill>
                <a:latin typeface="Calibri"/>
                <a:ea typeface="Noto Sans CJK SC"/>
              </a:rPr>
              <a:t>Machine Learning :</a:t>
            </a:r>
            <a:r>
              <a:rPr b="0" lang="en-US" sz="2800" spc="-1" strike="noStrike">
                <a:solidFill>
                  <a:srgbClr val="ffffff"/>
                </a:solidFill>
                <a:latin typeface="Calibri"/>
                <a:ea typeface="Noto Sans CJK SC"/>
              </a:rPr>
              <a:t>   Generate 1000 data points , train model using these data, try to guess  a</a:t>
            </a:r>
            <a:r>
              <a:rPr b="0" lang="en-US" sz="2800" spc="-1" strike="noStrike" baseline="-8000">
                <a:solidFill>
                  <a:srgbClr val="ffffff"/>
                </a:solidFill>
                <a:latin typeface="Calibri"/>
                <a:ea typeface="Noto Sans CJK SC"/>
              </a:rPr>
              <a:t>100000</a:t>
            </a:r>
            <a:r>
              <a:rPr b="0" lang="en-US" sz="2800" spc="-1" strike="noStrike">
                <a:solidFill>
                  <a:srgbClr val="ffffff"/>
                </a:solidFill>
                <a:latin typeface="Calibri"/>
                <a:ea typeface="Noto Sans CJK SC"/>
              </a:rPr>
              <a:t>  (test the model).   </a:t>
            </a:r>
            <a:endParaRPr b="0" lang="en-US" sz="2800" spc="-1" strike="noStrike">
              <a:solidFill>
                <a:srgbClr val="ffffff"/>
              </a:solidFill>
              <a:latin typeface="Arial"/>
            </a:endParaRPr>
          </a:p>
        </p:txBody>
      </p:sp>
      <p:pic>
        <p:nvPicPr>
          <p:cNvPr id="1334" name="" descr=""/>
          <p:cNvPicPr/>
          <p:nvPr/>
        </p:nvPicPr>
        <p:blipFill>
          <a:blip r:embed="rId1"/>
          <a:stretch/>
        </p:blipFill>
        <p:spPr>
          <a:xfrm>
            <a:off x="5865840" y="1735560"/>
            <a:ext cx="2130840" cy="862920"/>
          </a:xfrm>
          <a:prstGeom prst="rect">
            <a:avLst/>
          </a:prstGeom>
          <a:ln w="0">
            <a:noFill/>
          </a:ln>
        </p:spPr>
      </p:pic>
      <p:pic>
        <p:nvPicPr>
          <p:cNvPr id="1335" name="" descr=""/>
          <p:cNvPicPr/>
          <p:nvPr/>
        </p:nvPicPr>
        <p:blipFill>
          <a:blip r:embed="rId2"/>
          <a:stretch/>
        </p:blipFill>
        <p:spPr>
          <a:xfrm>
            <a:off x="1590840" y="1706040"/>
            <a:ext cx="3205440" cy="894600"/>
          </a:xfrm>
          <a:prstGeom prst="rect">
            <a:avLst/>
          </a:prstGeom>
          <a:ln w="0">
            <a:noFill/>
          </a:ln>
        </p:spPr>
      </p:pic>
      <p:grpSp>
        <p:nvGrpSpPr>
          <p:cNvPr id="1336" name=""/>
          <p:cNvGrpSpPr/>
          <p:nvPr/>
        </p:nvGrpSpPr>
        <p:grpSpPr>
          <a:xfrm>
            <a:off x="2286000" y="2906640"/>
            <a:ext cx="2768040" cy="1889640"/>
            <a:chOff x="2286000" y="2906640"/>
            <a:chExt cx="2768040" cy="1889640"/>
          </a:xfrm>
        </p:grpSpPr>
        <p:sp>
          <p:nvSpPr>
            <p:cNvPr id="1337" name=""/>
            <p:cNvSpPr/>
            <p:nvPr/>
          </p:nvSpPr>
          <p:spPr>
            <a:xfrm>
              <a:off x="2286000" y="2906640"/>
              <a:ext cx="2768040" cy="1889640"/>
            </a:xfrm>
            <a:prstGeom prst="rect">
              <a:avLst/>
            </a:prstGeom>
            <a:noFill/>
            <a:ln w="0">
              <a:solidFill>
                <a:srgbClr val="ffffff"/>
              </a:solid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ffffff"/>
                  </a:solidFill>
                  <a:latin typeface="Arial"/>
                  <a:ea typeface="DejaVu Sans"/>
                </a:rPr>
                <a:t>F_n=0 ; F_n_1=2; F_n_2=1</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ea typeface="DejaVu Sans"/>
                </a:rPr>
                <a:t>n=5</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ea typeface="DejaVu Sans"/>
                </a:rPr>
                <a:t>for  in range(n):</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ea typeface="DejaVu Sans"/>
                </a:rPr>
                <a:t>  </a:t>
              </a:r>
              <a:r>
                <a:rPr b="0" lang="en-US" sz="1600" spc="-1" strike="noStrike">
                  <a:solidFill>
                    <a:srgbClr val="ffffff"/>
                  </a:solidFill>
                  <a:latin typeface="Arial"/>
                  <a:ea typeface="DejaVu Sans"/>
                </a:rPr>
                <a:t>F_n =  F_n_1 + F_n_2</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ea typeface="DejaVu Sans"/>
                </a:rPr>
                <a:t>  </a:t>
              </a:r>
              <a:r>
                <a:rPr b="0" lang="en-US" sz="1600" spc="-1" strike="noStrike">
                  <a:solidFill>
                    <a:srgbClr val="ffffff"/>
                  </a:solidFill>
                  <a:latin typeface="Arial"/>
                  <a:ea typeface="DejaVu Sans"/>
                </a:rPr>
                <a:t>F_n_2=F_n_1</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ea typeface="DejaVu Sans"/>
                </a:rPr>
                <a:t>  </a:t>
              </a:r>
              <a:r>
                <a:rPr b="0" lang="en-US" sz="1600" spc="-1" strike="noStrike">
                  <a:solidFill>
                    <a:srgbClr val="ffffff"/>
                  </a:solidFill>
                  <a:latin typeface="Arial"/>
                  <a:ea typeface="DejaVu Sans"/>
                </a:rPr>
                <a:t>F_n_1=F_n</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ea typeface="DejaVu Sans"/>
                </a:rPr>
                <a:t>print(F_n)</a:t>
              </a:r>
              <a:endParaRPr b="0" lang="en-US" sz="1600" spc="-1" strike="noStrike">
                <a:solidFill>
                  <a:srgbClr val="ffffff"/>
                </a:solidFill>
                <a:latin typeface="Arial"/>
              </a:endParaRPr>
            </a:p>
          </p:txBody>
        </p:sp>
        <p:sp>
          <p:nvSpPr>
            <p:cNvPr id="1338" name=""/>
            <p:cNvSpPr/>
            <p:nvPr/>
          </p:nvSpPr>
          <p:spPr>
            <a:xfrm>
              <a:off x="4377600" y="4286520"/>
              <a:ext cx="676440" cy="509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c9211e"/>
                  </a:solidFill>
                  <a:latin typeface="Arial"/>
                  <a:ea typeface="DejaVu Sans"/>
                </a:rPr>
                <a:t>O(n)</a:t>
              </a:r>
              <a:endParaRPr b="0" lang="en-US" sz="18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9"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1.2 - Where classical software ends and ML systems begin</a:t>
            </a:r>
            <a:endParaRPr b="0" lang="en-US" sz="3200" spc="-1" strike="noStrike">
              <a:solidFill>
                <a:srgbClr val="ffffff"/>
              </a:solidFill>
              <a:latin typeface="Arial"/>
            </a:endParaRPr>
          </a:p>
        </p:txBody>
      </p:sp>
      <p:pic>
        <p:nvPicPr>
          <p:cNvPr id="1340" name="" descr=""/>
          <p:cNvPicPr/>
          <p:nvPr/>
        </p:nvPicPr>
        <p:blipFill>
          <a:blip r:embed="rId1"/>
          <a:stretch/>
        </p:blipFill>
        <p:spPr>
          <a:xfrm>
            <a:off x="779040" y="680760"/>
            <a:ext cx="10628280" cy="579456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1"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1.2 - Where classical software ends and ML systems begin</a:t>
            </a:r>
            <a:endParaRPr b="0" lang="en-US" sz="3200" spc="-1" strike="noStrike">
              <a:solidFill>
                <a:srgbClr val="ffffff"/>
              </a:solidFill>
              <a:latin typeface="Arial"/>
            </a:endParaRPr>
          </a:p>
        </p:txBody>
      </p:sp>
      <p:sp>
        <p:nvSpPr>
          <p:cNvPr id="1342" name=""/>
          <p:cNvSpPr/>
          <p:nvPr/>
        </p:nvSpPr>
        <p:spPr>
          <a:xfrm>
            <a:off x="457200" y="1143000"/>
            <a:ext cx="11424600" cy="2280600"/>
          </a:xfrm>
          <a:prstGeom prst="rect">
            <a:avLst/>
          </a:prstGeom>
          <a:noFill/>
          <a:ln w="0">
            <a:solidFill>
              <a:srgbClr val="ffffff"/>
            </a:solid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Solving problems with Classical Software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lvl="1" marL="432000" indent="-216000">
              <a:lnSpc>
                <a:spcPct val="100000"/>
              </a:lnSpc>
              <a:buClr>
                <a:srgbClr val="ffffff"/>
              </a:buClr>
              <a:buSzPct val="45000"/>
              <a:buFont typeface="Wingdings" charset="2"/>
              <a:buChar char=""/>
            </a:pPr>
            <a:r>
              <a:rPr b="0" lang="en-US" sz="1800" spc="-1" strike="noStrike">
                <a:solidFill>
                  <a:srgbClr val="ffffff"/>
                </a:solidFill>
                <a:latin typeface="Arial"/>
              </a:rPr>
              <a:t>Analyze the problem mathematically</a:t>
            </a:r>
            <a:endParaRPr b="0" lang="en-US" sz="1800" spc="-1" strike="noStrike">
              <a:solidFill>
                <a:srgbClr val="ffffff"/>
              </a:solidFill>
              <a:latin typeface="Arial"/>
            </a:endParaRPr>
          </a:p>
          <a:p>
            <a:pPr lvl="1" marL="432000" indent="-216000">
              <a:lnSpc>
                <a:spcPct val="100000"/>
              </a:lnSpc>
              <a:buClr>
                <a:srgbClr val="ffffff"/>
              </a:buClr>
              <a:buSzPct val="45000"/>
              <a:buFont typeface="Wingdings" charset="2"/>
              <a:buChar char=""/>
            </a:pPr>
            <a:r>
              <a:rPr b="0" lang="en-US" sz="1800" spc="-1" strike="noStrike">
                <a:solidFill>
                  <a:srgbClr val="ffffff"/>
                </a:solidFill>
                <a:latin typeface="Arial"/>
              </a:rPr>
              <a:t>Read previous works and try to generalize the previous solutions to cover your problem.</a:t>
            </a:r>
            <a:endParaRPr b="0" lang="en-US" sz="1800" spc="-1" strike="noStrike">
              <a:solidFill>
                <a:srgbClr val="ffffff"/>
              </a:solidFill>
              <a:latin typeface="Arial"/>
            </a:endParaRPr>
          </a:p>
          <a:p>
            <a:pPr lvl="1" marL="432000" indent="-216000">
              <a:lnSpc>
                <a:spcPct val="100000"/>
              </a:lnSpc>
              <a:buClr>
                <a:srgbClr val="ffffff"/>
              </a:buClr>
              <a:buSzPct val="45000"/>
              <a:buFont typeface="Wingdings" charset="2"/>
              <a:buChar char=""/>
            </a:pPr>
            <a:r>
              <a:rPr b="1" lang="en-US" sz="1800" spc="-1" strike="noStrike">
                <a:solidFill>
                  <a:srgbClr val="ffffff"/>
                </a:solidFill>
                <a:latin typeface="Arial"/>
              </a:rPr>
              <a:t>Test your solution on various input/output data of the problem.</a:t>
            </a:r>
            <a:endParaRPr b="0" lang="en-US" sz="1800" spc="-1" strike="noStrike">
              <a:solidFill>
                <a:srgbClr val="ffffff"/>
              </a:solidFill>
              <a:latin typeface="Arial"/>
            </a:endParaRPr>
          </a:p>
          <a:p>
            <a:pPr lvl="1" marL="432000" indent="-216000">
              <a:lnSpc>
                <a:spcPct val="100000"/>
              </a:lnSpc>
              <a:buClr>
                <a:srgbClr val="ffffff"/>
              </a:buClr>
              <a:buSzPct val="45000"/>
              <a:buFont typeface="Wingdings" charset="2"/>
              <a:buChar char=""/>
            </a:pPr>
            <a:r>
              <a:rPr b="1" lang="en-US" sz="2400" spc="-1" strike="noStrike">
                <a:solidFill>
                  <a:srgbClr val="ffffff"/>
                </a:solidFill>
                <a:latin typeface="Arial"/>
              </a:rPr>
              <a:t>Analytical proof exists BUT can not be easily generalized !</a:t>
            </a:r>
            <a:endParaRPr b="0" lang="en-US" sz="2400" spc="-1" strike="noStrike">
              <a:solidFill>
                <a:srgbClr val="ffffff"/>
              </a:solidFill>
              <a:latin typeface="Arial"/>
            </a:endParaRPr>
          </a:p>
        </p:txBody>
      </p:sp>
      <p:sp>
        <p:nvSpPr>
          <p:cNvPr id="1343" name=""/>
          <p:cNvSpPr/>
          <p:nvPr/>
        </p:nvSpPr>
        <p:spPr>
          <a:xfrm>
            <a:off x="457200" y="3663000"/>
            <a:ext cx="11424600" cy="2280600"/>
          </a:xfrm>
          <a:prstGeom prst="rect">
            <a:avLst/>
          </a:prstGeom>
          <a:noFill/>
          <a:ln w="0">
            <a:solidFill>
              <a:srgbClr val="ffffff"/>
            </a:solid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Solving problems with ML/DL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lvl="1" marL="432000" indent="-216000">
              <a:lnSpc>
                <a:spcPct val="100000"/>
              </a:lnSpc>
              <a:buClr>
                <a:srgbClr val="ffffff"/>
              </a:buClr>
              <a:buSzPct val="45000"/>
              <a:buFont typeface="Wingdings" charset="2"/>
              <a:buChar char=""/>
            </a:pPr>
            <a:r>
              <a:rPr b="0" lang="en-US" sz="1800" spc="-1" strike="noStrike">
                <a:solidFill>
                  <a:srgbClr val="ffffff"/>
                </a:solidFill>
                <a:latin typeface="Arial"/>
              </a:rPr>
              <a:t>Collect real data for the problem.</a:t>
            </a:r>
            <a:endParaRPr b="0" lang="en-US" sz="1800" spc="-1" strike="noStrike">
              <a:solidFill>
                <a:srgbClr val="ffffff"/>
              </a:solidFill>
              <a:latin typeface="Arial"/>
            </a:endParaRPr>
          </a:p>
          <a:p>
            <a:pPr lvl="1" marL="432000" indent="-216000">
              <a:lnSpc>
                <a:spcPct val="100000"/>
              </a:lnSpc>
              <a:buClr>
                <a:srgbClr val="ffffff"/>
              </a:buClr>
              <a:buSzPct val="45000"/>
              <a:buFont typeface="Wingdings" charset="2"/>
              <a:buChar char=""/>
            </a:pPr>
            <a:r>
              <a:rPr b="0" lang="en-US" sz="1800" spc="-1" strike="noStrike">
                <a:solidFill>
                  <a:srgbClr val="ffffff"/>
                </a:solidFill>
                <a:latin typeface="Arial"/>
              </a:rPr>
              <a:t>Choose the ML/DL Architecture to use. ( SVM, CNN, Transformer, …. )</a:t>
            </a:r>
            <a:endParaRPr b="0" lang="en-US" sz="1800" spc="-1" strike="noStrike">
              <a:solidFill>
                <a:srgbClr val="ffffff"/>
              </a:solidFill>
              <a:latin typeface="Arial"/>
            </a:endParaRPr>
          </a:p>
          <a:p>
            <a:pPr lvl="1" marL="432000" indent="-216000">
              <a:lnSpc>
                <a:spcPct val="100000"/>
              </a:lnSpc>
              <a:buClr>
                <a:srgbClr val="ffffff"/>
              </a:buClr>
              <a:buSzPct val="45000"/>
              <a:buFont typeface="Wingdings" charset="2"/>
              <a:buChar char=""/>
            </a:pPr>
            <a:r>
              <a:rPr b="0" lang="en-US" sz="1800" spc="-1" strike="noStrike">
                <a:solidFill>
                  <a:srgbClr val="ffffff"/>
                </a:solidFill>
                <a:latin typeface="Arial"/>
              </a:rPr>
              <a:t>Train, Validate and Test</a:t>
            </a:r>
            <a:endParaRPr b="0" lang="en-US" sz="1800" spc="-1" strike="noStrike">
              <a:solidFill>
                <a:srgbClr val="ffffff"/>
              </a:solidFill>
              <a:latin typeface="Arial"/>
            </a:endParaRPr>
          </a:p>
          <a:p>
            <a:pPr lvl="1" marL="432000" indent="-216000">
              <a:lnSpc>
                <a:spcPct val="100000"/>
              </a:lnSpc>
              <a:buClr>
                <a:srgbClr val="ffffff"/>
              </a:buClr>
              <a:buSzPct val="45000"/>
              <a:buFont typeface="Wingdings" charset="2"/>
              <a:buChar char=""/>
            </a:pPr>
            <a:r>
              <a:rPr b="1" lang="en-US" sz="2000" spc="-1" strike="noStrike">
                <a:solidFill>
                  <a:srgbClr val="ffffff"/>
                </a:solidFill>
                <a:latin typeface="Arial"/>
              </a:rPr>
              <a:t>Good generalization BUT no analytical proof and DEPENDS ON THE DATA QUALITY !</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4"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1.3 – Why ML is “data + optimization + models”</a:t>
            </a:r>
            <a:endParaRPr b="0" lang="en-US" sz="3200" spc="-1" strike="noStrike">
              <a:solidFill>
                <a:srgbClr val="ffffff"/>
              </a:solidFill>
              <a:latin typeface="Arial"/>
            </a:endParaRPr>
          </a:p>
        </p:txBody>
      </p:sp>
      <p:sp>
        <p:nvSpPr>
          <p:cNvPr id="1345" name=""/>
          <p:cNvSpPr/>
          <p:nvPr/>
        </p:nvSpPr>
        <p:spPr>
          <a:xfrm>
            <a:off x="142200" y="1661040"/>
            <a:ext cx="2738880" cy="365328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1" lang="en-US" sz="1800" spc="-1" strike="noStrike">
                <a:solidFill>
                  <a:srgbClr val="000000"/>
                </a:solidFill>
                <a:latin typeface="Arial"/>
              </a:rPr>
              <a:t>DATA</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Provides examples for learning </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Contains patterns and relationships </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%90 of ML Project</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Example: Images, text, audio, sensor readings </a:t>
            </a:r>
            <a:endParaRPr b="0" lang="en-US" sz="1800" spc="-1" strike="noStrike">
              <a:solidFill>
                <a:srgbClr val="000000"/>
              </a:solidFill>
              <a:latin typeface="Arial"/>
            </a:endParaRPr>
          </a:p>
        </p:txBody>
      </p:sp>
      <p:sp>
        <p:nvSpPr>
          <p:cNvPr id="1346" name=""/>
          <p:cNvSpPr/>
          <p:nvPr/>
        </p:nvSpPr>
        <p:spPr>
          <a:xfrm>
            <a:off x="4658400" y="1661040"/>
            <a:ext cx="2967480" cy="296748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1" lang="en-US" sz="1800" spc="-1" strike="noStrike">
                <a:solidFill>
                  <a:srgbClr val="000000"/>
                </a:solidFill>
                <a:latin typeface="Arial"/>
              </a:rPr>
              <a:t>MODEL</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A mathematical function with adjustable parameters </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Learns to represent patterns in the data </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Example: Linear regression, neural networks  </a:t>
            </a:r>
            <a:endParaRPr b="0" lang="en-US" sz="1800" spc="-1" strike="noStrike">
              <a:solidFill>
                <a:srgbClr val="000000"/>
              </a:solidFill>
              <a:latin typeface="Arial"/>
            </a:endParaRPr>
          </a:p>
        </p:txBody>
      </p:sp>
      <p:sp>
        <p:nvSpPr>
          <p:cNvPr id="1347" name=""/>
          <p:cNvSpPr/>
          <p:nvPr/>
        </p:nvSpPr>
        <p:spPr>
          <a:xfrm>
            <a:off x="9001800" y="1661040"/>
            <a:ext cx="2967480" cy="296748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1" lang="en-US" sz="1800" spc="-1" strike="noStrike">
                <a:solidFill>
                  <a:srgbClr val="000000"/>
                </a:solidFill>
                <a:latin typeface="Arial"/>
              </a:rPr>
              <a:t>OPTIMIZATION</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Adjusts the model parameters </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Reduces prediction errors </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rPr>
              <a:t>Example: Gradient Descent </a:t>
            </a:r>
            <a:endParaRPr b="0" lang="en-US" sz="1800" spc="-1" strike="noStrike">
              <a:solidFill>
                <a:srgbClr val="000000"/>
              </a:solidFill>
              <a:latin typeface="Arial"/>
            </a:endParaRPr>
          </a:p>
        </p:txBody>
      </p:sp>
      <p:sp>
        <p:nvSpPr>
          <p:cNvPr id="1348" name=""/>
          <p:cNvSpPr/>
          <p:nvPr/>
        </p:nvSpPr>
        <p:spPr>
          <a:xfrm>
            <a:off x="7675200" y="3265200"/>
            <a:ext cx="1824480" cy="910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Adjust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Parameters</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(Weights)</a:t>
            </a:r>
            <a:endParaRPr b="0" lang="en-US" sz="1800" spc="-1" strike="noStrike">
              <a:solidFill>
                <a:srgbClr val="ffffff"/>
              </a:solidFill>
              <a:latin typeface="Arial"/>
            </a:endParaRPr>
          </a:p>
        </p:txBody>
      </p:sp>
      <p:sp>
        <p:nvSpPr>
          <p:cNvPr id="1349" name=""/>
          <p:cNvSpPr/>
          <p:nvPr/>
        </p:nvSpPr>
        <p:spPr>
          <a:xfrm>
            <a:off x="7629840" y="1829160"/>
            <a:ext cx="2053080" cy="910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Loss Value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Predicted</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a:t>
            </a:r>
            <a:r>
              <a:rPr b="0" lang="en-US" sz="1800" spc="-1" strike="noStrike">
                <a:solidFill>
                  <a:srgbClr val="ffffff"/>
                </a:solidFill>
                <a:latin typeface="Arial"/>
              </a:rPr>
              <a:t>- Real) </a:t>
            </a:r>
            <a:endParaRPr b="0" lang="en-US" sz="1800" spc="-1" strike="noStrike">
              <a:solidFill>
                <a:srgbClr val="ffffff"/>
              </a:solidFill>
              <a:latin typeface="Arial"/>
            </a:endParaRPr>
          </a:p>
        </p:txBody>
      </p:sp>
      <p:sp>
        <p:nvSpPr>
          <p:cNvPr id="1350" name=""/>
          <p:cNvSpPr/>
          <p:nvPr/>
        </p:nvSpPr>
        <p:spPr>
          <a:xfrm>
            <a:off x="2971800" y="1661040"/>
            <a:ext cx="1824840" cy="910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Input and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Corresponding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Outputs</a:t>
            </a:r>
            <a:endParaRPr b="0" lang="en-US" sz="1800" spc="-1" strike="noStrike">
              <a:solidFill>
                <a:srgbClr val="ffffff"/>
              </a:solidFill>
              <a:latin typeface="Arial"/>
            </a:endParaRPr>
          </a:p>
        </p:txBody>
      </p:sp>
      <p:sp>
        <p:nvSpPr>
          <p:cNvPr id="1351" name=""/>
          <p:cNvSpPr/>
          <p:nvPr/>
        </p:nvSpPr>
        <p:spPr>
          <a:xfrm>
            <a:off x="2885040" y="2971800"/>
            <a:ext cx="1773360" cy="360"/>
          </a:xfrm>
          <a:prstGeom prst="line">
            <a:avLst/>
          </a:prstGeom>
          <a:ln w="0">
            <a:solidFill>
              <a:srgbClr val="ffffff"/>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52" name=""/>
          <p:cNvSpPr/>
          <p:nvPr/>
        </p:nvSpPr>
        <p:spPr>
          <a:xfrm>
            <a:off x="7629840" y="3886200"/>
            <a:ext cx="1371960" cy="360"/>
          </a:xfrm>
          <a:prstGeom prst="line">
            <a:avLst/>
          </a:prstGeom>
          <a:ln w="0">
            <a:solidFill>
              <a:srgbClr val="ffffff"/>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53" name=""/>
          <p:cNvSpPr/>
          <p:nvPr/>
        </p:nvSpPr>
        <p:spPr>
          <a:xfrm>
            <a:off x="7630200" y="2806200"/>
            <a:ext cx="1371960" cy="360"/>
          </a:xfrm>
          <a:prstGeom prst="line">
            <a:avLst/>
          </a:prstGeom>
          <a:ln w="0">
            <a:solidFill>
              <a:srgbClr val="ffffff"/>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4"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1.3 – Why ML is “data + optimization + models”</a:t>
            </a:r>
            <a:endParaRPr b="0" lang="en-US" sz="3200" spc="-1" strike="noStrike">
              <a:solidFill>
                <a:srgbClr val="ffffff"/>
              </a:solidFill>
              <a:latin typeface="Arial"/>
            </a:endParaRPr>
          </a:p>
        </p:txBody>
      </p:sp>
      <p:sp>
        <p:nvSpPr>
          <p:cNvPr id="1355" name=""/>
          <p:cNvSpPr/>
          <p:nvPr/>
        </p:nvSpPr>
        <p:spPr>
          <a:xfrm>
            <a:off x="685800" y="2286000"/>
            <a:ext cx="7539840" cy="2771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ffffff"/>
              </a:solidFill>
              <a:latin typeface="Arial"/>
            </a:endParaRPr>
          </a:p>
          <a:p>
            <a:pPr>
              <a:lnSpc>
                <a:spcPct val="100000"/>
              </a:lnSpc>
            </a:pPr>
            <a:r>
              <a:rPr b="0" lang="en-US" sz="2000" spc="-1" strike="noStrike">
                <a:solidFill>
                  <a:srgbClr val="ffffff"/>
                </a:solidFill>
                <a:latin typeface="Arial"/>
              </a:rPr>
              <a:t>Data provides training examples. </a:t>
            </a: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a:p>
            <a:pPr>
              <a:lnSpc>
                <a:spcPct val="100000"/>
              </a:lnSpc>
            </a:pPr>
            <a:r>
              <a:rPr b="0" lang="en-US" sz="2000" spc="-1" strike="noStrike">
                <a:solidFill>
                  <a:srgbClr val="ffffff"/>
                </a:solidFill>
                <a:latin typeface="Arial"/>
              </a:rPr>
              <a:t>The model makes predictions. </a:t>
            </a: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a:p>
            <a:pPr>
              <a:lnSpc>
                <a:spcPct val="100000"/>
              </a:lnSpc>
            </a:pPr>
            <a:r>
              <a:rPr b="0" lang="en-US" sz="2000" spc="-1" strike="noStrike">
                <a:solidFill>
                  <a:srgbClr val="ffffff"/>
                </a:solidFill>
                <a:latin typeface="Arial"/>
              </a:rPr>
              <a:t>The loss measures prediction error. </a:t>
            </a: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a:p>
            <a:pPr>
              <a:lnSpc>
                <a:spcPct val="100000"/>
              </a:lnSpc>
            </a:pPr>
            <a:r>
              <a:rPr b="0" lang="en-US" sz="2000" spc="-1" strike="noStrike">
                <a:solidFill>
                  <a:srgbClr val="ffffff"/>
                </a:solidFill>
                <a:latin typeface="Arial"/>
              </a:rPr>
              <a:t>Optimization updates the model parameters. </a:t>
            </a: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a:p>
            <a:pPr>
              <a:lnSpc>
                <a:spcPct val="100000"/>
              </a:lnSpc>
            </a:pPr>
            <a:r>
              <a:rPr b="0" lang="en-US" sz="2000" spc="-1" strike="noStrike">
                <a:solidFill>
                  <a:srgbClr val="ffffff"/>
                </a:solidFill>
                <a:latin typeface="Arial"/>
              </a:rPr>
              <a:t>The process repeats until the error is minimized</a:t>
            </a: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p:txBody>
      </p:sp>
      <p:sp>
        <p:nvSpPr>
          <p:cNvPr id="1356" name=""/>
          <p:cNvSpPr/>
          <p:nvPr/>
        </p:nvSpPr>
        <p:spPr>
          <a:xfrm>
            <a:off x="325800" y="914400"/>
            <a:ext cx="2282040" cy="68184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DATA</a:t>
            </a:r>
            <a:endParaRPr b="0" lang="en-US" sz="1800" spc="-1" strike="noStrike">
              <a:solidFill>
                <a:srgbClr val="000000"/>
              </a:solidFill>
              <a:latin typeface="Arial"/>
            </a:endParaRPr>
          </a:p>
        </p:txBody>
      </p:sp>
      <p:sp>
        <p:nvSpPr>
          <p:cNvPr id="1357" name=""/>
          <p:cNvSpPr/>
          <p:nvPr/>
        </p:nvSpPr>
        <p:spPr>
          <a:xfrm>
            <a:off x="3205800" y="914400"/>
            <a:ext cx="2282040" cy="68184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MODEL</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PREDICTS</a:t>
            </a:r>
            <a:endParaRPr b="0" lang="en-US" sz="1800" spc="-1" strike="noStrike">
              <a:solidFill>
                <a:srgbClr val="000000"/>
              </a:solidFill>
              <a:latin typeface="Arial"/>
            </a:endParaRPr>
          </a:p>
        </p:txBody>
      </p:sp>
      <p:sp>
        <p:nvSpPr>
          <p:cNvPr id="1358" name=""/>
          <p:cNvSpPr/>
          <p:nvPr/>
        </p:nvSpPr>
        <p:spPr>
          <a:xfrm>
            <a:off x="6085800" y="914400"/>
            <a:ext cx="2282040" cy="68184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COMPARE WITH TRUTH</a:t>
            </a:r>
            <a:endParaRPr b="0" lang="en-US" sz="1800" spc="-1" strike="noStrike">
              <a:solidFill>
                <a:srgbClr val="000000"/>
              </a:solidFill>
              <a:latin typeface="Arial"/>
            </a:endParaRPr>
          </a:p>
        </p:txBody>
      </p:sp>
      <p:sp>
        <p:nvSpPr>
          <p:cNvPr id="1359" name=""/>
          <p:cNvSpPr/>
          <p:nvPr/>
        </p:nvSpPr>
        <p:spPr>
          <a:xfrm>
            <a:off x="8965800" y="914400"/>
            <a:ext cx="2282040" cy="68184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COMPUTE THE LOSS</a:t>
            </a:r>
            <a:endParaRPr b="0" lang="en-US" sz="1800" spc="-1" strike="noStrike">
              <a:solidFill>
                <a:srgbClr val="000000"/>
              </a:solidFill>
              <a:latin typeface="Arial"/>
            </a:endParaRPr>
          </a:p>
        </p:txBody>
      </p:sp>
      <p:sp>
        <p:nvSpPr>
          <p:cNvPr id="1360" name=""/>
          <p:cNvSpPr/>
          <p:nvPr/>
        </p:nvSpPr>
        <p:spPr>
          <a:xfrm>
            <a:off x="2611800" y="1198800"/>
            <a:ext cx="588600" cy="360"/>
          </a:xfrm>
          <a:prstGeom prst="line">
            <a:avLst/>
          </a:prstGeom>
          <a:ln w="0">
            <a:solidFill>
              <a:srgbClr val="ffffff"/>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61" name=""/>
          <p:cNvSpPr/>
          <p:nvPr/>
        </p:nvSpPr>
        <p:spPr>
          <a:xfrm>
            <a:off x="5491800" y="1198800"/>
            <a:ext cx="588600" cy="360"/>
          </a:xfrm>
          <a:prstGeom prst="line">
            <a:avLst/>
          </a:prstGeom>
          <a:ln w="0">
            <a:solidFill>
              <a:srgbClr val="ffffff"/>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62" name=""/>
          <p:cNvSpPr/>
          <p:nvPr/>
        </p:nvSpPr>
        <p:spPr>
          <a:xfrm>
            <a:off x="8371800" y="1198800"/>
            <a:ext cx="588600" cy="360"/>
          </a:xfrm>
          <a:prstGeom prst="line">
            <a:avLst/>
          </a:prstGeom>
          <a:ln w="0">
            <a:solidFill>
              <a:srgbClr val="ffffff"/>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63" name=""/>
          <p:cNvSpPr/>
          <p:nvPr/>
        </p:nvSpPr>
        <p:spPr>
          <a:xfrm>
            <a:off x="8965800" y="2235600"/>
            <a:ext cx="2282040" cy="107064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OPTIMIZATION UPDATES THE MODEL PARAMETERS</a:t>
            </a:r>
            <a:endParaRPr b="0" lang="en-US" sz="1800" spc="-1" strike="noStrike">
              <a:solidFill>
                <a:srgbClr val="000000"/>
              </a:solidFill>
              <a:latin typeface="Arial"/>
            </a:endParaRPr>
          </a:p>
        </p:txBody>
      </p:sp>
      <p:sp>
        <p:nvSpPr>
          <p:cNvPr id="1364" name=""/>
          <p:cNvSpPr/>
          <p:nvPr/>
        </p:nvSpPr>
        <p:spPr>
          <a:xfrm>
            <a:off x="8965800" y="3992400"/>
            <a:ext cx="2282040" cy="68184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BETTER MODEL</a:t>
            </a:r>
            <a:endParaRPr b="0" lang="en-US" sz="1800" spc="-1" strike="noStrike">
              <a:solidFill>
                <a:srgbClr val="000000"/>
              </a:solidFill>
              <a:latin typeface="Arial"/>
            </a:endParaRPr>
          </a:p>
        </p:txBody>
      </p:sp>
      <p:sp>
        <p:nvSpPr>
          <p:cNvPr id="1365" name=""/>
          <p:cNvSpPr/>
          <p:nvPr/>
        </p:nvSpPr>
        <p:spPr>
          <a:xfrm>
            <a:off x="10094400" y="1623960"/>
            <a:ext cx="360" cy="588600"/>
          </a:xfrm>
          <a:prstGeom prst="line">
            <a:avLst/>
          </a:prstGeom>
          <a:ln w="0">
            <a:solidFill>
              <a:srgbClr val="ffffff"/>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66" name=""/>
          <p:cNvSpPr/>
          <p:nvPr/>
        </p:nvSpPr>
        <p:spPr>
          <a:xfrm>
            <a:off x="10094760" y="3359160"/>
            <a:ext cx="360" cy="588600"/>
          </a:xfrm>
          <a:prstGeom prst="line">
            <a:avLst/>
          </a:prstGeom>
          <a:ln w="0">
            <a:solidFill>
              <a:srgbClr val="ffffff"/>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7"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1.3 – Why ML is “data + optimization + models”</a:t>
            </a:r>
            <a:endParaRPr b="0" lang="en-US" sz="3200" spc="-1" strike="noStrike">
              <a:solidFill>
                <a:srgbClr val="ffffff"/>
              </a:solidFill>
              <a:latin typeface="Arial"/>
            </a:endParaRPr>
          </a:p>
        </p:txBody>
      </p:sp>
      <p:sp>
        <p:nvSpPr>
          <p:cNvPr id="1368" name=""/>
          <p:cNvSpPr/>
          <p:nvPr/>
        </p:nvSpPr>
        <p:spPr>
          <a:xfrm>
            <a:off x="477720" y="3835080"/>
            <a:ext cx="6479640" cy="2771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2000" spc="-1" strike="noStrike">
              <a:solidFill>
                <a:srgbClr val="ffffff"/>
              </a:solidFill>
              <a:latin typeface="Arial"/>
            </a:endParaRPr>
          </a:p>
          <a:p>
            <a:pPr>
              <a:lnSpc>
                <a:spcPct val="100000"/>
              </a:lnSpc>
            </a:pPr>
            <a:r>
              <a:rPr b="1" lang="en-US" sz="2000" spc="-1" strike="noStrike">
                <a:solidFill>
                  <a:srgbClr val="ffffff"/>
                </a:solidFill>
                <a:latin typeface="Arial"/>
              </a:rPr>
              <a:t>Data</a:t>
            </a:r>
            <a:r>
              <a:rPr b="0" lang="en-US" sz="2000" spc="-1" strike="noStrike">
                <a:solidFill>
                  <a:srgbClr val="ffffff"/>
                </a:solidFill>
                <a:latin typeface="Arial"/>
              </a:rPr>
              <a:t> tells the algorithm what to learn. </a:t>
            </a: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a:p>
            <a:pPr>
              <a:lnSpc>
                <a:spcPct val="100000"/>
              </a:lnSpc>
            </a:pPr>
            <a:r>
              <a:rPr b="1" lang="en-US" sz="2000" spc="-1" strike="noStrike">
                <a:solidFill>
                  <a:srgbClr val="ffffff"/>
                </a:solidFill>
                <a:latin typeface="Arial"/>
              </a:rPr>
              <a:t>Model</a:t>
            </a:r>
            <a:r>
              <a:rPr b="0" lang="en-US" sz="2000" spc="-1" strike="noStrike">
                <a:solidFill>
                  <a:srgbClr val="ffffff"/>
                </a:solidFill>
                <a:latin typeface="Arial"/>
              </a:rPr>
              <a:t> defines how knowledge is represented. </a:t>
            </a: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a:p>
            <a:pPr>
              <a:lnSpc>
                <a:spcPct val="100000"/>
              </a:lnSpc>
            </a:pPr>
            <a:r>
              <a:rPr b="1" lang="en-US" sz="2000" spc="-1" strike="noStrike">
                <a:solidFill>
                  <a:srgbClr val="ffffff"/>
                </a:solidFill>
                <a:latin typeface="Arial"/>
              </a:rPr>
              <a:t>Optimization</a:t>
            </a:r>
            <a:r>
              <a:rPr b="0" lang="en-US" sz="2000" spc="-1" strike="noStrike">
                <a:solidFill>
                  <a:srgbClr val="ffffff"/>
                </a:solidFill>
                <a:latin typeface="Arial"/>
              </a:rPr>
              <a:t> determines how the model improves. </a:t>
            </a: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a:p>
            <a:pPr>
              <a:lnSpc>
                <a:spcPct val="100000"/>
              </a:lnSpc>
            </a:pPr>
            <a:endParaRPr b="0" lang="en-US" sz="2000" spc="-1" strike="noStrike">
              <a:solidFill>
                <a:srgbClr val="ffffff"/>
              </a:solidFill>
              <a:latin typeface="Arial"/>
            </a:endParaRPr>
          </a:p>
        </p:txBody>
      </p:sp>
      <p:graphicFrame>
        <p:nvGraphicFramePr>
          <p:cNvPr id="1369" name=""/>
          <p:cNvGraphicFramePr/>
          <p:nvPr/>
        </p:nvGraphicFramePr>
        <p:xfrm>
          <a:off x="514800" y="1168920"/>
          <a:ext cx="8171640" cy="2260080"/>
        </p:xfrm>
        <a:graphic>
          <a:graphicData uri="http://schemas.openxmlformats.org/drawingml/2006/table">
            <a:tbl>
              <a:tblPr/>
              <a:tblGrid>
                <a:gridCol w="2148120"/>
                <a:gridCol w="6023880"/>
              </a:tblGrid>
              <a:tr h="564840">
                <a:tc>
                  <a:txBody>
                    <a:bodyPr lIns="36000" rIns="36000" anchor="t">
                      <a:noAutofit/>
                    </a:bodyPr>
                    <a:p>
                      <a:pPr>
                        <a:lnSpc>
                          <a:spcPct val="100000"/>
                        </a:lnSpc>
                      </a:pPr>
                      <a:r>
                        <a:rPr b="1" lang="en-US" sz="1800" spc="-1" strike="noStrike">
                          <a:solidFill>
                            <a:srgbClr val="ffffff"/>
                          </a:solidFill>
                          <a:latin typeface="Arial"/>
                        </a:rPr>
                        <a:t>Without</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1" lang="en-US" sz="1800" spc="-1" strike="noStrike">
                          <a:solidFill>
                            <a:srgbClr val="ffffff"/>
                          </a:solidFill>
                          <a:latin typeface="Arial"/>
                        </a:rPr>
                        <a:t>What Happens</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564840">
                <a:tc>
                  <a:txBody>
                    <a:bodyPr lIns="36000" rIns="36000" anchor="t">
                      <a:noAutofit/>
                    </a:bodyPr>
                    <a:p>
                      <a:pPr>
                        <a:lnSpc>
                          <a:spcPct val="100000"/>
                        </a:lnSpc>
                      </a:pPr>
                      <a:r>
                        <a:rPr b="0" lang="en-US" sz="1800" spc="-1" strike="noStrike">
                          <a:solidFill>
                            <a:srgbClr val="ffff38"/>
                          </a:solidFill>
                          <a:latin typeface="Arial"/>
                        </a:rPr>
                        <a:t>Data</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38"/>
                          </a:solidFill>
                          <a:latin typeface="Arial"/>
                        </a:rPr>
                        <a:t>No Information to learn from</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564840">
                <a:tc>
                  <a:txBody>
                    <a:bodyPr lIns="36000" rIns="36000" anchor="t">
                      <a:noAutofit/>
                    </a:bodyPr>
                    <a:p>
                      <a:pPr>
                        <a:lnSpc>
                          <a:spcPct val="100000"/>
                        </a:lnSpc>
                      </a:pPr>
                      <a:r>
                        <a:rPr b="0" lang="en-US" sz="1800" spc="-1" strike="noStrike">
                          <a:solidFill>
                            <a:srgbClr val="ffffff"/>
                          </a:solidFill>
                          <a:latin typeface="Arial"/>
                        </a:rPr>
                        <a:t>Model</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Arial"/>
                        </a:rPr>
                        <a:t>No function to represent the solution</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565560">
                <a:tc>
                  <a:txBody>
                    <a:bodyPr lIns="36000" rIns="36000" anchor="t">
                      <a:noAutofit/>
                    </a:bodyPr>
                    <a:p>
                      <a:pPr>
                        <a:lnSpc>
                          <a:spcPct val="100000"/>
                        </a:lnSpc>
                      </a:pPr>
                      <a:r>
                        <a:rPr b="0" lang="en-US" sz="1800" spc="-1" strike="noStrike">
                          <a:solidFill>
                            <a:srgbClr val="ffffff"/>
                          </a:solidFill>
                          <a:latin typeface="Arial"/>
                        </a:rPr>
                        <a:t>Optimization</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Arial"/>
                        </a:rPr>
                        <a:t>Model parameters never improve</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1370" name=""/>
          <p:cNvSpPr/>
          <p:nvPr/>
        </p:nvSpPr>
        <p:spPr>
          <a:xfrm>
            <a:off x="9144000" y="685800"/>
            <a:ext cx="2739600" cy="5482800"/>
          </a:xfrm>
          <a:prstGeom prst="rect">
            <a:avLst/>
          </a:prstGeom>
          <a:solidFill>
            <a:srgbClr val="808080"/>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371" name=""/>
          <p:cNvSpPr/>
          <p:nvPr/>
        </p:nvSpPr>
        <p:spPr>
          <a:xfrm>
            <a:off x="9514800" y="1143000"/>
            <a:ext cx="2053800" cy="4536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Cat Images</a:t>
            </a:r>
            <a:endParaRPr b="0" lang="en-US" sz="1800" spc="-1" strike="noStrike">
              <a:solidFill>
                <a:srgbClr val="000000"/>
              </a:solidFill>
              <a:latin typeface="Arial"/>
            </a:endParaRPr>
          </a:p>
        </p:txBody>
      </p:sp>
      <p:sp>
        <p:nvSpPr>
          <p:cNvPr id="1372" name=""/>
          <p:cNvSpPr/>
          <p:nvPr/>
        </p:nvSpPr>
        <p:spPr>
          <a:xfrm>
            <a:off x="9514800" y="1863000"/>
            <a:ext cx="2053800" cy="4536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Neural Network</a:t>
            </a:r>
            <a:endParaRPr b="0" lang="en-US" sz="1800" spc="-1" strike="noStrike">
              <a:solidFill>
                <a:srgbClr val="000000"/>
              </a:solidFill>
              <a:latin typeface="Arial"/>
            </a:endParaRPr>
          </a:p>
        </p:txBody>
      </p:sp>
      <p:sp>
        <p:nvSpPr>
          <p:cNvPr id="1373" name=""/>
          <p:cNvSpPr/>
          <p:nvPr/>
        </p:nvSpPr>
        <p:spPr>
          <a:xfrm>
            <a:off x="9514800" y="2583000"/>
            <a:ext cx="2053800" cy="4536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Prediction</a:t>
            </a:r>
            <a:endParaRPr b="0" lang="en-US" sz="1800" spc="-1" strike="noStrike">
              <a:solidFill>
                <a:srgbClr val="000000"/>
              </a:solidFill>
              <a:latin typeface="Arial"/>
            </a:endParaRPr>
          </a:p>
        </p:txBody>
      </p:sp>
      <p:sp>
        <p:nvSpPr>
          <p:cNvPr id="1374" name=""/>
          <p:cNvSpPr/>
          <p:nvPr/>
        </p:nvSpPr>
        <p:spPr>
          <a:xfrm>
            <a:off x="9514800" y="3303000"/>
            <a:ext cx="2053800" cy="4536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Error Loss</a:t>
            </a:r>
            <a:endParaRPr b="0" lang="en-US" sz="1800" spc="-1" strike="noStrike">
              <a:solidFill>
                <a:srgbClr val="000000"/>
              </a:solidFill>
              <a:latin typeface="Arial"/>
            </a:endParaRPr>
          </a:p>
        </p:txBody>
      </p:sp>
      <p:sp>
        <p:nvSpPr>
          <p:cNvPr id="1375" name=""/>
          <p:cNvSpPr/>
          <p:nvPr/>
        </p:nvSpPr>
        <p:spPr>
          <a:xfrm>
            <a:off x="9514800" y="4023000"/>
            <a:ext cx="2053800" cy="4536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Gradient Descent</a:t>
            </a:r>
            <a:endParaRPr b="0" lang="en-US" sz="1800" spc="-1" strike="noStrike">
              <a:solidFill>
                <a:srgbClr val="000000"/>
              </a:solidFill>
              <a:latin typeface="Arial"/>
            </a:endParaRPr>
          </a:p>
        </p:txBody>
      </p:sp>
      <p:sp>
        <p:nvSpPr>
          <p:cNvPr id="1376" name=""/>
          <p:cNvSpPr/>
          <p:nvPr/>
        </p:nvSpPr>
        <p:spPr>
          <a:xfrm>
            <a:off x="9514800" y="4743000"/>
            <a:ext cx="2053800" cy="7398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Improved </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Neural Network</a:t>
            </a:r>
            <a:endParaRPr b="0" lang="en-US" sz="1800" spc="-1" strike="noStrike">
              <a:solidFill>
                <a:srgbClr val="000000"/>
              </a:solidFill>
              <a:latin typeface="Arial"/>
            </a:endParaRPr>
          </a:p>
        </p:txBody>
      </p:sp>
      <p:sp>
        <p:nvSpPr>
          <p:cNvPr id="1377" name=""/>
          <p:cNvSpPr/>
          <p:nvPr/>
        </p:nvSpPr>
        <p:spPr>
          <a:xfrm>
            <a:off x="9907200" y="347760"/>
            <a:ext cx="1313640" cy="453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EXAMPLE</a:t>
            </a:r>
            <a:endParaRPr b="0" lang="en-US" sz="1800" spc="-1" strike="noStrike">
              <a:solidFill>
                <a:srgbClr val="ffffff"/>
              </a:solidFill>
              <a:latin typeface="Arial"/>
            </a:endParaRPr>
          </a:p>
        </p:txBody>
      </p:sp>
      <p:sp>
        <p:nvSpPr>
          <p:cNvPr id="1378" name=""/>
          <p:cNvSpPr/>
          <p:nvPr/>
        </p:nvSpPr>
        <p:spPr>
          <a:xfrm>
            <a:off x="10515600" y="1600200"/>
            <a:ext cx="360" cy="262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79" name=""/>
          <p:cNvSpPr/>
          <p:nvPr/>
        </p:nvSpPr>
        <p:spPr>
          <a:xfrm>
            <a:off x="10515600" y="2320200"/>
            <a:ext cx="360" cy="262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80" name=""/>
          <p:cNvSpPr/>
          <p:nvPr/>
        </p:nvSpPr>
        <p:spPr>
          <a:xfrm>
            <a:off x="10515600" y="3040200"/>
            <a:ext cx="360" cy="262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81" name=""/>
          <p:cNvSpPr/>
          <p:nvPr/>
        </p:nvSpPr>
        <p:spPr>
          <a:xfrm>
            <a:off x="10515600" y="3760200"/>
            <a:ext cx="360" cy="262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382" name=""/>
          <p:cNvSpPr/>
          <p:nvPr/>
        </p:nvSpPr>
        <p:spPr>
          <a:xfrm>
            <a:off x="10515600" y="4480200"/>
            <a:ext cx="360" cy="262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3"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2 - How ML Systems Actually Work</a:t>
            </a:r>
            <a:endParaRPr b="0" lang="en-US" sz="3200" spc="-1" strike="noStrike">
              <a:solidFill>
                <a:srgbClr val="ffffff"/>
              </a:solidFill>
              <a:latin typeface="Arial"/>
            </a:endParaRPr>
          </a:p>
        </p:txBody>
      </p:sp>
      <p:sp>
        <p:nvSpPr>
          <p:cNvPr id="1384" name="Text 2"/>
          <p:cNvSpPr/>
          <p:nvPr/>
        </p:nvSpPr>
        <p:spPr>
          <a:xfrm>
            <a:off x="457200" y="831600"/>
            <a:ext cx="11421360" cy="547632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Dataset → training → model → inference pipeline</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Train/test split, overfitting (intuition, not math-heavy)</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Loss function intuition</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Feature vs representation learning</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ML Model Evaluation : False Positive, Precision, Recall, Accuracy, Confusion Matrix</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5"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2.1 - Dataset → training → model → inference pipeline</a:t>
            </a:r>
            <a:endParaRPr b="0" lang="en-US" sz="3200" spc="-1" strike="noStrike">
              <a:solidFill>
                <a:srgbClr val="ffffff"/>
              </a:solidFill>
              <a:latin typeface="Arial"/>
            </a:endParaRPr>
          </a:p>
        </p:txBody>
      </p:sp>
      <p:sp>
        <p:nvSpPr>
          <p:cNvPr id="1386" name=""/>
          <p:cNvSpPr/>
          <p:nvPr/>
        </p:nvSpPr>
        <p:spPr>
          <a:xfrm>
            <a:off x="1143000" y="137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87" name=""/>
          <p:cNvSpPr/>
          <p:nvPr/>
        </p:nvSpPr>
        <p:spPr>
          <a:xfrm>
            <a:off x="685800" y="137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PROBLEM DEFINITION</a:t>
            </a:r>
            <a:endParaRPr b="0" lang="en-US" sz="2200" spc="-1" strike="noStrike">
              <a:solidFill>
                <a:srgbClr val="ffffff"/>
              </a:solidFill>
              <a:latin typeface="Arial"/>
            </a:endParaRPr>
          </a:p>
        </p:txBody>
      </p:sp>
      <p:sp>
        <p:nvSpPr>
          <p:cNvPr id="1388" name=""/>
          <p:cNvSpPr/>
          <p:nvPr/>
        </p:nvSpPr>
        <p:spPr>
          <a:xfrm>
            <a:off x="1143000" y="209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89" name=""/>
          <p:cNvSpPr/>
          <p:nvPr/>
        </p:nvSpPr>
        <p:spPr>
          <a:xfrm>
            <a:off x="685800" y="209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DATA COLLECTION</a:t>
            </a:r>
            <a:endParaRPr b="0" lang="en-US" sz="2200" spc="-1" strike="noStrike">
              <a:solidFill>
                <a:srgbClr val="ffffff"/>
              </a:solidFill>
              <a:latin typeface="Arial"/>
            </a:endParaRPr>
          </a:p>
        </p:txBody>
      </p:sp>
      <p:sp>
        <p:nvSpPr>
          <p:cNvPr id="1390" name=""/>
          <p:cNvSpPr/>
          <p:nvPr/>
        </p:nvSpPr>
        <p:spPr>
          <a:xfrm>
            <a:off x="1143000" y="281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91" name=""/>
          <p:cNvSpPr/>
          <p:nvPr/>
        </p:nvSpPr>
        <p:spPr>
          <a:xfrm>
            <a:off x="685800" y="281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DATA CLEANING</a:t>
            </a:r>
            <a:endParaRPr b="0" lang="en-US" sz="2200" spc="-1" strike="noStrike">
              <a:solidFill>
                <a:srgbClr val="ffffff"/>
              </a:solidFill>
              <a:latin typeface="Arial"/>
            </a:endParaRPr>
          </a:p>
        </p:txBody>
      </p:sp>
      <p:sp>
        <p:nvSpPr>
          <p:cNvPr id="1392" name=""/>
          <p:cNvSpPr/>
          <p:nvPr/>
        </p:nvSpPr>
        <p:spPr>
          <a:xfrm>
            <a:off x="1143000" y="353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93" name=""/>
          <p:cNvSpPr/>
          <p:nvPr/>
        </p:nvSpPr>
        <p:spPr>
          <a:xfrm>
            <a:off x="685800" y="353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FEATURE EXTRACTION</a:t>
            </a:r>
            <a:endParaRPr b="0" lang="en-US" sz="2200" spc="-1" strike="noStrike">
              <a:solidFill>
                <a:srgbClr val="ffffff"/>
              </a:solidFill>
              <a:latin typeface="Arial"/>
            </a:endParaRPr>
          </a:p>
        </p:txBody>
      </p:sp>
      <p:sp>
        <p:nvSpPr>
          <p:cNvPr id="1394" name=""/>
          <p:cNvSpPr/>
          <p:nvPr/>
        </p:nvSpPr>
        <p:spPr>
          <a:xfrm>
            <a:off x="1143000" y="425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95" name=""/>
          <p:cNvSpPr/>
          <p:nvPr/>
        </p:nvSpPr>
        <p:spPr>
          <a:xfrm>
            <a:off x="685800" y="425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TRAINING</a:t>
            </a:r>
            <a:endParaRPr b="0" lang="en-US" sz="2200" spc="-1" strike="noStrike">
              <a:solidFill>
                <a:srgbClr val="ffffff"/>
              </a:solidFill>
              <a:latin typeface="Arial"/>
            </a:endParaRPr>
          </a:p>
        </p:txBody>
      </p:sp>
      <p:sp>
        <p:nvSpPr>
          <p:cNvPr id="1396" name=""/>
          <p:cNvSpPr/>
          <p:nvPr/>
        </p:nvSpPr>
        <p:spPr>
          <a:xfrm>
            <a:off x="1143000" y="497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97" name=""/>
          <p:cNvSpPr/>
          <p:nvPr/>
        </p:nvSpPr>
        <p:spPr>
          <a:xfrm>
            <a:off x="685800" y="497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VALIDATION</a:t>
            </a:r>
            <a:endParaRPr b="0" lang="en-US" sz="2200" spc="-1" strike="noStrike">
              <a:solidFill>
                <a:srgbClr val="ffffff"/>
              </a:solidFill>
              <a:latin typeface="Arial"/>
            </a:endParaRPr>
          </a:p>
        </p:txBody>
      </p:sp>
      <p:sp>
        <p:nvSpPr>
          <p:cNvPr id="1398" name=""/>
          <p:cNvSpPr/>
          <p:nvPr/>
        </p:nvSpPr>
        <p:spPr>
          <a:xfrm>
            <a:off x="1143000" y="497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399" name=""/>
          <p:cNvSpPr/>
          <p:nvPr/>
        </p:nvSpPr>
        <p:spPr>
          <a:xfrm>
            <a:off x="685800" y="497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VALIDATION</a:t>
            </a:r>
            <a:endParaRPr b="0" lang="en-US" sz="2200" spc="-1" strike="noStrike">
              <a:solidFill>
                <a:srgbClr val="ffffff"/>
              </a:solidFill>
              <a:latin typeface="Arial"/>
            </a:endParaRPr>
          </a:p>
        </p:txBody>
      </p:sp>
      <p:sp>
        <p:nvSpPr>
          <p:cNvPr id="1400" name=""/>
          <p:cNvSpPr/>
          <p:nvPr/>
        </p:nvSpPr>
        <p:spPr>
          <a:xfrm>
            <a:off x="1143000" y="569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1" lang="en-US" sz="2400" spc="-1" strike="noStrike">
                <a:solidFill>
                  <a:srgbClr val="000000"/>
                </a:solidFill>
                <a:latin typeface="Arial"/>
              </a:rPr>
              <a:t>TESTING</a:t>
            </a:r>
            <a:endParaRPr b="0" lang="en-US" sz="2400" spc="-1" strike="noStrike">
              <a:solidFill>
                <a:srgbClr val="000000"/>
              </a:solidFill>
              <a:latin typeface="Arial"/>
            </a:endParaRPr>
          </a:p>
        </p:txBody>
      </p:sp>
      <p:sp>
        <p:nvSpPr>
          <p:cNvPr id="1401" name=""/>
          <p:cNvSpPr/>
          <p:nvPr/>
        </p:nvSpPr>
        <p:spPr>
          <a:xfrm>
            <a:off x="5463000" y="245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402" name=""/>
          <p:cNvSpPr/>
          <p:nvPr/>
        </p:nvSpPr>
        <p:spPr>
          <a:xfrm>
            <a:off x="5005800" y="245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DATA VISUALIZATION</a:t>
            </a:r>
            <a:endParaRPr b="0" lang="en-US" sz="2200" spc="-1" strike="noStrike">
              <a:solidFill>
                <a:srgbClr val="ffffff"/>
              </a:solidFill>
              <a:latin typeface="Arial"/>
            </a:endParaRPr>
          </a:p>
        </p:txBody>
      </p:sp>
      <p:sp>
        <p:nvSpPr>
          <p:cNvPr id="1403" name=""/>
          <p:cNvSpPr/>
          <p:nvPr/>
        </p:nvSpPr>
        <p:spPr>
          <a:xfrm>
            <a:off x="5463000" y="5331600"/>
            <a:ext cx="4106160" cy="394200"/>
          </a:xfrm>
          <a:prstGeom prst="roundRect">
            <a:avLst>
              <a:gd name="adj" fmla="val 16667"/>
            </a:avLst>
          </a:prstGeom>
          <a:solidFill>
            <a:srgbClr val="b2b2b2"/>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404" name=""/>
          <p:cNvSpPr/>
          <p:nvPr/>
        </p:nvSpPr>
        <p:spPr>
          <a:xfrm>
            <a:off x="5005800" y="5331600"/>
            <a:ext cx="5020560" cy="70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200" spc="-1" strike="noStrike">
                <a:solidFill>
                  <a:srgbClr val="000000"/>
                </a:solidFill>
                <a:latin typeface="Arial"/>
              </a:rPr>
              <a:t>REPORT GENERATION</a:t>
            </a:r>
            <a:endParaRPr b="0" lang="en-US" sz="2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5"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2.1 - Dataset → training → model → inference pipeline</a:t>
            </a:r>
            <a:endParaRPr b="0" lang="en-US" sz="3200" spc="-1" strike="noStrike">
              <a:solidFill>
                <a:srgbClr val="ffffff"/>
              </a:solidFill>
              <a:latin typeface="Arial"/>
            </a:endParaRPr>
          </a:p>
        </p:txBody>
      </p:sp>
      <p:pic>
        <p:nvPicPr>
          <p:cNvPr id="1406" name="" descr=""/>
          <p:cNvPicPr/>
          <p:nvPr/>
        </p:nvPicPr>
        <p:blipFill>
          <a:blip r:embed="rId1"/>
          <a:stretch/>
        </p:blipFill>
        <p:spPr>
          <a:xfrm>
            <a:off x="457200" y="592200"/>
            <a:ext cx="10888560" cy="5937480"/>
          </a:xfrm>
          <a:prstGeom prst="rect">
            <a:avLst/>
          </a:prstGeom>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7"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2.2 - Train/test split, overfitting (intuition, not math-heavy)</a:t>
            </a:r>
            <a:endParaRPr b="0" lang="en-US" sz="3200" spc="-1" strike="noStrike">
              <a:solidFill>
                <a:srgbClr val="ffffff"/>
              </a:solidFill>
              <a:latin typeface="Arial"/>
            </a:endParaRPr>
          </a:p>
        </p:txBody>
      </p:sp>
      <p:pic>
        <p:nvPicPr>
          <p:cNvPr id="1408" name="" descr=""/>
          <p:cNvPicPr/>
          <p:nvPr/>
        </p:nvPicPr>
        <p:blipFill>
          <a:blip r:embed="rId1"/>
          <a:stretch/>
        </p:blipFill>
        <p:spPr>
          <a:xfrm>
            <a:off x="795600" y="703440"/>
            <a:ext cx="10596960" cy="577836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9"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2.2 - Train/test split, overfitting (intuition, not math-heavy)</a:t>
            </a:r>
            <a:endParaRPr b="0" lang="en-US" sz="3200" spc="-1" strike="noStrike">
              <a:solidFill>
                <a:srgbClr val="ffffff"/>
              </a:solidFill>
              <a:latin typeface="Arial"/>
            </a:endParaRPr>
          </a:p>
        </p:txBody>
      </p:sp>
      <p:pic>
        <p:nvPicPr>
          <p:cNvPr id="1410" name="" descr=""/>
          <p:cNvPicPr/>
          <p:nvPr/>
        </p:nvPicPr>
        <p:blipFill>
          <a:blip r:embed="rId1"/>
          <a:stretch/>
        </p:blipFill>
        <p:spPr>
          <a:xfrm>
            <a:off x="2665080" y="685800"/>
            <a:ext cx="6858000" cy="571320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1"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2.2 - Preventing overfitting </a:t>
            </a:r>
            <a:endParaRPr b="0" lang="en-US" sz="3200" spc="-1" strike="noStrike">
              <a:solidFill>
                <a:srgbClr val="ffffff"/>
              </a:solidFill>
              <a:latin typeface="Arial"/>
            </a:endParaRPr>
          </a:p>
        </p:txBody>
      </p:sp>
      <p:sp>
        <p:nvSpPr>
          <p:cNvPr id="1412" name=""/>
          <p:cNvSpPr/>
          <p:nvPr/>
        </p:nvSpPr>
        <p:spPr>
          <a:xfrm>
            <a:off x="339120" y="1024920"/>
            <a:ext cx="11315880" cy="3341880"/>
          </a:xfrm>
          <a:prstGeom prst="rect">
            <a:avLst/>
          </a:prstGeom>
          <a:noFill/>
          <a:ln w="0">
            <a:noFill/>
          </a:ln>
        </p:spPr>
        <p:style>
          <a:lnRef idx="0"/>
          <a:fillRef idx="0"/>
          <a:effectRef idx="0"/>
          <a:fontRef idx="minor"/>
        </p:style>
        <p:txBody>
          <a:bodyPr lIns="90000" rIns="90000" tIns="45000" bIns="45000" anchor="t">
            <a:noAutofit/>
          </a:bodyPr>
          <a:p>
            <a:pPr marL="216000" indent="-216000">
              <a:lnSpc>
                <a:spcPct val="100000"/>
              </a:lnSpc>
              <a:spcBef>
                <a:spcPts val="5185"/>
              </a:spcBef>
              <a:buClr>
                <a:srgbClr val="ffffff"/>
              </a:buClr>
              <a:buFont typeface="OpenSymbol"/>
              <a:buAutoNum type="arabicPeriod"/>
            </a:pPr>
            <a:r>
              <a:rPr b="0" lang="en-US" sz="1800" spc="-1" strike="noStrike">
                <a:solidFill>
                  <a:srgbClr val="ffffff"/>
                </a:solidFill>
                <a:latin typeface="Arial"/>
              </a:rPr>
              <a:t>Regularization : Constraining the Model, L1, L2, Elastic, Dropout</a:t>
            </a:r>
            <a:endParaRPr b="0" lang="en-US" sz="1800" spc="-1" strike="noStrike">
              <a:solidFill>
                <a:srgbClr val="ffffff"/>
              </a:solidFill>
              <a:latin typeface="Arial"/>
            </a:endParaRPr>
          </a:p>
          <a:p>
            <a:pPr marL="216000" indent="-216000">
              <a:lnSpc>
                <a:spcPct val="100000"/>
              </a:lnSpc>
              <a:spcBef>
                <a:spcPts val="5185"/>
              </a:spcBef>
              <a:buClr>
                <a:srgbClr val="ffffff"/>
              </a:buClr>
              <a:buFont typeface="OpenSymbol"/>
              <a:buAutoNum type="arabicPeriod"/>
            </a:pPr>
            <a:r>
              <a:rPr b="0" lang="en-US" sz="1800" spc="-1" strike="noStrike">
                <a:solidFill>
                  <a:srgbClr val="ffffff"/>
                </a:solidFill>
                <a:latin typeface="Arial"/>
              </a:rPr>
              <a:t>Modifying the Data : Collect More Data, Augmentation, Feature Selection/Reduction</a:t>
            </a:r>
            <a:endParaRPr b="0" lang="en-US" sz="1800" spc="-1" strike="noStrike">
              <a:solidFill>
                <a:srgbClr val="ffffff"/>
              </a:solidFill>
              <a:latin typeface="Arial"/>
            </a:endParaRPr>
          </a:p>
          <a:p>
            <a:pPr marL="216000" indent="-216000">
              <a:lnSpc>
                <a:spcPct val="100000"/>
              </a:lnSpc>
              <a:spcBef>
                <a:spcPts val="5185"/>
              </a:spcBef>
              <a:buClr>
                <a:srgbClr val="ffffff"/>
              </a:buClr>
              <a:buFont typeface="OpenSymbol"/>
              <a:buAutoNum type="arabicPeriod"/>
            </a:pPr>
            <a:r>
              <a:rPr b="0" lang="en-US" sz="1800" spc="-1" strike="noStrike">
                <a:solidFill>
                  <a:srgbClr val="ffffff"/>
                </a:solidFill>
                <a:latin typeface="Arial"/>
              </a:rPr>
              <a:t>Adjusting Training Process : Early Stopping, Cross-Validation</a:t>
            </a:r>
            <a:endParaRPr b="0" lang="en-US" sz="1800" spc="-1" strike="noStrike">
              <a:solidFill>
                <a:srgbClr val="ffffff"/>
              </a:solidFill>
              <a:latin typeface="Arial"/>
            </a:endParaRPr>
          </a:p>
          <a:p>
            <a:pPr marL="216000" indent="-216000">
              <a:lnSpc>
                <a:spcPct val="100000"/>
              </a:lnSpc>
              <a:spcBef>
                <a:spcPts val="5185"/>
              </a:spcBef>
              <a:buClr>
                <a:srgbClr val="ffffff"/>
              </a:buClr>
              <a:buFont typeface="OpenSymbol"/>
              <a:buAutoNum type="arabicPeriod"/>
            </a:pPr>
            <a:r>
              <a:rPr b="0" lang="en-US" sz="1800" spc="-1" strike="noStrike">
                <a:solidFill>
                  <a:srgbClr val="ffffff"/>
                </a:solidFill>
                <a:latin typeface="Arial"/>
              </a:rPr>
              <a:t>Architectural Control and Ensembling : Reduce Model Capacity, </a:t>
            </a:r>
            <a:r>
              <a:rPr b="1" lang="en-US" sz="1800" spc="-1" strike="noStrike">
                <a:solidFill>
                  <a:srgbClr val="ffffff"/>
                </a:solidFill>
                <a:latin typeface="Arial"/>
              </a:rPr>
              <a:t>Ensemble Methods (Multiple Small models instead of 1 big model)</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3"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2.3 – Loss Function Intuition</a:t>
            </a:r>
            <a:endParaRPr b="0" lang="en-US" sz="3200" spc="-1" strike="noStrike">
              <a:solidFill>
                <a:srgbClr val="ffffff"/>
              </a:solidFill>
              <a:latin typeface="Arial"/>
            </a:endParaRPr>
          </a:p>
        </p:txBody>
      </p:sp>
      <p:graphicFrame>
        <p:nvGraphicFramePr>
          <p:cNvPr id="1414" name=""/>
          <p:cNvGraphicFramePr/>
          <p:nvPr/>
        </p:nvGraphicFramePr>
        <p:xfrm>
          <a:off x="246960" y="1210680"/>
          <a:ext cx="2963880" cy="2552760"/>
        </p:xfrm>
        <a:graphic>
          <a:graphicData uri="http://schemas.openxmlformats.org/drawingml/2006/table">
            <a:tbl>
              <a:tblPr/>
              <a:tblGrid>
                <a:gridCol w="383400"/>
                <a:gridCol w="546120"/>
                <a:gridCol w="504720"/>
                <a:gridCol w="765000"/>
                <a:gridCol w="765000"/>
              </a:tblGrid>
              <a:tr h="364680">
                <a:tc gridSpan="3">
                  <a:txBody>
                    <a:bodyPr lIns="36000" rIns="36000" anchor="t">
                      <a:noAutofit/>
                    </a:bodyPr>
                    <a:p>
                      <a:pPr algn="ctr">
                        <a:lnSpc>
                          <a:spcPct val="100000"/>
                        </a:lnSpc>
                      </a:pPr>
                      <a:r>
                        <a:rPr b="0" lang="en-US" sz="1800" spc="-1" strike="noStrike">
                          <a:solidFill>
                            <a:srgbClr val="ffffff"/>
                          </a:solidFill>
                          <a:latin typeface="Arial"/>
                        </a:rPr>
                        <a:t>X</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gridSpan="2">
                  <a:txBody>
                    <a:bodyPr lIns="36000" rIns="36000" anchor="t">
                      <a:noAutofit/>
                    </a:bodyPr>
                    <a:p>
                      <a:pPr algn="ctr">
                        <a:lnSpc>
                          <a:spcPct val="100000"/>
                        </a:lnSpc>
                      </a:pPr>
                      <a:r>
                        <a:rPr b="0" lang="en-US" sz="1800" spc="-1" strike="noStrike">
                          <a:solidFill>
                            <a:srgbClr val="ffffff"/>
                          </a:solidFill>
                          <a:latin typeface="Arial"/>
                        </a:rPr>
                        <a:t>Y</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364680">
                <a:tc>
                  <a:txBody>
                    <a:bodyPr lIns="36000" rIns="36000" anchor="t">
                      <a:noAutofit/>
                    </a:bodyPr>
                    <a:p>
                      <a:pPr algn="ctr">
                        <a:lnSpc>
                          <a:spcPct val="100000"/>
                        </a:lnSpc>
                      </a:pPr>
                      <a:r>
                        <a:rPr b="0" lang="en-US" sz="1800" spc="-1" strike="noStrike">
                          <a:solidFill>
                            <a:srgbClr val="ffffff"/>
                          </a:solidFill>
                          <a:latin typeface="Arial"/>
                        </a:rPr>
                        <a:t>X1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X2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X3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Y1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Y2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11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21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31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41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1415" name=""/>
          <p:cNvSpPr/>
          <p:nvPr/>
        </p:nvSpPr>
        <p:spPr>
          <a:xfrm>
            <a:off x="4800600" y="1828800"/>
            <a:ext cx="6825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X1</a:t>
            </a:r>
            <a:endParaRPr b="0" lang="en-US" sz="1800" spc="-1" strike="noStrike">
              <a:solidFill>
                <a:srgbClr val="000000"/>
              </a:solidFill>
              <a:latin typeface="Arial"/>
            </a:endParaRPr>
          </a:p>
        </p:txBody>
      </p:sp>
      <p:sp>
        <p:nvSpPr>
          <p:cNvPr id="1416" name=""/>
          <p:cNvSpPr/>
          <p:nvPr/>
        </p:nvSpPr>
        <p:spPr>
          <a:xfrm>
            <a:off x="4800600" y="2549160"/>
            <a:ext cx="68292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X2</a:t>
            </a:r>
            <a:endParaRPr b="0" lang="en-US" sz="1800" spc="-1" strike="noStrike">
              <a:solidFill>
                <a:srgbClr val="000000"/>
              </a:solidFill>
              <a:latin typeface="Arial"/>
            </a:endParaRPr>
          </a:p>
        </p:txBody>
      </p:sp>
      <p:sp>
        <p:nvSpPr>
          <p:cNvPr id="1417" name=""/>
          <p:cNvSpPr/>
          <p:nvPr/>
        </p:nvSpPr>
        <p:spPr>
          <a:xfrm>
            <a:off x="4800600" y="3269160"/>
            <a:ext cx="68292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X3</a:t>
            </a:r>
            <a:endParaRPr b="0" lang="en-US" sz="1800" spc="-1" strike="noStrike">
              <a:solidFill>
                <a:srgbClr val="000000"/>
              </a:solidFill>
              <a:latin typeface="Arial"/>
            </a:endParaRPr>
          </a:p>
        </p:txBody>
      </p:sp>
      <p:sp>
        <p:nvSpPr>
          <p:cNvPr id="1418" name=""/>
          <p:cNvSpPr/>
          <p:nvPr/>
        </p:nvSpPr>
        <p:spPr>
          <a:xfrm>
            <a:off x="273960" y="182916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419" name=""/>
          <p:cNvSpPr/>
          <p:nvPr/>
        </p:nvSpPr>
        <p:spPr>
          <a:xfrm>
            <a:off x="634320" y="182952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420" name=""/>
          <p:cNvSpPr/>
          <p:nvPr/>
        </p:nvSpPr>
        <p:spPr>
          <a:xfrm>
            <a:off x="1210320" y="182952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421" name=""/>
          <p:cNvSpPr/>
          <p:nvPr/>
        </p:nvSpPr>
        <p:spPr>
          <a:xfrm>
            <a:off x="1930680" y="1829880"/>
            <a:ext cx="453960" cy="453960"/>
          </a:xfrm>
          <a:prstGeom prst="ellipse">
            <a:avLst/>
          </a:prstGeom>
          <a:noFill/>
          <a:ln w="0">
            <a:solidFill>
              <a:srgbClr val="e6e905"/>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422" name=""/>
          <p:cNvSpPr/>
          <p:nvPr/>
        </p:nvSpPr>
        <p:spPr>
          <a:xfrm>
            <a:off x="2650680" y="1829880"/>
            <a:ext cx="453960" cy="453960"/>
          </a:xfrm>
          <a:prstGeom prst="ellipse">
            <a:avLst/>
          </a:prstGeom>
          <a:noFill/>
          <a:ln w="0">
            <a:solidFill>
              <a:srgbClr val="e6e905"/>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cxnSp>
        <p:nvCxnSpPr>
          <p:cNvPr id="1423" name=""/>
          <p:cNvCxnSpPr>
            <a:stCxn id="1418" idx="0"/>
            <a:endCxn id="1415" idx="2"/>
          </p:cNvCxnSpPr>
          <p:nvPr/>
        </p:nvCxnSpPr>
        <p:spPr>
          <a:xfrm flipH="1" rot="16200000">
            <a:off x="2537280" y="-207360"/>
            <a:ext cx="227160" cy="4299840"/>
          </a:xfrm>
          <a:prstGeom prst="bentConnector4">
            <a:avLst>
              <a:gd name="adj1" fmla="val 50158"/>
              <a:gd name="adj2" fmla="val 52641"/>
            </a:avLst>
          </a:prstGeom>
          <a:ln w="0">
            <a:solidFill>
              <a:srgbClr val="ff0000"/>
            </a:solidFill>
            <a:tailEnd len="med" type="triangle" w="med"/>
          </a:ln>
        </p:spPr>
      </p:cxnSp>
      <p:cxnSp>
        <p:nvCxnSpPr>
          <p:cNvPr id="1424" name=""/>
          <p:cNvCxnSpPr>
            <a:stCxn id="1419" idx="4"/>
            <a:endCxn id="1416" idx="2"/>
          </p:cNvCxnSpPr>
          <p:nvPr/>
        </p:nvCxnSpPr>
        <p:spPr>
          <a:xfrm flipH="1" rot="16200000">
            <a:off x="2584800" y="560160"/>
            <a:ext cx="493200" cy="3939480"/>
          </a:xfrm>
          <a:prstGeom prst="bentConnector2">
            <a:avLst/>
          </a:prstGeom>
          <a:ln w="0">
            <a:solidFill>
              <a:srgbClr val="ff0000"/>
            </a:solidFill>
            <a:tailEnd len="med" type="triangle" w="med"/>
          </a:ln>
        </p:spPr>
      </p:cxnSp>
      <p:cxnSp>
        <p:nvCxnSpPr>
          <p:cNvPr id="1425" name=""/>
          <p:cNvCxnSpPr>
            <a:stCxn id="1420" idx="4"/>
            <a:endCxn id="1417" idx="2"/>
          </p:cNvCxnSpPr>
          <p:nvPr/>
        </p:nvCxnSpPr>
        <p:spPr>
          <a:xfrm flipH="1" rot="16200000">
            <a:off x="2512800" y="1208160"/>
            <a:ext cx="1213200" cy="3363480"/>
          </a:xfrm>
          <a:prstGeom prst="bentConnector2">
            <a:avLst/>
          </a:prstGeom>
          <a:ln w="0">
            <a:solidFill>
              <a:srgbClr val="ff0000"/>
            </a:solidFill>
            <a:tailEnd len="med" type="triangle" w="med"/>
          </a:ln>
        </p:spPr>
      </p:cxnSp>
      <p:sp>
        <p:nvSpPr>
          <p:cNvPr id="1426" name=""/>
          <p:cNvSpPr/>
          <p:nvPr/>
        </p:nvSpPr>
        <p:spPr>
          <a:xfrm>
            <a:off x="6109560" y="182916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427" name=""/>
          <p:cNvSpPr/>
          <p:nvPr/>
        </p:nvSpPr>
        <p:spPr>
          <a:xfrm>
            <a:off x="6109560" y="254916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428" name=""/>
          <p:cNvSpPr/>
          <p:nvPr/>
        </p:nvSpPr>
        <p:spPr>
          <a:xfrm>
            <a:off x="6109560" y="326916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429" name=""/>
          <p:cNvSpPr/>
          <p:nvPr/>
        </p:nvSpPr>
        <p:spPr>
          <a:xfrm>
            <a:off x="7189560" y="218916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430" name=""/>
          <p:cNvSpPr/>
          <p:nvPr/>
        </p:nvSpPr>
        <p:spPr>
          <a:xfrm>
            <a:off x="7189920" y="290952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431" name=""/>
          <p:cNvSpPr/>
          <p:nvPr/>
        </p:nvSpPr>
        <p:spPr>
          <a:xfrm>
            <a:off x="5486400" y="205740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32" name=""/>
          <p:cNvSpPr/>
          <p:nvPr/>
        </p:nvSpPr>
        <p:spPr>
          <a:xfrm>
            <a:off x="5486400" y="205740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33" name=""/>
          <p:cNvSpPr/>
          <p:nvPr/>
        </p:nvSpPr>
        <p:spPr>
          <a:xfrm>
            <a:off x="5486400" y="2057400"/>
            <a:ext cx="685800" cy="12117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34" name=""/>
          <p:cNvSpPr/>
          <p:nvPr/>
        </p:nvSpPr>
        <p:spPr>
          <a:xfrm flipV="1">
            <a:off x="5486400" y="2057400"/>
            <a:ext cx="68580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35" name=""/>
          <p:cNvSpPr/>
          <p:nvPr/>
        </p:nvSpPr>
        <p:spPr>
          <a:xfrm>
            <a:off x="5486400" y="274320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36" name=""/>
          <p:cNvSpPr/>
          <p:nvPr/>
        </p:nvSpPr>
        <p:spPr>
          <a:xfrm>
            <a:off x="5486400" y="2743200"/>
            <a:ext cx="685800" cy="5259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37" name=""/>
          <p:cNvSpPr/>
          <p:nvPr/>
        </p:nvSpPr>
        <p:spPr>
          <a:xfrm flipV="1">
            <a:off x="5486760" y="2057400"/>
            <a:ext cx="685440" cy="1371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38" name=""/>
          <p:cNvSpPr/>
          <p:nvPr/>
        </p:nvSpPr>
        <p:spPr>
          <a:xfrm>
            <a:off x="5486760" y="3429000"/>
            <a:ext cx="62280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39" name=""/>
          <p:cNvSpPr/>
          <p:nvPr/>
        </p:nvSpPr>
        <p:spPr>
          <a:xfrm flipV="1">
            <a:off x="5486400" y="274320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0" name=""/>
          <p:cNvSpPr/>
          <p:nvPr/>
        </p:nvSpPr>
        <p:spPr>
          <a:xfrm>
            <a:off x="6566760" y="205740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1" name=""/>
          <p:cNvSpPr/>
          <p:nvPr/>
        </p:nvSpPr>
        <p:spPr>
          <a:xfrm flipV="1">
            <a:off x="6566760" y="251460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2" name=""/>
          <p:cNvSpPr/>
          <p:nvPr/>
        </p:nvSpPr>
        <p:spPr>
          <a:xfrm flipV="1">
            <a:off x="6400800" y="3200400"/>
            <a:ext cx="78912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3" name=""/>
          <p:cNvSpPr/>
          <p:nvPr/>
        </p:nvSpPr>
        <p:spPr>
          <a:xfrm>
            <a:off x="6566760" y="274320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4" name=""/>
          <p:cNvSpPr/>
          <p:nvPr/>
        </p:nvSpPr>
        <p:spPr>
          <a:xfrm>
            <a:off x="6566760" y="2057400"/>
            <a:ext cx="748440" cy="85212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5" name=""/>
          <p:cNvSpPr/>
          <p:nvPr/>
        </p:nvSpPr>
        <p:spPr>
          <a:xfrm flipH="1">
            <a:off x="6400800" y="2514600"/>
            <a:ext cx="914400" cy="9144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6" name=""/>
          <p:cNvSpPr/>
          <p:nvPr/>
        </p:nvSpPr>
        <p:spPr>
          <a:xfrm>
            <a:off x="7646760" y="2417400"/>
            <a:ext cx="58284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7" name=""/>
          <p:cNvSpPr/>
          <p:nvPr/>
        </p:nvSpPr>
        <p:spPr>
          <a:xfrm>
            <a:off x="7647120" y="3137400"/>
            <a:ext cx="58284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448" name=""/>
          <p:cNvSpPr/>
          <p:nvPr/>
        </p:nvSpPr>
        <p:spPr>
          <a:xfrm>
            <a:off x="8229600" y="2286000"/>
            <a:ext cx="682920" cy="599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Arial"/>
              </a:rPr>
              <a:t>Ŷ</a:t>
            </a:r>
            <a:r>
              <a:rPr b="0" lang="en-US" sz="1800" spc="-1" strike="noStrike">
                <a:solidFill>
                  <a:srgbClr val="ffffff"/>
                </a:solidFill>
                <a:latin typeface="Arial"/>
                <a:ea typeface="Noto Sans CJK SC"/>
              </a:rPr>
              <a:t>1</a:t>
            </a:r>
            <a:endParaRPr b="0" lang="en-US" sz="1800" spc="-1" strike="noStrike">
              <a:solidFill>
                <a:srgbClr val="ffffff"/>
              </a:solidFill>
              <a:latin typeface="Arial"/>
            </a:endParaRPr>
          </a:p>
        </p:txBody>
      </p:sp>
      <p:sp>
        <p:nvSpPr>
          <p:cNvPr id="1449" name=""/>
          <p:cNvSpPr/>
          <p:nvPr/>
        </p:nvSpPr>
        <p:spPr>
          <a:xfrm>
            <a:off x="8229600" y="2971800"/>
            <a:ext cx="682920" cy="599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Arial"/>
              </a:rPr>
              <a:t>Ŷ2</a:t>
            </a:r>
            <a:endParaRPr b="0" lang="en-US" sz="1800" spc="-1" strike="noStrike">
              <a:solidFill>
                <a:srgbClr val="ffffff"/>
              </a:solidFill>
              <a:latin typeface="Arial"/>
            </a:endParaRPr>
          </a:p>
        </p:txBody>
      </p:sp>
      <p:sp>
        <p:nvSpPr>
          <p:cNvPr id="1450" name=""/>
          <p:cNvSpPr/>
          <p:nvPr/>
        </p:nvSpPr>
        <p:spPr>
          <a:xfrm>
            <a:off x="228600" y="4114800"/>
            <a:ext cx="11960640" cy="2903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Some of Loss Functions   n = output vector length (in this case 2):</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a:t>
            </a:r>
            <a:r>
              <a:rPr b="0" lang="en-US" sz="1800" spc="-1" strike="noStrike">
                <a:solidFill>
                  <a:srgbClr val="ffffff"/>
                </a:solidFill>
                <a:latin typeface="Arial"/>
              </a:rPr>
              <a:t>Minkowski Distance :                                     ,  L</a:t>
            </a:r>
            <a:r>
              <a:rPr b="0" lang="en-US" sz="1800" spc="-1" strike="noStrike" baseline="-8000">
                <a:solidFill>
                  <a:srgbClr val="ffffff"/>
                </a:solidFill>
                <a:latin typeface="Arial"/>
              </a:rPr>
              <a:t>1</a:t>
            </a:r>
            <a:r>
              <a:rPr b="0" lang="en-US" sz="1800" spc="-1" strike="noStrike">
                <a:solidFill>
                  <a:srgbClr val="ffffff"/>
                </a:solidFill>
                <a:latin typeface="Arial"/>
              </a:rPr>
              <a:t> = Manhattan Distance  ,   L</a:t>
            </a:r>
            <a:r>
              <a:rPr b="0" lang="en-US" sz="1600" spc="-1" strike="noStrike" baseline="-8000">
                <a:solidFill>
                  <a:srgbClr val="ffffff"/>
                </a:solidFill>
                <a:latin typeface="Arial"/>
              </a:rPr>
              <a:t>2</a:t>
            </a:r>
            <a:r>
              <a:rPr b="0" lang="en-US" sz="1800" spc="-1" strike="noStrike">
                <a:solidFill>
                  <a:srgbClr val="ffffff"/>
                </a:solidFill>
                <a:latin typeface="Arial"/>
              </a:rPr>
              <a:t> = Euclidean Distance</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a:t>
            </a:r>
            <a:r>
              <a:rPr b="0" lang="en-US" sz="1800" spc="-1" strike="noStrike">
                <a:solidFill>
                  <a:srgbClr val="ffffff"/>
                </a:solidFill>
                <a:latin typeface="Arial"/>
              </a:rPr>
              <a:t>Cross Entropy :                                    ,  Softmax ,  Log Loss ,  n=number of classes  ,  output is one-hot encoded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p:txBody>
      </p:sp>
      <p:sp>
        <p:nvSpPr>
          <p:cNvPr id="1451" name=""/>
          <p:cNvSpPr/>
          <p:nvPr/>
        </p:nvSpPr>
        <p:spPr>
          <a:xfrm>
            <a:off x="3962520" y="685800"/>
            <a:ext cx="8226720" cy="1454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3200" spc="-1" strike="noStrike">
                <a:solidFill>
                  <a:srgbClr val="ffffff"/>
                </a:solidFill>
                <a:latin typeface="Arial"/>
              </a:rPr>
              <a:t>Loss Function = Distance Function = Metric</a:t>
            </a:r>
            <a:endParaRPr b="0" lang="en-US" sz="3200" spc="-1" strike="noStrike">
              <a:solidFill>
                <a:srgbClr val="ffffff"/>
              </a:solidFill>
              <a:latin typeface="Arial"/>
            </a:endParaRPr>
          </a:p>
          <a:p>
            <a:pPr>
              <a:lnSpc>
                <a:spcPct val="100000"/>
              </a:lnSpc>
            </a:pPr>
            <a:r>
              <a:rPr b="0" lang="en-US" sz="3200" spc="-1" strike="noStrike">
                <a:solidFill>
                  <a:srgbClr val="ffffff"/>
                </a:solidFill>
                <a:latin typeface="Arial"/>
              </a:rPr>
              <a:t>Loss = Error = Distance</a:t>
            </a:r>
            <a:endParaRPr b="0" lang="en-US" sz="3200" spc="-1" strike="noStrike">
              <a:solidFill>
                <a:srgbClr val="ffffff"/>
              </a:solidFill>
              <a:latin typeface="Arial"/>
            </a:endParaRPr>
          </a:p>
        </p:txBody>
      </p:sp>
      <p:sp>
        <p:nvSpPr>
          <p:cNvPr id="1452" name=""/>
          <p:cNvSpPr/>
          <p:nvPr/>
        </p:nvSpPr>
        <p:spPr>
          <a:xfrm>
            <a:off x="8914320" y="2286000"/>
            <a:ext cx="3731040" cy="1685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ffffff"/>
                </a:solidFill>
                <a:latin typeface="Arial"/>
                <a:ea typeface="Noto Sans CJK SC"/>
              </a:rPr>
              <a:t>L</a:t>
            </a:r>
            <a:r>
              <a:rPr b="0" lang="en-US" sz="1200" spc="-1" strike="noStrike" baseline="-8000">
                <a:solidFill>
                  <a:srgbClr val="ffffff"/>
                </a:solidFill>
                <a:latin typeface="Arial"/>
                <a:ea typeface="Noto Sans CJK SC"/>
              </a:rPr>
              <a:t>1</a:t>
            </a:r>
            <a:r>
              <a:rPr b="0" lang="en-US" sz="1200" spc="-1" strike="noStrike">
                <a:solidFill>
                  <a:srgbClr val="ffffff"/>
                </a:solidFill>
                <a:latin typeface="Arial"/>
                <a:ea typeface="Noto Sans CJK SC"/>
              </a:rPr>
              <a:t>=  |</a:t>
            </a:r>
            <a:r>
              <a:rPr b="0" lang="en-US" sz="1200" spc="-1" strike="noStrike">
                <a:solidFill>
                  <a:srgbClr val="ffffff"/>
                </a:solidFill>
                <a:latin typeface="Arial"/>
                <a:ea typeface="Arial"/>
              </a:rPr>
              <a:t>Ŷ</a:t>
            </a:r>
            <a:r>
              <a:rPr b="0" lang="en-US" sz="1200" spc="-1" strike="noStrike">
                <a:solidFill>
                  <a:srgbClr val="ffffff"/>
                </a:solidFill>
                <a:latin typeface="Arial"/>
                <a:ea typeface="Noto Sans CJK SC"/>
              </a:rPr>
              <a:t>1 – 4| + |</a:t>
            </a:r>
            <a:r>
              <a:rPr b="0" lang="en-US" sz="1200" spc="-1" strike="noStrike">
                <a:solidFill>
                  <a:srgbClr val="ffffff"/>
                </a:solidFill>
                <a:latin typeface="Arial"/>
                <a:ea typeface="Arial"/>
              </a:rPr>
              <a:t>Ŷ2</a:t>
            </a:r>
            <a:r>
              <a:rPr b="0" lang="en-US" sz="1200" spc="-1" strike="noStrike">
                <a:solidFill>
                  <a:srgbClr val="ffffff"/>
                </a:solidFill>
                <a:latin typeface="Arial"/>
                <a:ea typeface="Noto Sans CJK SC"/>
              </a:rPr>
              <a:t> – 5|</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rgbClr val="ffffff"/>
                </a:solidFill>
                <a:latin typeface="Arial"/>
                <a:ea typeface="Noto Sans CJK SC"/>
              </a:rPr>
              <a:t>L</a:t>
            </a:r>
            <a:r>
              <a:rPr b="0" lang="en-US" sz="1200" spc="-1" strike="noStrike" baseline="-8000">
                <a:solidFill>
                  <a:srgbClr val="ffffff"/>
                </a:solidFill>
                <a:latin typeface="Arial"/>
                <a:ea typeface="Noto Sans CJK SC"/>
              </a:rPr>
              <a:t>2</a:t>
            </a:r>
            <a:r>
              <a:rPr b="0" lang="en-US" sz="1200" spc="-1" strike="noStrike">
                <a:solidFill>
                  <a:srgbClr val="ffffff"/>
                </a:solidFill>
                <a:latin typeface="Arial"/>
                <a:ea typeface="Noto Sans CJK SC"/>
              </a:rPr>
              <a:t>=  sqrt( |</a:t>
            </a:r>
            <a:r>
              <a:rPr b="0" lang="en-US" sz="1200" spc="-1" strike="noStrike">
                <a:solidFill>
                  <a:srgbClr val="ffffff"/>
                </a:solidFill>
                <a:latin typeface="Arial"/>
                <a:ea typeface="Arial"/>
              </a:rPr>
              <a:t>Ŷ</a:t>
            </a:r>
            <a:r>
              <a:rPr b="0" lang="en-US" sz="1200" spc="-1" strike="noStrike">
                <a:solidFill>
                  <a:srgbClr val="ffffff"/>
                </a:solidFill>
                <a:latin typeface="Arial"/>
                <a:ea typeface="Noto Sans CJK SC"/>
              </a:rPr>
              <a:t>1 – 4|</a:t>
            </a:r>
            <a:r>
              <a:rPr b="0" lang="en-US" sz="1200" spc="-1" strike="noStrike" baseline="33000">
                <a:solidFill>
                  <a:srgbClr val="ffffff"/>
                </a:solidFill>
                <a:latin typeface="Arial"/>
                <a:ea typeface="Noto Sans CJK SC"/>
              </a:rPr>
              <a:t>2</a:t>
            </a:r>
            <a:r>
              <a:rPr b="0" lang="en-US" sz="1200" spc="-1" strike="noStrike">
                <a:solidFill>
                  <a:srgbClr val="ffffff"/>
                </a:solidFill>
                <a:latin typeface="Arial"/>
                <a:ea typeface="Noto Sans CJK SC"/>
              </a:rPr>
              <a:t> + |</a:t>
            </a:r>
            <a:r>
              <a:rPr b="0" lang="en-US" sz="1200" spc="-1" strike="noStrike">
                <a:solidFill>
                  <a:srgbClr val="ffffff"/>
                </a:solidFill>
                <a:latin typeface="Arial"/>
                <a:ea typeface="Arial"/>
              </a:rPr>
              <a:t>Ŷ2</a:t>
            </a:r>
            <a:r>
              <a:rPr b="0" lang="en-US" sz="1200" spc="-1" strike="noStrike">
                <a:solidFill>
                  <a:srgbClr val="ffffff"/>
                </a:solidFill>
                <a:latin typeface="Arial"/>
                <a:ea typeface="Noto Sans CJK SC"/>
              </a:rPr>
              <a:t> – 5|</a:t>
            </a:r>
            <a:r>
              <a:rPr b="0" lang="en-US" sz="1200" spc="-1" strike="noStrike" baseline="33000">
                <a:solidFill>
                  <a:srgbClr val="ffffff"/>
                </a:solidFill>
                <a:latin typeface="Arial"/>
                <a:ea typeface="Noto Sans CJK SC"/>
              </a:rPr>
              <a:t>2</a:t>
            </a:r>
            <a:r>
              <a:rPr b="0" lang="en-US" sz="1200" spc="-1" strike="noStrike">
                <a:solidFill>
                  <a:srgbClr val="ffffff"/>
                </a:solidFill>
                <a:latin typeface="Arial"/>
                <a:ea typeface="Noto Sans CJK SC"/>
              </a:rPr>
              <a:t>)</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rgbClr val="ffffff"/>
                </a:solidFill>
                <a:latin typeface="Arial"/>
                <a:ea typeface="Noto Sans CJK SC"/>
              </a:rPr>
              <a:t>L = -( 4 log(</a:t>
            </a:r>
            <a:r>
              <a:rPr b="0" lang="en-US" sz="1200" spc="-1" strike="noStrike">
                <a:solidFill>
                  <a:srgbClr val="ffffff"/>
                </a:solidFill>
                <a:latin typeface="Arial"/>
                <a:ea typeface="Arial"/>
              </a:rPr>
              <a:t>Ŷ</a:t>
            </a:r>
            <a:r>
              <a:rPr b="0" lang="en-US" sz="1200" spc="-1" strike="noStrike">
                <a:solidFill>
                  <a:srgbClr val="ffffff"/>
                </a:solidFill>
                <a:latin typeface="Arial"/>
                <a:ea typeface="Noto Sans CJK SC"/>
              </a:rPr>
              <a:t>1) + 5 log(</a:t>
            </a:r>
            <a:r>
              <a:rPr b="0" lang="en-US" sz="1200" spc="-1" strike="noStrike">
                <a:solidFill>
                  <a:srgbClr val="ffffff"/>
                </a:solidFill>
                <a:latin typeface="Arial"/>
                <a:ea typeface="Arial"/>
              </a:rPr>
              <a:t>Ŷ</a:t>
            </a:r>
            <a:r>
              <a:rPr b="0" lang="en-US" sz="1200" spc="-1" strike="noStrike">
                <a:solidFill>
                  <a:srgbClr val="ffffff"/>
                </a:solidFill>
                <a:latin typeface="Arial"/>
                <a:ea typeface="Noto Sans CJK SC"/>
              </a:rPr>
              <a:t>2) )</a:t>
            </a:r>
            <a:endParaRPr b="0" lang="en-US" sz="1200" spc="-1" strike="noStrike">
              <a:solidFill>
                <a:srgbClr val="ffffff"/>
              </a:solidFill>
              <a:latin typeface="Arial"/>
            </a:endParaRPr>
          </a:p>
        </p:txBody>
      </p:sp>
      <p:pic>
        <p:nvPicPr>
          <p:cNvPr id="1453" name="" descr=""/>
          <p:cNvPicPr/>
          <p:nvPr/>
        </p:nvPicPr>
        <p:blipFill>
          <a:blip r:embed="rId1"/>
          <a:stretch/>
        </p:blipFill>
        <p:spPr>
          <a:xfrm>
            <a:off x="2971800" y="4521600"/>
            <a:ext cx="1998000" cy="734400"/>
          </a:xfrm>
          <a:prstGeom prst="rect">
            <a:avLst/>
          </a:prstGeom>
          <a:ln w="0">
            <a:noFill/>
          </a:ln>
        </p:spPr>
      </p:pic>
      <p:pic>
        <p:nvPicPr>
          <p:cNvPr id="1454" name="" descr=""/>
          <p:cNvPicPr/>
          <p:nvPr/>
        </p:nvPicPr>
        <p:blipFill>
          <a:blip r:embed="rId2"/>
          <a:stretch/>
        </p:blipFill>
        <p:spPr>
          <a:xfrm>
            <a:off x="2446920" y="5329440"/>
            <a:ext cx="1894680" cy="69660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5"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2.3 – Loss Function Intuition</a:t>
            </a:r>
            <a:endParaRPr b="0" lang="en-US" sz="3200" spc="-1" strike="noStrike">
              <a:solidFill>
                <a:srgbClr val="ffffff"/>
              </a:solidFill>
              <a:latin typeface="Arial"/>
            </a:endParaRPr>
          </a:p>
        </p:txBody>
      </p:sp>
      <p:sp>
        <p:nvSpPr>
          <p:cNvPr id="1456" name=""/>
          <p:cNvSpPr/>
          <p:nvPr/>
        </p:nvSpPr>
        <p:spPr>
          <a:xfrm>
            <a:off x="228600" y="1143000"/>
            <a:ext cx="11655720" cy="3926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MAE : Mean Absolute Error</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RMSE : Root Mean Squared Error ( A type of Euclidean Distance)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Cosine Distance : Used in LLMs, comparing two vectors  X.Y / |X| . |Y| = cos between X and Y vectors.</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KL Divergence : VAE, GAN ( Besides normal loss, the distance from distribution is added to loss)</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Mahalonobis Distance :  Distance to a group of data points ( 1-N)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Hinge Loss :  Used in SVMs</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SSIM ( Structural Similarity ) : Used to compare images, sound,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PINN : Loss functions in physics informed neural network is physical formula like  wave equation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Dice, Perceptual, Total Variations,  …… ( Any Metric corresponding to problem nature)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7"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2.3 – Loss Function Intuition</a:t>
            </a:r>
            <a:endParaRPr b="0" lang="en-US" sz="3200" spc="-1" strike="noStrike">
              <a:solidFill>
                <a:srgbClr val="ffffff"/>
              </a:solidFill>
              <a:latin typeface="Arial"/>
            </a:endParaRPr>
          </a:p>
        </p:txBody>
      </p:sp>
      <p:sp>
        <p:nvSpPr>
          <p:cNvPr id="1458" name=""/>
          <p:cNvSpPr/>
          <p:nvPr/>
        </p:nvSpPr>
        <p:spPr>
          <a:xfrm>
            <a:off x="228600" y="1143000"/>
            <a:ext cx="11655720" cy="2903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p:txBody>
      </p:sp>
      <p:pic>
        <p:nvPicPr>
          <p:cNvPr id="1459" name="" descr=""/>
          <p:cNvPicPr/>
          <p:nvPr/>
        </p:nvPicPr>
        <p:blipFill>
          <a:blip r:embed="rId1"/>
          <a:stretch/>
        </p:blipFill>
        <p:spPr>
          <a:xfrm>
            <a:off x="950400" y="785880"/>
            <a:ext cx="10288080" cy="561024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0"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2.4 -  Feature vs representation learning</a:t>
            </a:r>
            <a:endParaRPr b="0" lang="en-US" sz="3200" spc="-1" strike="noStrike">
              <a:solidFill>
                <a:srgbClr val="ffffff"/>
              </a:solidFill>
              <a:latin typeface="Arial"/>
            </a:endParaRPr>
          </a:p>
        </p:txBody>
      </p:sp>
      <p:sp>
        <p:nvSpPr>
          <p:cNvPr id="1461" name=""/>
          <p:cNvSpPr/>
          <p:nvPr/>
        </p:nvSpPr>
        <p:spPr>
          <a:xfrm>
            <a:off x="228600" y="914400"/>
            <a:ext cx="10971360" cy="912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ffffff"/>
                </a:solidFill>
                <a:latin typeface="Arial"/>
              </a:rPr>
              <a:t>Feature Learning (Extraction) </a:t>
            </a:r>
            <a:r>
              <a:rPr b="1" lang="en-US" sz="1800" spc="-1" strike="noStrike">
                <a:solidFill>
                  <a:srgbClr val="ffffff"/>
                </a:solidFill>
                <a:latin typeface="Arial"/>
              </a:rPr>
              <a:t>	</a:t>
            </a:r>
            <a:r>
              <a:rPr b="1" lang="en-US" sz="1800" spc="-1" strike="noStrike">
                <a:solidFill>
                  <a:srgbClr val="ffffff"/>
                </a:solidFill>
                <a:latin typeface="Arial"/>
              </a:rPr>
              <a:t>:</a:t>
            </a:r>
            <a:r>
              <a:rPr b="0" lang="en-US" sz="1800" spc="-1" strike="noStrike">
                <a:solidFill>
                  <a:srgbClr val="ffffff"/>
                </a:solidFill>
                <a:latin typeface="Arial"/>
              </a:rPr>
              <a:t> Learn useful predictors.</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rgbClr val="ffffff"/>
                </a:solidFill>
                <a:latin typeface="Arial"/>
              </a:rPr>
              <a:t>Representation Learning </a:t>
            </a:r>
            <a:r>
              <a:rPr b="1" lang="en-US" sz="1800" spc="-1" strike="noStrike">
                <a:solidFill>
                  <a:srgbClr val="ffffff"/>
                </a:solidFill>
                <a:latin typeface="Arial"/>
              </a:rPr>
              <a:t>	</a:t>
            </a:r>
            <a:r>
              <a:rPr b="1" lang="en-US" sz="1800" spc="-1" strike="noStrike">
                <a:solidFill>
                  <a:srgbClr val="ffffff"/>
                </a:solidFill>
                <a:latin typeface="Arial"/>
              </a:rPr>
              <a:t>:</a:t>
            </a:r>
            <a:r>
              <a:rPr b="0" lang="en-US" sz="1800" spc="-1" strike="noStrike">
                <a:solidFill>
                  <a:srgbClr val="ffffff"/>
                </a:solidFill>
                <a:latin typeface="Arial"/>
              </a:rPr>
              <a:t> Learn a useful encoding of data.</a:t>
            </a:r>
            <a:endParaRPr b="0" lang="en-US" sz="1800" spc="-1" strike="noStrike">
              <a:solidFill>
                <a:srgbClr val="ffffff"/>
              </a:solidFill>
              <a:latin typeface="Arial"/>
            </a:endParaRPr>
          </a:p>
        </p:txBody>
      </p:sp>
      <p:graphicFrame>
        <p:nvGraphicFramePr>
          <p:cNvPr id="1462" name=""/>
          <p:cNvGraphicFramePr/>
          <p:nvPr/>
        </p:nvGraphicFramePr>
        <p:xfrm>
          <a:off x="228600" y="2194920"/>
          <a:ext cx="11657880" cy="2070720"/>
        </p:xfrm>
        <a:graphic>
          <a:graphicData uri="http://schemas.openxmlformats.org/drawingml/2006/table">
            <a:tbl>
              <a:tblPr/>
              <a:tblGrid>
                <a:gridCol w="1589760"/>
                <a:gridCol w="3701880"/>
                <a:gridCol w="6366600"/>
              </a:tblGrid>
              <a:tr h="346320">
                <a:tc>
                  <a:txBody>
                    <a:bodyPr lIns="36000" rIns="36000" anchor="t">
                      <a:noAutofit/>
                    </a:bodyPr>
                    <a:p>
                      <a:pPr algn="ctr">
                        <a:lnSpc>
                          <a:spcPct val="100000"/>
                        </a:lnSpc>
                      </a:pPr>
                      <a:r>
                        <a:rPr b="1" lang="en-US" sz="1800" spc="-1" strike="noStrike">
                          <a:solidFill>
                            <a:srgbClr val="ffffff"/>
                          </a:solidFill>
                          <a:latin typeface="Times New Roman"/>
                        </a:rPr>
                        <a:t>Aspect</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1" lang="en-US" sz="1800" spc="-1" strike="noStrike">
                          <a:solidFill>
                            <a:srgbClr val="ffffff"/>
                          </a:solidFill>
                          <a:latin typeface="Times New Roman"/>
                        </a:rPr>
                        <a:t>Feature Learning</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1" lang="en-US" sz="1800" spc="-1" strike="noStrike">
                          <a:solidFill>
                            <a:srgbClr val="ffffff"/>
                          </a:solidFill>
                          <a:latin typeface="Times New Roman"/>
                        </a:rPr>
                        <a:t>Representation Learning</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0">
                <a:tc>
                  <a:txBody>
                    <a:bodyPr lIns="36000" rIns="36000" anchor="t">
                      <a:noAutofit/>
                    </a:bodyPr>
                    <a:p>
                      <a:pPr algn="ctr">
                        <a:lnSpc>
                          <a:spcPct val="100000"/>
                        </a:lnSpc>
                      </a:pPr>
                      <a:r>
                        <a:rPr b="0" lang="en-US" sz="1800" spc="-1" strike="noStrike">
                          <a:solidFill>
                            <a:srgbClr val="ffffff"/>
                          </a:solidFill>
                          <a:latin typeface="Times New Roman"/>
                        </a:rPr>
                        <a:t>Goal</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Learn useful features from raw data</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Learn a meaningful representation of the data</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0">
                <a:tc>
                  <a:txBody>
                    <a:bodyPr lIns="36000" rIns="36000" anchor="t">
                      <a:noAutofit/>
                    </a:bodyPr>
                    <a:p>
                      <a:pPr algn="ctr">
                        <a:lnSpc>
                          <a:spcPct val="100000"/>
                        </a:lnSpc>
                      </a:pPr>
                      <a:r>
                        <a:rPr b="0" lang="en-US" sz="1800" spc="-1" strike="noStrike">
                          <a:solidFill>
                            <a:srgbClr val="ffffff"/>
                          </a:solidFill>
                          <a:latin typeface="Times New Roman"/>
                        </a:rPr>
                        <a:t>Scope</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Narrower</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Broader</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0">
                <a:tc>
                  <a:txBody>
                    <a:bodyPr lIns="36000" rIns="36000" anchor="t">
                      <a:noAutofit/>
                    </a:bodyPr>
                    <a:p>
                      <a:pPr algn="ctr">
                        <a:lnSpc>
                          <a:spcPct val="100000"/>
                        </a:lnSpc>
                      </a:pPr>
                      <a:r>
                        <a:rPr b="0" lang="en-US" sz="1800" spc="-1" strike="noStrike">
                          <a:solidFill>
                            <a:srgbClr val="ffffff"/>
                          </a:solidFill>
                          <a:latin typeface="Times New Roman"/>
                        </a:rPr>
                        <a:t>Output</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Features for a specific task</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Embeddings or latent representations that capture data structure</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0">
                <a:tc>
                  <a:txBody>
                    <a:bodyPr lIns="36000" rIns="36000" anchor="t">
                      <a:noAutofit/>
                    </a:bodyPr>
                    <a:p>
                      <a:pPr algn="ctr">
                        <a:lnSpc>
                          <a:spcPct val="100000"/>
                        </a:lnSpc>
                      </a:pPr>
                      <a:r>
                        <a:rPr b="0" lang="en-US" sz="1800" spc="-1" strike="noStrike">
                          <a:solidFill>
                            <a:srgbClr val="ffffff"/>
                          </a:solidFill>
                          <a:latin typeface="Times New Roman"/>
                        </a:rPr>
                        <a:t>Typical Use</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Classification, regression</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Transfer learning, generation, clustering, downstream tasks</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0">
                <a:tc>
                  <a:txBody>
                    <a:bodyPr lIns="36000" rIns="36000" anchor="t">
                      <a:noAutofit/>
                    </a:bodyPr>
                    <a:p>
                      <a:pPr algn="ctr">
                        <a:lnSpc>
                          <a:spcPct val="100000"/>
                        </a:lnSpc>
                      </a:pPr>
                      <a:r>
                        <a:rPr b="0" lang="en-US" sz="1800" spc="-1" strike="noStrike">
                          <a:solidFill>
                            <a:srgbClr val="ffffff"/>
                          </a:solidFill>
                          <a:latin typeface="Times New Roman"/>
                        </a:rPr>
                        <a:t>Relationship</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A subset of representation learning</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ffffff"/>
                          </a:solidFill>
                          <a:latin typeface="Times New Roman"/>
                        </a:rPr>
                        <a:t>Includes feature learning and more</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3"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2.4 -  Feature vs representation learning</a:t>
            </a:r>
            <a:endParaRPr b="0" lang="en-US" sz="3200" spc="-1" strike="noStrike">
              <a:solidFill>
                <a:srgbClr val="ffffff"/>
              </a:solidFill>
              <a:latin typeface="Arial"/>
            </a:endParaRPr>
          </a:p>
        </p:txBody>
      </p:sp>
      <p:sp>
        <p:nvSpPr>
          <p:cNvPr id="1464" name=""/>
          <p:cNvSpPr/>
          <p:nvPr/>
        </p:nvSpPr>
        <p:spPr>
          <a:xfrm>
            <a:off x="228600" y="986760"/>
            <a:ext cx="11657160" cy="1755000"/>
          </a:xfrm>
          <a:prstGeom prst="rect">
            <a:avLst/>
          </a:prstGeom>
          <a:noFill/>
          <a:ln w="0">
            <a:solidFill>
              <a:srgbClr val="3465a4"/>
            </a:solid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ffffff"/>
                </a:solidFill>
                <a:latin typeface="Arial"/>
              </a:rPr>
              <a:t>Traditional approach: </a:t>
            </a:r>
            <a:r>
              <a:rPr b="0" lang="en-US" sz="1800" spc="-1" strike="noStrike">
                <a:solidFill>
                  <a:srgbClr val="ffffff"/>
                </a:solidFill>
                <a:latin typeface="Arial"/>
              </a:rPr>
              <a:t>Human designs features such as edges, corners, texture descriptors (e.g., SIFT or HOG). </a:t>
            </a:r>
            <a:endParaRPr b="0" lang="en-US" sz="1800" spc="-1" strike="noStrike">
              <a:solidFill>
                <a:srgbClr val="ffffff"/>
              </a:solidFill>
              <a:latin typeface="Arial"/>
            </a:endParaRPr>
          </a:p>
          <a:p>
            <a:pPr>
              <a:lnSpc>
                <a:spcPct val="100000"/>
              </a:lnSpc>
            </a:pPr>
            <a:r>
              <a:rPr b="1" lang="en-US" sz="1800" spc="-1" strike="noStrike">
                <a:solidFill>
                  <a:srgbClr val="ffffff"/>
                </a:solidFill>
                <a:latin typeface="Arial"/>
              </a:rPr>
              <a:t>Feature learning: </a:t>
            </a:r>
            <a:r>
              <a:rPr b="0" lang="en-US" sz="1800" spc="-1" strike="noStrike">
                <a:solidFill>
                  <a:srgbClr val="ffffff"/>
                </a:solidFill>
                <a:latin typeface="Arial"/>
              </a:rPr>
              <a:t>A neural network learns filters that detect edges, textures, object parts, etc., during training.</a:t>
            </a:r>
            <a:endParaRPr b="0" lang="en-US" sz="1800" spc="-1" strike="noStrike">
              <a:solidFill>
                <a:srgbClr val="ffffff"/>
              </a:solidFill>
              <a:latin typeface="Arial"/>
            </a:endParaRPr>
          </a:p>
          <a:p>
            <a:pPr>
              <a:lnSpc>
                <a:spcPct val="100000"/>
              </a:lnSpc>
            </a:pPr>
            <a:r>
              <a:rPr b="1" lang="en-US" sz="1800" spc="-1" strike="noStrike">
                <a:solidFill>
                  <a:srgbClr val="ffffff"/>
                </a:solidFill>
                <a:latin typeface="Arial"/>
              </a:rPr>
              <a:t>Representation learning:</a:t>
            </a:r>
            <a:r>
              <a:rPr b="0" lang="en-US" sz="1800" spc="-1" strike="noStrike">
                <a:solidFill>
                  <a:srgbClr val="ffffff"/>
                </a:solidFill>
                <a:latin typeface="Arial"/>
              </a:rPr>
              <a:t>  Aims to learn a transformation of the data into a representation that captures important underlying structure.</a:t>
            </a:r>
            <a:endParaRPr b="0" lang="en-US" sz="1800" spc="-1" strike="noStrike">
              <a:solidFill>
                <a:srgbClr val="ffffff"/>
              </a:solidFill>
              <a:latin typeface="Arial"/>
            </a:endParaRPr>
          </a:p>
        </p:txBody>
      </p:sp>
      <p:sp>
        <p:nvSpPr>
          <p:cNvPr id="1465" name=""/>
          <p:cNvSpPr/>
          <p:nvPr/>
        </p:nvSpPr>
        <p:spPr>
          <a:xfrm>
            <a:off x="228600" y="2971800"/>
            <a:ext cx="5256360" cy="3427560"/>
          </a:xfrm>
          <a:prstGeom prst="rect">
            <a:avLst/>
          </a:prstGeom>
          <a:noFill/>
          <a:ln w="0">
            <a:solidFill>
              <a:srgbClr val="3465a4"/>
            </a:solid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ffffff"/>
                </a:solidFill>
                <a:latin typeface="Arial"/>
              </a:rPr>
              <a:t>A good representation should ideally:</a:t>
            </a:r>
            <a:endParaRPr b="0" lang="en-US" sz="1800" spc="-1" strike="noStrike">
              <a:solidFill>
                <a:srgbClr val="ffffff"/>
              </a:solidFill>
              <a:latin typeface="Arial"/>
            </a:endParaRPr>
          </a:p>
          <a:p>
            <a:pPr marL="360000" indent="-216000">
              <a:lnSpc>
                <a:spcPct val="100000"/>
              </a:lnSpc>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Preserve relevant information. </a:t>
            </a:r>
            <a:endParaRPr b="0" lang="en-US" sz="1800" spc="-1" strike="noStrike">
              <a:solidFill>
                <a:srgbClr val="ffffff"/>
              </a:solidFill>
              <a:latin typeface="Arial"/>
            </a:endParaRPr>
          </a:p>
          <a:p>
            <a:pPr marL="360000" indent="-216000">
              <a:lnSpc>
                <a:spcPct val="100000"/>
              </a:lnSpc>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Discard irrelevant variation (noise). </a:t>
            </a:r>
            <a:endParaRPr b="0" lang="en-US" sz="1800" spc="-1" strike="noStrike">
              <a:solidFill>
                <a:srgbClr val="ffffff"/>
              </a:solidFill>
              <a:latin typeface="Arial"/>
            </a:endParaRPr>
          </a:p>
          <a:p>
            <a:pPr marL="360000" indent="-216000">
              <a:lnSpc>
                <a:spcPct val="100000"/>
              </a:lnSpc>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Be useful for multiple downstream tasks. </a:t>
            </a:r>
            <a:endParaRPr b="0" lang="en-US" sz="1800" spc="-1" strike="noStrike">
              <a:solidFill>
                <a:srgbClr val="ffffff"/>
              </a:solidFill>
              <a:latin typeface="Arial"/>
            </a:endParaRPr>
          </a:p>
          <a:p>
            <a:pPr marL="360000" indent="-216000">
              <a:lnSpc>
                <a:spcPct val="100000"/>
              </a:lnSpc>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Capture semantic relationships.</a:t>
            </a:r>
            <a:endParaRPr b="0" lang="en-US" sz="1800" spc="-1" strike="noStrike">
              <a:solidFill>
                <a:srgbClr val="ffffff"/>
              </a:solidFill>
              <a:latin typeface="Arial"/>
            </a:endParaRPr>
          </a:p>
          <a:p>
            <a:pPr>
              <a:lnSpc>
                <a:spcPct val="100000"/>
              </a:lnSpc>
            </a:pPr>
            <a:endParaRPr b="0" lang="en-US" sz="1000" spc="-1" strike="noStrike">
              <a:solidFill>
                <a:srgbClr val="ffffff"/>
              </a:solidFill>
              <a:latin typeface="Arial"/>
            </a:endParaRPr>
          </a:p>
        </p:txBody>
      </p:sp>
      <p:sp>
        <p:nvSpPr>
          <p:cNvPr id="1466" name=""/>
          <p:cNvSpPr/>
          <p:nvPr/>
        </p:nvSpPr>
        <p:spPr>
          <a:xfrm>
            <a:off x="5715000" y="2971800"/>
            <a:ext cx="6170760" cy="3427560"/>
          </a:xfrm>
          <a:prstGeom prst="rect">
            <a:avLst/>
          </a:prstGeom>
          <a:noFill/>
          <a:ln w="0">
            <a:solidFill>
              <a:srgbClr val="3465a4"/>
            </a:solid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ffffff"/>
                </a:solidFill>
                <a:latin typeface="Arial"/>
              </a:rPr>
              <a:t>Examples include:</a:t>
            </a:r>
            <a:endParaRPr b="0" lang="en-US" sz="1800" spc="-1" strike="noStrike">
              <a:solidFill>
                <a:srgbClr val="ffffff"/>
              </a:solidFill>
              <a:latin typeface="Arial"/>
            </a:endParaRPr>
          </a:p>
          <a:p>
            <a:pPr marL="360000" indent="-216000">
              <a:lnSpc>
                <a:spcPct val="100000"/>
              </a:lnSpc>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Latent vectors from autoencoders </a:t>
            </a:r>
            <a:endParaRPr b="0" lang="en-US" sz="1800" spc="-1" strike="noStrike">
              <a:solidFill>
                <a:srgbClr val="ffffff"/>
              </a:solidFill>
              <a:latin typeface="Arial"/>
            </a:endParaRPr>
          </a:p>
          <a:p>
            <a:pPr marL="360000" indent="-216000">
              <a:lnSpc>
                <a:spcPct val="100000"/>
              </a:lnSpc>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Word embeddings (e.g., Word2Vec) </a:t>
            </a:r>
            <a:endParaRPr b="0" lang="en-US" sz="1800" spc="-1" strike="noStrike">
              <a:solidFill>
                <a:srgbClr val="ffffff"/>
              </a:solidFill>
              <a:latin typeface="Arial"/>
            </a:endParaRPr>
          </a:p>
          <a:p>
            <a:pPr marL="360000" indent="-216000">
              <a:lnSpc>
                <a:spcPct val="100000"/>
              </a:lnSpc>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Contextual embeddings from BERT </a:t>
            </a:r>
            <a:endParaRPr b="0" lang="en-US" sz="1800" spc="-1" strike="noStrike">
              <a:solidFill>
                <a:srgbClr val="ffffff"/>
              </a:solidFill>
              <a:latin typeface="Arial"/>
            </a:endParaRPr>
          </a:p>
          <a:p>
            <a:pPr marL="360000" indent="-216000">
              <a:lnSpc>
                <a:spcPct val="100000"/>
              </a:lnSpc>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Vision embeddings from contrastive learning models</a:t>
            </a:r>
            <a:endParaRPr b="0" lang="en-US" sz="1800" spc="-1" strike="noStrike">
              <a:solidFill>
                <a:srgbClr val="ffffff"/>
              </a:solidFill>
              <a:latin typeface="Arial"/>
            </a:endParaRPr>
          </a:p>
          <a:p>
            <a:pPr>
              <a:lnSpc>
                <a:spcPct val="100000"/>
              </a:lnSpc>
            </a:pPr>
            <a:endParaRPr b="0" lang="en-US" sz="1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7"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2.4 -  Feature vs representation learning</a:t>
            </a:r>
            <a:endParaRPr b="0" lang="en-US" sz="3200" spc="-1" strike="noStrike">
              <a:solidFill>
                <a:srgbClr val="ffffff"/>
              </a:solidFill>
              <a:latin typeface="Arial"/>
            </a:endParaRPr>
          </a:p>
        </p:txBody>
      </p:sp>
      <p:pic>
        <p:nvPicPr>
          <p:cNvPr id="1468" name="" descr=""/>
          <p:cNvPicPr/>
          <p:nvPr/>
        </p:nvPicPr>
        <p:blipFill>
          <a:blip r:embed="rId1"/>
          <a:stretch/>
        </p:blipFill>
        <p:spPr>
          <a:xfrm>
            <a:off x="835920" y="687600"/>
            <a:ext cx="10518480" cy="5770800"/>
          </a:xfrm>
          <a:prstGeom prst="rect">
            <a:avLst/>
          </a:prstGeom>
          <a:ln w="0">
            <a:noFill/>
          </a:ln>
        </p:spPr>
      </p:pic>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9"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2.4 -  Feature vs representation learning</a:t>
            </a:r>
            <a:endParaRPr b="0" lang="en-US" sz="3200" spc="-1" strike="noStrike">
              <a:solidFill>
                <a:srgbClr val="ffffff"/>
              </a:solidFill>
              <a:latin typeface="Arial"/>
            </a:endParaRPr>
          </a:p>
        </p:txBody>
      </p:sp>
      <p:pic>
        <p:nvPicPr>
          <p:cNvPr id="1470" name="" descr=""/>
          <p:cNvPicPr/>
          <p:nvPr/>
        </p:nvPicPr>
        <p:blipFill>
          <a:blip r:embed="rId1"/>
          <a:stretch/>
        </p:blipFill>
        <p:spPr>
          <a:xfrm>
            <a:off x="930240" y="731880"/>
            <a:ext cx="10329840" cy="5667480"/>
          </a:xfrm>
          <a:prstGeom prst="rect">
            <a:avLst/>
          </a:prstGeom>
          <a:ln w="0">
            <a:noFill/>
          </a:ln>
        </p:spPr>
      </p:pic>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1"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62222"/>
          </a:bodyPr>
          <a:p>
            <a:pPr indent="0" defTabSz="914400">
              <a:lnSpc>
                <a:spcPct val="90000"/>
              </a:lnSpc>
              <a:spcBef>
                <a:spcPts val="1001"/>
              </a:spcBef>
              <a:buNone/>
              <a:tabLst>
                <a:tab algn="l" pos="0"/>
              </a:tabLst>
            </a:pPr>
            <a:r>
              <a:rPr b="1" lang="tr-TR" sz="3200" spc="-1" strike="noStrike">
                <a:solidFill>
                  <a:schemeClr val="lt1"/>
                </a:solidFill>
                <a:latin typeface="Arial Black"/>
              </a:rPr>
              <a:t>2.5 -  ML Model Evaluation : False Positive, Precision, Recall, Accuracy, Confusion Matrix</a:t>
            </a:r>
            <a:endParaRPr b="0" lang="en-US" sz="3200" spc="-1" strike="noStrike">
              <a:solidFill>
                <a:srgbClr val="ffffff"/>
              </a:solidFill>
              <a:latin typeface="Arial"/>
            </a:endParaRPr>
          </a:p>
        </p:txBody>
      </p:sp>
      <p:graphicFrame>
        <p:nvGraphicFramePr>
          <p:cNvPr id="1472" name=""/>
          <p:cNvGraphicFramePr/>
          <p:nvPr/>
        </p:nvGraphicFramePr>
        <p:xfrm>
          <a:off x="2689560" y="3886200"/>
          <a:ext cx="6812640" cy="2279160"/>
        </p:xfrm>
        <a:graphic>
          <a:graphicData uri="http://schemas.openxmlformats.org/drawingml/2006/table">
            <a:tbl>
              <a:tblPr/>
              <a:tblGrid>
                <a:gridCol w="2270520"/>
                <a:gridCol w="2284560"/>
                <a:gridCol w="2257920"/>
              </a:tblGrid>
              <a:tr h="759600">
                <a:tc>
                  <a:txBody>
                    <a:bodyPr lIns="36000" rIns="36000" anchor="t">
                      <a:noAutofit/>
                    </a:bodyPr>
                    <a:p>
                      <a:endParaRPr b="1"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1" lang="en-US" sz="1800" spc="-1" strike="noStrike">
                          <a:solidFill>
                            <a:srgbClr val="000000"/>
                          </a:solidFill>
                          <a:latin typeface="Arial"/>
                        </a:rPr>
                        <a:t>Predicted Positive</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1" lang="en-US" sz="1800" spc="-1" strike="noStrike">
                          <a:solidFill>
                            <a:srgbClr val="000000"/>
                          </a:solidFill>
                          <a:latin typeface="Arial"/>
                        </a:rPr>
                        <a:t>Predicted Negative</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759600">
                <a:tc>
                  <a:txBody>
                    <a:bodyPr lIns="36000" rIns="36000" anchor="t">
                      <a:noAutofit/>
                    </a:bodyPr>
                    <a:p>
                      <a:pPr>
                        <a:lnSpc>
                          <a:spcPct val="100000"/>
                        </a:lnSpc>
                      </a:pPr>
                      <a:r>
                        <a:rPr b="1" lang="en-US" sz="1800" spc="-1" strike="noStrike">
                          <a:solidFill>
                            <a:srgbClr val="000000"/>
                          </a:solidFill>
                          <a:latin typeface="Arial"/>
                        </a:rPr>
                        <a:t>Actual Positive</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000000"/>
                          </a:solidFill>
                          <a:latin typeface="Arial"/>
                        </a:rPr>
                        <a:t>Number of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True Positives (</a:t>
                      </a:r>
                      <a:r>
                        <a:rPr b="1" lang="en-US" sz="1800" spc="-1" strike="noStrike">
                          <a:solidFill>
                            <a:srgbClr val="000000"/>
                          </a:solidFill>
                          <a:latin typeface="Arial"/>
                        </a:rPr>
                        <a:t>TP</a:t>
                      </a:r>
                      <a:r>
                        <a:rPr b="0" lang="en-US" sz="1800" spc="-1" strike="noStrike">
                          <a:solidFill>
                            <a:srgbClr val="000000"/>
                          </a:solidFill>
                          <a:latin typeface="Arial"/>
                        </a:rPr>
                        <a:t>)</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000000"/>
                          </a:solidFill>
                          <a:latin typeface="Arial"/>
                        </a:rPr>
                        <a:t>Number of</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False Negatives (</a:t>
                      </a:r>
                      <a:r>
                        <a:rPr b="1" lang="en-US" sz="1800" spc="-1" strike="noStrike">
                          <a:solidFill>
                            <a:srgbClr val="000000"/>
                          </a:solidFill>
                          <a:latin typeface="Arial"/>
                        </a:rPr>
                        <a:t>FN</a:t>
                      </a:r>
                      <a:r>
                        <a:rPr b="0" lang="en-US" sz="1800" spc="-1" strike="noStrike">
                          <a:solidFill>
                            <a:srgbClr val="000000"/>
                          </a:solidFill>
                          <a:latin typeface="Arial"/>
                        </a:rPr>
                        <a:t>)</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759960">
                <a:tc>
                  <a:txBody>
                    <a:bodyPr lIns="36000" rIns="36000" anchor="t">
                      <a:noAutofit/>
                    </a:bodyPr>
                    <a:p>
                      <a:pPr>
                        <a:lnSpc>
                          <a:spcPct val="100000"/>
                        </a:lnSpc>
                      </a:pPr>
                      <a:r>
                        <a:rPr b="1" lang="en-US" sz="1800" spc="-1" strike="noStrike">
                          <a:solidFill>
                            <a:srgbClr val="000000"/>
                          </a:solidFill>
                          <a:latin typeface="Arial"/>
                        </a:rPr>
                        <a:t>Actual Negative</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000000"/>
                          </a:solidFill>
                          <a:latin typeface="Arial"/>
                        </a:rPr>
                        <a:t>Number of</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False Positives (</a:t>
                      </a:r>
                      <a:r>
                        <a:rPr b="1" lang="en-US" sz="1800" spc="-1" strike="noStrike">
                          <a:solidFill>
                            <a:srgbClr val="000000"/>
                          </a:solidFill>
                          <a:latin typeface="Arial"/>
                        </a:rPr>
                        <a:t>FP</a:t>
                      </a:r>
                      <a:r>
                        <a:rPr b="0" lang="en-US" sz="1800" spc="-1" strike="noStrike">
                          <a:solidFill>
                            <a:srgbClr val="000000"/>
                          </a:solidFill>
                          <a:latin typeface="Arial"/>
                        </a:rPr>
                        <a:t>)</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000000"/>
                          </a:solidFill>
                          <a:latin typeface="Arial"/>
                        </a:rPr>
                        <a:t>Number of</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True Negatives (</a:t>
                      </a:r>
                      <a:r>
                        <a:rPr b="1" lang="en-US" sz="1800" spc="-1" strike="noStrike">
                          <a:solidFill>
                            <a:srgbClr val="000000"/>
                          </a:solidFill>
                          <a:latin typeface="Arial"/>
                        </a:rPr>
                        <a:t>TN</a:t>
                      </a:r>
                      <a:r>
                        <a:rPr b="0" lang="en-US" sz="1800" spc="-1" strike="noStrike">
                          <a:solidFill>
                            <a:srgbClr val="000000"/>
                          </a:solidFill>
                          <a:latin typeface="Arial"/>
                        </a:rPr>
                        <a:t>)</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bl>
          </a:graphicData>
        </a:graphic>
      </p:graphicFrame>
      <p:sp>
        <p:nvSpPr>
          <p:cNvPr id="1473" name=""/>
          <p:cNvSpPr/>
          <p:nvPr/>
        </p:nvSpPr>
        <p:spPr>
          <a:xfrm>
            <a:off x="228600" y="914400"/>
            <a:ext cx="11657880" cy="2164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Suppose we have a “machine learning model” that predicts if a track is friend or foe (IFF): </a:t>
            </a:r>
            <a:endParaRPr b="0" lang="en-US" sz="1800" spc="-1" strike="noStrike">
              <a:solidFill>
                <a:srgbClr val="ffffff"/>
              </a:solidFill>
              <a:latin typeface="Arial"/>
            </a:endParaRPr>
          </a:p>
          <a:p>
            <a:pPr algn="ctr">
              <a:lnSpc>
                <a:spcPct val="100000"/>
              </a:lnSpc>
            </a:pPr>
            <a:r>
              <a:rPr b="1" lang="en-US" sz="2000" spc="-1" strike="noStrike">
                <a:solidFill>
                  <a:srgbClr val="ffffff"/>
                </a:solidFill>
                <a:latin typeface="Arial"/>
              </a:rPr>
              <a:t>FOE=POSITIVE, FRIEND=NEGATIVE</a:t>
            </a:r>
            <a:endParaRPr b="0" lang="en-US" sz="2000" spc="-1" strike="noStrike">
              <a:solidFill>
                <a:srgbClr val="ffffff"/>
              </a:solidFill>
              <a:latin typeface="Arial"/>
            </a:endParaRPr>
          </a:p>
          <a:p>
            <a:pPr>
              <a:lnSpc>
                <a:spcPct val="100000"/>
              </a:lnSpc>
            </a:pPr>
            <a:r>
              <a:rPr b="0" lang="en-US" sz="1800" spc="-1" strike="noStrike">
                <a:solidFill>
                  <a:srgbClr val="ffffff"/>
                </a:solidFill>
                <a:latin typeface="Arial"/>
              </a:rPr>
              <a:t> </a:t>
            </a:r>
            <a:endParaRPr b="0" lang="en-US" sz="1800" spc="-1" strike="noStrike">
              <a:solidFill>
                <a:srgbClr val="ffffff"/>
              </a:solidFill>
              <a:latin typeface="Arial"/>
            </a:endParaRPr>
          </a:p>
          <a:p>
            <a:pPr lvl="2" marL="648000" indent="-216000">
              <a:lnSpc>
                <a:spcPct val="100000"/>
              </a:lnSpc>
              <a:buClr>
                <a:srgbClr val="ffffff"/>
              </a:buClr>
              <a:buSzPct val="45000"/>
              <a:buFont typeface="Wingdings" charset="2"/>
              <a:buChar char=""/>
            </a:pPr>
            <a:r>
              <a:rPr b="0" lang="en-US" sz="1800" spc="-1" strike="noStrike">
                <a:solidFill>
                  <a:srgbClr val="ffffff"/>
                </a:solidFill>
                <a:latin typeface="Arial"/>
              </a:rPr>
              <a:t>If the track is ACTUALLY FRIEND and the model PREDICTED as FRIEND : count as TRUE NEGATIVE</a:t>
            </a:r>
            <a:endParaRPr b="0" lang="en-US" sz="1800" spc="-1" strike="noStrike">
              <a:solidFill>
                <a:srgbClr val="ffffff"/>
              </a:solidFill>
              <a:latin typeface="Arial"/>
            </a:endParaRPr>
          </a:p>
          <a:p>
            <a:pPr lvl="2" marL="648000" indent="-216000">
              <a:lnSpc>
                <a:spcPct val="100000"/>
              </a:lnSpc>
              <a:buClr>
                <a:srgbClr val="ffffff"/>
              </a:buClr>
              <a:buSzPct val="45000"/>
              <a:buFont typeface="Wingdings" charset="2"/>
              <a:buChar char=""/>
            </a:pPr>
            <a:r>
              <a:rPr b="0" lang="en-US" sz="1800" spc="-1" strike="noStrike">
                <a:solidFill>
                  <a:srgbClr val="ffffff"/>
                </a:solidFill>
                <a:latin typeface="Arial"/>
                <a:ea typeface="Noto Sans CJK SC"/>
              </a:rPr>
              <a:t>If the track is ACTUALLY FRIEND and the model PREDICTED as FOE </a:t>
            </a: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 count as FALSE POSITIVE</a:t>
            </a:r>
            <a:endParaRPr b="0" lang="en-US" sz="1800" spc="-1" strike="noStrike">
              <a:solidFill>
                <a:srgbClr val="ffffff"/>
              </a:solidFill>
              <a:latin typeface="Arial"/>
            </a:endParaRPr>
          </a:p>
          <a:p>
            <a:pPr lvl="2" marL="648000" indent="-216000">
              <a:lnSpc>
                <a:spcPct val="100000"/>
              </a:lnSpc>
              <a:buClr>
                <a:srgbClr val="ffffff"/>
              </a:buClr>
              <a:buSzPct val="45000"/>
              <a:buFont typeface="Wingdings" charset="2"/>
              <a:buChar char=""/>
            </a:pPr>
            <a:r>
              <a:rPr b="0" lang="en-US" sz="1800" spc="-1" strike="noStrike">
                <a:solidFill>
                  <a:srgbClr val="ffffff"/>
                </a:solidFill>
                <a:latin typeface="Arial"/>
                <a:ea typeface="Noto Sans CJK SC"/>
              </a:rPr>
              <a:t>If the track is ACTUALLY FOE and the model PREDICTED as FRIEND </a:t>
            </a: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 count as FALSE NEGATIVE</a:t>
            </a:r>
            <a:endParaRPr b="0" lang="en-US" sz="1800" spc="-1" strike="noStrike">
              <a:solidFill>
                <a:srgbClr val="ffffff"/>
              </a:solidFill>
              <a:latin typeface="Arial"/>
            </a:endParaRPr>
          </a:p>
          <a:p>
            <a:pPr lvl="2" marL="648000" indent="-216000">
              <a:lnSpc>
                <a:spcPct val="100000"/>
              </a:lnSpc>
              <a:buClr>
                <a:srgbClr val="ffffff"/>
              </a:buClr>
              <a:buSzPct val="45000"/>
              <a:buFont typeface="Wingdings" charset="2"/>
              <a:buChar char=""/>
            </a:pPr>
            <a:r>
              <a:rPr b="0" lang="en-US" sz="1800" spc="-1" strike="noStrike">
                <a:solidFill>
                  <a:srgbClr val="ffffff"/>
                </a:solidFill>
                <a:latin typeface="Arial"/>
                <a:ea typeface="Noto Sans CJK SC"/>
              </a:rPr>
              <a:t>If the track is ACTUALLY FOE and the model PREDICTED as FOE </a:t>
            </a: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 count as TRUE POSITIVE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p:txBody>
      </p:sp>
      <p:sp>
        <p:nvSpPr>
          <p:cNvPr id="1474" name=""/>
          <p:cNvSpPr/>
          <p:nvPr/>
        </p:nvSpPr>
        <p:spPr>
          <a:xfrm>
            <a:off x="2868840" y="3382920"/>
            <a:ext cx="6453720" cy="1188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ffffff"/>
                </a:solidFill>
                <a:latin typeface="Arial"/>
              </a:rPr>
              <a:t>Confusion Matrix For Binary Classification</a:t>
            </a:r>
            <a:endParaRPr b="0" lang="en-US" sz="2400" spc="-1" strike="noStrike">
              <a:solidFill>
                <a:srgbClr val="ffffff"/>
              </a:solidFill>
              <a:latin typeface="Arial"/>
            </a:endParaRPr>
          </a:p>
          <a:p>
            <a:pPr>
              <a:lnSpc>
                <a:spcPct val="100000"/>
              </a:lnSpc>
            </a:pPr>
            <a:endParaRPr b="0" lang="en-US" sz="1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5"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62222"/>
          </a:bodyPr>
          <a:p>
            <a:pPr indent="0" defTabSz="914400">
              <a:lnSpc>
                <a:spcPct val="90000"/>
              </a:lnSpc>
              <a:spcBef>
                <a:spcPts val="1001"/>
              </a:spcBef>
              <a:buNone/>
              <a:tabLst>
                <a:tab algn="l" pos="0"/>
              </a:tabLst>
            </a:pPr>
            <a:r>
              <a:rPr b="1" lang="tr-TR" sz="3200" spc="-1" strike="noStrike">
                <a:solidFill>
                  <a:schemeClr val="lt1"/>
                </a:solidFill>
                <a:latin typeface="Arial Black"/>
              </a:rPr>
              <a:t>2.5 -  ML Model Evaluation : False Positive, Precision, Recall, Accuracy, </a:t>
            </a:r>
            <a:r>
              <a:rPr b="1" lang="tr-TR" sz="3200" spc="-1" strike="noStrike">
                <a:solidFill>
                  <a:schemeClr val="lt1"/>
                </a:solidFill>
                <a:latin typeface="Arial Black"/>
              </a:rPr>
              <a:t>Confusion Matrix</a:t>
            </a:r>
            <a:endParaRPr b="0" lang="en-US" sz="3200" spc="-1" strike="noStrike">
              <a:solidFill>
                <a:srgbClr val="ffffff"/>
              </a:solidFill>
              <a:latin typeface="Arial"/>
            </a:endParaRPr>
          </a:p>
        </p:txBody>
      </p:sp>
      <p:graphicFrame>
        <p:nvGraphicFramePr>
          <p:cNvPr id="1476" name=""/>
          <p:cNvGraphicFramePr/>
          <p:nvPr/>
        </p:nvGraphicFramePr>
        <p:xfrm>
          <a:off x="3886200" y="709560"/>
          <a:ext cx="7569720" cy="1112400"/>
        </p:xfrm>
        <a:graphic>
          <a:graphicData uri="http://schemas.openxmlformats.org/drawingml/2006/table">
            <a:tbl>
              <a:tblPr/>
              <a:tblGrid>
                <a:gridCol w="2054880"/>
                <a:gridCol w="2565720"/>
                <a:gridCol w="2949480"/>
              </a:tblGrid>
              <a:tr h="371520">
                <a:tc>
                  <a:txBody>
                    <a:bodyPr lIns="36000" rIns="36000" anchor="t">
                      <a:noAutofit/>
                    </a:bodyPr>
                    <a:p>
                      <a:endParaRPr b="1"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1" lang="en-US" sz="1800" spc="-1" strike="noStrike">
                          <a:solidFill>
                            <a:srgbClr val="000000"/>
                          </a:solidFill>
                          <a:latin typeface="Arial"/>
                        </a:rPr>
                        <a:t>Predicted Positive</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1" lang="en-US" sz="1800" spc="-1" strike="noStrike">
                          <a:solidFill>
                            <a:srgbClr val="000000"/>
                          </a:solidFill>
                          <a:latin typeface="Arial"/>
                        </a:rPr>
                        <a:t>Predicted Negative</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371520">
                <a:tc>
                  <a:txBody>
                    <a:bodyPr lIns="36000" rIns="36000" anchor="t">
                      <a:noAutofit/>
                    </a:bodyPr>
                    <a:p>
                      <a:pPr>
                        <a:lnSpc>
                          <a:spcPct val="100000"/>
                        </a:lnSpc>
                      </a:pPr>
                      <a:r>
                        <a:rPr b="1" lang="en-US" sz="1800" spc="-1" strike="noStrike">
                          <a:solidFill>
                            <a:srgbClr val="000000"/>
                          </a:solidFill>
                          <a:latin typeface="Arial"/>
                        </a:rPr>
                        <a:t>Actual Positive</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000000"/>
                          </a:solidFill>
                          <a:latin typeface="Arial"/>
                        </a:rPr>
                        <a:t>True Positives (TP)</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000000"/>
                          </a:solidFill>
                          <a:latin typeface="Arial"/>
                        </a:rPr>
                        <a:t>False Negatives (FN)</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369360">
                <a:tc>
                  <a:txBody>
                    <a:bodyPr lIns="36000" rIns="36000" anchor="t">
                      <a:noAutofit/>
                    </a:bodyPr>
                    <a:p>
                      <a:pPr>
                        <a:lnSpc>
                          <a:spcPct val="100000"/>
                        </a:lnSpc>
                      </a:pPr>
                      <a:r>
                        <a:rPr b="1" lang="en-US" sz="1800" spc="-1" strike="noStrike">
                          <a:solidFill>
                            <a:srgbClr val="000000"/>
                          </a:solidFill>
                          <a:latin typeface="Arial"/>
                        </a:rPr>
                        <a:t>Actual Negative</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000000"/>
                          </a:solidFill>
                          <a:latin typeface="Arial"/>
                        </a:rPr>
                        <a:t>False Positives (FP)</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000000"/>
                          </a:solidFill>
                          <a:latin typeface="Arial"/>
                        </a:rPr>
                        <a:t>True Negatives (TN)</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bl>
          </a:graphicData>
        </a:graphic>
      </p:graphicFrame>
      <p:pic>
        <p:nvPicPr>
          <p:cNvPr id="1477" name="" descr=""/>
          <p:cNvPicPr/>
          <p:nvPr/>
        </p:nvPicPr>
        <p:blipFill>
          <a:blip r:embed="rId1"/>
          <a:stretch/>
        </p:blipFill>
        <p:spPr>
          <a:xfrm>
            <a:off x="228600" y="2057400"/>
            <a:ext cx="3475440" cy="4256640"/>
          </a:xfrm>
          <a:prstGeom prst="rect">
            <a:avLst/>
          </a:prstGeom>
          <a:ln w="0">
            <a:noFill/>
          </a:ln>
        </p:spPr>
      </p:pic>
      <p:sp>
        <p:nvSpPr>
          <p:cNvPr id="1478" name=""/>
          <p:cNvSpPr/>
          <p:nvPr/>
        </p:nvSpPr>
        <p:spPr>
          <a:xfrm>
            <a:off x="3886200" y="2057400"/>
            <a:ext cx="7543080" cy="4651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600" spc="-1" strike="noStrike">
                <a:solidFill>
                  <a:srgbClr val="ffffff"/>
                </a:solidFill>
                <a:latin typeface="Arial"/>
              </a:rPr>
              <a:t>HIGH PRECISION :</a:t>
            </a:r>
            <a:r>
              <a:rPr b="0" lang="en-US" sz="1600" spc="-1" strike="noStrike">
                <a:solidFill>
                  <a:srgbClr val="ffffff"/>
                </a:solidFill>
                <a:latin typeface="Arial"/>
              </a:rPr>
              <a:t> Model should not miss any FOE, but some of the FOES may be FRIEND actually.</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1" lang="en-US" sz="1600" spc="-1" strike="noStrike">
                <a:solidFill>
                  <a:srgbClr val="ffffff"/>
                </a:solidFill>
                <a:latin typeface="Arial"/>
              </a:rPr>
              <a:t>HIGH RECALL :</a:t>
            </a:r>
            <a:r>
              <a:rPr b="0" lang="en-US" sz="1600" spc="-1" strike="noStrike">
                <a:solidFill>
                  <a:srgbClr val="ffffff"/>
                </a:solidFill>
                <a:latin typeface="Arial"/>
              </a:rPr>
              <a:t> Model may miss some FOEs, but should be sure that no actual FRIEND may be reported as FOE.</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1" lang="en-US" sz="1600" spc="-1" strike="noStrike">
                <a:solidFill>
                  <a:srgbClr val="ffffff"/>
                </a:solidFill>
                <a:latin typeface="Arial"/>
              </a:rPr>
              <a:t>HIGH ACCURACY :</a:t>
            </a:r>
            <a:r>
              <a:rPr b="0" lang="en-US" sz="1600" spc="-1" strike="noStrike">
                <a:solidFill>
                  <a:srgbClr val="ffffff"/>
                </a:solidFill>
                <a:latin typeface="Arial"/>
              </a:rPr>
              <a:t>  Model should not miss any FOE, and also should be sure that no actual FRIEND may be reported as FOE.</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1" lang="en-US" sz="1600" spc="-1" strike="noStrike">
                <a:solidFill>
                  <a:srgbClr val="ffffff"/>
                </a:solidFill>
                <a:latin typeface="Arial"/>
              </a:rPr>
              <a:t>F1 : </a:t>
            </a:r>
            <a:endParaRPr b="0" lang="en-US" sz="1600" spc="-1" strike="noStrike">
              <a:solidFill>
                <a:srgbClr val="ffffff"/>
              </a:solidFill>
              <a:latin typeface="Arial"/>
            </a:endParaRPr>
          </a:p>
          <a:p>
            <a:pPr lvl="1" marL="432000" indent="-216000">
              <a:lnSpc>
                <a:spcPct val="100000"/>
              </a:lnSpc>
              <a:spcBef>
                <a:spcPts val="1191"/>
              </a:spcBef>
              <a:spcAft>
                <a:spcPts val="992"/>
              </a:spcAft>
              <a:buClr>
                <a:srgbClr val="ffffff"/>
              </a:buClr>
              <a:buSzPct val="45000"/>
              <a:buFont typeface="Wingdings" charset="2"/>
              <a:buChar char=""/>
            </a:pPr>
            <a:r>
              <a:rPr b="0" lang="en-US" sz="1600" spc="-1" strike="noStrike">
                <a:solidFill>
                  <a:srgbClr val="ffffff"/>
                </a:solidFill>
                <a:latin typeface="Arial"/>
              </a:rPr>
              <a:t>Completely ignores True Negatives (TN). </a:t>
            </a:r>
            <a:endParaRPr b="0" lang="en-US" sz="1600" spc="-1" strike="noStrike">
              <a:solidFill>
                <a:srgbClr val="ffffff"/>
              </a:solidFill>
              <a:latin typeface="Arial"/>
            </a:endParaRPr>
          </a:p>
          <a:p>
            <a:pPr lvl="1" marL="432000" indent="-216000">
              <a:lnSpc>
                <a:spcPct val="100000"/>
              </a:lnSpc>
              <a:spcBef>
                <a:spcPts val="1191"/>
              </a:spcBef>
              <a:spcAft>
                <a:spcPts val="992"/>
              </a:spcAft>
              <a:buClr>
                <a:srgbClr val="ffffff"/>
              </a:buClr>
              <a:buSzPct val="45000"/>
              <a:buFont typeface="Wingdings" charset="2"/>
              <a:buChar char=""/>
            </a:pPr>
            <a:r>
              <a:rPr b="0" lang="en-US" sz="1600" spc="-1" strike="noStrike">
                <a:solidFill>
                  <a:srgbClr val="ffffff"/>
                </a:solidFill>
                <a:latin typeface="Arial"/>
              </a:rPr>
              <a:t>This metric is used in lieu of ACCURACY, when the data is heavily imbalanced. </a:t>
            </a:r>
            <a:endParaRPr b="0" lang="en-US" sz="1600" spc="-1" strike="noStrike">
              <a:solidFill>
                <a:srgbClr val="ffffff"/>
              </a:solidFill>
              <a:latin typeface="Arial"/>
            </a:endParaRPr>
          </a:p>
          <a:p>
            <a:pPr lvl="1" marL="432000" indent="-216000">
              <a:lnSpc>
                <a:spcPct val="100000"/>
              </a:lnSpc>
              <a:spcBef>
                <a:spcPts val="1191"/>
              </a:spcBef>
              <a:spcAft>
                <a:spcPts val="992"/>
              </a:spcAft>
              <a:buClr>
                <a:srgbClr val="ffffff"/>
              </a:buClr>
              <a:buSzPct val="45000"/>
              <a:buFont typeface="Wingdings" charset="2"/>
              <a:buChar char=""/>
            </a:pPr>
            <a:r>
              <a:rPr b="0" lang="en-US" sz="1600" spc="-1" strike="noStrike">
                <a:solidFill>
                  <a:srgbClr val="ffffff"/>
                </a:solidFill>
                <a:latin typeface="Arial"/>
              </a:rPr>
              <a:t>Balance between catching positives and being right about them.</a:t>
            </a:r>
            <a:endParaRPr b="0" lang="en-US" sz="1600" spc="-1" strike="noStrike">
              <a:solidFill>
                <a:srgbClr val="ffffff"/>
              </a:solidFill>
              <a:latin typeface="Arial"/>
            </a:endParaRPr>
          </a:p>
          <a:p>
            <a:pPr lvl="1" marL="432000" indent="-216000">
              <a:lnSpc>
                <a:spcPct val="100000"/>
              </a:lnSpc>
              <a:spcBef>
                <a:spcPts val="1191"/>
              </a:spcBef>
              <a:spcAft>
                <a:spcPts val="992"/>
              </a:spcAft>
              <a:buClr>
                <a:srgbClr val="ffffff"/>
              </a:buClr>
              <a:buSzPct val="45000"/>
              <a:buFont typeface="Wingdings" charset="2"/>
              <a:buChar char=""/>
            </a:pPr>
            <a:r>
              <a:rPr b="0" lang="en-US" sz="1000" spc="-1" strike="noStrike">
                <a:solidFill>
                  <a:srgbClr val="ffffff"/>
                </a:solidFill>
                <a:latin typeface="Arial"/>
              </a:rPr>
              <a:t> </a:t>
            </a:r>
            <a:endParaRPr b="0" lang="en-US" sz="1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9"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62222"/>
          </a:bodyPr>
          <a:p>
            <a:pPr indent="0" defTabSz="914400">
              <a:lnSpc>
                <a:spcPct val="90000"/>
              </a:lnSpc>
              <a:spcBef>
                <a:spcPts val="1001"/>
              </a:spcBef>
              <a:buNone/>
              <a:tabLst>
                <a:tab algn="l" pos="0"/>
              </a:tabLst>
            </a:pPr>
            <a:r>
              <a:rPr b="1" lang="tr-TR" sz="3200" spc="-1" strike="noStrike">
                <a:solidFill>
                  <a:schemeClr val="lt1"/>
                </a:solidFill>
                <a:latin typeface="Arial Black"/>
              </a:rPr>
              <a:t>2.5 -  ML Model Evaluation : False Positive, Precision, Recall, Accuracy, Confusion Matrix</a:t>
            </a:r>
            <a:endParaRPr b="0" lang="en-US" sz="3200" spc="-1" strike="noStrike">
              <a:solidFill>
                <a:srgbClr val="ffffff"/>
              </a:solidFill>
              <a:latin typeface="Arial"/>
            </a:endParaRPr>
          </a:p>
        </p:txBody>
      </p:sp>
      <p:sp>
        <p:nvSpPr>
          <p:cNvPr id="1480" name=""/>
          <p:cNvSpPr/>
          <p:nvPr/>
        </p:nvSpPr>
        <p:spPr>
          <a:xfrm>
            <a:off x="228600" y="3750840"/>
            <a:ext cx="5028480" cy="2649240"/>
          </a:xfrm>
          <a:prstGeom prst="rect">
            <a:avLst/>
          </a:prstGeom>
          <a:noFill/>
          <a:ln w="0">
            <a:solidFill>
              <a:srgbClr val="dee6ef"/>
            </a:solid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Suppose our model will classify the vessels on the sea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We suppose that it is sufficient to classify the vessels into 3 classes :</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lvl="1" marL="432000" indent="-216000">
              <a:lnSpc>
                <a:spcPct val="100000"/>
              </a:lnSpc>
              <a:buClr>
                <a:srgbClr val="ffffff"/>
              </a:buClr>
              <a:buFont typeface="OpenSymbol"/>
              <a:buAutoNum type="arabicPeriod"/>
            </a:pPr>
            <a:r>
              <a:rPr b="0" lang="en-US" sz="1800" spc="-1" strike="noStrike">
                <a:solidFill>
                  <a:srgbClr val="ffffff"/>
                </a:solidFill>
                <a:latin typeface="Arial"/>
              </a:rPr>
              <a:t>Naval Vessel</a:t>
            </a:r>
            <a:endParaRPr b="0" lang="en-US" sz="1800" spc="-1" strike="noStrike">
              <a:solidFill>
                <a:srgbClr val="ffffff"/>
              </a:solidFill>
              <a:latin typeface="Arial"/>
            </a:endParaRPr>
          </a:p>
          <a:p>
            <a:pPr lvl="1" marL="432000" indent="-216000">
              <a:lnSpc>
                <a:spcPct val="100000"/>
              </a:lnSpc>
              <a:buClr>
                <a:srgbClr val="ffffff"/>
              </a:buClr>
              <a:buFont typeface="OpenSymbol"/>
              <a:buAutoNum type="arabicPeriod"/>
            </a:pPr>
            <a:r>
              <a:rPr b="0" lang="en-US" sz="1800" spc="-1" strike="noStrike">
                <a:solidFill>
                  <a:srgbClr val="ffffff"/>
                </a:solidFill>
                <a:latin typeface="Arial"/>
              </a:rPr>
              <a:t>Cargo Vessel</a:t>
            </a:r>
            <a:endParaRPr b="0" lang="en-US" sz="1800" spc="-1" strike="noStrike">
              <a:solidFill>
                <a:srgbClr val="ffffff"/>
              </a:solidFill>
              <a:latin typeface="Arial"/>
            </a:endParaRPr>
          </a:p>
          <a:p>
            <a:pPr lvl="1" marL="432000" indent="-216000">
              <a:lnSpc>
                <a:spcPct val="100000"/>
              </a:lnSpc>
              <a:buClr>
                <a:srgbClr val="ffffff"/>
              </a:buClr>
              <a:buFont typeface="OpenSymbol"/>
              <a:buAutoNum type="arabicPeriod"/>
            </a:pPr>
            <a:r>
              <a:rPr b="0" lang="en-US" sz="1800" spc="-1" strike="noStrike">
                <a:solidFill>
                  <a:srgbClr val="ffffff"/>
                </a:solidFill>
                <a:latin typeface="Arial"/>
              </a:rPr>
              <a:t>Passenger Vessel</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p:txBody>
      </p:sp>
      <p:sp>
        <p:nvSpPr>
          <p:cNvPr id="1481" name=""/>
          <p:cNvSpPr/>
          <p:nvPr/>
        </p:nvSpPr>
        <p:spPr>
          <a:xfrm>
            <a:off x="228600" y="914400"/>
            <a:ext cx="5028480" cy="2513880"/>
          </a:xfrm>
          <a:prstGeom prst="rect">
            <a:avLst/>
          </a:prstGeom>
          <a:noFill/>
          <a:ln w="0">
            <a:solidFill>
              <a:srgbClr val="dee6ef"/>
            </a:solid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ffffff"/>
                </a:solidFill>
                <a:latin typeface="Arial"/>
              </a:rPr>
              <a:t>Confusion Matrix :</a:t>
            </a:r>
            <a:r>
              <a:rPr b="0" lang="en-US" sz="1800" spc="-1" strike="noStrike">
                <a:solidFill>
                  <a:srgbClr val="ffffff"/>
                </a:solidFill>
                <a:latin typeface="Arial"/>
              </a:rPr>
              <a:t>  A confusion matrix is a table used to evaluate the performance of a </a:t>
            </a:r>
            <a:r>
              <a:rPr b="1" lang="en-US" sz="1800" spc="-1" strike="noStrike">
                <a:solidFill>
                  <a:srgbClr val="ffffff"/>
                </a:solidFill>
                <a:latin typeface="Arial"/>
              </a:rPr>
              <a:t>classification model.</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rgbClr val="ffffff"/>
                </a:solidFill>
                <a:latin typeface="Arial"/>
              </a:rPr>
              <a:t>Each X-Y-Cell Filled By :</a:t>
            </a:r>
            <a:endParaRPr b="0" lang="en-US" sz="1800" spc="-1" strike="noStrike">
              <a:solidFill>
                <a:srgbClr val="ffffff"/>
              </a:solidFill>
              <a:latin typeface="Arial"/>
            </a:endParaRPr>
          </a:p>
          <a:p>
            <a:pPr>
              <a:lnSpc>
                <a:spcPct val="100000"/>
              </a:lnSpc>
            </a:pPr>
            <a:r>
              <a:rPr b="1" lang="en-US" sz="1800" spc="-1" strike="noStrike">
                <a:solidFill>
                  <a:srgbClr val="ffffff"/>
                </a:solidFill>
                <a:latin typeface="Arial"/>
              </a:rPr>
              <a:t>How many of detected Class X was actually Class Y ? </a:t>
            </a:r>
            <a:endParaRPr b="0" lang="en-US" sz="1800" spc="-1" strike="noStrike">
              <a:solidFill>
                <a:srgbClr val="ffffff"/>
              </a:solidFill>
              <a:latin typeface="Arial"/>
            </a:endParaRPr>
          </a:p>
        </p:txBody>
      </p:sp>
      <p:graphicFrame>
        <p:nvGraphicFramePr>
          <p:cNvPr id="1482" name=""/>
          <p:cNvGraphicFramePr/>
          <p:nvPr/>
        </p:nvGraphicFramePr>
        <p:xfrm>
          <a:off x="5715000" y="914400"/>
          <a:ext cx="5738400" cy="3445920"/>
        </p:xfrm>
        <a:graphic>
          <a:graphicData uri="http://schemas.openxmlformats.org/drawingml/2006/table">
            <a:tbl>
              <a:tblPr/>
              <a:tblGrid>
                <a:gridCol w="1434240"/>
                <a:gridCol w="1434240"/>
                <a:gridCol w="1434240"/>
                <a:gridCol w="1436040"/>
              </a:tblGrid>
              <a:tr h="842400">
                <a:tc>
                  <a:txBody>
                    <a:bodyPr lIns="36000" rIns="36000" anchor="t">
                      <a:noAutofit/>
                    </a:bodyPr>
                    <a:p>
                      <a:endParaRPr b="0" lang="en-US" sz="1800" spc="-1" strike="noStrike">
                        <a:solidFill>
                          <a:srgbClr val="2a6099"/>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2a6099"/>
                          </a:solidFill>
                          <a:latin typeface="Arial"/>
                        </a:rPr>
                        <a:t>Naval Vessel</a:t>
                      </a:r>
                      <a:endParaRPr b="0" lang="en-US" sz="1800" spc="-1" strike="noStrike">
                        <a:solidFill>
                          <a:srgbClr val="000000"/>
                        </a:solidFill>
                        <a:latin typeface="Arial"/>
                      </a:endParaRPr>
                    </a:p>
                    <a:p>
                      <a:pPr>
                        <a:lnSpc>
                          <a:spcPct val="100000"/>
                        </a:lnSpc>
                      </a:pPr>
                      <a:r>
                        <a:rPr b="0" lang="en-US" sz="1800" spc="-1" strike="noStrike">
                          <a:solidFill>
                            <a:srgbClr val="2a6099"/>
                          </a:solidFill>
                          <a:latin typeface="Arial"/>
                        </a:rPr>
                        <a:t>Predicted</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a:noFill/>
                    </a:lnB>
                    <a:solidFill>
                      <a:srgbClr val="ffffff"/>
                    </a:solidFill>
                  </a:tcPr>
                </a:tc>
                <a:tc>
                  <a:txBody>
                    <a:bodyPr lIns="36000" rIns="36000" anchor="t">
                      <a:noAutofit/>
                    </a:bodyPr>
                    <a:p>
                      <a:pPr>
                        <a:lnSpc>
                          <a:spcPct val="100000"/>
                        </a:lnSpc>
                      </a:pPr>
                      <a:r>
                        <a:rPr b="0" lang="en-US" sz="1800" spc="-1" strike="noStrike">
                          <a:solidFill>
                            <a:srgbClr val="2a6099"/>
                          </a:solidFill>
                          <a:latin typeface="Arial"/>
                        </a:rPr>
                        <a:t>Cargo Vessel</a:t>
                      </a:r>
                      <a:endParaRPr b="0" lang="en-US" sz="1800" spc="-1" strike="noStrike">
                        <a:solidFill>
                          <a:srgbClr val="000000"/>
                        </a:solidFill>
                        <a:latin typeface="Arial"/>
                      </a:endParaRPr>
                    </a:p>
                    <a:p>
                      <a:pPr>
                        <a:lnSpc>
                          <a:spcPct val="100000"/>
                        </a:lnSpc>
                      </a:pPr>
                      <a:r>
                        <a:rPr b="0" lang="en-US" sz="1800" spc="-1" strike="noStrike">
                          <a:solidFill>
                            <a:srgbClr val="2a6099"/>
                          </a:solidFill>
                          <a:latin typeface="Arial"/>
                        </a:rPr>
                        <a:t>Predicted</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2a6099"/>
                          </a:solidFill>
                          <a:latin typeface="Arial"/>
                        </a:rPr>
                        <a:t>Passenger Vessel Predicted</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757440">
                <a:tc>
                  <a:txBody>
                    <a:bodyPr lIns="36000" rIns="36000" anchor="t">
                      <a:noAutofit/>
                    </a:bodyPr>
                    <a:p>
                      <a:pPr>
                        <a:lnSpc>
                          <a:spcPct val="100000"/>
                        </a:lnSpc>
                      </a:pPr>
                      <a:r>
                        <a:rPr b="0" lang="en-US" sz="1800" spc="-1" strike="noStrike">
                          <a:solidFill>
                            <a:srgbClr val="2a6099"/>
                          </a:solidFill>
                          <a:latin typeface="Arial"/>
                        </a:rPr>
                        <a:t>Naval Vessel</a:t>
                      </a:r>
                      <a:endParaRPr b="0" lang="en-US" sz="1800" spc="-1" strike="noStrike">
                        <a:solidFill>
                          <a:srgbClr val="000000"/>
                        </a:solidFill>
                        <a:latin typeface="Arial"/>
                      </a:endParaRPr>
                    </a:p>
                    <a:p>
                      <a:pPr>
                        <a:lnSpc>
                          <a:spcPct val="100000"/>
                        </a:lnSpc>
                      </a:pPr>
                      <a:r>
                        <a:rPr b="0" lang="en-US" sz="1800" spc="-1" strike="noStrike">
                          <a:solidFill>
                            <a:srgbClr val="2a6099"/>
                          </a:solidFill>
                          <a:latin typeface="Arial"/>
                        </a:rPr>
                        <a:t>Actual</a:t>
                      </a:r>
                      <a:endParaRPr b="0" lang="en-US" sz="1800" spc="-1" strike="noStrike">
                        <a:solidFill>
                          <a:srgbClr val="000000"/>
                        </a:solidFill>
                        <a:latin typeface="Arial"/>
                      </a:endParaRPr>
                    </a:p>
                  </a:txBody>
                  <a:tcPr anchor="t" marL="36000" marR="36000">
                    <a:lnL w="7200">
                      <a:solidFill>
                        <a:srgbClr val="666666"/>
                      </a:solidFill>
                      <a:prstDash val="solid"/>
                    </a:lnL>
                    <a:lnR>
                      <a:noFill/>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80</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b4c7dc"/>
                    </a:solidFill>
                  </a:tcPr>
                </a:tc>
                <a:tc>
                  <a:txBody>
                    <a:bodyPr lIns="36000" rIns="36000" anchor="t">
                      <a:noAutofit/>
                    </a:bodyPr>
                    <a:p>
                      <a:pPr algn="ctr">
                        <a:lnSpc>
                          <a:spcPct val="100000"/>
                        </a:lnSpc>
                      </a:pPr>
                      <a:r>
                        <a:rPr b="0" lang="en-US" sz="1800" spc="-1" strike="noStrike">
                          <a:solidFill>
                            <a:srgbClr val="2a6099"/>
                          </a:solidFill>
                          <a:latin typeface="Arial"/>
                        </a:rPr>
                        <a:t>30</a:t>
                      </a:r>
                      <a:endParaRPr b="0" lang="en-US" sz="1800" spc="-1" strike="noStrike">
                        <a:solidFill>
                          <a:srgbClr val="000000"/>
                        </a:solidFill>
                        <a:latin typeface="Arial"/>
                      </a:endParaRPr>
                    </a:p>
                  </a:txBody>
                  <a:tcPr anchor="t" marL="36000" marR="36000">
                    <a:lnL>
                      <a:noFill/>
                    </a:lnL>
                    <a:lnR w="7200">
                      <a:solidFill>
                        <a:srgbClr val="666666"/>
                      </a:solidFill>
                      <a:prstDash val="solid"/>
                    </a:lnR>
                    <a:lnT w="7200">
                      <a:solidFill>
                        <a:srgbClr val="666666"/>
                      </a:solidFill>
                      <a:prstDash val="solid"/>
                    </a:lnT>
                    <a:lnB>
                      <a:noFill/>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5</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790920">
                <a:tc>
                  <a:txBody>
                    <a:bodyPr lIns="36000" rIns="36000" anchor="t">
                      <a:noAutofit/>
                    </a:bodyPr>
                    <a:p>
                      <a:pPr>
                        <a:lnSpc>
                          <a:spcPct val="100000"/>
                        </a:lnSpc>
                      </a:pPr>
                      <a:r>
                        <a:rPr b="0" lang="en-US" sz="1800" spc="-1" strike="noStrike">
                          <a:solidFill>
                            <a:srgbClr val="2a6099"/>
                          </a:solidFill>
                          <a:latin typeface="Arial"/>
                        </a:rPr>
                        <a:t>Cargo Vessel</a:t>
                      </a:r>
                      <a:endParaRPr b="0" lang="en-US" sz="1800" spc="-1" strike="noStrike">
                        <a:solidFill>
                          <a:srgbClr val="000000"/>
                        </a:solidFill>
                        <a:latin typeface="Arial"/>
                      </a:endParaRPr>
                    </a:p>
                    <a:p>
                      <a:pPr>
                        <a:lnSpc>
                          <a:spcPct val="100000"/>
                        </a:lnSpc>
                      </a:pPr>
                      <a:r>
                        <a:rPr b="0" lang="en-US" sz="1800" spc="-1" strike="noStrike">
                          <a:solidFill>
                            <a:srgbClr val="2a6099"/>
                          </a:solidFill>
                          <a:latin typeface="Arial"/>
                        </a:rPr>
                        <a:t>Actual</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16</a:t>
                      </a:r>
                      <a:endParaRPr b="0" lang="en-US" sz="1800" spc="-1" strike="noStrike">
                        <a:solidFill>
                          <a:srgbClr val="000000"/>
                        </a:solidFill>
                        <a:latin typeface="Arial"/>
                      </a:endParaRPr>
                    </a:p>
                  </a:txBody>
                  <a:tcPr anchor="t" marL="36000" marR="36000">
                    <a:lnL w="7200">
                      <a:solidFill>
                        <a:srgbClr val="666666"/>
                      </a:solidFill>
                      <a:prstDash val="solid"/>
                    </a:lnL>
                    <a:lnR>
                      <a:noFill/>
                    </a:lnR>
                    <a:lnT>
                      <a:noFill/>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650</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b4c7dc"/>
                    </a:solidFill>
                  </a:tcPr>
                </a:tc>
                <a:tc>
                  <a:txBody>
                    <a:bodyPr lIns="36000" rIns="36000" anchor="t">
                      <a:noAutofit/>
                    </a:bodyPr>
                    <a:p>
                      <a:pPr algn="ctr">
                        <a:lnSpc>
                          <a:spcPct val="100000"/>
                        </a:lnSpc>
                      </a:pPr>
                      <a:r>
                        <a:rPr b="0" lang="en-US" sz="1800" spc="-1" strike="noStrike">
                          <a:solidFill>
                            <a:srgbClr val="2a6099"/>
                          </a:solidFill>
                          <a:latin typeface="Arial"/>
                        </a:rPr>
                        <a:t>5</a:t>
                      </a:r>
                      <a:endParaRPr b="0" lang="en-US" sz="1800" spc="-1" strike="noStrike">
                        <a:solidFill>
                          <a:srgbClr val="000000"/>
                        </a:solidFill>
                        <a:latin typeface="Arial"/>
                      </a:endParaRPr>
                    </a:p>
                  </a:txBody>
                  <a:tcPr anchor="t" marL="36000" marR="36000">
                    <a:lnL>
                      <a:noFill/>
                    </a:lnL>
                    <a:lnR w="7200">
                      <a:solidFill>
                        <a:srgbClr val="666666"/>
                      </a:solidFill>
                      <a:prstDash val="solid"/>
                    </a:lnR>
                    <a:lnT w="7200">
                      <a:solidFill>
                        <a:srgbClr val="666666"/>
                      </a:solidFill>
                      <a:prstDash val="solid"/>
                    </a:lnT>
                    <a:lnB>
                      <a:noFill/>
                    </a:lnB>
                    <a:solidFill>
                      <a:srgbClr val="ffffff"/>
                    </a:solidFill>
                  </a:tcPr>
                </a:tc>
              </a:tr>
              <a:tr h="1038240">
                <a:tc>
                  <a:txBody>
                    <a:bodyPr lIns="36000" rIns="36000" anchor="t">
                      <a:noAutofit/>
                    </a:bodyPr>
                    <a:p>
                      <a:pPr>
                        <a:lnSpc>
                          <a:spcPct val="100000"/>
                        </a:lnSpc>
                      </a:pPr>
                      <a:r>
                        <a:rPr b="0" lang="en-US" sz="1800" spc="-1" strike="noStrike">
                          <a:solidFill>
                            <a:srgbClr val="2a6099"/>
                          </a:solidFill>
                          <a:latin typeface="Arial"/>
                        </a:rPr>
                        <a:t>Passenger Vessel</a:t>
                      </a:r>
                      <a:endParaRPr b="0" lang="en-US" sz="1800" spc="-1" strike="noStrike">
                        <a:solidFill>
                          <a:srgbClr val="000000"/>
                        </a:solidFill>
                        <a:latin typeface="Arial"/>
                      </a:endParaRPr>
                    </a:p>
                    <a:p>
                      <a:pPr>
                        <a:lnSpc>
                          <a:spcPct val="100000"/>
                        </a:lnSpc>
                      </a:pPr>
                      <a:r>
                        <a:rPr b="0" lang="en-US" sz="1800" spc="-1" strike="noStrike">
                          <a:solidFill>
                            <a:srgbClr val="2a6099"/>
                          </a:solidFill>
                          <a:latin typeface="Arial"/>
                        </a:rPr>
                        <a:t>Actual</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4</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20</a:t>
                      </a:r>
                      <a:endParaRPr b="0" lang="en-US" sz="1800" spc="-1" strike="noStrike">
                        <a:solidFill>
                          <a:srgbClr val="000000"/>
                        </a:solidFill>
                        <a:latin typeface="Arial"/>
                      </a:endParaRPr>
                    </a:p>
                  </a:txBody>
                  <a:tcPr anchor="t" marL="36000" marR="36000">
                    <a:lnL w="7200">
                      <a:solidFill>
                        <a:srgbClr val="666666"/>
                      </a:solidFill>
                      <a:prstDash val="solid"/>
                    </a:lnL>
                    <a:lnR>
                      <a:noFill/>
                    </a:lnR>
                    <a:lnT>
                      <a:noFill/>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190</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b4c7dc"/>
                    </a:solidFill>
                  </a:tcPr>
                </a:tc>
              </a:tr>
            </a:tbl>
          </a:graphicData>
        </a:graphic>
      </p:graphicFrame>
      <p:sp>
        <p:nvSpPr>
          <p:cNvPr id="1483" name=""/>
          <p:cNvSpPr/>
          <p:nvPr/>
        </p:nvSpPr>
        <p:spPr>
          <a:xfrm>
            <a:off x="5715000" y="4800600"/>
            <a:ext cx="5714280" cy="1599480"/>
          </a:xfrm>
          <a:prstGeom prst="rect">
            <a:avLst/>
          </a:prstGeom>
          <a:noFill/>
          <a:ln w="0">
            <a:solidFill>
              <a:srgbClr val="dee6ef"/>
            </a:solid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Suppose we made 1000 experiments, 100 were said to be Naval Vessel but actually only 80 of them were Naval, 16 of them were cargo, 4 of them were Passenger ship. For the cargo and the passenger vessels, the numbers are shown above.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4"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62222"/>
          </a:bodyPr>
          <a:p>
            <a:pPr indent="0" defTabSz="914400">
              <a:lnSpc>
                <a:spcPct val="90000"/>
              </a:lnSpc>
              <a:spcBef>
                <a:spcPts val="1001"/>
              </a:spcBef>
              <a:buNone/>
              <a:tabLst>
                <a:tab algn="l" pos="0"/>
              </a:tabLst>
            </a:pPr>
            <a:r>
              <a:rPr b="1" lang="tr-TR" sz="3200" spc="-1" strike="noStrike">
                <a:solidFill>
                  <a:schemeClr val="lt1"/>
                </a:solidFill>
                <a:latin typeface="Arial Black"/>
              </a:rPr>
              <a:t>2.5 -  ML Model Evaluation : False Positive, Precision, Recall, Accuracy, Confusion Matrix</a:t>
            </a:r>
            <a:endParaRPr b="0" lang="en-US" sz="3200" spc="-1" strike="noStrike">
              <a:solidFill>
                <a:srgbClr val="ffffff"/>
              </a:solidFill>
              <a:latin typeface="Arial"/>
            </a:endParaRPr>
          </a:p>
        </p:txBody>
      </p:sp>
      <p:sp>
        <p:nvSpPr>
          <p:cNvPr id="1485" name=""/>
          <p:cNvSpPr/>
          <p:nvPr/>
        </p:nvSpPr>
        <p:spPr>
          <a:xfrm>
            <a:off x="1866960" y="914400"/>
            <a:ext cx="8457480" cy="2056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2400" spc="-1" strike="noStrike">
                <a:solidFill>
                  <a:srgbClr val="ffffff"/>
                </a:solidFill>
                <a:latin typeface="Arial"/>
              </a:rPr>
              <a:t>CONFUSION MATRIX  != CORRELATION MATRIX</a:t>
            </a:r>
            <a:endParaRPr b="0" lang="en-US" sz="2400" spc="-1" strike="noStrike">
              <a:solidFill>
                <a:srgbClr val="ffffff"/>
              </a:solidFill>
              <a:latin typeface="Arial"/>
            </a:endParaRPr>
          </a:p>
        </p:txBody>
      </p:sp>
      <p:graphicFrame>
        <p:nvGraphicFramePr>
          <p:cNvPr id="1486" name=""/>
          <p:cNvGraphicFramePr/>
          <p:nvPr/>
        </p:nvGraphicFramePr>
        <p:xfrm>
          <a:off x="198360" y="3429000"/>
          <a:ext cx="5507640" cy="3200400"/>
        </p:xfrm>
        <a:graphic>
          <a:graphicData uri="http://schemas.openxmlformats.org/drawingml/2006/table">
            <a:tbl>
              <a:tblPr/>
              <a:tblGrid>
                <a:gridCol w="1376640"/>
                <a:gridCol w="1376640"/>
                <a:gridCol w="1376640"/>
                <a:gridCol w="1378080"/>
              </a:tblGrid>
              <a:tr h="1004400">
                <a:tc>
                  <a:txBody>
                    <a:bodyPr lIns="36000" rIns="36000" anchor="t">
                      <a:noAutofit/>
                    </a:bodyPr>
                    <a:p>
                      <a:endParaRPr b="0" lang="en-US" sz="1800" spc="-1" strike="noStrike">
                        <a:solidFill>
                          <a:srgbClr val="2a6099"/>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2a6099"/>
                          </a:solidFill>
                          <a:latin typeface="Arial"/>
                        </a:rPr>
                        <a:t>Naval Vessel</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2a6099"/>
                          </a:solidFill>
                          <a:latin typeface="Arial"/>
                        </a:rPr>
                        <a:t>Cargo Vessel</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800" spc="-1" strike="noStrike">
                          <a:solidFill>
                            <a:srgbClr val="2a6099"/>
                          </a:solidFill>
                          <a:latin typeface="Arial"/>
                        </a:rPr>
                        <a:t>Passenger Vessel</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684720">
                <a:tc>
                  <a:txBody>
                    <a:bodyPr lIns="36000" rIns="36000" anchor="t">
                      <a:noAutofit/>
                    </a:bodyPr>
                    <a:p>
                      <a:pPr>
                        <a:lnSpc>
                          <a:spcPct val="100000"/>
                        </a:lnSpc>
                      </a:pPr>
                      <a:r>
                        <a:rPr b="0" lang="en-US" sz="1800" spc="-1" strike="noStrike">
                          <a:solidFill>
                            <a:srgbClr val="2a6099"/>
                          </a:solidFill>
                          <a:latin typeface="Arial"/>
                        </a:rPr>
                        <a:t>Naval Vessel</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80</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30</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5</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684720">
                <a:tc>
                  <a:txBody>
                    <a:bodyPr lIns="36000" rIns="36000" anchor="t">
                      <a:noAutofit/>
                    </a:bodyPr>
                    <a:p>
                      <a:pPr>
                        <a:lnSpc>
                          <a:spcPct val="100000"/>
                        </a:lnSpc>
                      </a:pPr>
                      <a:r>
                        <a:rPr b="0" lang="en-US" sz="1800" spc="-1" strike="noStrike">
                          <a:solidFill>
                            <a:srgbClr val="2a6099"/>
                          </a:solidFill>
                          <a:latin typeface="Arial"/>
                        </a:rPr>
                        <a:t>Cargo Vessel</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16</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650</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5</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826560">
                <a:tc>
                  <a:txBody>
                    <a:bodyPr lIns="36000" rIns="36000" anchor="t">
                      <a:noAutofit/>
                    </a:bodyPr>
                    <a:p>
                      <a:pPr>
                        <a:lnSpc>
                          <a:spcPct val="100000"/>
                        </a:lnSpc>
                      </a:pPr>
                      <a:r>
                        <a:rPr b="0" lang="en-US" sz="1800" spc="-1" strike="noStrike">
                          <a:solidFill>
                            <a:srgbClr val="2a6099"/>
                          </a:solidFill>
                          <a:latin typeface="Arial"/>
                        </a:rPr>
                        <a:t>Passenger Vessel</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4</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20</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800" spc="-1" strike="noStrike">
                          <a:solidFill>
                            <a:srgbClr val="2a6099"/>
                          </a:solidFill>
                          <a:latin typeface="Arial"/>
                        </a:rPr>
                        <a:t>190</a:t>
                      </a:r>
                      <a:endParaRPr b="0" lang="en-US" sz="18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bl>
          </a:graphicData>
        </a:graphic>
      </p:graphicFrame>
      <p:sp>
        <p:nvSpPr>
          <p:cNvPr id="1487" name=""/>
          <p:cNvSpPr/>
          <p:nvPr/>
        </p:nvSpPr>
        <p:spPr>
          <a:xfrm>
            <a:off x="198360" y="1534320"/>
            <a:ext cx="5744520" cy="2808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2400" spc="-1" strike="noStrike">
                <a:solidFill>
                  <a:srgbClr val="ffffff"/>
                </a:solidFill>
                <a:latin typeface="Arial"/>
              </a:rPr>
              <a:t>A confusion matrix evaluates the performance of a classification model by comparing predicted classes to actual, ground-truth classes. </a:t>
            </a:r>
            <a:endParaRPr b="0" lang="en-US" sz="2400" spc="-1" strike="noStrike">
              <a:solidFill>
                <a:srgbClr val="ffffff"/>
              </a:solidFill>
              <a:latin typeface="Arial"/>
            </a:endParaRPr>
          </a:p>
        </p:txBody>
      </p:sp>
      <p:sp>
        <p:nvSpPr>
          <p:cNvPr id="1488" name=""/>
          <p:cNvSpPr/>
          <p:nvPr/>
        </p:nvSpPr>
        <p:spPr>
          <a:xfrm>
            <a:off x="6172200" y="1534320"/>
            <a:ext cx="5744520" cy="2808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2400" spc="-1" strike="noStrike">
                <a:solidFill>
                  <a:srgbClr val="ffffff"/>
                </a:solidFill>
                <a:latin typeface="Arial"/>
              </a:rPr>
              <a:t>A correlation matrix measures and visualizes the statistical relationships (how they move together) between numerical variables in an ACTUAL dataset.</a:t>
            </a:r>
            <a:endParaRPr b="0" lang="en-US" sz="2400" spc="-1" strike="noStrike">
              <a:solidFill>
                <a:srgbClr val="ffffff"/>
              </a:solidFill>
              <a:latin typeface="Arial"/>
            </a:endParaRPr>
          </a:p>
        </p:txBody>
      </p:sp>
      <p:graphicFrame>
        <p:nvGraphicFramePr>
          <p:cNvPr id="1489" name=""/>
          <p:cNvGraphicFramePr/>
          <p:nvPr/>
        </p:nvGraphicFramePr>
        <p:xfrm>
          <a:off x="6056280" y="3466440"/>
          <a:ext cx="5578920" cy="3246480"/>
        </p:xfrm>
        <a:graphic>
          <a:graphicData uri="http://schemas.openxmlformats.org/drawingml/2006/table">
            <a:tbl>
              <a:tblPr/>
              <a:tblGrid>
                <a:gridCol w="1213920"/>
                <a:gridCol w="1213920"/>
                <a:gridCol w="983160"/>
                <a:gridCol w="1095480"/>
                <a:gridCol w="1072800"/>
              </a:tblGrid>
              <a:tr h="856800">
                <a:tc>
                  <a:txBody>
                    <a:bodyPr lIns="36000" rIns="36000" anchor="t">
                      <a:noAutofit/>
                    </a:bodyPr>
                    <a:p>
                      <a:endParaRPr b="0" lang="en-US" sz="1400" spc="-1" strike="noStrike">
                        <a:solidFill>
                          <a:srgbClr val="2a6099"/>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400" spc="-1" strike="noStrike">
                          <a:solidFill>
                            <a:srgbClr val="2a6099"/>
                          </a:solidFill>
                          <a:latin typeface="Arial"/>
                        </a:rPr>
                        <a:t>Vessel has gun</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400" spc="-1" strike="noStrike">
                          <a:solidFill>
                            <a:srgbClr val="2a6099"/>
                          </a:solidFill>
                          <a:latin typeface="Arial"/>
                        </a:rPr>
                        <a:t>Vessel has radar</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400" spc="-1" strike="noStrike">
                          <a:solidFill>
                            <a:srgbClr val="2a6099"/>
                          </a:solidFill>
                          <a:latin typeface="Arial"/>
                        </a:rPr>
                        <a:t>Vessel has rooms  </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nSpc>
                          <a:spcPct val="100000"/>
                        </a:lnSpc>
                      </a:pPr>
                      <a:r>
                        <a:rPr b="0" lang="en-US" sz="1400" spc="-1" strike="noStrike">
                          <a:solidFill>
                            <a:srgbClr val="2a6099"/>
                          </a:solidFill>
                          <a:latin typeface="Arial"/>
                        </a:rPr>
                        <a:t>Vessel has portholes</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425880">
                <a:tc>
                  <a:txBody>
                    <a:bodyPr lIns="36000" rIns="36000" anchor="t">
                      <a:noAutofit/>
                    </a:bodyPr>
                    <a:p>
                      <a:pPr>
                        <a:lnSpc>
                          <a:spcPct val="100000"/>
                        </a:lnSpc>
                      </a:pPr>
                      <a:r>
                        <a:rPr b="0" lang="en-US" sz="1400" spc="-1" strike="noStrike">
                          <a:solidFill>
                            <a:srgbClr val="2a6099"/>
                          </a:solidFill>
                          <a:latin typeface="Arial"/>
                        </a:rPr>
                        <a:t>Vessel has gun</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1.0</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0.8</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0.1</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0.1</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422280">
                <a:tc>
                  <a:txBody>
                    <a:bodyPr lIns="36000" rIns="36000" anchor="t">
                      <a:noAutofit/>
                    </a:bodyPr>
                    <a:p>
                      <a:pPr>
                        <a:lnSpc>
                          <a:spcPct val="100000"/>
                        </a:lnSpc>
                      </a:pPr>
                      <a:r>
                        <a:rPr b="0" lang="en-US" sz="1400" spc="-1" strike="noStrike">
                          <a:solidFill>
                            <a:srgbClr val="2a6099"/>
                          </a:solidFill>
                          <a:latin typeface="Arial"/>
                        </a:rPr>
                        <a:t>Vessel has radar</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0.8</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1.0</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0.1</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0.1</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703440">
                <a:tc>
                  <a:txBody>
                    <a:bodyPr lIns="36000" rIns="36000" anchor="t">
                      <a:noAutofit/>
                    </a:bodyPr>
                    <a:p>
                      <a:pPr>
                        <a:lnSpc>
                          <a:spcPct val="100000"/>
                        </a:lnSpc>
                      </a:pPr>
                      <a:r>
                        <a:rPr b="0" lang="en-US" sz="1400" spc="-1" strike="noStrike">
                          <a:solidFill>
                            <a:srgbClr val="2a6099"/>
                          </a:solidFill>
                          <a:latin typeface="Arial"/>
                        </a:rPr>
                        <a:t>Vessel has rooms</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0.1</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0.1</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1.0</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0.9</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r h="703440">
                <a:tc>
                  <a:txBody>
                    <a:bodyPr lIns="36000" rIns="36000" anchor="t">
                      <a:noAutofit/>
                    </a:bodyPr>
                    <a:p>
                      <a:pPr>
                        <a:lnSpc>
                          <a:spcPct val="100000"/>
                        </a:lnSpc>
                      </a:pPr>
                      <a:r>
                        <a:rPr b="0" lang="en-US" sz="1400" spc="-1" strike="noStrike">
                          <a:solidFill>
                            <a:srgbClr val="2a6099"/>
                          </a:solidFill>
                          <a:latin typeface="Arial"/>
                        </a:rPr>
                        <a:t>Vessel has portholes</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0.1</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0.1</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0.9</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c>
                  <a:txBody>
                    <a:bodyPr lIns="36000" rIns="36000" anchor="t">
                      <a:noAutofit/>
                    </a:bodyPr>
                    <a:p>
                      <a:pPr algn="ctr">
                        <a:lnSpc>
                          <a:spcPct val="100000"/>
                        </a:lnSpc>
                      </a:pPr>
                      <a:r>
                        <a:rPr b="0" lang="en-US" sz="1400" spc="-1" strike="noStrike">
                          <a:solidFill>
                            <a:srgbClr val="2a6099"/>
                          </a:solidFill>
                          <a:latin typeface="Arial"/>
                        </a:rPr>
                        <a:t>1.0</a:t>
                      </a:r>
                      <a:endParaRPr b="0" lang="en-US" sz="1400" spc="-1" strike="noStrike">
                        <a:solidFill>
                          <a:srgbClr val="000000"/>
                        </a:solidFill>
                        <a:latin typeface="Arial"/>
                      </a:endParaRPr>
                    </a:p>
                  </a:txBody>
                  <a:tcPr anchor="t" marL="36000" marR="36000">
                    <a:lnL w="7200">
                      <a:solidFill>
                        <a:srgbClr val="666666"/>
                      </a:solidFill>
                      <a:prstDash val="solid"/>
                    </a:lnL>
                    <a:lnR w="7200">
                      <a:solidFill>
                        <a:srgbClr val="666666"/>
                      </a:solidFill>
                      <a:prstDash val="solid"/>
                    </a:lnR>
                    <a:lnT w="7200">
                      <a:solidFill>
                        <a:srgbClr val="666666"/>
                      </a:solidFill>
                      <a:prstDash val="solid"/>
                    </a:lnT>
                    <a:lnB w="7200">
                      <a:solidFill>
                        <a:srgbClr val="666666"/>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0"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62222"/>
          </a:bodyPr>
          <a:p>
            <a:pPr indent="0" defTabSz="914400">
              <a:lnSpc>
                <a:spcPct val="90000"/>
              </a:lnSpc>
              <a:spcBef>
                <a:spcPts val="1001"/>
              </a:spcBef>
              <a:buNone/>
              <a:tabLst>
                <a:tab algn="l" pos="0"/>
              </a:tabLst>
            </a:pPr>
            <a:r>
              <a:rPr b="1" lang="tr-TR" sz="3200" spc="-1" strike="noStrike">
                <a:solidFill>
                  <a:schemeClr val="lt1"/>
                </a:solidFill>
                <a:latin typeface="Arial Black"/>
              </a:rPr>
              <a:t>2.5 -  ML Model Evaluation : False Positive, Precision, Recall, Accuracy, Confusion Matrix</a:t>
            </a:r>
            <a:endParaRPr b="0" lang="en-US" sz="3200" spc="-1" strike="noStrike">
              <a:solidFill>
                <a:srgbClr val="ffffff"/>
              </a:solidFill>
              <a:latin typeface="Arial"/>
            </a:endParaRPr>
          </a:p>
        </p:txBody>
      </p:sp>
      <p:sp>
        <p:nvSpPr>
          <p:cNvPr id="1491" name=""/>
          <p:cNvSpPr/>
          <p:nvPr/>
        </p:nvSpPr>
        <p:spPr>
          <a:xfrm>
            <a:off x="457200" y="1371600"/>
            <a:ext cx="11429280" cy="212868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400" spc="-1" strike="noStrike">
                <a:solidFill>
                  <a:srgbClr val="ffffff"/>
                </a:solidFill>
                <a:latin typeface="Arial"/>
              </a:rPr>
              <a:t>CONFUSION MATRIX  IS USED IN THE MODEL EVALUATION PHASE</a:t>
            </a:r>
            <a:endParaRPr b="0" lang="en-US" sz="2400" spc="-1" strike="noStrike">
              <a:solidFill>
                <a:srgbClr val="ffffff"/>
              </a:solidFill>
              <a:latin typeface="Arial"/>
            </a:endParaRPr>
          </a:p>
          <a:p>
            <a:pPr algn="ctr">
              <a:lnSpc>
                <a:spcPct val="100000"/>
              </a:lnSpc>
            </a:pPr>
            <a:endParaRPr b="0" lang="en-US" sz="2400" spc="-1" strike="noStrike">
              <a:solidFill>
                <a:srgbClr val="ffffff"/>
              </a:solidFill>
              <a:latin typeface="Arial"/>
            </a:endParaRPr>
          </a:p>
          <a:p>
            <a:pPr algn="ctr">
              <a:lnSpc>
                <a:spcPct val="100000"/>
              </a:lnSpc>
            </a:pPr>
            <a:r>
              <a:rPr b="0" lang="en-US" sz="2400" spc="-1" strike="noStrike">
                <a:solidFill>
                  <a:srgbClr val="ffffff"/>
                </a:solidFill>
                <a:latin typeface="Arial"/>
              </a:rPr>
              <a:t> </a:t>
            </a:r>
            <a:endParaRPr b="0" lang="en-US" sz="2400" spc="-1" strike="noStrike">
              <a:solidFill>
                <a:srgbClr val="ffffff"/>
              </a:solidFill>
              <a:latin typeface="Arial"/>
            </a:endParaRPr>
          </a:p>
          <a:p>
            <a:pPr algn="ctr">
              <a:lnSpc>
                <a:spcPct val="100000"/>
              </a:lnSpc>
            </a:pPr>
            <a:endParaRPr b="0" lang="en-US" sz="2400" spc="-1" strike="noStrike">
              <a:solidFill>
                <a:srgbClr val="ffffff"/>
              </a:solidFill>
              <a:latin typeface="Arial"/>
            </a:endParaRPr>
          </a:p>
          <a:p>
            <a:pPr algn="ctr">
              <a:lnSpc>
                <a:spcPct val="100000"/>
              </a:lnSpc>
            </a:pPr>
            <a:r>
              <a:rPr b="1" lang="en-US" sz="2400" spc="-1" strike="noStrike">
                <a:solidFill>
                  <a:srgbClr val="ffffff"/>
                </a:solidFill>
                <a:latin typeface="Arial"/>
              </a:rPr>
              <a:t>CORRELATION MATRIX IS USED IN THE DATA CLEANING/FEATURE EXTRACTION PHASES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2"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3 - Core ML Types (practical framing)</a:t>
            </a:r>
            <a:endParaRPr b="0" lang="en-US" sz="3200" spc="-1" strike="noStrike">
              <a:solidFill>
                <a:srgbClr val="ffffff"/>
              </a:solidFill>
              <a:latin typeface="Arial"/>
            </a:endParaRPr>
          </a:p>
        </p:txBody>
      </p:sp>
      <p:sp>
        <p:nvSpPr>
          <p:cNvPr id="1493" name="Text 4"/>
          <p:cNvSpPr/>
          <p:nvPr/>
        </p:nvSpPr>
        <p:spPr>
          <a:xfrm>
            <a:off x="457200" y="1371600"/>
            <a:ext cx="11421360" cy="250452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Supervised learning (classification/regression)</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Unsupervised learning (clustering, embeddings idea)</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Reinforcement learning (high-level only) </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Classical ML Techniques : Regression, KNN, SVM, Decision Tree, Random Forest, PCA, XGBoost, Ensemble Learning, K-Means clustering, DBScan clustering.</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4"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3.1 – Supervised Learning (Classification/Regression)</a:t>
            </a:r>
            <a:endParaRPr b="0" lang="en-US" sz="3200" spc="-1" strike="noStrike">
              <a:solidFill>
                <a:srgbClr val="ffffff"/>
              </a:solidFill>
              <a:latin typeface="Arial"/>
            </a:endParaRPr>
          </a:p>
        </p:txBody>
      </p:sp>
      <p:graphicFrame>
        <p:nvGraphicFramePr>
          <p:cNvPr id="1495" name=""/>
          <p:cNvGraphicFramePr/>
          <p:nvPr/>
        </p:nvGraphicFramePr>
        <p:xfrm>
          <a:off x="243720" y="1481040"/>
          <a:ext cx="2963880" cy="2552760"/>
        </p:xfrm>
        <a:graphic>
          <a:graphicData uri="http://schemas.openxmlformats.org/drawingml/2006/table">
            <a:tbl>
              <a:tblPr/>
              <a:tblGrid>
                <a:gridCol w="383400"/>
                <a:gridCol w="546120"/>
                <a:gridCol w="504720"/>
                <a:gridCol w="765000"/>
                <a:gridCol w="765000"/>
              </a:tblGrid>
              <a:tr h="364680">
                <a:tc gridSpan="3">
                  <a:txBody>
                    <a:bodyPr lIns="36000" rIns="36000" anchor="t">
                      <a:noAutofit/>
                    </a:bodyPr>
                    <a:p>
                      <a:pPr algn="ctr">
                        <a:lnSpc>
                          <a:spcPct val="100000"/>
                        </a:lnSpc>
                      </a:pPr>
                      <a:r>
                        <a:rPr b="0" lang="en-US" sz="1800" spc="-1" strike="noStrike">
                          <a:solidFill>
                            <a:srgbClr val="ffffff"/>
                          </a:solidFill>
                          <a:latin typeface="Arial"/>
                        </a:rPr>
                        <a:t>X (input)</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gridSpan="2">
                  <a:txBody>
                    <a:bodyPr lIns="36000" rIns="36000" anchor="t">
                      <a:noAutofit/>
                    </a:bodyPr>
                    <a:p>
                      <a:pPr algn="ctr">
                        <a:lnSpc>
                          <a:spcPct val="100000"/>
                        </a:lnSpc>
                      </a:pPr>
                      <a:r>
                        <a:rPr b="0" lang="en-US" sz="1800" spc="-1" strike="noStrike">
                          <a:solidFill>
                            <a:srgbClr val="ffffff"/>
                          </a:solidFill>
                          <a:latin typeface="Arial"/>
                        </a:rPr>
                        <a:t>Y </a:t>
                      </a:r>
                      <a:r>
                        <a:rPr b="1" lang="en-US" sz="1800" spc="-1" strike="noStrike">
                          <a:solidFill>
                            <a:srgbClr val="ffffff"/>
                          </a:solidFill>
                          <a:latin typeface="Arial"/>
                        </a:rPr>
                        <a:t>(labels</a:t>
                      </a:r>
                      <a:r>
                        <a:rPr b="0" lang="en-US" sz="1800" spc="-1" strike="noStrike">
                          <a:solidFill>
                            <a:srgbClr val="ffffff"/>
                          </a:solidFill>
                          <a:latin typeface="Arial"/>
                        </a:rPr>
                        <a:t>)</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364680">
                <a:tc>
                  <a:txBody>
                    <a:bodyPr lIns="36000" rIns="36000" anchor="t">
                      <a:noAutofit/>
                    </a:bodyPr>
                    <a:p>
                      <a:pPr algn="ctr">
                        <a:lnSpc>
                          <a:spcPct val="100000"/>
                        </a:lnSpc>
                      </a:pPr>
                      <a:r>
                        <a:rPr b="0" lang="en-US" sz="1800" spc="-1" strike="noStrike">
                          <a:solidFill>
                            <a:srgbClr val="ffffff"/>
                          </a:solidFill>
                          <a:latin typeface="Arial"/>
                        </a:rPr>
                        <a:t>X1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X2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X3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Y1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Y2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11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21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31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41</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42</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43</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44</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45</a:t>
                      </a:r>
                      <a:endParaRPr b="0" lang="en-US" sz="1800" spc="-1" strike="noStrike">
                        <a:solidFill>
                          <a:srgbClr val="ffffff"/>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1496" name=""/>
          <p:cNvSpPr/>
          <p:nvPr/>
        </p:nvSpPr>
        <p:spPr>
          <a:xfrm>
            <a:off x="4797360" y="2099160"/>
            <a:ext cx="6825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X1</a:t>
            </a:r>
            <a:endParaRPr b="0" lang="en-US" sz="1800" spc="-1" strike="noStrike">
              <a:solidFill>
                <a:srgbClr val="000000"/>
              </a:solidFill>
              <a:latin typeface="Arial"/>
            </a:endParaRPr>
          </a:p>
        </p:txBody>
      </p:sp>
      <p:sp>
        <p:nvSpPr>
          <p:cNvPr id="1497" name=""/>
          <p:cNvSpPr/>
          <p:nvPr/>
        </p:nvSpPr>
        <p:spPr>
          <a:xfrm>
            <a:off x="4797360" y="2819520"/>
            <a:ext cx="68292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X2</a:t>
            </a:r>
            <a:endParaRPr b="0" lang="en-US" sz="1800" spc="-1" strike="noStrike">
              <a:solidFill>
                <a:srgbClr val="000000"/>
              </a:solidFill>
              <a:latin typeface="Arial"/>
            </a:endParaRPr>
          </a:p>
        </p:txBody>
      </p:sp>
      <p:sp>
        <p:nvSpPr>
          <p:cNvPr id="1498" name=""/>
          <p:cNvSpPr/>
          <p:nvPr/>
        </p:nvSpPr>
        <p:spPr>
          <a:xfrm>
            <a:off x="4797360" y="3539520"/>
            <a:ext cx="68292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X3</a:t>
            </a:r>
            <a:endParaRPr b="0" lang="en-US" sz="1800" spc="-1" strike="noStrike">
              <a:solidFill>
                <a:srgbClr val="000000"/>
              </a:solidFill>
              <a:latin typeface="Arial"/>
            </a:endParaRPr>
          </a:p>
        </p:txBody>
      </p:sp>
      <p:sp>
        <p:nvSpPr>
          <p:cNvPr id="1499" name=""/>
          <p:cNvSpPr/>
          <p:nvPr/>
        </p:nvSpPr>
        <p:spPr>
          <a:xfrm>
            <a:off x="270720" y="209952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500" name=""/>
          <p:cNvSpPr/>
          <p:nvPr/>
        </p:nvSpPr>
        <p:spPr>
          <a:xfrm>
            <a:off x="631080" y="209988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501" name=""/>
          <p:cNvSpPr/>
          <p:nvPr/>
        </p:nvSpPr>
        <p:spPr>
          <a:xfrm>
            <a:off x="1207080" y="209988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502" name=""/>
          <p:cNvSpPr/>
          <p:nvPr/>
        </p:nvSpPr>
        <p:spPr>
          <a:xfrm>
            <a:off x="1927440" y="2100240"/>
            <a:ext cx="453960" cy="453960"/>
          </a:xfrm>
          <a:prstGeom prst="ellipse">
            <a:avLst/>
          </a:prstGeom>
          <a:noFill/>
          <a:ln w="0">
            <a:solidFill>
              <a:srgbClr val="e6e905"/>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sp>
        <p:nvSpPr>
          <p:cNvPr id="1503" name=""/>
          <p:cNvSpPr/>
          <p:nvPr/>
        </p:nvSpPr>
        <p:spPr>
          <a:xfrm>
            <a:off x="2647440" y="2100240"/>
            <a:ext cx="453960" cy="453960"/>
          </a:xfrm>
          <a:prstGeom prst="ellipse">
            <a:avLst/>
          </a:prstGeom>
          <a:noFill/>
          <a:ln w="0">
            <a:solidFill>
              <a:srgbClr val="e6e905"/>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ffffff"/>
              </a:solidFill>
              <a:latin typeface="Arial"/>
            </a:endParaRPr>
          </a:p>
        </p:txBody>
      </p:sp>
      <p:cxnSp>
        <p:nvCxnSpPr>
          <p:cNvPr id="1504" name=""/>
          <p:cNvCxnSpPr>
            <a:stCxn id="1499" idx="0"/>
            <a:endCxn id="1496" idx="2"/>
          </p:cNvCxnSpPr>
          <p:nvPr/>
        </p:nvCxnSpPr>
        <p:spPr>
          <a:xfrm flipH="1" rot="16200000">
            <a:off x="2534040" y="63000"/>
            <a:ext cx="227160" cy="4299840"/>
          </a:xfrm>
          <a:prstGeom prst="bentConnector4">
            <a:avLst>
              <a:gd name="adj1" fmla="val 50158"/>
              <a:gd name="adj2" fmla="val 52641"/>
            </a:avLst>
          </a:prstGeom>
          <a:ln w="0">
            <a:solidFill>
              <a:srgbClr val="ff0000"/>
            </a:solidFill>
            <a:tailEnd len="med" type="triangle" w="med"/>
          </a:ln>
        </p:spPr>
      </p:cxnSp>
      <p:cxnSp>
        <p:nvCxnSpPr>
          <p:cNvPr id="1505" name=""/>
          <p:cNvCxnSpPr>
            <a:stCxn id="1500" idx="4"/>
            <a:endCxn id="1497" idx="2"/>
          </p:cNvCxnSpPr>
          <p:nvPr/>
        </p:nvCxnSpPr>
        <p:spPr>
          <a:xfrm flipH="1" rot="16200000">
            <a:off x="2581560" y="830520"/>
            <a:ext cx="493200" cy="3939480"/>
          </a:xfrm>
          <a:prstGeom prst="bentConnector2">
            <a:avLst/>
          </a:prstGeom>
          <a:ln w="0">
            <a:solidFill>
              <a:srgbClr val="ff0000"/>
            </a:solidFill>
            <a:tailEnd len="med" type="triangle" w="med"/>
          </a:ln>
        </p:spPr>
      </p:cxnSp>
      <p:cxnSp>
        <p:nvCxnSpPr>
          <p:cNvPr id="1506" name=""/>
          <p:cNvCxnSpPr>
            <a:stCxn id="1501" idx="4"/>
            <a:endCxn id="1498" idx="2"/>
          </p:cNvCxnSpPr>
          <p:nvPr/>
        </p:nvCxnSpPr>
        <p:spPr>
          <a:xfrm flipH="1" rot="16200000">
            <a:off x="2509560" y="1478520"/>
            <a:ext cx="1213200" cy="3363480"/>
          </a:xfrm>
          <a:prstGeom prst="bentConnector2">
            <a:avLst/>
          </a:prstGeom>
          <a:ln w="0">
            <a:solidFill>
              <a:srgbClr val="ff0000"/>
            </a:solidFill>
            <a:tailEnd len="med" type="triangle" w="med"/>
          </a:ln>
        </p:spPr>
      </p:cxnSp>
      <p:sp>
        <p:nvSpPr>
          <p:cNvPr id="1507" name=""/>
          <p:cNvSpPr/>
          <p:nvPr/>
        </p:nvSpPr>
        <p:spPr>
          <a:xfrm>
            <a:off x="6106320" y="209952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508" name=""/>
          <p:cNvSpPr/>
          <p:nvPr/>
        </p:nvSpPr>
        <p:spPr>
          <a:xfrm>
            <a:off x="6106320" y="281952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509" name=""/>
          <p:cNvSpPr/>
          <p:nvPr/>
        </p:nvSpPr>
        <p:spPr>
          <a:xfrm>
            <a:off x="6106320" y="353952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510" name=""/>
          <p:cNvSpPr/>
          <p:nvPr/>
        </p:nvSpPr>
        <p:spPr>
          <a:xfrm>
            <a:off x="7186320" y="245952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511" name=""/>
          <p:cNvSpPr/>
          <p:nvPr/>
        </p:nvSpPr>
        <p:spPr>
          <a:xfrm>
            <a:off x="7186680" y="317988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pc="-1" strike="noStrike">
              <a:solidFill>
                <a:srgbClr val="000000"/>
              </a:solidFill>
              <a:latin typeface="Arial"/>
            </a:endParaRPr>
          </a:p>
        </p:txBody>
      </p:sp>
      <p:sp>
        <p:nvSpPr>
          <p:cNvPr id="1512" name=""/>
          <p:cNvSpPr/>
          <p:nvPr/>
        </p:nvSpPr>
        <p:spPr>
          <a:xfrm>
            <a:off x="5483160" y="232776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13" name=""/>
          <p:cNvSpPr/>
          <p:nvPr/>
        </p:nvSpPr>
        <p:spPr>
          <a:xfrm>
            <a:off x="5483160" y="232776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14" name=""/>
          <p:cNvSpPr/>
          <p:nvPr/>
        </p:nvSpPr>
        <p:spPr>
          <a:xfrm>
            <a:off x="5483160" y="2327760"/>
            <a:ext cx="685800" cy="12117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15" name=""/>
          <p:cNvSpPr/>
          <p:nvPr/>
        </p:nvSpPr>
        <p:spPr>
          <a:xfrm flipV="1">
            <a:off x="5483160" y="2327760"/>
            <a:ext cx="68580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16" name=""/>
          <p:cNvSpPr/>
          <p:nvPr/>
        </p:nvSpPr>
        <p:spPr>
          <a:xfrm>
            <a:off x="5483160" y="301356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17" name=""/>
          <p:cNvSpPr/>
          <p:nvPr/>
        </p:nvSpPr>
        <p:spPr>
          <a:xfrm>
            <a:off x="5483160" y="3013560"/>
            <a:ext cx="685800" cy="5259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18" name=""/>
          <p:cNvSpPr/>
          <p:nvPr/>
        </p:nvSpPr>
        <p:spPr>
          <a:xfrm flipV="1">
            <a:off x="5483520" y="2327760"/>
            <a:ext cx="685440" cy="1371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19" name=""/>
          <p:cNvSpPr/>
          <p:nvPr/>
        </p:nvSpPr>
        <p:spPr>
          <a:xfrm>
            <a:off x="5483520" y="3699360"/>
            <a:ext cx="62280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0" name=""/>
          <p:cNvSpPr/>
          <p:nvPr/>
        </p:nvSpPr>
        <p:spPr>
          <a:xfrm flipV="1">
            <a:off x="5483160" y="301356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1" name=""/>
          <p:cNvSpPr/>
          <p:nvPr/>
        </p:nvSpPr>
        <p:spPr>
          <a:xfrm>
            <a:off x="6563520" y="232776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2" name=""/>
          <p:cNvSpPr/>
          <p:nvPr/>
        </p:nvSpPr>
        <p:spPr>
          <a:xfrm flipV="1">
            <a:off x="6563520" y="278496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3" name=""/>
          <p:cNvSpPr/>
          <p:nvPr/>
        </p:nvSpPr>
        <p:spPr>
          <a:xfrm flipV="1">
            <a:off x="6397560" y="3470760"/>
            <a:ext cx="78912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4" name=""/>
          <p:cNvSpPr/>
          <p:nvPr/>
        </p:nvSpPr>
        <p:spPr>
          <a:xfrm>
            <a:off x="6563520" y="301356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5" name=""/>
          <p:cNvSpPr/>
          <p:nvPr/>
        </p:nvSpPr>
        <p:spPr>
          <a:xfrm>
            <a:off x="6563520" y="2327760"/>
            <a:ext cx="748440" cy="85212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6" name=""/>
          <p:cNvSpPr/>
          <p:nvPr/>
        </p:nvSpPr>
        <p:spPr>
          <a:xfrm flipH="1">
            <a:off x="6397560" y="2784960"/>
            <a:ext cx="914400" cy="9144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7" name=""/>
          <p:cNvSpPr/>
          <p:nvPr/>
        </p:nvSpPr>
        <p:spPr>
          <a:xfrm>
            <a:off x="7643520" y="2687760"/>
            <a:ext cx="58284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8" name=""/>
          <p:cNvSpPr/>
          <p:nvPr/>
        </p:nvSpPr>
        <p:spPr>
          <a:xfrm>
            <a:off x="7643880" y="3407760"/>
            <a:ext cx="58284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29" name=""/>
          <p:cNvSpPr/>
          <p:nvPr/>
        </p:nvSpPr>
        <p:spPr>
          <a:xfrm>
            <a:off x="8226360" y="2556360"/>
            <a:ext cx="682920" cy="599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Arial"/>
              </a:rPr>
              <a:t>Ŷ</a:t>
            </a:r>
            <a:r>
              <a:rPr b="0" lang="en-US" sz="1800" spc="-1" strike="noStrike">
                <a:solidFill>
                  <a:srgbClr val="ffffff"/>
                </a:solidFill>
                <a:latin typeface="Arial"/>
                <a:ea typeface="Noto Sans CJK SC"/>
              </a:rPr>
              <a:t>1</a:t>
            </a:r>
            <a:endParaRPr b="0" lang="en-US" sz="1800" spc="-1" strike="noStrike">
              <a:solidFill>
                <a:srgbClr val="ffffff"/>
              </a:solidFill>
              <a:latin typeface="Arial"/>
            </a:endParaRPr>
          </a:p>
        </p:txBody>
      </p:sp>
      <p:sp>
        <p:nvSpPr>
          <p:cNvPr id="1530" name=""/>
          <p:cNvSpPr/>
          <p:nvPr/>
        </p:nvSpPr>
        <p:spPr>
          <a:xfrm>
            <a:off x="8226360" y="3242160"/>
            <a:ext cx="682920" cy="599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Arial"/>
              </a:rPr>
              <a:t>Ŷ2</a:t>
            </a:r>
            <a:endParaRPr b="0" lang="en-US" sz="1800" spc="-1" strike="noStrike">
              <a:solidFill>
                <a:srgbClr val="ffffff"/>
              </a:solidFill>
              <a:latin typeface="Arial"/>
            </a:endParaRPr>
          </a:p>
        </p:txBody>
      </p:sp>
      <p:sp>
        <p:nvSpPr>
          <p:cNvPr id="1531" name=""/>
          <p:cNvSpPr/>
          <p:nvPr/>
        </p:nvSpPr>
        <p:spPr>
          <a:xfrm>
            <a:off x="9144000" y="2784600"/>
            <a:ext cx="2971080" cy="456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Noto Sans CJK SC"/>
              </a:rPr>
              <a:t>LOSS =  |</a:t>
            </a:r>
            <a:r>
              <a:rPr b="0" lang="en-US" sz="1800" spc="-1" strike="noStrike">
                <a:solidFill>
                  <a:srgbClr val="ffffff"/>
                </a:solidFill>
                <a:latin typeface="Arial"/>
                <a:ea typeface="Arial"/>
              </a:rPr>
              <a:t>Ŷ</a:t>
            </a:r>
            <a:r>
              <a:rPr b="0" lang="en-US" sz="1800" spc="-1" strike="noStrike">
                <a:solidFill>
                  <a:srgbClr val="ffffff"/>
                </a:solidFill>
                <a:latin typeface="Arial"/>
                <a:ea typeface="Noto Sans CJK SC"/>
              </a:rPr>
              <a:t>1 – 4| + |</a:t>
            </a:r>
            <a:r>
              <a:rPr b="0" lang="en-US" sz="1800" spc="-1" strike="noStrike">
                <a:solidFill>
                  <a:srgbClr val="ffffff"/>
                </a:solidFill>
                <a:latin typeface="Arial"/>
                <a:ea typeface="Arial"/>
              </a:rPr>
              <a:t>Ŷ2</a:t>
            </a:r>
            <a:r>
              <a:rPr b="0" lang="en-US" sz="1800" spc="-1" strike="noStrike">
                <a:solidFill>
                  <a:srgbClr val="ffffff"/>
                </a:solidFill>
                <a:latin typeface="Arial"/>
                <a:ea typeface="Noto Sans CJK SC"/>
              </a:rPr>
              <a:t> – 5|</a:t>
            </a:r>
            <a:endParaRPr b="0" lang="en-US" sz="1800" spc="-1" strike="noStrike">
              <a:solidFill>
                <a:srgbClr val="ffffff"/>
              </a:solidFill>
              <a:latin typeface="Arial"/>
            </a:endParaRPr>
          </a:p>
          <a:p>
            <a:pPr>
              <a:lnSpc>
                <a:spcPct val="100000"/>
              </a:lnSpc>
            </a:pPr>
            <a:endParaRPr b="0" lang="en-US" sz="1200" spc="-1" strike="noStrike">
              <a:solidFill>
                <a:srgbClr val="ffffff"/>
              </a:solidFill>
              <a:latin typeface="Arial"/>
            </a:endParaRPr>
          </a:p>
        </p:txBody>
      </p:sp>
      <p:sp>
        <p:nvSpPr>
          <p:cNvPr id="1532" name=""/>
          <p:cNvSpPr/>
          <p:nvPr/>
        </p:nvSpPr>
        <p:spPr>
          <a:xfrm>
            <a:off x="-457200" y="955800"/>
            <a:ext cx="4799880" cy="8823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400" spc="-1" strike="noStrike">
                <a:solidFill>
                  <a:srgbClr val="ffffff"/>
                </a:solidFill>
                <a:latin typeface="Arial"/>
              </a:rPr>
              <a:t>! LABELED REAL DATA !</a:t>
            </a:r>
            <a:endParaRPr b="0" lang="en-US" sz="2400" spc="-1" strike="noStrike">
              <a:solidFill>
                <a:srgbClr val="ffffff"/>
              </a:solidFill>
              <a:latin typeface="Arial"/>
            </a:endParaRPr>
          </a:p>
        </p:txBody>
      </p:sp>
      <p:sp>
        <p:nvSpPr>
          <p:cNvPr id="1533" name=""/>
          <p:cNvSpPr/>
          <p:nvPr/>
        </p:nvSpPr>
        <p:spPr>
          <a:xfrm>
            <a:off x="6858000" y="2057400"/>
            <a:ext cx="3428280" cy="8823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600" spc="-1" strike="noStrike">
                <a:solidFill>
                  <a:srgbClr val="ffffff"/>
                </a:solidFill>
                <a:latin typeface="Arial"/>
              </a:rPr>
              <a:t>PREDICTIONS</a:t>
            </a:r>
            <a:endParaRPr b="0" lang="en-US" sz="1600" spc="-1" strike="noStrike">
              <a:solidFill>
                <a:srgbClr val="ffffff"/>
              </a:solidFill>
              <a:latin typeface="Arial"/>
            </a:endParaRPr>
          </a:p>
        </p:txBody>
      </p:sp>
      <p:sp>
        <p:nvSpPr>
          <p:cNvPr id="1534" name=""/>
          <p:cNvSpPr/>
          <p:nvPr/>
        </p:nvSpPr>
        <p:spPr>
          <a:xfrm flipV="1">
            <a:off x="8686800" y="1143000"/>
            <a:ext cx="1371600" cy="1600200"/>
          </a:xfrm>
          <a:prstGeom prst="line">
            <a:avLst/>
          </a:prstGeom>
          <a:ln w="0">
            <a:solidFill>
              <a:srgbClr val="ff0000"/>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35" name=""/>
          <p:cNvSpPr/>
          <p:nvPr/>
        </p:nvSpPr>
        <p:spPr>
          <a:xfrm flipV="1">
            <a:off x="2286000" y="1143000"/>
            <a:ext cx="7543800" cy="685800"/>
          </a:xfrm>
          <a:prstGeom prst="line">
            <a:avLst/>
          </a:prstGeom>
          <a:ln w="0">
            <a:solidFill>
              <a:srgbClr val="ff0000"/>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36" name=""/>
          <p:cNvSpPr/>
          <p:nvPr/>
        </p:nvSpPr>
        <p:spPr>
          <a:xfrm>
            <a:off x="9601200" y="457200"/>
            <a:ext cx="2285280" cy="1142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These two values are compared.</a:t>
            </a:r>
            <a:endParaRPr b="0" lang="en-US" sz="1800" spc="-1" strike="noStrike">
              <a:solidFill>
                <a:srgbClr val="ffffff"/>
              </a:solidFill>
              <a:latin typeface="Arial"/>
            </a:endParaRPr>
          </a:p>
        </p:txBody>
      </p:sp>
      <p:sp>
        <p:nvSpPr>
          <p:cNvPr id="1537" name=""/>
          <p:cNvSpPr/>
          <p:nvPr/>
        </p:nvSpPr>
        <p:spPr>
          <a:xfrm>
            <a:off x="304920" y="5715000"/>
            <a:ext cx="11886480" cy="8823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000" spc="-1" strike="noStrike">
                <a:solidFill>
                  <a:srgbClr val="ffffff"/>
                </a:solidFill>
                <a:latin typeface="Arial"/>
              </a:rPr>
              <a:t>SUPERVISED LEARNING = DATA IS LABELED AND THE MODEL IS LEARNING THOSE LABELS</a:t>
            </a:r>
            <a:endParaRPr b="0" lang="en-US" sz="2000" spc="-1" strike="noStrike">
              <a:solidFill>
                <a:srgbClr val="ffffff"/>
              </a:solidFill>
              <a:latin typeface="Arial"/>
            </a:endParaRPr>
          </a:p>
        </p:txBody>
      </p:sp>
      <p:sp>
        <p:nvSpPr>
          <p:cNvPr id="1538" name=""/>
          <p:cNvSpPr/>
          <p:nvPr/>
        </p:nvSpPr>
        <p:spPr>
          <a:xfrm>
            <a:off x="9372600" y="4343400"/>
            <a:ext cx="2285280" cy="91368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OPTIMIZER </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(E.G. SGD)</a:t>
            </a:r>
            <a:endParaRPr b="0" lang="en-US" sz="1800" spc="-1" strike="noStrike">
              <a:solidFill>
                <a:srgbClr val="000000"/>
              </a:solidFill>
              <a:latin typeface="Arial"/>
            </a:endParaRPr>
          </a:p>
        </p:txBody>
      </p:sp>
      <p:sp>
        <p:nvSpPr>
          <p:cNvPr id="1539" name=""/>
          <p:cNvSpPr/>
          <p:nvPr/>
        </p:nvSpPr>
        <p:spPr>
          <a:xfrm>
            <a:off x="10287000" y="3429000"/>
            <a:ext cx="360" cy="685800"/>
          </a:xfrm>
          <a:prstGeom prst="line">
            <a:avLst/>
          </a:prstGeom>
          <a:ln w="38160">
            <a:solidFill>
              <a:srgbClr val="3465a4"/>
            </a:solidFill>
            <a:round/>
            <a:tailEnd len="med" type="triangle" w="med"/>
          </a:ln>
        </p:spPr>
        <p:style>
          <a:lnRef idx="0"/>
          <a:fillRef idx="0"/>
          <a:effectRef idx="0"/>
          <a:fontRef idx="minor"/>
        </p:style>
        <p:txBody>
          <a:bodyPr lIns="109080" rIns="109080" tIns="64080" bIns="64080" anchor="ctr">
            <a:noAutofit/>
          </a:bodyPr>
          <a:p>
            <a:endParaRPr b="0" lang="en-US" sz="1800" spc="-1" strike="noStrike">
              <a:solidFill>
                <a:srgbClr val="ffffff"/>
              </a:solidFill>
              <a:latin typeface="Arial"/>
            </a:endParaRPr>
          </a:p>
        </p:txBody>
      </p:sp>
      <p:sp>
        <p:nvSpPr>
          <p:cNvPr id="1540" name=""/>
          <p:cNvSpPr/>
          <p:nvPr/>
        </p:nvSpPr>
        <p:spPr>
          <a:xfrm flipH="1" flipV="1">
            <a:off x="7543800" y="4114800"/>
            <a:ext cx="1828800" cy="685800"/>
          </a:xfrm>
          <a:prstGeom prst="line">
            <a:avLst/>
          </a:prstGeom>
          <a:ln w="38160">
            <a:solidFill>
              <a:srgbClr val="3465a4"/>
            </a:solidFill>
            <a:round/>
            <a:tailEnd len="med" type="triangle" w="med"/>
          </a:ln>
        </p:spPr>
        <p:style>
          <a:lnRef idx="0"/>
          <a:fillRef idx="0"/>
          <a:effectRef idx="0"/>
          <a:fontRef idx="minor"/>
        </p:style>
        <p:txBody>
          <a:bodyPr lIns="109080" rIns="109080" tIns="64080" bIns="64080" anchor="ctr">
            <a:noAutofit/>
          </a:bodyPr>
          <a:p>
            <a:endParaRPr b="0" lang="en-US" sz="1800" spc="-1" strike="noStrike">
              <a:solidFill>
                <a:srgbClr val="ffffff"/>
              </a:solidFill>
              <a:latin typeface="Arial"/>
            </a:endParaRPr>
          </a:p>
        </p:txBody>
      </p:sp>
      <p:sp>
        <p:nvSpPr>
          <p:cNvPr id="1541" name=""/>
          <p:cNvSpPr/>
          <p:nvPr/>
        </p:nvSpPr>
        <p:spPr>
          <a:xfrm>
            <a:off x="6858000" y="4426920"/>
            <a:ext cx="2742480" cy="601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LEARNING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WEIGHT ADJUSTMENT</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2"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3.1 – Supervised Learning (Classification/Regression)</a:t>
            </a:r>
            <a:endParaRPr b="0" lang="en-US" sz="3200" spc="-1" strike="noStrike">
              <a:solidFill>
                <a:srgbClr val="ffffff"/>
              </a:solidFill>
              <a:latin typeface="Arial"/>
            </a:endParaRPr>
          </a:p>
        </p:txBody>
      </p:sp>
      <p:sp>
        <p:nvSpPr>
          <p:cNvPr id="1543" name="Text 8"/>
          <p:cNvSpPr/>
          <p:nvPr/>
        </p:nvSpPr>
        <p:spPr>
          <a:xfrm>
            <a:off x="464400" y="923760"/>
            <a:ext cx="11421360" cy="250452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Supervised Learning may be split into two types :</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Regression :  Curve fitting. When the target variable is a continuous, numeric value, the task is </a:t>
            </a:r>
            <a:r>
              <a:rPr b="0" i="1" lang="en-US" sz="2000" spc="-1" strike="noStrike">
                <a:solidFill>
                  <a:srgbClr val="ffffff"/>
                </a:solidFill>
                <a:latin typeface="arial"/>
                <a:ea typeface="Calibri"/>
              </a:rPr>
              <a:t>regression. The goal is to predict a specific quantity.</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Classification : When the target variable is a category or a discrete value, the task is classification. </a:t>
            </a:r>
            <a:r>
              <a:rPr b="0" i="1" lang="en-US" sz="2000" spc="-1" strike="noStrike">
                <a:solidFill>
                  <a:srgbClr val="ffffff"/>
                </a:solidFill>
                <a:latin typeface="arial"/>
                <a:ea typeface="Calibri"/>
              </a:rPr>
              <a:t>The goal is to predict which class or bucket an input belongs to. (Binary/Multi)</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4"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3.1 – Supervised Learning - Regression</a:t>
            </a:r>
            <a:endParaRPr b="0" lang="en-US" sz="3200" spc="-1" strike="noStrike">
              <a:solidFill>
                <a:srgbClr val="ffffff"/>
              </a:solidFill>
              <a:latin typeface="Arial"/>
            </a:endParaRPr>
          </a:p>
        </p:txBody>
      </p:sp>
      <p:graphicFrame>
        <p:nvGraphicFramePr>
          <p:cNvPr id="1545" name=""/>
          <p:cNvGraphicFramePr/>
          <p:nvPr/>
        </p:nvGraphicFramePr>
        <p:xfrm>
          <a:off x="243720" y="1481040"/>
          <a:ext cx="2198880" cy="2199240"/>
        </p:xfrm>
        <a:graphic>
          <a:graphicData uri="http://schemas.openxmlformats.org/drawingml/2006/table">
            <a:tbl>
              <a:tblPr/>
              <a:tblGrid>
                <a:gridCol w="383400"/>
                <a:gridCol w="765000"/>
              </a:tblGrid>
              <a:tr h="366480">
                <a:tc>
                  <a:txBody>
                    <a:bodyPr lIns="36000" rIns="36000" anchor="t">
                      <a:noAutofit/>
                    </a:bodyPr>
                    <a:p>
                      <a:pPr algn="ctr">
                        <a:lnSpc>
                          <a:spcPct val="100000"/>
                        </a:lnSpc>
                      </a:pPr>
                      <a:r>
                        <a:rPr b="0" lang="en-US" sz="1800" spc="-1" strike="noStrike">
                          <a:solidFill>
                            <a:srgbClr val="ffffff"/>
                          </a:solidFill>
                          <a:latin typeface="Arial"/>
                        </a:rPr>
                        <a:t>X1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Y1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480">
                <a:tc>
                  <a:txBody>
                    <a:bodyPr lIns="36000" rIns="36000" anchor="t">
                      <a:noAutofit/>
                    </a:bodyPr>
                    <a:p>
                      <a:pPr algn="ctr">
                        <a:lnSpc>
                          <a:spcPct val="100000"/>
                        </a:lnSpc>
                      </a:pPr>
                      <a:r>
                        <a:rPr b="0" lang="en-US" sz="1600" spc="-1" strike="noStrike">
                          <a:solidFill>
                            <a:srgbClr val="ffffff"/>
                          </a:solidFill>
                          <a:latin typeface="Arial"/>
                        </a:rPr>
                        <a:t>0.8</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0.9</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480">
                <a:tc>
                  <a:txBody>
                    <a:bodyPr lIns="36000" rIns="36000" anchor="t">
                      <a:noAutofit/>
                    </a:bodyPr>
                    <a:p>
                      <a:pPr algn="ctr">
                        <a:lnSpc>
                          <a:spcPct val="100000"/>
                        </a:lnSpc>
                      </a:pPr>
                      <a:r>
                        <a:rPr b="0" lang="en-US" sz="1600" spc="-1" strike="noStrike">
                          <a:solidFill>
                            <a:srgbClr val="ffffff"/>
                          </a:solidFill>
                          <a:latin typeface="Arial"/>
                        </a:rPr>
                        <a:t>1</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1.4</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480">
                <a:tc>
                  <a:txBody>
                    <a:bodyPr lIns="36000" rIns="36000" anchor="t">
                      <a:noAutofit/>
                    </a:bodyPr>
                    <a:p>
                      <a:pPr algn="ctr">
                        <a:lnSpc>
                          <a:spcPct val="100000"/>
                        </a:lnSpc>
                      </a:pPr>
                      <a:r>
                        <a:rPr b="0" lang="en-US" sz="1600" spc="-1" strike="noStrike">
                          <a:solidFill>
                            <a:srgbClr val="ffffff"/>
                          </a:solidFill>
                          <a:latin typeface="Arial"/>
                        </a:rPr>
                        <a:t>1.2</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1.7</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480">
                <a:tc>
                  <a:txBody>
                    <a:bodyPr lIns="36000" rIns="36000" anchor="t">
                      <a:noAutofit/>
                    </a:bodyPr>
                    <a:p>
                      <a:pPr algn="ctr">
                        <a:lnSpc>
                          <a:spcPct val="100000"/>
                        </a:lnSpc>
                      </a:pPr>
                      <a:r>
                        <a:rPr b="0" lang="en-US" sz="1600" spc="-1" strike="noStrike">
                          <a:solidFill>
                            <a:srgbClr val="ffffff"/>
                          </a:solidFill>
                          <a:latin typeface="Arial"/>
                        </a:rPr>
                        <a:t>1.5</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1.5</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7200">
                <a:tc>
                  <a:txBody>
                    <a:bodyPr lIns="36000" rIns="36000" anchor="t">
                      <a:noAutofit/>
                    </a:bodyPr>
                    <a:p>
                      <a:pPr algn="ctr">
                        <a:lnSpc>
                          <a:spcPct val="100000"/>
                        </a:lnSpc>
                      </a:pPr>
                      <a:r>
                        <a:rPr b="0" lang="en-US" sz="1600" spc="-1" strike="noStrike">
                          <a:solidFill>
                            <a:srgbClr val="ffffff"/>
                          </a:solidFill>
                          <a:latin typeface="Arial"/>
                        </a:rPr>
                        <a:t>2</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2.5</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1546" name=""/>
          <p:cNvSpPr/>
          <p:nvPr/>
        </p:nvSpPr>
        <p:spPr>
          <a:xfrm>
            <a:off x="4800600" y="1773360"/>
            <a:ext cx="6825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X1</a:t>
            </a:r>
            <a:endParaRPr b="0" lang="en-US" sz="1800" spc="-1" strike="noStrike">
              <a:solidFill>
                <a:srgbClr val="000000"/>
              </a:solidFill>
              <a:latin typeface="Arial"/>
            </a:endParaRPr>
          </a:p>
        </p:txBody>
      </p:sp>
      <p:sp>
        <p:nvSpPr>
          <p:cNvPr id="1547" name=""/>
          <p:cNvSpPr/>
          <p:nvPr/>
        </p:nvSpPr>
        <p:spPr>
          <a:xfrm>
            <a:off x="231840" y="183204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48" name=""/>
          <p:cNvSpPr/>
          <p:nvPr/>
        </p:nvSpPr>
        <p:spPr>
          <a:xfrm>
            <a:off x="764640" y="1838160"/>
            <a:ext cx="453960" cy="453960"/>
          </a:xfrm>
          <a:prstGeom prst="ellipse">
            <a:avLst/>
          </a:prstGeom>
          <a:noFill/>
          <a:ln w="0">
            <a:solidFill>
              <a:srgbClr val="e6e905"/>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cxnSp>
        <p:nvCxnSpPr>
          <p:cNvPr id="1549" name=""/>
          <p:cNvCxnSpPr>
            <a:stCxn id="1547" idx="0"/>
            <a:endCxn id="1546" idx="2"/>
          </p:cNvCxnSpPr>
          <p:nvPr/>
        </p:nvCxnSpPr>
        <p:spPr>
          <a:xfrm flipH="1" rot="16200000">
            <a:off x="2545560" y="-254520"/>
            <a:ext cx="168840" cy="4341960"/>
          </a:xfrm>
          <a:prstGeom prst="bentConnector4">
            <a:avLst>
              <a:gd name="adj1" fmla="val 540811"/>
              <a:gd name="adj2" fmla="val 52611"/>
            </a:avLst>
          </a:prstGeom>
          <a:ln w="0">
            <a:solidFill>
              <a:srgbClr val="ff0000"/>
            </a:solidFill>
            <a:tailEnd len="med" type="triangle" w="med"/>
          </a:ln>
        </p:spPr>
      </p:cxnSp>
      <p:sp>
        <p:nvSpPr>
          <p:cNvPr id="1550" name=""/>
          <p:cNvSpPr/>
          <p:nvPr/>
        </p:nvSpPr>
        <p:spPr>
          <a:xfrm>
            <a:off x="6109560" y="104580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551" name=""/>
          <p:cNvSpPr/>
          <p:nvPr/>
        </p:nvSpPr>
        <p:spPr>
          <a:xfrm>
            <a:off x="6109560" y="176580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552" name=""/>
          <p:cNvSpPr/>
          <p:nvPr/>
        </p:nvSpPr>
        <p:spPr>
          <a:xfrm>
            <a:off x="6109560" y="248580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553" name=""/>
          <p:cNvSpPr/>
          <p:nvPr/>
        </p:nvSpPr>
        <p:spPr>
          <a:xfrm>
            <a:off x="7089840" y="177660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554" name=""/>
          <p:cNvSpPr/>
          <p:nvPr/>
        </p:nvSpPr>
        <p:spPr>
          <a:xfrm>
            <a:off x="5486400" y="200196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55" name=""/>
          <p:cNvSpPr/>
          <p:nvPr/>
        </p:nvSpPr>
        <p:spPr>
          <a:xfrm>
            <a:off x="5486400" y="200196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56" name=""/>
          <p:cNvSpPr/>
          <p:nvPr/>
        </p:nvSpPr>
        <p:spPr>
          <a:xfrm flipV="1">
            <a:off x="5486400" y="1274400"/>
            <a:ext cx="623160" cy="7275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57" name=""/>
          <p:cNvSpPr/>
          <p:nvPr/>
        </p:nvSpPr>
        <p:spPr>
          <a:xfrm>
            <a:off x="6566760" y="2001960"/>
            <a:ext cx="523080" cy="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58" name=""/>
          <p:cNvSpPr/>
          <p:nvPr/>
        </p:nvSpPr>
        <p:spPr>
          <a:xfrm flipV="1">
            <a:off x="6566760" y="2230560"/>
            <a:ext cx="523080" cy="4572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59" name=""/>
          <p:cNvSpPr/>
          <p:nvPr/>
        </p:nvSpPr>
        <p:spPr>
          <a:xfrm flipH="1" flipV="1">
            <a:off x="6563520" y="1274400"/>
            <a:ext cx="526320" cy="5022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60" name=""/>
          <p:cNvSpPr/>
          <p:nvPr/>
        </p:nvSpPr>
        <p:spPr>
          <a:xfrm>
            <a:off x="7543800" y="2057040"/>
            <a:ext cx="58284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61" name=""/>
          <p:cNvSpPr/>
          <p:nvPr/>
        </p:nvSpPr>
        <p:spPr>
          <a:xfrm>
            <a:off x="8215560" y="1915200"/>
            <a:ext cx="682920" cy="599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Arial"/>
              </a:rPr>
              <a:t>Ŷ</a:t>
            </a:r>
            <a:r>
              <a:rPr b="0" lang="en-US" sz="1800" spc="-1" strike="noStrike">
                <a:solidFill>
                  <a:srgbClr val="ffffff"/>
                </a:solidFill>
                <a:latin typeface="Arial"/>
                <a:ea typeface="Noto Sans CJK SC"/>
              </a:rPr>
              <a:t>1</a:t>
            </a:r>
            <a:endParaRPr b="0" lang="en-US" sz="1800" spc="-1" strike="noStrike">
              <a:solidFill>
                <a:srgbClr val="ffffff"/>
              </a:solidFill>
              <a:latin typeface="Arial"/>
            </a:endParaRPr>
          </a:p>
        </p:txBody>
      </p:sp>
      <p:sp>
        <p:nvSpPr>
          <p:cNvPr id="1562" name=""/>
          <p:cNvSpPr/>
          <p:nvPr/>
        </p:nvSpPr>
        <p:spPr>
          <a:xfrm>
            <a:off x="9144000" y="1871280"/>
            <a:ext cx="2971080" cy="456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Noto Sans CJK SC"/>
              </a:rPr>
              <a:t>LOSS =  |</a:t>
            </a:r>
            <a:r>
              <a:rPr b="0" lang="en-US" sz="1800" spc="-1" strike="noStrike">
                <a:solidFill>
                  <a:srgbClr val="ffffff"/>
                </a:solidFill>
                <a:latin typeface="Arial"/>
                <a:ea typeface="Arial"/>
              </a:rPr>
              <a:t>Ŷ</a:t>
            </a:r>
            <a:r>
              <a:rPr b="0" lang="en-US" sz="1800" spc="-1" strike="noStrike">
                <a:solidFill>
                  <a:srgbClr val="ffffff"/>
                </a:solidFill>
                <a:latin typeface="Arial"/>
                <a:ea typeface="Noto Sans CJK SC"/>
              </a:rPr>
              <a:t>1 – 4|</a:t>
            </a:r>
            <a:endParaRPr b="0" lang="en-US" sz="1800" spc="-1" strike="noStrike">
              <a:solidFill>
                <a:srgbClr val="ffffff"/>
              </a:solidFill>
              <a:latin typeface="Arial"/>
            </a:endParaRPr>
          </a:p>
          <a:p>
            <a:pPr>
              <a:lnSpc>
                <a:spcPct val="100000"/>
              </a:lnSpc>
            </a:pPr>
            <a:endParaRPr b="0" lang="en-US" sz="1200" spc="-1" strike="noStrike">
              <a:solidFill>
                <a:srgbClr val="ffffff"/>
              </a:solidFill>
              <a:latin typeface="Arial"/>
            </a:endParaRPr>
          </a:p>
        </p:txBody>
      </p:sp>
      <p:sp>
        <p:nvSpPr>
          <p:cNvPr id="1563" name=""/>
          <p:cNvSpPr/>
          <p:nvPr/>
        </p:nvSpPr>
        <p:spPr>
          <a:xfrm>
            <a:off x="0" y="949680"/>
            <a:ext cx="1600200" cy="8823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ffffff"/>
                </a:solidFill>
                <a:latin typeface="Arial"/>
              </a:rPr>
              <a:t>REAL DATA </a:t>
            </a:r>
            <a:endParaRPr b="0" lang="en-US" sz="1800" spc="-1" strike="noStrike">
              <a:solidFill>
                <a:srgbClr val="ffffff"/>
              </a:solidFill>
              <a:latin typeface="Arial"/>
            </a:endParaRPr>
          </a:p>
        </p:txBody>
      </p:sp>
      <p:sp>
        <p:nvSpPr>
          <p:cNvPr id="1564" name=""/>
          <p:cNvSpPr/>
          <p:nvPr/>
        </p:nvSpPr>
        <p:spPr>
          <a:xfrm>
            <a:off x="6858000" y="1600200"/>
            <a:ext cx="3428280" cy="13395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600" spc="-1" strike="noStrike">
                <a:solidFill>
                  <a:srgbClr val="ffffff"/>
                </a:solidFill>
                <a:latin typeface="Arial"/>
              </a:rPr>
              <a:t>PREDICTIONS</a:t>
            </a:r>
            <a:endParaRPr b="0" lang="en-US" sz="1600" spc="-1" strike="noStrike">
              <a:solidFill>
                <a:srgbClr val="ffffff"/>
              </a:solidFill>
              <a:latin typeface="Arial"/>
            </a:endParaRPr>
          </a:p>
        </p:txBody>
      </p:sp>
      <p:cxnSp>
        <p:nvCxnSpPr>
          <p:cNvPr id="1565" name=""/>
          <p:cNvCxnSpPr>
            <a:stCxn id="1548" idx="0"/>
            <a:endCxn id="1561" idx="-1"/>
          </p:cNvCxnSpPr>
          <p:nvPr/>
        </p:nvCxnSpPr>
        <p:spPr>
          <a:xfrm flipH="1" rot="16200000">
            <a:off x="4735800" y="-1905840"/>
            <a:ext cx="77400" cy="7565400"/>
          </a:xfrm>
          <a:prstGeom prst="bentConnector3">
            <a:avLst>
              <a:gd name="adj1" fmla="val -1199065"/>
            </a:avLst>
          </a:prstGeom>
          <a:ln w="0">
            <a:solidFill>
              <a:srgbClr val="e6e905"/>
            </a:solidFill>
          </a:ln>
        </p:spPr>
      </p:cxnSp>
      <p:pic>
        <p:nvPicPr>
          <p:cNvPr id="1566" name="" descr=""/>
          <p:cNvPicPr/>
          <p:nvPr/>
        </p:nvPicPr>
        <p:blipFill>
          <a:blip r:embed="rId1"/>
          <a:stretch/>
        </p:blipFill>
        <p:spPr>
          <a:xfrm>
            <a:off x="2971800" y="2971800"/>
            <a:ext cx="6519240" cy="3555720"/>
          </a:xfrm>
          <a:prstGeom prst="rect">
            <a:avLst/>
          </a:prstGeom>
          <a:ln w="0">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7"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3.1 – Supervised Learning - Classification</a:t>
            </a:r>
            <a:endParaRPr b="0" lang="en-US" sz="3200" spc="-1" strike="noStrike">
              <a:solidFill>
                <a:srgbClr val="ffffff"/>
              </a:solidFill>
              <a:latin typeface="Arial"/>
            </a:endParaRPr>
          </a:p>
        </p:txBody>
      </p:sp>
      <p:graphicFrame>
        <p:nvGraphicFramePr>
          <p:cNvPr id="1568" name=""/>
          <p:cNvGraphicFramePr/>
          <p:nvPr/>
        </p:nvGraphicFramePr>
        <p:xfrm>
          <a:off x="243720" y="3448440"/>
          <a:ext cx="1148040" cy="2199240"/>
        </p:xfrm>
        <a:graphic>
          <a:graphicData uri="http://schemas.openxmlformats.org/drawingml/2006/table">
            <a:tbl>
              <a:tblPr/>
              <a:tblGrid>
                <a:gridCol w="383400"/>
                <a:gridCol w="765000"/>
              </a:tblGrid>
              <a:tr h="366480">
                <a:tc>
                  <a:txBody>
                    <a:bodyPr lIns="36000" rIns="36000" anchor="t">
                      <a:noAutofit/>
                    </a:bodyPr>
                    <a:p>
                      <a:pPr algn="ctr">
                        <a:lnSpc>
                          <a:spcPct val="100000"/>
                        </a:lnSpc>
                      </a:pPr>
                      <a:r>
                        <a:rPr b="0" lang="en-US" sz="1800" spc="-1" strike="noStrike">
                          <a:solidFill>
                            <a:srgbClr val="ffffff"/>
                          </a:solidFill>
                          <a:latin typeface="Arial"/>
                        </a:rPr>
                        <a:t>X1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Y1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480">
                <a:tc>
                  <a:txBody>
                    <a:bodyPr lIns="36000" rIns="36000" anchor="t">
                      <a:noAutofit/>
                    </a:bodyPr>
                    <a:p>
                      <a:pPr algn="ctr">
                        <a:lnSpc>
                          <a:spcPct val="100000"/>
                        </a:lnSpc>
                      </a:pPr>
                      <a:r>
                        <a:rPr b="0" lang="en-US" sz="1600" spc="-1" strike="noStrike">
                          <a:solidFill>
                            <a:srgbClr val="ffffff"/>
                          </a:solidFill>
                          <a:latin typeface="Arial"/>
                        </a:rPr>
                        <a:t>0.8</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1</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480">
                <a:tc>
                  <a:txBody>
                    <a:bodyPr lIns="36000" rIns="36000" anchor="t">
                      <a:noAutofit/>
                    </a:bodyPr>
                    <a:p>
                      <a:pPr algn="ctr">
                        <a:lnSpc>
                          <a:spcPct val="100000"/>
                        </a:lnSpc>
                      </a:pPr>
                      <a:r>
                        <a:rPr b="0" lang="en-US" sz="1600" spc="-1" strike="noStrike">
                          <a:solidFill>
                            <a:srgbClr val="ffffff"/>
                          </a:solidFill>
                          <a:latin typeface="Arial"/>
                        </a:rPr>
                        <a:t>1</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1</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480">
                <a:tc>
                  <a:txBody>
                    <a:bodyPr lIns="36000" rIns="36000" anchor="t">
                      <a:noAutofit/>
                    </a:bodyPr>
                    <a:p>
                      <a:pPr algn="ctr">
                        <a:lnSpc>
                          <a:spcPct val="100000"/>
                        </a:lnSpc>
                      </a:pPr>
                      <a:r>
                        <a:rPr b="0" lang="en-US" sz="1600" spc="-1" strike="noStrike">
                          <a:solidFill>
                            <a:srgbClr val="ffffff"/>
                          </a:solidFill>
                          <a:latin typeface="Arial"/>
                        </a:rPr>
                        <a:t>1.2</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2</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480">
                <a:tc>
                  <a:txBody>
                    <a:bodyPr lIns="36000" rIns="36000" anchor="t">
                      <a:noAutofit/>
                    </a:bodyPr>
                    <a:p>
                      <a:pPr algn="ctr">
                        <a:lnSpc>
                          <a:spcPct val="100000"/>
                        </a:lnSpc>
                      </a:pPr>
                      <a:r>
                        <a:rPr b="0" lang="en-US" sz="1600" spc="-1" strike="noStrike">
                          <a:solidFill>
                            <a:srgbClr val="ffffff"/>
                          </a:solidFill>
                          <a:latin typeface="Arial"/>
                        </a:rPr>
                        <a:t>1.5</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2</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6840">
                <a:tc>
                  <a:txBody>
                    <a:bodyPr lIns="36000" rIns="36000" anchor="t">
                      <a:noAutofit/>
                    </a:bodyPr>
                    <a:p>
                      <a:pPr algn="ctr">
                        <a:lnSpc>
                          <a:spcPct val="100000"/>
                        </a:lnSpc>
                      </a:pPr>
                      <a:r>
                        <a:rPr b="0" lang="en-US" sz="1600" spc="-1" strike="noStrike">
                          <a:solidFill>
                            <a:srgbClr val="ffffff"/>
                          </a:solidFill>
                          <a:latin typeface="Arial"/>
                        </a:rPr>
                        <a:t>2</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600" spc="-1" strike="noStrike">
                          <a:solidFill>
                            <a:srgbClr val="ffffff"/>
                          </a:solidFill>
                          <a:latin typeface="Arial"/>
                        </a:rPr>
                        <a:t>3</a:t>
                      </a:r>
                      <a:endParaRPr b="0" lang="en-US" sz="16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1569" name=""/>
          <p:cNvSpPr/>
          <p:nvPr/>
        </p:nvSpPr>
        <p:spPr>
          <a:xfrm>
            <a:off x="4800600" y="3740760"/>
            <a:ext cx="6825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X1</a:t>
            </a:r>
            <a:endParaRPr b="0" lang="en-US" sz="1800" spc="-1" strike="noStrike">
              <a:solidFill>
                <a:srgbClr val="000000"/>
              </a:solidFill>
              <a:latin typeface="Arial"/>
            </a:endParaRPr>
          </a:p>
        </p:txBody>
      </p:sp>
      <p:sp>
        <p:nvSpPr>
          <p:cNvPr id="1570" name=""/>
          <p:cNvSpPr/>
          <p:nvPr/>
        </p:nvSpPr>
        <p:spPr>
          <a:xfrm>
            <a:off x="231840" y="379944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71" name=""/>
          <p:cNvSpPr/>
          <p:nvPr/>
        </p:nvSpPr>
        <p:spPr>
          <a:xfrm>
            <a:off x="764640" y="3805560"/>
            <a:ext cx="453960" cy="453960"/>
          </a:xfrm>
          <a:prstGeom prst="ellipse">
            <a:avLst/>
          </a:prstGeom>
          <a:noFill/>
          <a:ln w="0">
            <a:solidFill>
              <a:srgbClr val="e6e905"/>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cxnSp>
        <p:nvCxnSpPr>
          <p:cNvPr id="1572" name=""/>
          <p:cNvCxnSpPr>
            <a:stCxn id="1570" idx="0"/>
            <a:endCxn id="1569" idx="2"/>
          </p:cNvCxnSpPr>
          <p:nvPr/>
        </p:nvCxnSpPr>
        <p:spPr>
          <a:xfrm flipH="1" rot="16200000">
            <a:off x="2545560" y="1712880"/>
            <a:ext cx="168840" cy="4341960"/>
          </a:xfrm>
          <a:prstGeom prst="bentConnector4">
            <a:avLst>
              <a:gd name="adj1" fmla="val 540811"/>
              <a:gd name="adj2" fmla="val 52611"/>
            </a:avLst>
          </a:prstGeom>
          <a:ln w="0">
            <a:solidFill>
              <a:srgbClr val="ff0000"/>
            </a:solidFill>
            <a:tailEnd len="med" type="triangle" w="med"/>
          </a:ln>
        </p:spPr>
      </p:cxnSp>
      <p:sp>
        <p:nvSpPr>
          <p:cNvPr id="1573" name=""/>
          <p:cNvSpPr/>
          <p:nvPr/>
        </p:nvSpPr>
        <p:spPr>
          <a:xfrm>
            <a:off x="6109560" y="301320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574" name=""/>
          <p:cNvSpPr/>
          <p:nvPr/>
        </p:nvSpPr>
        <p:spPr>
          <a:xfrm>
            <a:off x="6109560" y="373320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575" name=""/>
          <p:cNvSpPr/>
          <p:nvPr/>
        </p:nvSpPr>
        <p:spPr>
          <a:xfrm>
            <a:off x="6109560" y="445320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576" name=""/>
          <p:cNvSpPr/>
          <p:nvPr/>
        </p:nvSpPr>
        <p:spPr>
          <a:xfrm>
            <a:off x="7089840" y="374400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577" name=""/>
          <p:cNvSpPr/>
          <p:nvPr/>
        </p:nvSpPr>
        <p:spPr>
          <a:xfrm>
            <a:off x="5486400" y="396936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78" name=""/>
          <p:cNvSpPr/>
          <p:nvPr/>
        </p:nvSpPr>
        <p:spPr>
          <a:xfrm>
            <a:off x="5486400" y="396936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79" name=""/>
          <p:cNvSpPr/>
          <p:nvPr/>
        </p:nvSpPr>
        <p:spPr>
          <a:xfrm flipV="1">
            <a:off x="5486400" y="3241800"/>
            <a:ext cx="623160" cy="7275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80" name=""/>
          <p:cNvSpPr/>
          <p:nvPr/>
        </p:nvSpPr>
        <p:spPr>
          <a:xfrm>
            <a:off x="6566760" y="3969360"/>
            <a:ext cx="523080" cy="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81" name=""/>
          <p:cNvSpPr/>
          <p:nvPr/>
        </p:nvSpPr>
        <p:spPr>
          <a:xfrm flipV="1">
            <a:off x="6566760" y="4197960"/>
            <a:ext cx="523080" cy="4572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82" name=""/>
          <p:cNvSpPr/>
          <p:nvPr/>
        </p:nvSpPr>
        <p:spPr>
          <a:xfrm flipH="1" flipV="1">
            <a:off x="6563520" y="3241800"/>
            <a:ext cx="526320" cy="5022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83" name=""/>
          <p:cNvSpPr/>
          <p:nvPr/>
        </p:nvSpPr>
        <p:spPr>
          <a:xfrm>
            <a:off x="7543800" y="4024440"/>
            <a:ext cx="582840" cy="36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84" name=""/>
          <p:cNvSpPr/>
          <p:nvPr/>
        </p:nvSpPr>
        <p:spPr>
          <a:xfrm>
            <a:off x="7543800" y="3838680"/>
            <a:ext cx="2757240" cy="59940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en-US" sz="1800" spc="-1" strike="noStrike">
                <a:solidFill>
                  <a:srgbClr val="ffffff"/>
                </a:solidFill>
                <a:latin typeface="Arial"/>
                <a:ea typeface="Arial"/>
              </a:rPr>
              <a:t>Ŷ</a:t>
            </a:r>
            <a:r>
              <a:rPr b="0" lang="en-US" sz="1800" spc="-1" strike="noStrike">
                <a:solidFill>
                  <a:srgbClr val="ffffff"/>
                </a:solidFill>
                <a:latin typeface="Arial"/>
                <a:ea typeface="Noto Sans CJK SC"/>
              </a:rPr>
              <a:t>1</a:t>
            </a:r>
            <a:endParaRPr b="0" lang="en-US" sz="1800" spc="-1" strike="noStrike">
              <a:solidFill>
                <a:srgbClr val="ffffff"/>
              </a:solidFill>
              <a:latin typeface="Arial"/>
            </a:endParaRPr>
          </a:p>
          <a:p>
            <a:pPr algn="ctr">
              <a:lnSpc>
                <a:spcPct val="100000"/>
              </a:lnSpc>
            </a:pPr>
            <a:r>
              <a:rPr b="0" lang="en-US" sz="1800" spc="-1" strike="noStrike">
                <a:solidFill>
                  <a:srgbClr val="ffffff"/>
                </a:solidFill>
                <a:latin typeface="Arial"/>
                <a:ea typeface="Noto Sans CJK SC"/>
              </a:rPr>
              <a:t>One-hot-</a:t>
            </a:r>
            <a:r>
              <a:rPr b="0" lang="en-US" sz="1800" spc="-1" strike="noStrike">
                <a:solidFill>
                  <a:srgbClr val="ffffff"/>
                </a:solidFill>
                <a:latin typeface="Arial"/>
                <a:ea typeface="Noto Sans CJK SC"/>
              </a:rPr>
              <a:t>Encoded</a:t>
            </a:r>
            <a:endParaRPr b="0" lang="en-US" sz="1800" spc="-1" strike="noStrike">
              <a:solidFill>
                <a:srgbClr val="ffffff"/>
              </a:solidFill>
              <a:latin typeface="Arial"/>
            </a:endParaRPr>
          </a:p>
          <a:p>
            <a:pPr algn="ctr">
              <a:lnSpc>
                <a:spcPct val="100000"/>
              </a:lnSpc>
            </a:pPr>
            <a:r>
              <a:rPr b="0" lang="en-US" sz="1800" spc="-1" strike="noStrike">
                <a:solidFill>
                  <a:srgbClr val="ffffff"/>
                </a:solidFill>
                <a:latin typeface="Arial"/>
                <a:ea typeface="Noto Sans CJK SC"/>
              </a:rPr>
              <a:t>Softmax</a:t>
            </a:r>
            <a:endParaRPr b="0" lang="en-US" sz="1800" spc="-1" strike="noStrike">
              <a:solidFill>
                <a:srgbClr val="ffffff"/>
              </a:solidFill>
              <a:latin typeface="Arial"/>
            </a:endParaRPr>
          </a:p>
        </p:txBody>
      </p:sp>
      <p:sp>
        <p:nvSpPr>
          <p:cNvPr id="1585" name=""/>
          <p:cNvSpPr/>
          <p:nvPr/>
        </p:nvSpPr>
        <p:spPr>
          <a:xfrm>
            <a:off x="8230320" y="5625000"/>
            <a:ext cx="2971080" cy="456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Noto Sans CJK SC"/>
              </a:rPr>
              <a:t>LOSS </a:t>
            </a: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Cross </a:t>
            </a:r>
            <a:r>
              <a:rPr b="0" lang="en-US" sz="1800" spc="-1" strike="noStrike">
                <a:solidFill>
                  <a:srgbClr val="ffffff"/>
                </a:solidFill>
                <a:latin typeface="Arial"/>
                <a:ea typeface="Noto Sans CJK SC"/>
              </a:rPr>
              <a:t>Entropy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a:t>
            </a:r>
            <a:r>
              <a:rPr b="0" lang="en-US" sz="1800" spc="-1" strike="noStrike">
                <a:solidFill>
                  <a:srgbClr val="ffffff"/>
                </a:solidFill>
                <a:latin typeface="DejaVu Sans"/>
                <a:ea typeface="DejaVu Sans"/>
              </a:rPr>
              <a:t>Σ</a:t>
            </a:r>
            <a:r>
              <a:rPr b="0" lang="en-US" sz="1800" spc="-1" strike="noStrike">
                <a:solidFill>
                  <a:srgbClr val="ffffff"/>
                </a:solidFill>
                <a:latin typeface="Arial"/>
                <a:ea typeface="DejaVu Sans"/>
              </a:rPr>
              <a:t> </a:t>
            </a:r>
            <a:r>
              <a:rPr b="0" lang="en-US" sz="1800" spc="-1" strike="noStrike">
                <a:solidFill>
                  <a:srgbClr val="ffffff"/>
                </a:solidFill>
                <a:latin typeface="Arial"/>
                <a:ea typeface="DejaVu Sans"/>
              </a:rPr>
              <a:t>Y1 log (</a:t>
            </a:r>
            <a:r>
              <a:rPr b="0" lang="en-US" sz="1800" spc="-1" strike="noStrike">
                <a:solidFill>
                  <a:srgbClr val="ffffff"/>
                </a:solidFill>
                <a:latin typeface="Arial"/>
                <a:ea typeface="Arial"/>
              </a:rPr>
              <a:t>Ŷ</a:t>
            </a:r>
            <a:r>
              <a:rPr b="0" lang="en-US" sz="1800" spc="-1" strike="noStrike">
                <a:solidFill>
                  <a:srgbClr val="ffffff"/>
                </a:solidFill>
                <a:latin typeface="Arial"/>
                <a:ea typeface="Noto Sans CJK SC"/>
              </a:rPr>
              <a:t>1)</a:t>
            </a:r>
            <a:endParaRPr b="0" lang="en-US" sz="1800" spc="-1" strike="noStrike">
              <a:solidFill>
                <a:srgbClr val="ffffff"/>
              </a:solidFill>
              <a:latin typeface="Arial"/>
            </a:endParaRPr>
          </a:p>
          <a:p>
            <a:pPr>
              <a:lnSpc>
                <a:spcPct val="100000"/>
              </a:lnSpc>
            </a:pPr>
            <a:endParaRPr b="0" lang="en-US" sz="1200" spc="-1" strike="noStrike">
              <a:solidFill>
                <a:srgbClr val="ffffff"/>
              </a:solidFill>
              <a:latin typeface="Arial"/>
            </a:endParaRPr>
          </a:p>
        </p:txBody>
      </p:sp>
      <p:sp>
        <p:nvSpPr>
          <p:cNvPr id="1586" name=""/>
          <p:cNvSpPr/>
          <p:nvPr/>
        </p:nvSpPr>
        <p:spPr>
          <a:xfrm>
            <a:off x="0" y="2917080"/>
            <a:ext cx="1600200" cy="8823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800" spc="-1" strike="noStrike">
                <a:solidFill>
                  <a:srgbClr val="ffffff"/>
                </a:solidFill>
                <a:latin typeface="Arial"/>
              </a:rPr>
              <a:t>REAL DATA </a:t>
            </a:r>
            <a:endParaRPr b="0" lang="en-US" sz="1800" spc="-1" strike="noStrike">
              <a:solidFill>
                <a:srgbClr val="ffffff"/>
              </a:solidFill>
              <a:latin typeface="Arial"/>
            </a:endParaRPr>
          </a:p>
        </p:txBody>
      </p:sp>
      <p:sp>
        <p:nvSpPr>
          <p:cNvPr id="1587" name=""/>
          <p:cNvSpPr/>
          <p:nvPr/>
        </p:nvSpPr>
        <p:spPr>
          <a:xfrm>
            <a:off x="6858000" y="3567600"/>
            <a:ext cx="3428280" cy="13395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1600" spc="-1" strike="noStrike">
                <a:solidFill>
                  <a:srgbClr val="ffffff"/>
                </a:solidFill>
                <a:latin typeface="Arial"/>
              </a:rPr>
              <a:t>PREDICTIONS</a:t>
            </a:r>
            <a:endParaRPr b="0" lang="en-US" sz="1600" spc="-1" strike="noStrike">
              <a:solidFill>
                <a:srgbClr val="ffffff"/>
              </a:solidFill>
              <a:latin typeface="Arial"/>
            </a:endParaRPr>
          </a:p>
        </p:txBody>
      </p:sp>
      <p:cxnSp>
        <p:nvCxnSpPr>
          <p:cNvPr id="1588" name=""/>
          <p:cNvCxnSpPr>
            <a:stCxn id="1571" idx="0"/>
            <a:endCxn id="1584" idx="-1"/>
          </p:cNvCxnSpPr>
          <p:nvPr/>
        </p:nvCxnSpPr>
        <p:spPr>
          <a:xfrm flipH="1" rot="16200000">
            <a:off x="4940280" y="-143280"/>
            <a:ext cx="33480" cy="7930800"/>
          </a:xfrm>
          <a:prstGeom prst="bentConnector3">
            <a:avLst>
              <a:gd name="adj1" fmla="val -6930434"/>
            </a:avLst>
          </a:prstGeom>
          <a:ln w="0">
            <a:solidFill>
              <a:srgbClr val="e6e905"/>
            </a:solidFill>
          </a:ln>
        </p:spPr>
      </p:cxnSp>
      <p:sp>
        <p:nvSpPr>
          <p:cNvPr id="1589" name=""/>
          <p:cNvSpPr/>
          <p:nvPr/>
        </p:nvSpPr>
        <p:spPr>
          <a:xfrm>
            <a:off x="3886200" y="1281600"/>
            <a:ext cx="457200" cy="4572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r>
              <a:rPr b="0" lang="en-US" sz="1800" spc="-1" strike="noStrike">
                <a:solidFill>
                  <a:srgbClr val="000000"/>
                </a:solidFill>
                <a:latin typeface="Arial"/>
              </a:rPr>
              <a:t>1</a:t>
            </a:r>
            <a:endParaRPr b="0" lang="en-US" sz="1800" spc="-1" strike="noStrike">
              <a:solidFill>
                <a:srgbClr val="000000"/>
              </a:solidFill>
              <a:latin typeface="Arial"/>
            </a:endParaRPr>
          </a:p>
        </p:txBody>
      </p:sp>
      <p:sp>
        <p:nvSpPr>
          <p:cNvPr id="1590" name=""/>
          <p:cNvSpPr/>
          <p:nvPr/>
        </p:nvSpPr>
        <p:spPr>
          <a:xfrm>
            <a:off x="4347000" y="1281600"/>
            <a:ext cx="457200" cy="4572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r>
              <a:rPr b="0" lang="en-US" sz="1800" spc="-1" strike="noStrike">
                <a:solidFill>
                  <a:srgbClr val="000000"/>
                </a:solidFill>
                <a:latin typeface="Arial"/>
              </a:rPr>
              <a:t>0</a:t>
            </a:r>
            <a:endParaRPr b="0" lang="en-US" sz="1800" spc="-1" strike="noStrike">
              <a:solidFill>
                <a:srgbClr val="000000"/>
              </a:solidFill>
              <a:latin typeface="Arial"/>
            </a:endParaRPr>
          </a:p>
        </p:txBody>
      </p:sp>
      <p:sp>
        <p:nvSpPr>
          <p:cNvPr id="1591" name=""/>
          <p:cNvSpPr/>
          <p:nvPr/>
        </p:nvSpPr>
        <p:spPr>
          <a:xfrm>
            <a:off x="4804200" y="1281600"/>
            <a:ext cx="457200" cy="4572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r>
              <a:rPr b="0" lang="en-US" sz="1800" spc="-1" strike="noStrike">
                <a:solidFill>
                  <a:srgbClr val="000000"/>
                </a:solidFill>
                <a:latin typeface="Arial"/>
              </a:rPr>
              <a:t>0</a:t>
            </a:r>
            <a:endParaRPr b="0" lang="en-US" sz="1800" spc="-1" strike="noStrike">
              <a:solidFill>
                <a:srgbClr val="000000"/>
              </a:solidFill>
              <a:latin typeface="Arial"/>
            </a:endParaRPr>
          </a:p>
        </p:txBody>
      </p:sp>
      <p:sp>
        <p:nvSpPr>
          <p:cNvPr id="1592" name=""/>
          <p:cNvSpPr txBox="1"/>
          <p:nvPr/>
        </p:nvSpPr>
        <p:spPr>
          <a:xfrm>
            <a:off x="3657600" y="914400"/>
            <a:ext cx="2057400" cy="346320"/>
          </a:xfrm>
          <a:prstGeom prst="rect">
            <a:avLst/>
          </a:prstGeom>
          <a:noFill/>
          <a:ln w="0">
            <a:noFill/>
          </a:ln>
        </p:spPr>
        <p:txBody>
          <a:bodyPr lIns="90000" rIns="90000" tIns="45000" bIns="45000" anchor="t">
            <a:noAutofit/>
          </a:bodyPr>
          <a:p>
            <a:r>
              <a:rPr b="0" lang="en-US" sz="1800" spc="-1" strike="noStrike">
                <a:solidFill>
                  <a:srgbClr val="ffffff"/>
                </a:solidFill>
                <a:latin typeface="Arial"/>
              </a:rPr>
              <a:t>One-hot-Encoding</a:t>
            </a:r>
            <a:endParaRPr b="0" lang="en-US" sz="1800" spc="-1" strike="noStrike">
              <a:solidFill>
                <a:srgbClr val="ffffff"/>
              </a:solidFill>
              <a:latin typeface="Arial"/>
            </a:endParaRPr>
          </a:p>
        </p:txBody>
      </p:sp>
      <p:sp>
        <p:nvSpPr>
          <p:cNvPr id="1593" name=""/>
          <p:cNvSpPr txBox="1"/>
          <p:nvPr/>
        </p:nvSpPr>
        <p:spPr>
          <a:xfrm>
            <a:off x="2057400" y="1828800"/>
            <a:ext cx="6629400" cy="1114200"/>
          </a:xfrm>
          <a:prstGeom prst="rect">
            <a:avLst/>
          </a:prstGeom>
          <a:noFill/>
          <a:ln w="0">
            <a:noFill/>
          </a:ln>
        </p:spPr>
        <p:txBody>
          <a:bodyPr lIns="90000" rIns="90000" tIns="45000" bIns="45000" anchor="t">
            <a:noAutofit/>
          </a:bodyPr>
          <a:p>
            <a:pPr algn="ctr"/>
            <a:r>
              <a:rPr b="0" lang="en-US" sz="1800" spc="-1" strike="noStrike">
                <a:solidFill>
                  <a:srgbClr val="ffffff"/>
                </a:solidFill>
                <a:latin typeface="Arial"/>
              </a:rPr>
              <a:t>3 classes, vector length is 3, vector is composed of 1 and 0’s.</a:t>
            </a:r>
            <a:endParaRPr b="0" lang="en-US" sz="1800" spc="-1" strike="noStrike">
              <a:solidFill>
                <a:srgbClr val="ffffff"/>
              </a:solidFill>
              <a:latin typeface="Arial"/>
            </a:endParaRPr>
          </a:p>
          <a:p>
            <a:pPr algn="ctr"/>
            <a:r>
              <a:rPr b="0" lang="en-US" sz="1800" spc="-1" strike="noStrike">
                <a:solidFill>
                  <a:srgbClr val="ffffff"/>
                </a:solidFill>
                <a:latin typeface="Arial"/>
              </a:rPr>
              <a:t>Class-1 is   100</a:t>
            </a:r>
            <a:endParaRPr b="0" lang="en-US" sz="1800" spc="-1" strike="noStrike">
              <a:solidFill>
                <a:srgbClr val="ffffff"/>
              </a:solidFill>
              <a:latin typeface="Arial"/>
            </a:endParaRPr>
          </a:p>
          <a:p>
            <a:pPr algn="ctr"/>
            <a:r>
              <a:rPr b="0" lang="en-US" sz="1800" spc="-1" strike="noStrike">
                <a:solidFill>
                  <a:srgbClr val="ffffff"/>
                </a:solidFill>
                <a:latin typeface="Arial"/>
              </a:rPr>
              <a:t>Class-2 is   010</a:t>
            </a:r>
            <a:endParaRPr b="0" lang="en-US" sz="1800" spc="-1" strike="noStrike">
              <a:solidFill>
                <a:srgbClr val="ffffff"/>
              </a:solidFill>
              <a:latin typeface="Arial"/>
            </a:endParaRPr>
          </a:p>
          <a:p>
            <a:pPr algn="ctr"/>
            <a:r>
              <a:rPr b="0" lang="en-US" sz="1800" spc="-1" strike="noStrike">
                <a:solidFill>
                  <a:srgbClr val="ffffff"/>
                </a:solidFill>
                <a:latin typeface="Arial"/>
              </a:rPr>
              <a:t>Class-3 is   001</a:t>
            </a:r>
            <a:endParaRPr b="0" lang="en-US" sz="1800" spc="-1" strike="noStrike">
              <a:solidFill>
                <a:srgbClr val="ffffff"/>
              </a:solidFill>
              <a:latin typeface="Arial"/>
            </a:endParaRPr>
          </a:p>
        </p:txBody>
      </p:sp>
      <p:sp>
        <p:nvSpPr>
          <p:cNvPr id="1594" name=""/>
          <p:cNvSpPr/>
          <p:nvPr/>
        </p:nvSpPr>
        <p:spPr>
          <a:xfrm flipV="1">
            <a:off x="1371600" y="2057400"/>
            <a:ext cx="914400" cy="2057400"/>
          </a:xfrm>
          <a:prstGeom prst="line">
            <a:avLst/>
          </a:prstGeom>
          <a:ln w="0">
            <a:solidFill>
              <a:srgbClr val="3465a4"/>
            </a:solidFill>
            <a:prstDash val="lgDash"/>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95" name=""/>
          <p:cNvSpPr/>
          <p:nvPr/>
        </p:nvSpPr>
        <p:spPr>
          <a:xfrm flipV="1">
            <a:off x="1371600" y="2286000"/>
            <a:ext cx="914400" cy="2057400"/>
          </a:xfrm>
          <a:prstGeom prst="line">
            <a:avLst/>
          </a:prstGeom>
          <a:ln w="0">
            <a:solidFill>
              <a:srgbClr val="3465a4"/>
            </a:solidFill>
            <a:prstDash val="lgDash"/>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96" name=""/>
          <p:cNvSpPr/>
          <p:nvPr/>
        </p:nvSpPr>
        <p:spPr>
          <a:xfrm flipV="1">
            <a:off x="1143000" y="2057400"/>
            <a:ext cx="1371600" cy="2743200"/>
          </a:xfrm>
          <a:prstGeom prst="line">
            <a:avLst/>
          </a:prstGeom>
          <a:ln w="0">
            <a:solidFill>
              <a:srgbClr val="3465a4"/>
            </a:solidFill>
            <a:prstDash val="lgDash"/>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597" name=""/>
          <p:cNvSpPr/>
          <p:nvPr/>
        </p:nvSpPr>
        <p:spPr>
          <a:xfrm flipV="1">
            <a:off x="1143000" y="2057400"/>
            <a:ext cx="1371600" cy="3429000"/>
          </a:xfrm>
          <a:prstGeom prst="line">
            <a:avLst/>
          </a:prstGeom>
          <a:ln w="0">
            <a:solidFill>
              <a:srgbClr val="3465a4"/>
            </a:solidFill>
            <a:prstDash val="lgDash"/>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8"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3.1 – Supervised Learning - Classification</a:t>
            </a:r>
            <a:endParaRPr b="0" lang="en-US" sz="3200" spc="-1" strike="noStrike">
              <a:solidFill>
                <a:srgbClr val="ffffff"/>
              </a:solidFill>
              <a:latin typeface="Arial"/>
            </a:endParaRPr>
          </a:p>
        </p:txBody>
      </p:sp>
      <p:pic>
        <p:nvPicPr>
          <p:cNvPr id="1599" name="" descr=""/>
          <p:cNvPicPr/>
          <p:nvPr/>
        </p:nvPicPr>
        <p:blipFill>
          <a:blip r:embed="rId1"/>
          <a:stretch/>
        </p:blipFill>
        <p:spPr>
          <a:xfrm>
            <a:off x="795600" y="747000"/>
            <a:ext cx="10600560" cy="5781960"/>
          </a:xfrm>
          <a:prstGeom prst="rect">
            <a:avLst/>
          </a:prstGeom>
          <a:ln w="0">
            <a:noFill/>
          </a:ln>
        </p:spPr>
      </p:pic>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0"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3.2 – Unsupervised Learning (Embedding) </a:t>
            </a:r>
            <a:endParaRPr b="0" lang="en-US" sz="3200" spc="-1" strike="noStrike">
              <a:solidFill>
                <a:srgbClr val="ffffff"/>
              </a:solidFill>
              <a:latin typeface="Arial"/>
            </a:endParaRPr>
          </a:p>
        </p:txBody>
      </p:sp>
      <p:graphicFrame>
        <p:nvGraphicFramePr>
          <p:cNvPr id="1601" name=""/>
          <p:cNvGraphicFramePr/>
          <p:nvPr/>
        </p:nvGraphicFramePr>
        <p:xfrm>
          <a:off x="243720" y="1481040"/>
          <a:ext cx="2963880" cy="2552760"/>
        </p:xfrm>
        <a:graphic>
          <a:graphicData uri="http://schemas.openxmlformats.org/drawingml/2006/table">
            <a:tbl>
              <a:tblPr/>
              <a:tblGrid>
                <a:gridCol w="383400"/>
                <a:gridCol w="546120"/>
                <a:gridCol w="504720"/>
              </a:tblGrid>
              <a:tr h="364680">
                <a:tc>
                  <a:txBody>
                    <a:bodyPr lIns="36000" rIns="36000" anchor="t">
                      <a:noAutofit/>
                    </a:bodyPr>
                    <a:p>
                      <a:pPr algn="ctr">
                        <a:lnSpc>
                          <a:spcPct val="100000"/>
                        </a:lnSpc>
                      </a:pPr>
                      <a:r>
                        <a:rPr b="0" lang="en-US" sz="1800" spc="-1" strike="noStrike">
                          <a:solidFill>
                            <a:srgbClr val="ffffff"/>
                          </a:solidFill>
                          <a:latin typeface="Arial"/>
                        </a:rPr>
                        <a:t>X1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X2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X3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11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21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31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41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1602" name=""/>
          <p:cNvSpPr/>
          <p:nvPr/>
        </p:nvSpPr>
        <p:spPr>
          <a:xfrm>
            <a:off x="2286000" y="2057400"/>
            <a:ext cx="6825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X1</a:t>
            </a:r>
            <a:endParaRPr b="0" lang="en-US" sz="1800" spc="-1" strike="noStrike">
              <a:solidFill>
                <a:srgbClr val="000000"/>
              </a:solidFill>
              <a:latin typeface="Arial"/>
            </a:endParaRPr>
          </a:p>
        </p:txBody>
      </p:sp>
      <p:sp>
        <p:nvSpPr>
          <p:cNvPr id="1603" name=""/>
          <p:cNvSpPr/>
          <p:nvPr/>
        </p:nvSpPr>
        <p:spPr>
          <a:xfrm>
            <a:off x="2286000" y="2777760"/>
            <a:ext cx="68292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X2</a:t>
            </a:r>
            <a:endParaRPr b="0" lang="en-US" sz="1800" spc="-1" strike="noStrike">
              <a:solidFill>
                <a:srgbClr val="000000"/>
              </a:solidFill>
              <a:latin typeface="Arial"/>
            </a:endParaRPr>
          </a:p>
        </p:txBody>
      </p:sp>
      <p:sp>
        <p:nvSpPr>
          <p:cNvPr id="1604" name=""/>
          <p:cNvSpPr/>
          <p:nvPr/>
        </p:nvSpPr>
        <p:spPr>
          <a:xfrm>
            <a:off x="2286000" y="3497760"/>
            <a:ext cx="68292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Arial"/>
              </a:rPr>
              <a:t>X3</a:t>
            </a:r>
            <a:endParaRPr b="0" lang="en-US" sz="1800" spc="-1" strike="noStrike">
              <a:solidFill>
                <a:srgbClr val="000000"/>
              </a:solidFill>
              <a:latin typeface="Arial"/>
            </a:endParaRPr>
          </a:p>
        </p:txBody>
      </p:sp>
      <p:sp>
        <p:nvSpPr>
          <p:cNvPr id="1605" name=""/>
          <p:cNvSpPr/>
          <p:nvPr/>
        </p:nvSpPr>
        <p:spPr>
          <a:xfrm>
            <a:off x="270720" y="209952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06" name=""/>
          <p:cNvSpPr/>
          <p:nvPr/>
        </p:nvSpPr>
        <p:spPr>
          <a:xfrm>
            <a:off x="631080" y="209988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07" name=""/>
          <p:cNvSpPr/>
          <p:nvPr/>
        </p:nvSpPr>
        <p:spPr>
          <a:xfrm>
            <a:off x="1207080" y="2099880"/>
            <a:ext cx="453960" cy="453960"/>
          </a:xfrm>
          <a:prstGeom prst="ellipse">
            <a:avLst/>
          </a:prstGeom>
          <a:noFill/>
          <a:ln w="0">
            <a:solidFill>
              <a:srgbClr val="ff0000"/>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cxnSp>
        <p:nvCxnSpPr>
          <p:cNvPr id="1608" name=""/>
          <p:cNvCxnSpPr>
            <a:stCxn id="1605" idx="0"/>
            <a:endCxn id="1602" idx="2"/>
          </p:cNvCxnSpPr>
          <p:nvPr/>
        </p:nvCxnSpPr>
        <p:spPr>
          <a:xfrm flipH="1" rot="16200000">
            <a:off x="1299240" y="1297800"/>
            <a:ext cx="185400" cy="1788480"/>
          </a:xfrm>
          <a:prstGeom prst="bentConnector4">
            <a:avLst>
              <a:gd name="adj1" fmla="val 61478"/>
              <a:gd name="adj2" fmla="val 56351"/>
            </a:avLst>
          </a:prstGeom>
          <a:ln w="0">
            <a:solidFill>
              <a:srgbClr val="ff0000"/>
            </a:solidFill>
            <a:tailEnd len="med" type="triangle" w="med"/>
          </a:ln>
        </p:spPr>
      </p:cxnSp>
      <p:cxnSp>
        <p:nvCxnSpPr>
          <p:cNvPr id="1609" name=""/>
          <p:cNvCxnSpPr>
            <a:stCxn id="1606" idx="4"/>
            <a:endCxn id="1603" idx="2"/>
          </p:cNvCxnSpPr>
          <p:nvPr/>
        </p:nvCxnSpPr>
        <p:spPr>
          <a:xfrm flipH="1" rot="16200000">
            <a:off x="1346760" y="2065320"/>
            <a:ext cx="451440" cy="1428120"/>
          </a:xfrm>
          <a:prstGeom prst="bentConnector2">
            <a:avLst/>
          </a:prstGeom>
          <a:ln w="0">
            <a:solidFill>
              <a:srgbClr val="ff0000"/>
            </a:solidFill>
            <a:tailEnd len="med" type="triangle" w="med"/>
          </a:ln>
        </p:spPr>
      </p:cxnSp>
      <p:cxnSp>
        <p:nvCxnSpPr>
          <p:cNvPr id="1610" name=""/>
          <p:cNvCxnSpPr>
            <a:stCxn id="1607" idx="4"/>
            <a:endCxn id="1604" idx="2"/>
          </p:cNvCxnSpPr>
          <p:nvPr/>
        </p:nvCxnSpPr>
        <p:spPr>
          <a:xfrm flipH="1" rot="16200000">
            <a:off x="1274760" y="2713320"/>
            <a:ext cx="1171440" cy="852120"/>
          </a:xfrm>
          <a:prstGeom prst="bentConnector2">
            <a:avLst/>
          </a:prstGeom>
          <a:ln w="0">
            <a:solidFill>
              <a:srgbClr val="ff0000"/>
            </a:solidFill>
            <a:tailEnd len="med" type="triangle" w="med"/>
          </a:ln>
        </p:spPr>
      </p:cxnSp>
      <p:sp>
        <p:nvSpPr>
          <p:cNvPr id="1611" name=""/>
          <p:cNvSpPr/>
          <p:nvPr/>
        </p:nvSpPr>
        <p:spPr>
          <a:xfrm>
            <a:off x="3594960" y="205776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612" name=""/>
          <p:cNvSpPr/>
          <p:nvPr/>
        </p:nvSpPr>
        <p:spPr>
          <a:xfrm>
            <a:off x="3594960" y="277776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613" name=""/>
          <p:cNvSpPr/>
          <p:nvPr/>
        </p:nvSpPr>
        <p:spPr>
          <a:xfrm>
            <a:off x="3594960" y="349776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614" name=""/>
          <p:cNvSpPr/>
          <p:nvPr/>
        </p:nvSpPr>
        <p:spPr>
          <a:xfrm>
            <a:off x="4674960" y="2417760"/>
            <a:ext cx="453960" cy="453960"/>
          </a:xfrm>
          <a:prstGeom prst="ellipse">
            <a:avLst/>
          </a:prstGeom>
          <a:solidFill>
            <a:srgbClr val="ff0000"/>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615" name=""/>
          <p:cNvSpPr/>
          <p:nvPr/>
        </p:nvSpPr>
        <p:spPr>
          <a:xfrm>
            <a:off x="4675320" y="3138120"/>
            <a:ext cx="453960" cy="453960"/>
          </a:xfrm>
          <a:prstGeom prst="ellipse">
            <a:avLst/>
          </a:prstGeom>
          <a:solidFill>
            <a:srgbClr val="ff0000"/>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616" name=""/>
          <p:cNvSpPr/>
          <p:nvPr/>
        </p:nvSpPr>
        <p:spPr>
          <a:xfrm>
            <a:off x="2971800" y="228600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17" name=""/>
          <p:cNvSpPr/>
          <p:nvPr/>
        </p:nvSpPr>
        <p:spPr>
          <a:xfrm>
            <a:off x="2971800" y="228600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18" name=""/>
          <p:cNvSpPr/>
          <p:nvPr/>
        </p:nvSpPr>
        <p:spPr>
          <a:xfrm>
            <a:off x="2971800" y="2286000"/>
            <a:ext cx="685800" cy="12117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19" name=""/>
          <p:cNvSpPr/>
          <p:nvPr/>
        </p:nvSpPr>
        <p:spPr>
          <a:xfrm flipV="1">
            <a:off x="2971800" y="2286000"/>
            <a:ext cx="68580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0" name=""/>
          <p:cNvSpPr/>
          <p:nvPr/>
        </p:nvSpPr>
        <p:spPr>
          <a:xfrm>
            <a:off x="2971800" y="297180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1" name=""/>
          <p:cNvSpPr/>
          <p:nvPr/>
        </p:nvSpPr>
        <p:spPr>
          <a:xfrm>
            <a:off x="2971800" y="2971800"/>
            <a:ext cx="685800" cy="5259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2" name=""/>
          <p:cNvSpPr/>
          <p:nvPr/>
        </p:nvSpPr>
        <p:spPr>
          <a:xfrm flipV="1">
            <a:off x="2972160" y="2286000"/>
            <a:ext cx="685440" cy="1371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3" name=""/>
          <p:cNvSpPr/>
          <p:nvPr/>
        </p:nvSpPr>
        <p:spPr>
          <a:xfrm>
            <a:off x="2972160" y="3657600"/>
            <a:ext cx="62280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4" name=""/>
          <p:cNvSpPr/>
          <p:nvPr/>
        </p:nvSpPr>
        <p:spPr>
          <a:xfrm flipV="1">
            <a:off x="2971800" y="297180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5" name=""/>
          <p:cNvSpPr/>
          <p:nvPr/>
        </p:nvSpPr>
        <p:spPr>
          <a:xfrm>
            <a:off x="4052160" y="228600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6" name=""/>
          <p:cNvSpPr/>
          <p:nvPr/>
        </p:nvSpPr>
        <p:spPr>
          <a:xfrm flipV="1">
            <a:off x="4052160" y="274320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7" name=""/>
          <p:cNvSpPr/>
          <p:nvPr/>
        </p:nvSpPr>
        <p:spPr>
          <a:xfrm flipV="1">
            <a:off x="3886200" y="3429000"/>
            <a:ext cx="78912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8" name=""/>
          <p:cNvSpPr/>
          <p:nvPr/>
        </p:nvSpPr>
        <p:spPr>
          <a:xfrm>
            <a:off x="4052160" y="2971800"/>
            <a:ext cx="74844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29" name=""/>
          <p:cNvSpPr/>
          <p:nvPr/>
        </p:nvSpPr>
        <p:spPr>
          <a:xfrm>
            <a:off x="4052160" y="2286000"/>
            <a:ext cx="748440" cy="85212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30" name=""/>
          <p:cNvSpPr/>
          <p:nvPr/>
        </p:nvSpPr>
        <p:spPr>
          <a:xfrm flipH="1">
            <a:off x="3886200" y="2743200"/>
            <a:ext cx="914400" cy="9144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31" name=""/>
          <p:cNvSpPr/>
          <p:nvPr/>
        </p:nvSpPr>
        <p:spPr>
          <a:xfrm>
            <a:off x="7772400" y="2743200"/>
            <a:ext cx="4343400" cy="456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ea typeface="Noto Sans CJK SC"/>
              </a:rPr>
              <a:t>LO</a:t>
            </a:r>
            <a:r>
              <a:rPr b="0" lang="en-US" sz="1800" spc="-1" strike="noStrike">
                <a:solidFill>
                  <a:srgbClr val="ffffff"/>
                </a:solidFill>
                <a:latin typeface="Arial"/>
                <a:ea typeface="Noto Sans CJK SC"/>
              </a:rPr>
              <a:t>SS </a:t>
            </a:r>
            <a:r>
              <a:rPr b="0" lang="en-US" sz="1800" spc="-1" strike="noStrike">
                <a:solidFill>
                  <a:srgbClr val="ffffff"/>
                </a:solidFill>
                <a:latin typeface="Arial"/>
                <a:ea typeface="Noto Sans CJK SC"/>
              </a:rPr>
              <a:t>=  |</a:t>
            </a:r>
            <a:r>
              <a:rPr b="0" lang="en-US" sz="1800" spc="-1" strike="noStrike">
                <a:solidFill>
                  <a:srgbClr val="ffffff"/>
                </a:solidFill>
                <a:latin typeface="DejaVu Sans"/>
                <a:ea typeface="DejaVu Sans"/>
              </a:rPr>
              <a:t>Ẋ</a:t>
            </a:r>
            <a:r>
              <a:rPr b="0" lang="en-US" sz="1800" spc="-1" strike="noStrike">
                <a:solidFill>
                  <a:srgbClr val="ffffff"/>
                </a:solidFill>
                <a:latin typeface="Arial"/>
                <a:ea typeface="Noto Sans CJK SC"/>
              </a:rPr>
              <a:t>1 </a:t>
            </a: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X1| </a:t>
            </a:r>
            <a:r>
              <a:rPr b="0" lang="en-US" sz="1800" spc="-1" strike="noStrike">
                <a:solidFill>
                  <a:srgbClr val="ffffff"/>
                </a:solidFill>
                <a:latin typeface="Arial"/>
                <a:ea typeface="Noto Sans CJK SC"/>
              </a:rPr>
              <a:t>+ |</a:t>
            </a:r>
            <a:r>
              <a:rPr b="0" lang="en-US" sz="1800" spc="-1" strike="noStrike">
                <a:solidFill>
                  <a:srgbClr val="ffffff"/>
                </a:solidFill>
                <a:latin typeface="DejaVu Sans"/>
                <a:ea typeface="DejaVu Sans"/>
              </a:rPr>
              <a:t>Ẋ</a:t>
            </a:r>
            <a:r>
              <a:rPr b="0" lang="en-US" sz="1800" spc="-1" strike="noStrike">
                <a:solidFill>
                  <a:srgbClr val="ffffff"/>
                </a:solidFill>
                <a:latin typeface="Arial"/>
                <a:ea typeface="Arial"/>
              </a:rPr>
              <a:t>2</a:t>
            </a:r>
            <a:r>
              <a:rPr b="0" lang="en-US" sz="1800" spc="-1" strike="noStrike">
                <a:solidFill>
                  <a:srgbClr val="ffffff"/>
                </a:solidFill>
                <a:latin typeface="Arial"/>
                <a:ea typeface="Noto Sans CJK SC"/>
              </a:rPr>
              <a:t> </a:t>
            </a:r>
            <a:r>
              <a:rPr b="0" lang="en-US" sz="1800" spc="-1" strike="noStrike">
                <a:solidFill>
                  <a:srgbClr val="ffffff"/>
                </a:solidFill>
                <a:latin typeface="Arial"/>
                <a:ea typeface="Noto Sans CJK SC"/>
              </a:rPr>
              <a:t>–</a:t>
            </a:r>
            <a:r>
              <a:rPr b="0" lang="en-US" sz="1800" spc="-1" strike="noStrike">
                <a:solidFill>
                  <a:srgbClr val="ffffff"/>
                </a:solidFill>
                <a:latin typeface="Arial"/>
                <a:ea typeface="Noto Sans CJK SC"/>
              </a:rPr>
              <a:t>X2|</a:t>
            </a:r>
            <a:r>
              <a:rPr b="0" lang="en-US" sz="1800" spc="-1" strike="noStrike">
                <a:solidFill>
                  <a:srgbClr val="ffffff"/>
                </a:solidFill>
                <a:latin typeface="Arial"/>
                <a:ea typeface="Noto Sans CJK SC"/>
              </a:rPr>
              <a:t>+|</a:t>
            </a:r>
            <a:r>
              <a:rPr b="0" lang="en-US" sz="1800" spc="-1" strike="noStrike">
                <a:solidFill>
                  <a:srgbClr val="ffffff"/>
                </a:solidFill>
                <a:latin typeface="DejaVu Sans"/>
                <a:ea typeface="DejaVu Sans"/>
              </a:rPr>
              <a:t>Ẋ</a:t>
            </a:r>
            <a:r>
              <a:rPr b="0" lang="en-US" sz="1800" spc="-1" strike="noStrike">
                <a:solidFill>
                  <a:srgbClr val="ffffff"/>
                </a:solidFill>
                <a:latin typeface="Arial"/>
                <a:ea typeface="Noto Sans CJK SC"/>
              </a:rPr>
              <a:t>3-</a:t>
            </a:r>
            <a:r>
              <a:rPr b="0" lang="en-US" sz="1800" spc="-1" strike="noStrike">
                <a:solidFill>
                  <a:srgbClr val="ffffff"/>
                </a:solidFill>
                <a:latin typeface="Arial"/>
                <a:ea typeface="Noto Sans CJK SC"/>
              </a:rPr>
              <a:t>X3|</a:t>
            </a:r>
            <a:endParaRPr b="0" lang="en-US" sz="1800" spc="-1" strike="noStrike">
              <a:solidFill>
                <a:srgbClr val="ffffff"/>
              </a:solidFill>
              <a:latin typeface="Arial"/>
            </a:endParaRPr>
          </a:p>
          <a:p>
            <a:pPr>
              <a:lnSpc>
                <a:spcPct val="100000"/>
              </a:lnSpc>
            </a:pPr>
            <a:endParaRPr b="0" lang="en-US" sz="1200" spc="-1" strike="noStrike">
              <a:solidFill>
                <a:srgbClr val="ffffff"/>
              </a:solidFill>
              <a:latin typeface="Arial"/>
            </a:endParaRPr>
          </a:p>
        </p:txBody>
      </p:sp>
      <p:sp>
        <p:nvSpPr>
          <p:cNvPr id="1632" name=""/>
          <p:cNvSpPr/>
          <p:nvPr/>
        </p:nvSpPr>
        <p:spPr>
          <a:xfrm>
            <a:off x="720" y="914400"/>
            <a:ext cx="4799880" cy="8823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400" spc="-1" strike="noStrike">
                <a:solidFill>
                  <a:srgbClr val="ffffff"/>
                </a:solidFill>
                <a:latin typeface="Arial"/>
              </a:rPr>
              <a:t>! NOT-LABELED REAL DATA !</a:t>
            </a:r>
            <a:endParaRPr b="0" lang="en-US" sz="2400" spc="-1" strike="noStrike">
              <a:solidFill>
                <a:srgbClr val="ffffff"/>
              </a:solidFill>
              <a:latin typeface="Arial"/>
            </a:endParaRPr>
          </a:p>
        </p:txBody>
      </p:sp>
      <p:sp>
        <p:nvSpPr>
          <p:cNvPr id="1633" name=""/>
          <p:cNvSpPr/>
          <p:nvPr/>
        </p:nvSpPr>
        <p:spPr>
          <a:xfrm>
            <a:off x="304920" y="5715000"/>
            <a:ext cx="11886480" cy="8823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en-US" sz="2000" spc="-1" strike="noStrike">
                <a:solidFill>
                  <a:srgbClr val="ffffff"/>
                </a:solidFill>
                <a:latin typeface="Arial"/>
              </a:rPr>
              <a:t>UNSUPERVISED LEARNING = DATA IS NOT-LABELED AND THE MODEL IS LEARNING DATA FEATURES</a:t>
            </a:r>
            <a:endParaRPr b="0" lang="en-US" sz="2000" spc="-1" strike="noStrike">
              <a:solidFill>
                <a:srgbClr val="ffffff"/>
              </a:solidFill>
              <a:latin typeface="Arial"/>
            </a:endParaRPr>
          </a:p>
        </p:txBody>
      </p:sp>
      <p:sp>
        <p:nvSpPr>
          <p:cNvPr id="1634" name=""/>
          <p:cNvSpPr/>
          <p:nvPr/>
        </p:nvSpPr>
        <p:spPr>
          <a:xfrm>
            <a:off x="9372600" y="4343400"/>
            <a:ext cx="2285280" cy="91368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OPTIMIZER </a:t>
            </a:r>
            <a:endParaRPr b="0" lang="en-US" sz="1800" spc="-1" strike="noStrike">
              <a:solidFill>
                <a:srgbClr val="000000"/>
              </a:solidFill>
              <a:latin typeface="Arial"/>
            </a:endParaRPr>
          </a:p>
          <a:p>
            <a:pPr algn="ctr">
              <a:lnSpc>
                <a:spcPct val="100000"/>
              </a:lnSpc>
            </a:pPr>
            <a:r>
              <a:rPr b="0" lang="en-US" sz="1800" spc="-1" strike="noStrike">
                <a:solidFill>
                  <a:srgbClr val="000000"/>
                </a:solidFill>
                <a:latin typeface="Arial"/>
              </a:rPr>
              <a:t>(E.G. SGD)</a:t>
            </a:r>
            <a:endParaRPr b="0" lang="en-US" sz="1800" spc="-1" strike="noStrike">
              <a:solidFill>
                <a:srgbClr val="000000"/>
              </a:solidFill>
              <a:latin typeface="Arial"/>
            </a:endParaRPr>
          </a:p>
        </p:txBody>
      </p:sp>
      <p:sp>
        <p:nvSpPr>
          <p:cNvPr id="1635" name=""/>
          <p:cNvSpPr/>
          <p:nvPr/>
        </p:nvSpPr>
        <p:spPr>
          <a:xfrm>
            <a:off x="10287000" y="3429000"/>
            <a:ext cx="360" cy="685800"/>
          </a:xfrm>
          <a:prstGeom prst="line">
            <a:avLst/>
          </a:prstGeom>
          <a:ln w="38160">
            <a:solidFill>
              <a:srgbClr val="3465a4"/>
            </a:solidFill>
            <a:round/>
            <a:tailEnd len="med" type="triangle" w="med"/>
          </a:ln>
        </p:spPr>
        <p:style>
          <a:lnRef idx="0"/>
          <a:fillRef idx="0"/>
          <a:effectRef idx="0"/>
          <a:fontRef idx="minor"/>
        </p:style>
        <p:txBody>
          <a:bodyPr lIns="109080" rIns="109080" tIns="64080" bIns="64080" anchor="ctr">
            <a:noAutofit/>
          </a:bodyPr>
          <a:p>
            <a:endParaRPr b="0" lang="en-US" sz="1800" spc="-1" strike="noStrike">
              <a:solidFill>
                <a:srgbClr val="ffffff"/>
              </a:solidFill>
              <a:latin typeface="Arial"/>
            </a:endParaRPr>
          </a:p>
        </p:txBody>
      </p:sp>
      <p:sp>
        <p:nvSpPr>
          <p:cNvPr id="1636" name=""/>
          <p:cNvSpPr/>
          <p:nvPr/>
        </p:nvSpPr>
        <p:spPr>
          <a:xfrm flipH="1" flipV="1">
            <a:off x="7543800" y="4114800"/>
            <a:ext cx="1828800" cy="685800"/>
          </a:xfrm>
          <a:prstGeom prst="line">
            <a:avLst/>
          </a:prstGeom>
          <a:ln w="38160">
            <a:solidFill>
              <a:srgbClr val="3465a4"/>
            </a:solidFill>
            <a:round/>
            <a:tailEnd len="med" type="triangle" w="med"/>
          </a:ln>
        </p:spPr>
        <p:style>
          <a:lnRef idx="0"/>
          <a:fillRef idx="0"/>
          <a:effectRef idx="0"/>
          <a:fontRef idx="minor"/>
        </p:style>
        <p:txBody>
          <a:bodyPr lIns="109080" rIns="109080" tIns="64080" bIns="64080" anchor="ctr">
            <a:noAutofit/>
          </a:bodyPr>
          <a:p>
            <a:endParaRPr b="0" lang="en-US" sz="1800" spc="-1" strike="noStrike">
              <a:solidFill>
                <a:srgbClr val="ffffff"/>
              </a:solidFill>
              <a:latin typeface="Arial"/>
            </a:endParaRPr>
          </a:p>
        </p:txBody>
      </p:sp>
      <p:sp>
        <p:nvSpPr>
          <p:cNvPr id="1637" name=""/>
          <p:cNvSpPr/>
          <p:nvPr/>
        </p:nvSpPr>
        <p:spPr>
          <a:xfrm>
            <a:off x="6858000" y="4426920"/>
            <a:ext cx="2742480" cy="601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ffffff"/>
                </a:solidFill>
                <a:latin typeface="Arial"/>
              </a:rPr>
              <a:t>LEARNING =</a:t>
            </a:r>
            <a:endParaRPr b="0" lang="en-US" sz="1800" spc="-1" strike="noStrike">
              <a:solidFill>
                <a:srgbClr val="ffffff"/>
              </a:solidFill>
              <a:latin typeface="Arial"/>
            </a:endParaRPr>
          </a:p>
          <a:p>
            <a:pPr>
              <a:lnSpc>
                <a:spcPct val="100000"/>
              </a:lnSpc>
            </a:pPr>
            <a:r>
              <a:rPr b="0" lang="en-US" sz="1800" spc="-1" strike="noStrike">
                <a:solidFill>
                  <a:srgbClr val="ffffff"/>
                </a:solidFill>
                <a:latin typeface="Arial"/>
              </a:rPr>
              <a:t>WEIGHT ADJUSTMENT</a:t>
            </a:r>
            <a:endParaRPr b="0" lang="en-US" sz="1800" spc="-1" strike="noStrike">
              <a:solidFill>
                <a:srgbClr val="ffffff"/>
              </a:solidFill>
              <a:latin typeface="Arial"/>
            </a:endParaRPr>
          </a:p>
        </p:txBody>
      </p:sp>
      <p:sp>
        <p:nvSpPr>
          <p:cNvPr id="1638" name=""/>
          <p:cNvSpPr/>
          <p:nvPr/>
        </p:nvSpPr>
        <p:spPr>
          <a:xfrm>
            <a:off x="6629400" y="2057400"/>
            <a:ext cx="6825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DejaVu Sans"/>
                <a:ea typeface="DejaVu Sans"/>
              </a:rPr>
              <a:t>Ẋ</a:t>
            </a:r>
            <a:r>
              <a:rPr b="0" lang="en-US" sz="1800" spc="-1" strike="noStrike">
                <a:solidFill>
                  <a:srgbClr val="ffffff"/>
                </a:solidFill>
                <a:latin typeface="Arial"/>
              </a:rPr>
              <a:t>1</a:t>
            </a:r>
            <a:endParaRPr b="0" lang="en-US" sz="1800" spc="-1" strike="noStrike">
              <a:solidFill>
                <a:srgbClr val="000000"/>
              </a:solidFill>
              <a:latin typeface="Arial"/>
            </a:endParaRPr>
          </a:p>
        </p:txBody>
      </p:sp>
      <p:sp>
        <p:nvSpPr>
          <p:cNvPr id="1639" name=""/>
          <p:cNvSpPr/>
          <p:nvPr/>
        </p:nvSpPr>
        <p:spPr>
          <a:xfrm>
            <a:off x="6629400" y="2777760"/>
            <a:ext cx="68292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DejaVu Sans"/>
                <a:ea typeface="DejaVu Sans"/>
              </a:rPr>
              <a:t>Ẋ</a:t>
            </a:r>
            <a:r>
              <a:rPr b="0" lang="en-US" sz="1800" spc="-1" strike="noStrike">
                <a:solidFill>
                  <a:srgbClr val="ffffff"/>
                </a:solidFill>
                <a:latin typeface="Arial"/>
              </a:rPr>
              <a:t>2</a:t>
            </a:r>
            <a:endParaRPr b="0" lang="en-US" sz="1800" spc="-1" strike="noStrike">
              <a:solidFill>
                <a:srgbClr val="000000"/>
              </a:solidFill>
              <a:latin typeface="Arial"/>
            </a:endParaRPr>
          </a:p>
        </p:txBody>
      </p:sp>
      <p:sp>
        <p:nvSpPr>
          <p:cNvPr id="1640" name=""/>
          <p:cNvSpPr/>
          <p:nvPr/>
        </p:nvSpPr>
        <p:spPr>
          <a:xfrm>
            <a:off x="6629400" y="3497760"/>
            <a:ext cx="68292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nSpc>
                <a:spcPct val="100000"/>
              </a:lnSpc>
            </a:pPr>
            <a:r>
              <a:rPr b="0" lang="en-US" sz="1800" spc="-1" strike="noStrike">
                <a:solidFill>
                  <a:srgbClr val="ffffff"/>
                </a:solidFill>
                <a:latin typeface="DejaVu Sans"/>
                <a:ea typeface="DejaVu Sans"/>
              </a:rPr>
              <a:t>Ẋ</a:t>
            </a:r>
            <a:r>
              <a:rPr b="0" lang="en-US" sz="1800" spc="-1" strike="noStrike">
                <a:solidFill>
                  <a:srgbClr val="ffffff"/>
                </a:solidFill>
                <a:latin typeface="Arial"/>
              </a:rPr>
              <a:t>3</a:t>
            </a:r>
            <a:endParaRPr b="0" lang="en-US" sz="1800" spc="-1" strike="noStrike">
              <a:solidFill>
                <a:srgbClr val="000000"/>
              </a:solidFill>
              <a:latin typeface="Arial"/>
            </a:endParaRPr>
          </a:p>
        </p:txBody>
      </p:sp>
      <p:sp>
        <p:nvSpPr>
          <p:cNvPr id="1641" name=""/>
          <p:cNvSpPr/>
          <p:nvPr/>
        </p:nvSpPr>
        <p:spPr>
          <a:xfrm>
            <a:off x="5486400" y="199224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642" name=""/>
          <p:cNvSpPr/>
          <p:nvPr/>
        </p:nvSpPr>
        <p:spPr>
          <a:xfrm>
            <a:off x="5486400" y="271224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643" name=""/>
          <p:cNvSpPr/>
          <p:nvPr/>
        </p:nvSpPr>
        <p:spPr>
          <a:xfrm>
            <a:off x="5486400" y="3432240"/>
            <a:ext cx="453960" cy="45396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ndParaRPr>
          </a:p>
        </p:txBody>
      </p:sp>
      <p:sp>
        <p:nvSpPr>
          <p:cNvPr id="1644" name=""/>
          <p:cNvSpPr/>
          <p:nvPr/>
        </p:nvSpPr>
        <p:spPr>
          <a:xfrm>
            <a:off x="5943600" y="228564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45" name=""/>
          <p:cNvSpPr/>
          <p:nvPr/>
        </p:nvSpPr>
        <p:spPr>
          <a:xfrm>
            <a:off x="5943600" y="228564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46" name=""/>
          <p:cNvSpPr/>
          <p:nvPr/>
        </p:nvSpPr>
        <p:spPr>
          <a:xfrm>
            <a:off x="5943600" y="2285640"/>
            <a:ext cx="685800" cy="12117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47" name=""/>
          <p:cNvSpPr/>
          <p:nvPr/>
        </p:nvSpPr>
        <p:spPr>
          <a:xfrm flipV="1">
            <a:off x="5943600" y="2285640"/>
            <a:ext cx="68580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48" name=""/>
          <p:cNvSpPr/>
          <p:nvPr/>
        </p:nvSpPr>
        <p:spPr>
          <a:xfrm>
            <a:off x="5943600" y="2971440"/>
            <a:ext cx="62316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49" name=""/>
          <p:cNvSpPr/>
          <p:nvPr/>
        </p:nvSpPr>
        <p:spPr>
          <a:xfrm>
            <a:off x="5943600" y="2971440"/>
            <a:ext cx="685800" cy="5259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0" name=""/>
          <p:cNvSpPr/>
          <p:nvPr/>
        </p:nvSpPr>
        <p:spPr>
          <a:xfrm flipV="1">
            <a:off x="5943960" y="2285640"/>
            <a:ext cx="685440" cy="1371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1" name=""/>
          <p:cNvSpPr/>
          <p:nvPr/>
        </p:nvSpPr>
        <p:spPr>
          <a:xfrm>
            <a:off x="5943960" y="3657240"/>
            <a:ext cx="62280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2" name=""/>
          <p:cNvSpPr/>
          <p:nvPr/>
        </p:nvSpPr>
        <p:spPr>
          <a:xfrm flipV="1">
            <a:off x="5943600" y="2971440"/>
            <a:ext cx="62316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3" name=""/>
          <p:cNvSpPr/>
          <p:nvPr/>
        </p:nvSpPr>
        <p:spPr>
          <a:xfrm flipV="1">
            <a:off x="5128920" y="2286000"/>
            <a:ext cx="35748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4" name=""/>
          <p:cNvSpPr/>
          <p:nvPr/>
        </p:nvSpPr>
        <p:spPr>
          <a:xfrm>
            <a:off x="5128920" y="2743200"/>
            <a:ext cx="35748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5" name=""/>
          <p:cNvSpPr/>
          <p:nvPr/>
        </p:nvSpPr>
        <p:spPr>
          <a:xfrm>
            <a:off x="5029200" y="2743200"/>
            <a:ext cx="457200" cy="6858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6" name=""/>
          <p:cNvSpPr/>
          <p:nvPr/>
        </p:nvSpPr>
        <p:spPr>
          <a:xfrm flipV="1">
            <a:off x="5029200" y="2971800"/>
            <a:ext cx="457200" cy="4572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7" name=""/>
          <p:cNvSpPr/>
          <p:nvPr/>
        </p:nvSpPr>
        <p:spPr>
          <a:xfrm flipV="1">
            <a:off x="5029200" y="2446200"/>
            <a:ext cx="457200" cy="7542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8" name=""/>
          <p:cNvSpPr/>
          <p:nvPr/>
        </p:nvSpPr>
        <p:spPr>
          <a:xfrm>
            <a:off x="5129280" y="3429000"/>
            <a:ext cx="357120" cy="2286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59" name=""/>
          <p:cNvSpPr txBox="1"/>
          <p:nvPr/>
        </p:nvSpPr>
        <p:spPr>
          <a:xfrm>
            <a:off x="4572000" y="3969720"/>
            <a:ext cx="1828800" cy="602280"/>
          </a:xfrm>
          <a:prstGeom prst="rect">
            <a:avLst/>
          </a:prstGeom>
          <a:noFill/>
          <a:ln w="0">
            <a:noFill/>
          </a:ln>
        </p:spPr>
        <p:txBody>
          <a:bodyPr lIns="90000" rIns="90000" tIns="45000" bIns="45000" anchor="t">
            <a:noAutofit/>
          </a:bodyPr>
          <a:p>
            <a:r>
              <a:rPr b="0" lang="en-US" sz="1800" spc="-1" strike="noStrike">
                <a:solidFill>
                  <a:srgbClr val="ffffff"/>
                </a:solidFill>
                <a:latin typeface="Arial"/>
              </a:rPr>
              <a:t>LATENT VECTOR</a:t>
            </a:r>
            <a:endParaRPr b="0" lang="en-US" sz="1800" spc="-1" strike="noStrike">
              <a:solidFill>
                <a:srgbClr val="ffffff"/>
              </a:solidFill>
              <a:latin typeface="Arial"/>
            </a:endParaRPr>
          </a:p>
        </p:txBody>
      </p:sp>
      <p:sp>
        <p:nvSpPr>
          <p:cNvPr id="1660" name=""/>
          <p:cNvSpPr/>
          <p:nvPr/>
        </p:nvSpPr>
        <p:spPr>
          <a:xfrm flipV="1">
            <a:off x="4800600" y="914400"/>
            <a:ext cx="4114800" cy="1371600"/>
          </a:xfrm>
          <a:prstGeom prst="line">
            <a:avLst/>
          </a:prstGeom>
          <a:ln w="0">
            <a:solidFill>
              <a:srgbClr val="999999"/>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661" name=""/>
          <p:cNvSpPr txBox="1"/>
          <p:nvPr/>
        </p:nvSpPr>
        <p:spPr>
          <a:xfrm>
            <a:off x="8811000" y="470880"/>
            <a:ext cx="3076200" cy="1370160"/>
          </a:xfrm>
          <a:prstGeom prst="rect">
            <a:avLst/>
          </a:prstGeom>
          <a:noFill/>
          <a:ln w="0">
            <a:noFill/>
          </a:ln>
        </p:spPr>
        <p:txBody>
          <a:bodyPr lIns="90000" rIns="90000" tIns="45000" bIns="45000" anchor="t">
            <a:noAutofit/>
          </a:bodyPr>
          <a:p>
            <a:r>
              <a:rPr b="1" lang="en-US" sz="1800" spc="-1" strike="noStrike">
                <a:solidFill>
                  <a:srgbClr val="ffffff"/>
                </a:solidFill>
                <a:latin typeface="Arial"/>
              </a:rPr>
              <a:t>We use this latent vector to better represent data.</a:t>
            </a:r>
            <a:endParaRPr b="1" lang="en-US" sz="1800" spc="-1" strike="noStrike">
              <a:solidFill>
                <a:srgbClr val="ffffff"/>
              </a:solidFill>
              <a:latin typeface="Arial"/>
            </a:endParaRPr>
          </a:p>
          <a:p>
            <a:r>
              <a:rPr b="1" lang="en-US" sz="1800" spc="-1" strike="noStrike">
                <a:solidFill>
                  <a:srgbClr val="ffffff"/>
                </a:solidFill>
                <a:latin typeface="Arial"/>
              </a:rPr>
              <a:t>E.g. Word Embeddings</a:t>
            </a:r>
            <a:endParaRPr b="1"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2"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3.2 – Unsupervised Learning (Clustering)</a:t>
            </a:r>
            <a:endParaRPr b="0" lang="en-US" sz="3200" spc="-1" strike="noStrike">
              <a:solidFill>
                <a:srgbClr val="ffffff"/>
              </a:solidFill>
              <a:latin typeface="Arial"/>
            </a:endParaRPr>
          </a:p>
        </p:txBody>
      </p:sp>
      <p:pic>
        <p:nvPicPr>
          <p:cNvPr id="1663" name="" descr=""/>
          <p:cNvPicPr/>
          <p:nvPr/>
        </p:nvPicPr>
        <p:blipFill>
          <a:blip r:embed="rId1"/>
          <a:stretch/>
        </p:blipFill>
        <p:spPr>
          <a:xfrm>
            <a:off x="156960" y="685800"/>
            <a:ext cx="11878200" cy="2573640"/>
          </a:xfrm>
          <a:prstGeom prst="rect">
            <a:avLst/>
          </a:prstGeom>
          <a:ln w="0">
            <a:noFill/>
          </a:ln>
        </p:spPr>
      </p:pic>
      <p:sp>
        <p:nvSpPr>
          <p:cNvPr id="1664" name=""/>
          <p:cNvSpPr txBox="1"/>
          <p:nvPr/>
        </p:nvSpPr>
        <p:spPr>
          <a:xfrm>
            <a:off x="228600" y="3429000"/>
            <a:ext cx="11658600" cy="3493800"/>
          </a:xfrm>
          <a:prstGeom prst="rect">
            <a:avLst/>
          </a:prstGeom>
          <a:noFill/>
          <a:ln w="0">
            <a:noFill/>
          </a:ln>
        </p:spPr>
        <p:txBody>
          <a:bodyPr lIns="90000" rIns="90000" tIns="45000" bIns="45000" anchor="t">
            <a:noAutofit/>
          </a:bodyPr>
          <a:p>
            <a:r>
              <a:rPr b="0" lang="en-US" sz="1400" spc="-1" strike="noStrike">
                <a:solidFill>
                  <a:srgbClr val="ffffff"/>
                </a:solidFill>
                <a:latin typeface="Arial"/>
              </a:rPr>
              <a:t>Step 1: Raw Unlabeled Data: The dataset starts entirely gray. The computer only tracks the coordinates (X₁, X₂) without knowing what category anything belongs to.</a:t>
            </a:r>
            <a:endParaRPr b="0" lang="en-US" sz="1400" spc="-1" strike="noStrike">
              <a:solidFill>
                <a:srgbClr val="ffffff"/>
              </a:solidFill>
              <a:latin typeface="Arial"/>
            </a:endParaRPr>
          </a:p>
          <a:p>
            <a:r>
              <a:rPr b="0" lang="en-US" sz="1400" spc="-1" strike="noStrike">
                <a:solidFill>
                  <a:srgbClr val="ffffff"/>
                </a:solidFill>
                <a:latin typeface="Arial"/>
              </a:rPr>
              <a:t>Step 2: Initialize K=3 Centroids: You select the value of K. The algorithm seeds initial tracker points, known as centroids (shown as colored stars), across the data area.</a:t>
            </a:r>
            <a:endParaRPr b="0" lang="en-US" sz="1400" spc="-1" strike="noStrike">
              <a:solidFill>
                <a:srgbClr val="ffffff"/>
              </a:solidFill>
              <a:latin typeface="Arial"/>
            </a:endParaRPr>
          </a:p>
          <a:p>
            <a:r>
              <a:rPr b="0" lang="en-US" sz="1400" spc="-1" strike="noStrike">
                <a:solidFill>
                  <a:srgbClr val="ffffff"/>
                </a:solidFill>
                <a:latin typeface="Arial"/>
              </a:rPr>
              <a:t>Step 3: Assign &amp; Shift:</a:t>
            </a:r>
            <a:endParaRPr b="0" lang="en-US" sz="1400" spc="-1" strike="noStrike">
              <a:solidFill>
                <a:srgbClr val="ffffff"/>
              </a:solidFill>
              <a:latin typeface="Arial"/>
            </a:endParaRPr>
          </a:p>
          <a:p>
            <a:r>
              <a:rPr b="0" lang="en-US" sz="1400" spc="-1" strike="noStrike">
                <a:solidFill>
                  <a:srgbClr val="ffffff"/>
                </a:solidFill>
                <a:latin typeface="Arial"/>
              </a:rPr>
              <a:t>     </a:t>
            </a:r>
            <a:r>
              <a:rPr b="0" lang="en-US" sz="1400" spc="-1" strike="noStrike">
                <a:solidFill>
                  <a:srgbClr val="ffffff"/>
                </a:solidFill>
                <a:latin typeface="Arial"/>
              </a:rPr>
              <a:t>Assignment: Each gray data point identifies which colored star is closest to it and temporarily adopts that color group.</a:t>
            </a:r>
            <a:endParaRPr b="0" lang="en-US" sz="1400" spc="-1" strike="noStrike">
              <a:solidFill>
                <a:srgbClr val="ffffff"/>
              </a:solidFill>
              <a:latin typeface="Arial"/>
            </a:endParaRPr>
          </a:p>
          <a:p>
            <a:r>
              <a:rPr b="0" lang="en-US" sz="1400" spc="-1" strike="noStrike">
                <a:solidFill>
                  <a:srgbClr val="ffffff"/>
                </a:solidFill>
                <a:latin typeface="Arial"/>
              </a:rPr>
              <a:t>     </a:t>
            </a:r>
            <a:r>
              <a:rPr b="0" lang="en-US" sz="1400" spc="-1" strike="noStrike">
                <a:solidFill>
                  <a:srgbClr val="ffffff"/>
                </a:solidFill>
                <a:latin typeface="Arial"/>
              </a:rPr>
              <a:t>Shift: Each star calculates the geometric center (the mean coordinate) of its newly claimed colored dots and shifts directly along a vector trajectory (indicated by the dashed arrows).</a:t>
            </a:r>
            <a:endParaRPr b="0" lang="en-US" sz="1400" spc="-1" strike="noStrike">
              <a:solidFill>
                <a:srgbClr val="ffffff"/>
              </a:solidFill>
              <a:latin typeface="Arial"/>
            </a:endParaRPr>
          </a:p>
          <a:p>
            <a:r>
              <a:rPr b="0" lang="en-US" sz="1400" spc="-1" strike="noStrike">
                <a:solidFill>
                  <a:srgbClr val="ffffff"/>
                </a:solidFill>
                <a:latin typeface="Arial"/>
              </a:rPr>
              <a:t>Step 4: Convergence: The assign-and-shift cycle loops automatically until the stars stop moving. The borders lock, yielding isolated, color-coded clusters.</a:t>
            </a:r>
            <a:endParaRPr b="0" lang="en-US" sz="1400" spc="-1" strike="noStrike">
              <a:solidFill>
                <a:srgbClr val="ffffff"/>
              </a:solidFill>
              <a:latin typeface="Arial"/>
            </a:endParaRPr>
          </a:p>
          <a:p>
            <a:endParaRPr b="0" lang="en-US" sz="1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5"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3.3 – Reinforcement Learning </a:t>
            </a:r>
            <a:endParaRPr b="0" lang="en-US" sz="3200" spc="-1" strike="noStrike">
              <a:solidFill>
                <a:srgbClr val="ffffff"/>
              </a:solidFill>
              <a:latin typeface="Arial"/>
            </a:endParaRPr>
          </a:p>
        </p:txBody>
      </p:sp>
      <p:sp>
        <p:nvSpPr>
          <p:cNvPr id="1666" name=""/>
          <p:cNvSpPr txBox="1"/>
          <p:nvPr/>
        </p:nvSpPr>
        <p:spPr>
          <a:xfrm>
            <a:off x="228600" y="862560"/>
            <a:ext cx="6837480" cy="5081040"/>
          </a:xfrm>
          <a:prstGeom prst="rect">
            <a:avLst/>
          </a:prstGeom>
          <a:noFill/>
          <a:ln w="0">
            <a:solidFill>
              <a:srgbClr val="3465a4"/>
            </a:solidFill>
          </a:ln>
        </p:spPr>
        <p:txBody>
          <a:bodyPr lIns="90000" rIns="90000" tIns="45000" bIns="45000" anchor="t">
            <a:noAutofit/>
          </a:bodyPr>
          <a:p>
            <a:pPr marL="216000" indent="-216000">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Learns through interaction with an environment by trial and error. </a:t>
            </a:r>
            <a:endParaRPr b="0" lang="en-US" sz="1800" spc="-1" strike="noStrike">
              <a:solidFill>
                <a:srgbClr val="ffffff"/>
              </a:solidFill>
              <a:latin typeface="Arial"/>
            </a:endParaRPr>
          </a:p>
          <a:p>
            <a:pPr marL="216000" indent="-216000">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Agent selects actions based on the current state to maximize cumulative reward. </a:t>
            </a:r>
            <a:endParaRPr b="0" lang="en-US" sz="1800" spc="-1" strike="noStrike">
              <a:solidFill>
                <a:srgbClr val="ffffff"/>
              </a:solidFill>
              <a:latin typeface="Arial"/>
            </a:endParaRPr>
          </a:p>
          <a:p>
            <a:pPr marL="216000" indent="-216000">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Environment provides feedback in the form of rewards and next states. </a:t>
            </a:r>
            <a:endParaRPr b="0" lang="en-US" sz="1800" spc="-1" strike="noStrike">
              <a:solidFill>
                <a:srgbClr val="ffffff"/>
              </a:solidFill>
              <a:latin typeface="Arial"/>
            </a:endParaRPr>
          </a:p>
          <a:p>
            <a:pPr marL="216000" indent="-216000">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Balances exploration and exploitation to discover optimal strategies. </a:t>
            </a:r>
            <a:endParaRPr b="0" lang="en-US" sz="1800" spc="-1" strike="noStrike">
              <a:solidFill>
                <a:srgbClr val="ffffff"/>
              </a:solidFill>
              <a:latin typeface="Arial"/>
            </a:endParaRPr>
          </a:p>
          <a:p>
            <a:pPr marL="216000" indent="-216000">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Uses a policy or value function (e.g., Q-values) to improve decision-making over time. </a:t>
            </a:r>
            <a:endParaRPr b="0" lang="en-US" sz="1800" spc="-1" strike="noStrike">
              <a:solidFill>
                <a:srgbClr val="ffffff"/>
              </a:solidFill>
              <a:latin typeface="Arial"/>
            </a:endParaRPr>
          </a:p>
          <a:p>
            <a:pPr marL="216000" indent="-216000">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Applications include robotics, game playing, autonomous driving, recommendation systems, and resource optimization.</a:t>
            </a:r>
            <a:endParaRPr b="0" lang="en-US" sz="1800" spc="-1" strike="noStrike">
              <a:solidFill>
                <a:srgbClr val="ffffff"/>
              </a:solidFill>
              <a:latin typeface="Arial"/>
            </a:endParaRPr>
          </a:p>
          <a:p>
            <a:pPr marL="216000" indent="-216000">
              <a:spcBef>
                <a:spcPts val="1191"/>
              </a:spcBef>
              <a:spcAft>
                <a:spcPts val="992"/>
              </a:spcAft>
              <a:buClr>
                <a:srgbClr val="ffffff"/>
              </a:buClr>
              <a:buSzPct val="45000"/>
              <a:buFont typeface="Wingdings" charset="2"/>
              <a:buChar char=""/>
            </a:pPr>
            <a:r>
              <a:rPr b="0" lang="en-US" sz="1800" spc="-1" strike="noStrike">
                <a:solidFill>
                  <a:srgbClr val="ffffff"/>
                </a:solidFill>
                <a:latin typeface="Arial"/>
              </a:rPr>
              <a:t> </a:t>
            </a:r>
            <a:endParaRPr b="0" lang="en-US" sz="1800" spc="-1" strike="noStrike">
              <a:solidFill>
                <a:srgbClr val="ffffff"/>
              </a:solidFill>
              <a:latin typeface="Arial"/>
            </a:endParaRPr>
          </a:p>
        </p:txBody>
      </p:sp>
      <p:pic>
        <p:nvPicPr>
          <p:cNvPr id="1667" name="" descr=""/>
          <p:cNvPicPr/>
          <p:nvPr/>
        </p:nvPicPr>
        <p:blipFill>
          <a:blip r:embed="rId1"/>
          <a:stretch/>
        </p:blipFill>
        <p:spPr>
          <a:xfrm>
            <a:off x="7543800" y="933840"/>
            <a:ext cx="4447800" cy="3638160"/>
          </a:xfrm>
          <a:prstGeom prst="rect">
            <a:avLst/>
          </a:prstGeom>
          <a:ln w="0">
            <a:noFill/>
          </a:ln>
        </p:spPr>
      </p:pic>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8"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3.3 – Reinforcement Learning - Q-learning</a:t>
            </a:r>
            <a:endParaRPr b="0" lang="en-US" sz="3200" spc="-1" strike="noStrike">
              <a:solidFill>
                <a:srgbClr val="ffffff"/>
              </a:solidFill>
              <a:latin typeface="Arial"/>
            </a:endParaRPr>
          </a:p>
        </p:txBody>
      </p:sp>
      <p:pic>
        <p:nvPicPr>
          <p:cNvPr id="1669" name="" descr=""/>
          <p:cNvPicPr/>
          <p:nvPr/>
        </p:nvPicPr>
        <p:blipFill>
          <a:blip r:embed="rId1"/>
          <a:stretch/>
        </p:blipFill>
        <p:spPr>
          <a:xfrm>
            <a:off x="1828800" y="641520"/>
            <a:ext cx="8505000" cy="5670000"/>
          </a:xfrm>
          <a:prstGeom prst="rect">
            <a:avLst/>
          </a:prstGeom>
          <a:ln w="0">
            <a:noFill/>
          </a:ln>
        </p:spPr>
      </p:pic>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0"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3.3 – Reinforcement Learning - Q-learning</a:t>
            </a:r>
            <a:endParaRPr b="0" lang="en-US" sz="3200" spc="-1" strike="noStrike">
              <a:solidFill>
                <a:srgbClr val="ffffff"/>
              </a:solidFill>
              <a:latin typeface="Arial"/>
            </a:endParaRPr>
          </a:p>
        </p:txBody>
      </p:sp>
      <p:pic>
        <p:nvPicPr>
          <p:cNvPr id="1671" name="" descr=""/>
          <p:cNvPicPr/>
          <p:nvPr/>
        </p:nvPicPr>
        <p:blipFill>
          <a:blip r:embed="rId1"/>
          <a:stretch/>
        </p:blipFill>
        <p:spPr>
          <a:xfrm>
            <a:off x="2209680" y="791280"/>
            <a:ext cx="7772400" cy="5440680"/>
          </a:xfrm>
          <a:prstGeom prst="rect">
            <a:avLst/>
          </a:prstGeom>
          <a:ln w="0">
            <a:noFill/>
          </a:ln>
        </p:spPr>
      </p:pic>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2"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3.3 – Reinforcement Learning – Soft-Actor-Critic (SAC)</a:t>
            </a:r>
            <a:endParaRPr b="0" lang="en-US" sz="3200" spc="-1" strike="noStrike">
              <a:solidFill>
                <a:srgbClr val="ffffff"/>
              </a:solidFill>
              <a:latin typeface="Arial"/>
            </a:endParaRPr>
          </a:p>
        </p:txBody>
      </p:sp>
      <p:pic>
        <p:nvPicPr>
          <p:cNvPr id="1673" name="" descr=""/>
          <p:cNvPicPr/>
          <p:nvPr/>
        </p:nvPicPr>
        <p:blipFill>
          <a:blip r:embed="rId1"/>
          <a:stretch/>
        </p:blipFill>
        <p:spPr>
          <a:xfrm>
            <a:off x="2077200" y="914400"/>
            <a:ext cx="8037720" cy="5257800"/>
          </a:xfrm>
          <a:prstGeom prst="rect">
            <a:avLst/>
          </a:prstGeom>
          <a:ln w="0">
            <a:noFill/>
          </a:ln>
        </p:spPr>
      </p:pic>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4"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3.4 – Classical ML Techniques - Regression</a:t>
            </a:r>
            <a:endParaRPr b="0" lang="en-US" sz="3200" spc="-1" strike="noStrike">
              <a:solidFill>
                <a:srgbClr val="ffffff"/>
              </a:solidFill>
              <a:latin typeface="Arial"/>
            </a:endParaRPr>
          </a:p>
        </p:txBody>
      </p:sp>
      <p:pic>
        <p:nvPicPr>
          <p:cNvPr id="1675" name="" descr=""/>
          <p:cNvPicPr/>
          <p:nvPr/>
        </p:nvPicPr>
        <p:blipFill>
          <a:blip r:embed="rId1"/>
          <a:stretch/>
        </p:blipFill>
        <p:spPr>
          <a:xfrm>
            <a:off x="3730320" y="938160"/>
            <a:ext cx="8222760" cy="4484880"/>
          </a:xfrm>
          <a:prstGeom prst="rect">
            <a:avLst/>
          </a:prstGeom>
          <a:ln w="0">
            <a:noFill/>
          </a:ln>
        </p:spPr>
      </p:pic>
      <p:sp>
        <p:nvSpPr>
          <p:cNvPr id="1676"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Curve Fitting</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Minimize the Errors (Residuals, dotted lines)</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7"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3.4 – Classical ML Techniques - KNN</a:t>
            </a:r>
            <a:endParaRPr b="0" lang="en-US" sz="3200" spc="-1" strike="noStrike">
              <a:solidFill>
                <a:srgbClr val="ffffff"/>
              </a:solidFill>
              <a:latin typeface="Arial"/>
            </a:endParaRPr>
          </a:p>
        </p:txBody>
      </p:sp>
      <p:sp>
        <p:nvSpPr>
          <p:cNvPr id="1678"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The inner dashed circle shows classification for K=3 (the three nearest neighbors): It finds 2 red and 1 blue, classifying the point as Red</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The outer dashed circle shows K=5: It finds 2 red and 3 blue, classifying the point as Blue. This highlights how sensitive KNN is to the choice of K</a:t>
            </a:r>
            <a:endParaRPr b="0" lang="en-US" sz="1800" spc="-1" strike="noStrike">
              <a:solidFill>
                <a:srgbClr val="ffffff"/>
              </a:solidFill>
              <a:latin typeface="Arial"/>
            </a:endParaRPr>
          </a:p>
        </p:txBody>
      </p:sp>
      <p:pic>
        <p:nvPicPr>
          <p:cNvPr id="1679" name="" descr=""/>
          <p:cNvPicPr/>
          <p:nvPr/>
        </p:nvPicPr>
        <p:blipFill>
          <a:blip r:embed="rId1"/>
          <a:stretch/>
        </p:blipFill>
        <p:spPr>
          <a:xfrm>
            <a:off x="3634920" y="914400"/>
            <a:ext cx="8480880" cy="4626000"/>
          </a:xfrm>
          <a:prstGeom prst="rect">
            <a:avLst/>
          </a:prstGeom>
          <a:ln w="0">
            <a:noFill/>
          </a:ln>
        </p:spPr>
      </p:pic>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0"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3.4 – Classical ML Techniques - SVM</a:t>
            </a:r>
            <a:endParaRPr b="0" lang="en-US" sz="3200" spc="-1" strike="noStrike">
              <a:solidFill>
                <a:srgbClr val="ffffff"/>
              </a:solidFill>
              <a:latin typeface="Arial"/>
            </a:endParaRPr>
          </a:p>
        </p:txBody>
      </p:sp>
      <p:sp>
        <p:nvSpPr>
          <p:cNvPr id="1681"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Two groups of points (blue vs. red) are separated by a solid black line (the decision boundary, or hyperplane).</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Two dashed parallel lines create a boundary 'margin.' The points that touch these dashed lines (labeled 'Support Vectors') are the critical data points that define the margin.</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SVM works by maximizing the width of this margin, providing the most robust separation.</a:t>
            </a:r>
            <a:endParaRPr b="0" lang="en-US" sz="1800" spc="-1" strike="noStrike">
              <a:solidFill>
                <a:srgbClr val="ffffff"/>
              </a:solidFill>
              <a:latin typeface="Arial"/>
            </a:endParaRPr>
          </a:p>
        </p:txBody>
      </p:sp>
      <p:pic>
        <p:nvPicPr>
          <p:cNvPr id="1682" name="" descr=""/>
          <p:cNvPicPr/>
          <p:nvPr/>
        </p:nvPicPr>
        <p:blipFill>
          <a:blip r:embed="rId1"/>
          <a:stretch/>
        </p:blipFill>
        <p:spPr>
          <a:xfrm>
            <a:off x="3886200" y="914400"/>
            <a:ext cx="8179920" cy="4461840"/>
          </a:xfrm>
          <a:prstGeom prst="rect">
            <a:avLst/>
          </a:prstGeom>
          <a:ln w="0">
            <a:noFill/>
          </a:ln>
        </p:spPr>
      </p:pic>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3"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ea typeface="Noto Sans CJK SC"/>
              </a:rPr>
              <a:t>3.4 – Classical ML Techniques - </a:t>
            </a:r>
            <a:r>
              <a:rPr b="1" lang="tr-TR" sz="3200" spc="-1" strike="noStrike">
                <a:solidFill>
                  <a:schemeClr val="lt1"/>
                </a:solidFill>
                <a:latin typeface="Arial Black"/>
              </a:rPr>
              <a:t>Decision Trees</a:t>
            </a:r>
            <a:endParaRPr b="0" lang="en-US" sz="3200" spc="-1" strike="noStrike">
              <a:solidFill>
                <a:srgbClr val="ffffff"/>
              </a:solidFill>
              <a:latin typeface="Arial"/>
            </a:endParaRPr>
          </a:p>
        </p:txBody>
      </p:sp>
      <p:sp>
        <p:nvSpPr>
          <p:cNvPr id="1684"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The tree starts at a 'Root Node' making the first logical split (e.g., 'Feature A &gt; 50?').</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If True, it follows the left branch; if False, the right.</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The data flows through internal 'nodes' (decisions) until it reaches a 'Leaf Node,' which provides the final classification (Red/Blue)</a:t>
            </a:r>
            <a:endParaRPr b="0" lang="en-US" sz="1800" spc="-1" strike="noStrike">
              <a:solidFill>
                <a:srgbClr val="ffffff"/>
              </a:solidFill>
              <a:latin typeface="Arial"/>
            </a:endParaRPr>
          </a:p>
        </p:txBody>
      </p:sp>
      <p:pic>
        <p:nvPicPr>
          <p:cNvPr id="1685" name="" descr=""/>
          <p:cNvPicPr/>
          <p:nvPr/>
        </p:nvPicPr>
        <p:blipFill>
          <a:blip r:embed="rId1"/>
          <a:stretch/>
        </p:blipFill>
        <p:spPr>
          <a:xfrm>
            <a:off x="3865680" y="914400"/>
            <a:ext cx="8024400" cy="4376880"/>
          </a:xfrm>
          <a:prstGeom prst="rect">
            <a:avLst/>
          </a:prstGeom>
          <a:ln w="0">
            <a:noFill/>
          </a:ln>
        </p:spPr>
      </p:pic>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6"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ea typeface="Noto Sans CJK SC"/>
              </a:rPr>
              <a:t>3.4 – Classical ML Techniques – Ensemble Learning </a:t>
            </a:r>
            <a:endParaRPr b="0" lang="en-US" sz="3200" spc="-1" strike="noStrike">
              <a:solidFill>
                <a:srgbClr val="ffffff"/>
              </a:solidFill>
              <a:latin typeface="Arial"/>
            </a:endParaRPr>
          </a:p>
        </p:txBody>
      </p:sp>
      <p:sp>
        <p:nvSpPr>
          <p:cNvPr id="1687"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Bagging (Top): Multiple models (e.g., small trees) run in parallel (Tree 1, 2, 3). They are independent, and their final predictions are combined via 'Majority Voting'.</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Boosting (Bottom): Models run sequentially (Tree 1 -&gt; 2 -&gt; 3). Tree 2 is trained to correct the errors of Tree 1, and Tree 3 corrects the combined errors of 1 and 2.</a:t>
            </a:r>
            <a:endParaRPr b="0" lang="en-US" sz="1800" spc="-1" strike="noStrike">
              <a:solidFill>
                <a:srgbClr val="ffffff"/>
              </a:solidFill>
              <a:latin typeface="Arial"/>
            </a:endParaRPr>
          </a:p>
        </p:txBody>
      </p:sp>
      <p:pic>
        <p:nvPicPr>
          <p:cNvPr id="1688" name="" descr=""/>
          <p:cNvPicPr/>
          <p:nvPr/>
        </p:nvPicPr>
        <p:blipFill>
          <a:blip r:embed="rId1"/>
          <a:stretch/>
        </p:blipFill>
        <p:spPr>
          <a:xfrm>
            <a:off x="3959640" y="917280"/>
            <a:ext cx="8143920" cy="4442040"/>
          </a:xfrm>
          <a:prstGeom prst="rect">
            <a:avLst/>
          </a:prstGeom>
          <a:ln w="0">
            <a:noFill/>
          </a:ln>
        </p:spPr>
      </p:pic>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9"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ea typeface="Noto Sans CJK SC"/>
              </a:rPr>
              <a:t>3.4 – Classical ML Techniques – Ensemble Learning - Random Forest</a:t>
            </a:r>
            <a:endParaRPr b="0" lang="en-US" sz="3200" spc="-1" strike="noStrike">
              <a:solidFill>
                <a:srgbClr val="ffffff"/>
              </a:solidFill>
              <a:latin typeface="Arial"/>
            </a:endParaRPr>
          </a:p>
        </p:txBody>
      </p:sp>
      <p:sp>
        <p:nvSpPr>
          <p:cNvPr id="1690"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Multiple small decision trees ('Tree 1' through 'Tree N') are trained independently on random subsets of the data.</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When new input data is received, each tree makes a prediction (e.g., Tree 1 predicts Blue, Tree 2 predicts Red, Tree N predicts Blue).</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These predictions feed into a central 'Majority Voting' box. The final model prediction is the result of the vote (in this case, Blue).</a:t>
            </a:r>
            <a:endParaRPr b="0" lang="en-US" sz="1800" spc="-1" strike="noStrike">
              <a:solidFill>
                <a:srgbClr val="ffffff"/>
              </a:solidFill>
              <a:latin typeface="Arial"/>
            </a:endParaRPr>
          </a:p>
        </p:txBody>
      </p:sp>
      <p:pic>
        <p:nvPicPr>
          <p:cNvPr id="1691" name="" descr=""/>
          <p:cNvPicPr/>
          <p:nvPr/>
        </p:nvPicPr>
        <p:blipFill>
          <a:blip r:embed="rId1"/>
          <a:stretch/>
        </p:blipFill>
        <p:spPr>
          <a:xfrm>
            <a:off x="3626640" y="914400"/>
            <a:ext cx="8195400" cy="4470120"/>
          </a:xfrm>
          <a:prstGeom prst="rect">
            <a:avLst/>
          </a:prstGeom>
          <a:ln w="0">
            <a:noFill/>
          </a:ln>
        </p:spPr>
      </p:pic>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2"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ea typeface="Noto Sans CJK SC"/>
              </a:rPr>
              <a:t>3.4 – Classical ML Techniques – Ensemble Learning - XGBoost</a:t>
            </a:r>
            <a:endParaRPr b="0" lang="en-US" sz="3200" spc="-1" strike="noStrike">
              <a:solidFill>
                <a:srgbClr val="ffffff"/>
              </a:solidFill>
              <a:latin typeface="Arial"/>
            </a:endParaRPr>
          </a:p>
        </p:txBody>
      </p:sp>
      <p:sp>
        <p:nvSpPr>
          <p:cNvPr id="1693"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Tree 1 is trained on the data and makes predictions. The 'Residuals 1' scatter plot shows the initial errors.</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Tree 2 is then trained specifically to predict those residuals. The additive nature is shown ('+') as the combination of Tree 1 and Tree 2 reduces the error (fewer residuals in 'Residuals 2').</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his process repeats for N trees, sequentially minimizing the error until a highly accurate 'Final Prediction' is achieved.</a:t>
            </a:r>
            <a:endParaRPr b="0" lang="en-US" sz="1800" spc="-1" strike="noStrike">
              <a:solidFill>
                <a:srgbClr val="ffffff"/>
              </a:solidFill>
              <a:latin typeface="Arial"/>
            </a:endParaRPr>
          </a:p>
        </p:txBody>
      </p:sp>
      <p:pic>
        <p:nvPicPr>
          <p:cNvPr id="1694" name="" descr=""/>
          <p:cNvPicPr/>
          <p:nvPr/>
        </p:nvPicPr>
        <p:blipFill>
          <a:blip r:embed="rId1"/>
          <a:stretch/>
        </p:blipFill>
        <p:spPr>
          <a:xfrm>
            <a:off x="3723840" y="911520"/>
            <a:ext cx="8314560" cy="4534920"/>
          </a:xfrm>
          <a:prstGeom prst="rect">
            <a:avLst/>
          </a:prstGeom>
          <a:ln w="0">
            <a:noFill/>
          </a:ln>
        </p:spPr>
      </p:pic>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5"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ea typeface="Noto Sans CJK SC"/>
              </a:rPr>
              <a:t>3.4 – Classical ML Techniques – Dimensionality Reduction - PCA</a:t>
            </a:r>
            <a:endParaRPr b="0" lang="en-US" sz="3200" spc="-1" strike="noStrike">
              <a:solidFill>
                <a:srgbClr val="ffffff"/>
              </a:solidFill>
              <a:latin typeface="Arial"/>
            </a:endParaRPr>
          </a:p>
        </p:txBody>
      </p:sp>
      <p:sp>
        <p:nvSpPr>
          <p:cNvPr id="1696"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Suppose that we have multi-dimensional X (input).</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We want to eliminate some of them(columns)</a:t>
            </a:r>
            <a:endParaRPr b="0" lang="en-US" sz="18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We use Singular Value Decomposition linear algebra technique to select which columns (features, X[i] ) represents best the data.</a:t>
            </a:r>
            <a:endParaRPr b="0" lang="en-US" sz="1800" spc="-1" strike="noStrike">
              <a:solidFill>
                <a:srgbClr val="ffffff"/>
              </a:solidFill>
              <a:latin typeface="Arial"/>
            </a:endParaRPr>
          </a:p>
        </p:txBody>
      </p:sp>
      <p:pic>
        <p:nvPicPr>
          <p:cNvPr id="1697" name="" descr=""/>
          <p:cNvPicPr/>
          <p:nvPr/>
        </p:nvPicPr>
        <p:blipFill>
          <a:blip r:embed="rId1"/>
          <a:stretch/>
        </p:blipFill>
        <p:spPr>
          <a:xfrm>
            <a:off x="8001000" y="967680"/>
            <a:ext cx="3750480" cy="3007080"/>
          </a:xfrm>
          <a:prstGeom prst="rect">
            <a:avLst/>
          </a:prstGeom>
          <a:ln w="0">
            <a:noFill/>
          </a:ln>
        </p:spPr>
      </p:pic>
      <p:graphicFrame>
        <p:nvGraphicFramePr>
          <p:cNvPr id="1698" name=""/>
          <p:cNvGraphicFramePr/>
          <p:nvPr/>
        </p:nvGraphicFramePr>
        <p:xfrm>
          <a:off x="4114800" y="1105200"/>
          <a:ext cx="2963880" cy="2552760"/>
        </p:xfrm>
        <a:graphic>
          <a:graphicData uri="http://schemas.openxmlformats.org/drawingml/2006/table">
            <a:tbl>
              <a:tblPr/>
              <a:tblGrid>
                <a:gridCol w="383400"/>
                <a:gridCol w="546120"/>
                <a:gridCol w="504720"/>
                <a:gridCol w="765000"/>
                <a:gridCol w="765000"/>
              </a:tblGrid>
              <a:tr h="364680">
                <a:tc gridSpan="3">
                  <a:txBody>
                    <a:bodyPr lIns="36000" rIns="36000" anchor="t">
                      <a:noAutofit/>
                    </a:bodyPr>
                    <a:p>
                      <a:pPr algn="ctr">
                        <a:lnSpc>
                          <a:spcPct val="100000"/>
                        </a:lnSpc>
                      </a:pPr>
                      <a:r>
                        <a:rPr b="0" lang="en-US" sz="1800" spc="-1" strike="noStrike">
                          <a:solidFill>
                            <a:srgbClr val="ffffff"/>
                          </a:solidFill>
                          <a:latin typeface="Arial"/>
                        </a:rPr>
                        <a:t>X (input)</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c gridSpan="2">
                  <a:txBody>
                    <a:bodyPr lIns="36000" rIns="36000" anchor="t">
                      <a:noAutofit/>
                    </a:bodyPr>
                    <a:p>
                      <a:pPr algn="ctr">
                        <a:lnSpc>
                          <a:spcPct val="100000"/>
                        </a:lnSpc>
                      </a:pPr>
                      <a:r>
                        <a:rPr b="0" lang="en-US" sz="1800" spc="-1" strike="noStrike">
                          <a:solidFill>
                            <a:srgbClr val="ffffff"/>
                          </a:solidFill>
                          <a:latin typeface="Arial"/>
                        </a:rPr>
                        <a:t>Y </a:t>
                      </a:r>
                      <a:r>
                        <a:rPr b="1" lang="en-US" sz="1800" spc="-1" strike="noStrike">
                          <a:solidFill>
                            <a:srgbClr val="ffffff"/>
                          </a:solidFill>
                          <a:latin typeface="Arial"/>
                        </a:rPr>
                        <a:t>(labels</a:t>
                      </a:r>
                      <a:r>
                        <a:rPr b="0" lang="en-US" sz="1800" spc="-1" strike="noStrike">
                          <a:solidFill>
                            <a:srgbClr val="ffffff"/>
                          </a:solidFill>
                          <a:latin typeface="Arial"/>
                        </a:rPr>
                        <a:t>)</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r h="364680">
                <a:tc>
                  <a:txBody>
                    <a:bodyPr lIns="36000" rIns="36000" anchor="t">
                      <a:noAutofit/>
                    </a:bodyPr>
                    <a:p>
                      <a:pPr algn="ctr">
                        <a:lnSpc>
                          <a:spcPct val="100000"/>
                        </a:lnSpc>
                      </a:pPr>
                      <a:r>
                        <a:rPr b="0" lang="en-US" sz="1800" spc="-1" strike="noStrike">
                          <a:solidFill>
                            <a:srgbClr val="ffffff"/>
                          </a:solidFill>
                          <a:latin typeface="Arial"/>
                        </a:rPr>
                        <a:t>X1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X2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X3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Y1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Y2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5</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11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14</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15</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21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24</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25</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31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34</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35</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64680">
                <a:tc>
                  <a:txBody>
                    <a:bodyPr lIns="36000" rIns="36000" anchor="t">
                      <a:noAutofit/>
                    </a:bodyPr>
                    <a:p>
                      <a:pPr algn="ctr">
                        <a:lnSpc>
                          <a:spcPct val="100000"/>
                        </a:lnSpc>
                      </a:pPr>
                      <a:r>
                        <a:rPr b="0" lang="en-US" sz="1800" spc="-1" strike="noStrike">
                          <a:solidFill>
                            <a:srgbClr val="ffffff"/>
                          </a:solidFill>
                          <a:latin typeface="Arial"/>
                        </a:rPr>
                        <a:t>41</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42</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43</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44</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gn="ctr">
                        <a:lnSpc>
                          <a:spcPct val="100000"/>
                        </a:lnSpc>
                      </a:pPr>
                      <a:r>
                        <a:rPr b="0" lang="en-US" sz="1800" spc="-1" strike="noStrike">
                          <a:solidFill>
                            <a:srgbClr val="ffffff"/>
                          </a:solidFill>
                          <a:latin typeface="Arial"/>
                        </a:rPr>
                        <a:t>45</a:t>
                      </a:r>
                      <a:endParaRPr b="0" lang="en-US" sz="1800" spc="-1" strike="noStrike">
                        <a:solidFill>
                          <a:srgbClr val="ffffff"/>
                        </a:solidFill>
                        <a:latin typeface="Times New Roman"/>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
        <p:nvSpPr>
          <p:cNvPr id="1699" name=""/>
          <p:cNvSpPr/>
          <p:nvPr/>
        </p:nvSpPr>
        <p:spPr>
          <a:xfrm>
            <a:off x="3886200" y="1371600"/>
            <a:ext cx="1828800" cy="457200"/>
          </a:xfrm>
          <a:prstGeom prst="ellipse">
            <a:avLst/>
          </a:prstGeom>
          <a:noFill/>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700" name=""/>
          <p:cNvSpPr/>
          <p:nvPr/>
        </p:nvSpPr>
        <p:spPr>
          <a:xfrm>
            <a:off x="4343400" y="1828800"/>
            <a:ext cx="228600" cy="320040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
        <p:nvSpPr>
          <p:cNvPr id="1701" name=""/>
          <p:cNvSpPr txBox="1"/>
          <p:nvPr/>
        </p:nvSpPr>
        <p:spPr>
          <a:xfrm>
            <a:off x="4114800" y="5029200"/>
            <a:ext cx="3886200" cy="1143000"/>
          </a:xfrm>
          <a:prstGeom prst="rect">
            <a:avLst/>
          </a:prstGeom>
          <a:noFill/>
          <a:ln w="0">
            <a:noFill/>
          </a:ln>
        </p:spPr>
        <p:txBody>
          <a:bodyPr lIns="90000" rIns="90000" tIns="45000" bIns="45000" anchor="t">
            <a:noAutofit/>
          </a:bodyPr>
          <a:p>
            <a:r>
              <a:rPr b="0" lang="en-US" sz="1800" spc="-1" strike="noStrike">
                <a:solidFill>
                  <a:srgbClr val="ffffff"/>
                </a:solidFill>
                <a:latin typeface="Arial"/>
              </a:rPr>
              <a:t>Select one or more columns that represent best the data.</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2"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ea typeface="Noto Sans CJK SC"/>
              </a:rPr>
              <a:t>3.4 – Classical ML Techniques – Clustering - KMeans</a:t>
            </a:r>
            <a:endParaRPr b="0" lang="en-US" sz="3200" spc="-1" strike="noStrike">
              <a:solidFill>
                <a:srgbClr val="ffffff"/>
              </a:solidFill>
              <a:latin typeface="Arial"/>
            </a:endParaRPr>
          </a:p>
        </p:txBody>
      </p:sp>
      <p:sp>
        <p:nvSpPr>
          <p:cNvPr id="1703" name=""/>
          <p:cNvSpPr txBox="1"/>
          <p:nvPr/>
        </p:nvSpPr>
        <p:spPr>
          <a:xfrm>
            <a:off x="457200" y="914400"/>
            <a:ext cx="2971800" cy="553824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600" spc="-1" strike="noStrike">
                <a:solidFill>
                  <a:srgbClr val="ffffff"/>
                </a:solidFill>
                <a:latin typeface="Arial"/>
              </a:rPr>
              <a:t>Iteration 1: K=2, Two centroids (X) are randomly placed among unlabeled (grey) data. Points are assigned to the closest X, forming initial, messy clusters (faint red/blue boundaries).</a:t>
            </a:r>
            <a:endParaRPr b="0" lang="en-US" sz="16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600" spc="-1" strike="noStrike">
                <a:solidFill>
                  <a:srgbClr val="ffffff"/>
                </a:solidFill>
                <a:latin typeface="Arial"/>
              </a:rPr>
              <a:t>Iteration 2: The centroids move to the center of their assigned points. The points are re-assigned, and the clusters start to define themselves.</a:t>
            </a:r>
            <a:endParaRPr b="0" lang="en-US" sz="1600" spc="-1" strike="noStrike">
              <a:solidFill>
                <a:srgbClr val="ffffff"/>
              </a:solidFill>
              <a:latin typeface="Arial"/>
            </a:endParaRPr>
          </a:p>
          <a:p>
            <a:pPr marL="216000" indent="-216000">
              <a:spcBef>
                <a:spcPts val="1009"/>
              </a:spcBef>
              <a:buClr>
                <a:srgbClr val="ffffff"/>
              </a:buClr>
              <a:buSzPct val="45000"/>
              <a:buFont typeface="Wingdings" charset="2"/>
              <a:buChar char=""/>
            </a:pPr>
            <a:r>
              <a:rPr b="0" lang="en-US" sz="1600" spc="-1" strike="noStrike">
                <a:solidFill>
                  <a:srgbClr val="ffffff"/>
                </a:solidFill>
                <a:latin typeface="Arial"/>
              </a:rPr>
              <a:t>Iteration N (Converged): The centroids have stopped moving. The points are clearly separated into stable Red and Blue clusters (re-using the established class colors from Image 1), with optimized Voronoi-like boundaries..</a:t>
            </a:r>
            <a:endParaRPr b="0" lang="en-US" sz="1600" spc="-1" strike="noStrike">
              <a:solidFill>
                <a:srgbClr val="ffffff"/>
              </a:solidFill>
              <a:latin typeface="Arial"/>
            </a:endParaRPr>
          </a:p>
        </p:txBody>
      </p:sp>
      <p:pic>
        <p:nvPicPr>
          <p:cNvPr id="1704" name="" descr=""/>
          <p:cNvPicPr/>
          <p:nvPr/>
        </p:nvPicPr>
        <p:blipFill>
          <a:blip r:embed="rId1"/>
          <a:stretch/>
        </p:blipFill>
        <p:spPr>
          <a:xfrm>
            <a:off x="3691800" y="914400"/>
            <a:ext cx="8195400" cy="4470120"/>
          </a:xfrm>
          <a:prstGeom prst="rect">
            <a:avLst/>
          </a:prstGeom>
          <a:ln w="0">
            <a:noFill/>
          </a:ln>
        </p:spPr>
      </p:pic>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5"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ea typeface="Noto Sans CJK SC"/>
              </a:rPr>
              <a:t>3.4 – Classical ML Techniques – Clustering - KMeans</a:t>
            </a:r>
            <a:endParaRPr b="0" lang="en-US" sz="3200" spc="-1" strike="noStrike">
              <a:solidFill>
                <a:srgbClr val="ffffff"/>
              </a:solidFill>
              <a:latin typeface="Arial"/>
            </a:endParaRPr>
          </a:p>
        </p:txBody>
      </p:sp>
      <p:sp>
        <p:nvSpPr>
          <p:cNvPr id="1706" name=""/>
          <p:cNvSpPr txBox="1"/>
          <p:nvPr/>
        </p:nvSpPr>
        <p:spPr>
          <a:xfrm>
            <a:off x="457200" y="914400"/>
            <a:ext cx="2971800" cy="5486400"/>
          </a:xfrm>
          <a:prstGeom prst="rect">
            <a:avLst/>
          </a:prstGeom>
          <a:noFill/>
          <a:ln w="0">
            <a:solidFill>
              <a:srgbClr val="b4c7dc"/>
            </a:solidFill>
          </a:ln>
        </p:spPr>
        <p:txBody>
          <a:bodyPr lIns="90000" rIns="90000" tIns="45000" bIns="45000" anchor="t">
            <a:noAutofit/>
          </a:bodyPr>
          <a:p>
            <a:pPr marL="216000" indent="-216000">
              <a:spcBef>
                <a:spcPts val="1009"/>
              </a:spcBef>
              <a:buClr>
                <a:srgbClr val="ffffff"/>
              </a:buClr>
              <a:buSzPct val="45000"/>
              <a:buFont typeface="Wingdings" charset="2"/>
              <a:buChar char=""/>
            </a:pPr>
            <a:r>
              <a:rPr b="0" lang="en-US" sz="1800" spc="-1" strike="noStrike">
                <a:solidFill>
                  <a:srgbClr val="ffffff"/>
                </a:solidFill>
                <a:latin typeface="Arial"/>
              </a:rPr>
              <a:t>DBSCAN (Density-Based Spatial Clustering of Applications with Noise) is an unsupervised clustering algorithm that finds clusters based on the density of data points. It is excellent at finding arbitrary shapes and identifying noise (outliers)..</a:t>
            </a:r>
            <a:endParaRPr b="0" lang="en-US" sz="1800" spc="-1" strike="noStrike">
              <a:solidFill>
                <a:srgbClr val="ffffff"/>
              </a:solidFill>
              <a:latin typeface="Arial"/>
            </a:endParaRPr>
          </a:p>
        </p:txBody>
      </p:sp>
      <p:pic>
        <p:nvPicPr>
          <p:cNvPr id="1707" name="" descr=""/>
          <p:cNvPicPr/>
          <p:nvPr/>
        </p:nvPicPr>
        <p:blipFill>
          <a:blip r:embed="rId1"/>
          <a:stretch/>
        </p:blipFill>
        <p:spPr>
          <a:xfrm>
            <a:off x="3843000" y="885240"/>
            <a:ext cx="8195400" cy="4470120"/>
          </a:xfrm>
          <a:prstGeom prst="rect">
            <a:avLst/>
          </a:prstGeom>
          <a:ln w="0">
            <a:noFill/>
          </a:ln>
        </p:spPr>
      </p:pic>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8"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4 - Neural Networks Intuition</a:t>
            </a:r>
            <a:endParaRPr b="0" lang="en-US" sz="3200" spc="-1" strike="noStrike">
              <a:solidFill>
                <a:srgbClr val="ffffff"/>
              </a:solidFill>
              <a:latin typeface="Arial"/>
            </a:endParaRPr>
          </a:p>
        </p:txBody>
      </p:sp>
      <p:sp>
        <p:nvSpPr>
          <p:cNvPr id="1709" name="Text 5"/>
          <p:cNvSpPr/>
          <p:nvPr/>
        </p:nvSpPr>
        <p:spPr>
          <a:xfrm>
            <a:off x="457200" y="831600"/>
            <a:ext cx="11421360" cy="547632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Neurons, layers, activations (ReLU, softmax conceptually)</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Why deep learning works better for perception/language</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Classical DL Techniques : CNN, RNN, LSTM, GNN, RBM,  VAE, GAN, KAN, Transformers, Diffusion </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Preventing Overfitting (Memorization) : Early Stop, Dropout, Weight Regularization, Data Augmentation (**Very important), Simplify Model, Batch Normalization</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Preventing Vanishing Gradient : Residuals (Skip Connections), Use RELU/LaekyRELU Activation Fn., Batch Normalization</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Bias/Vairance problem, Regularization and smooth learning</a:t>
            </a:r>
            <a:endParaRPr b="0" lang="en-US" sz="2000" spc="-1" strike="noStrike">
              <a:solidFill>
                <a:srgbClr val="ffffff"/>
              </a:solidFill>
              <a:latin typeface="Arial"/>
            </a:endParaRPr>
          </a:p>
          <a:p>
            <a:pPr marL="216000" indent="-216000" defTabSz="914400">
              <a:lnSpc>
                <a:spcPct val="100000"/>
              </a:lnSpc>
              <a:spcBef>
                <a:spcPts val="3600"/>
              </a:spcBef>
              <a:buClr>
                <a:srgbClr val="38bdf8"/>
              </a:buClr>
              <a:buFont typeface="Wingdings" charset="2"/>
              <a:buAutoNum type="arabicPeriod"/>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Cross Entropy, Learning Rate Momentum</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0" name="PlaceHolder 1"/>
          <p:cNvSpPr>
            <a:spLocks noGrp="1"/>
          </p:cNvSpPr>
          <p:nvPr>
            <p:ph/>
          </p:nvPr>
        </p:nvSpPr>
        <p:spPr>
          <a:xfrm>
            <a:off x="255240" y="228600"/>
            <a:ext cx="11624040" cy="412920"/>
          </a:xfrm>
          <a:prstGeom prst="rect">
            <a:avLst/>
          </a:prstGeom>
          <a:noFill/>
          <a:ln w="0">
            <a:noFill/>
          </a:ln>
        </p:spPr>
        <p:txBody>
          <a:bodyPr lIns="91440" rIns="91440" tIns="45720" bIns="45720" anchor="t">
            <a:normAutofit fontScale="75000"/>
          </a:bodyPr>
          <a:p>
            <a:pPr indent="0" defTabSz="914400">
              <a:lnSpc>
                <a:spcPct val="90000"/>
              </a:lnSpc>
              <a:spcBef>
                <a:spcPts val="1001"/>
              </a:spcBef>
              <a:buNone/>
              <a:tabLst>
                <a:tab algn="l" pos="0"/>
              </a:tabLst>
            </a:pPr>
            <a:r>
              <a:rPr b="1" lang="tr-TR" sz="3200" spc="-1" strike="noStrike">
                <a:solidFill>
                  <a:schemeClr val="lt1"/>
                </a:solidFill>
                <a:latin typeface="Arial Black"/>
              </a:rPr>
              <a:t>Hands-on</a:t>
            </a:r>
            <a:endParaRPr b="0" lang="en-US" sz="3200" spc="-1" strike="noStrike">
              <a:solidFill>
                <a:srgbClr val="ffffff"/>
              </a:solidFill>
              <a:latin typeface="Arial"/>
            </a:endParaRPr>
          </a:p>
        </p:txBody>
      </p:sp>
      <p:sp>
        <p:nvSpPr>
          <p:cNvPr id="1711" name="Text 6"/>
          <p:cNvSpPr/>
          <p:nvPr/>
        </p:nvSpPr>
        <p:spPr>
          <a:xfrm>
            <a:off x="457200" y="831600"/>
            <a:ext cx="11421360" cy="547632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Char char=""/>
              <a:tabLst>
                <a:tab algn="l" pos="0"/>
              </a:tabLst>
            </a:pPr>
            <a:r>
              <a:rPr b="0" i="1" lang="en-US" sz="2000" spc="-1" strike="noStrike">
                <a:solidFill>
                  <a:srgbClr val="ffffff"/>
                </a:solidFill>
                <a:latin typeface="arial"/>
                <a:ea typeface="Calibri"/>
              </a:rPr>
              <a:t>kk</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HVL- TEMPLATE FOR PRODUCTS AND SOLUTIONS_VERSION  3.2</Template>
  <TotalTime>5392</TotalTime>
  <Application>LibreOffice/24.2.7.2$Linux_X86_64 LibreOffice_project/420$Build-2</Application>
  <AppVersion>15.0000</AppVersion>
  <Words>840</Words>
  <Paragraphs>249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2025-11-24T12:26:39Z</dcterms:created>
  <dc:creator>Mehmet PEKMEZCİ</dc:creator>
  <dc:description/>
  <dc:language>en-US</dc:language>
  <cp:lastModifiedBy/>
  <dcterms:modified xsi:type="dcterms:W3CDTF">2026-07-04T17:58:19Z</dcterms:modified>
  <cp:revision>185</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0x010100800CEB18A79B964CA054DFDEE64EDA10</vt:lpwstr>
  </property>
  <property fmtid="{D5CDD505-2E9C-101B-9397-08002B2CF9AE}" pid="3" name="Notes">
    <vt:i4>4</vt:i4>
  </property>
  <property fmtid="{D5CDD505-2E9C-101B-9397-08002B2CF9AE}" pid="4" name="PresentationFormat">
    <vt:lpwstr>Widescreen</vt:lpwstr>
  </property>
  <property fmtid="{D5CDD505-2E9C-101B-9397-08002B2CF9AE}" pid="5" name="Slides">
    <vt:i4>10</vt:i4>
  </property>
  <property fmtid="{D5CDD505-2E9C-101B-9397-08002B2CF9AE}" pid="6" name="VeriketAuthor">
    <vt:lpwstr>3ZXl6zLEMop/T4ZOd8aL6mXiYVv8uu7BpPRD/QTH98Q=</vt:lpwstr>
  </property>
  <property fmtid="{D5CDD505-2E9C-101B-9397-08002B2CF9AE}" pid="7" name="VeriketClassification">
    <vt:lpwstr>A5BC3CFD-4D51-461E-B5F0-D84C6FA67A36</vt:lpwstr>
  </property>
</Properties>
</file>