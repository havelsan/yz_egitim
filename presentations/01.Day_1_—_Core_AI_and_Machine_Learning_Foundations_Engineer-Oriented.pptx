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0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35.xml" ContentType="application/vnd.openxmlformats-officedocument.theme+xml"/>
  <Override PartName="/ppt/theme/theme8.xml" ContentType="application/vnd.openxmlformats-officedocument.theme+xml"/>
  <Override PartName="/ppt/theme/theme44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22.xml" ContentType="application/vnd.openxmlformats-officedocument.presentationml.slideLayout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27.xml.rels" ContentType="application/vnd.openxmlformats-package.relationships+xml"/>
  <Override PartName="/ppt/notesSlides/notesSlide2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</p:sldMasterIdLst>
  <p:notesMasterIdLst>
    <p:notesMasterId r:id="rId45"/>
  </p:notesMasterIdLst>
  <p:sldIdLst>
    <p:sldId id="256" r:id="rId46"/>
    <p:sldId id="257" r:id="rId47"/>
    <p:sldId id="258" r:id="rId48"/>
    <p:sldId id="259" r:id="rId49"/>
    <p:sldId id="260" r:id="rId50"/>
    <p:sldId id="261" r:id="rId51"/>
    <p:sldId id="262" r:id="rId52"/>
    <p:sldId id="263" r:id="rId53"/>
    <p:sldId id="264" r:id="rId54"/>
    <p:sldId id="265" r:id="rId55"/>
    <p:sldId id="266" r:id="rId56"/>
    <p:sldId id="267" r:id="rId57"/>
    <p:sldId id="268" r:id="rId58"/>
    <p:sldId id="269" r:id="rId59"/>
    <p:sldId id="270" r:id="rId60"/>
    <p:sldId id="271" r:id="rId61"/>
    <p:sldId id="272" r:id="rId62"/>
    <p:sldId id="273" r:id="rId63"/>
    <p:sldId id="274" r:id="rId64"/>
    <p:sldId id="275" r:id="rId65"/>
    <p:sldId id="276" r:id="rId66"/>
    <p:sldId id="277" r:id="rId67"/>
    <p:sldId id="278" r:id="rId68"/>
    <p:sldId id="279" r:id="rId69"/>
    <p:sldId id="280" r:id="rId70"/>
    <p:sldId id="281" r:id="rId71"/>
    <p:sldId id="282" r:id="rId72"/>
    <p:sldId id="283" r:id="rId7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notesMaster" Target="notesMasters/notesMaster1.xml"/><Relationship Id="rId46" Type="http://schemas.openxmlformats.org/officeDocument/2006/relationships/slide" Target="slides/slide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49" Type="http://schemas.openxmlformats.org/officeDocument/2006/relationships/slide" Target="slides/slide4.xml"/><Relationship Id="rId50" Type="http://schemas.openxmlformats.org/officeDocument/2006/relationships/slide" Target="slides/slide5.xml"/><Relationship Id="rId51" Type="http://schemas.openxmlformats.org/officeDocument/2006/relationships/slide" Target="slides/slide6.xml"/><Relationship Id="rId52" Type="http://schemas.openxmlformats.org/officeDocument/2006/relationships/slide" Target="slides/slide7.xml"/><Relationship Id="rId53" Type="http://schemas.openxmlformats.org/officeDocument/2006/relationships/slide" Target="slides/slide8.xml"/><Relationship Id="rId54" Type="http://schemas.openxmlformats.org/officeDocument/2006/relationships/slide" Target="slides/slide9.xml"/><Relationship Id="rId55" Type="http://schemas.openxmlformats.org/officeDocument/2006/relationships/slide" Target="slides/slide10.xml"/><Relationship Id="rId56" Type="http://schemas.openxmlformats.org/officeDocument/2006/relationships/slide" Target="slides/slide11.xml"/><Relationship Id="rId57" Type="http://schemas.openxmlformats.org/officeDocument/2006/relationships/slide" Target="slides/slide12.xml"/><Relationship Id="rId58" Type="http://schemas.openxmlformats.org/officeDocument/2006/relationships/slide" Target="slides/slide13.xml"/><Relationship Id="rId59" Type="http://schemas.openxmlformats.org/officeDocument/2006/relationships/slide" Target="slides/slide14.xml"/><Relationship Id="rId60" Type="http://schemas.openxmlformats.org/officeDocument/2006/relationships/slide" Target="slides/slide15.xml"/><Relationship Id="rId61" Type="http://schemas.openxmlformats.org/officeDocument/2006/relationships/slide" Target="slides/slide16.xml"/><Relationship Id="rId62" Type="http://schemas.openxmlformats.org/officeDocument/2006/relationships/slide" Target="slides/slide17.xml"/><Relationship Id="rId63" Type="http://schemas.openxmlformats.org/officeDocument/2006/relationships/slide" Target="slides/slide18.xml"/><Relationship Id="rId64" Type="http://schemas.openxmlformats.org/officeDocument/2006/relationships/slide" Target="slides/slide19.xml"/><Relationship Id="rId65" Type="http://schemas.openxmlformats.org/officeDocument/2006/relationships/slide" Target="slides/slide20.xml"/><Relationship Id="rId66" Type="http://schemas.openxmlformats.org/officeDocument/2006/relationships/slide" Target="slides/slide21.xml"/><Relationship Id="rId67" Type="http://schemas.openxmlformats.org/officeDocument/2006/relationships/slide" Target="slides/slide22.xml"/><Relationship Id="rId68" Type="http://schemas.openxmlformats.org/officeDocument/2006/relationships/slide" Target="slides/slide23.xml"/><Relationship Id="rId69" Type="http://schemas.openxmlformats.org/officeDocument/2006/relationships/slide" Target="slides/slide24.xml"/><Relationship Id="rId70" Type="http://schemas.openxmlformats.org/officeDocument/2006/relationships/slide" Target="slides/slide25.xml"/><Relationship Id="rId71" Type="http://schemas.openxmlformats.org/officeDocument/2006/relationships/slide" Target="slides/slide26.xml"/><Relationship Id="rId72" Type="http://schemas.openxmlformats.org/officeDocument/2006/relationships/slide" Target="slides/slide27.xml"/><Relationship Id="rId73" Type="http://schemas.openxmlformats.org/officeDocument/2006/relationships/slide" Target="slides/slide28.xml"/><Relationship Id="rId7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216283607979185"/>
          <c:y val="0.0483414759578298"/>
          <c:w val="0.590307892454467"/>
          <c:h val="0.931344818719465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e84a6"/>
            </a:solidFill>
            <a:ln w="0">
              <a:noFill/>
            </a:ln>
          </c:spPr>
          <c:explosion val="0"/>
          <c:dPt>
            <c:idx val="0"/>
            <c:spPr>
              <a:gradFill>
                <a:gsLst>
                  <a:gs pos="87000">
                    <a:srgbClr val="ff0000"/>
                  </a:gs>
                  <a:gs pos="100000">
                    <a:srgbClr val="b2244c"/>
                  </a:gs>
                </a:gsLst>
                <a:lin ang="10800000"/>
              </a:gradFill>
              <a:ln w="19080">
                <a:noFill/>
              </a:ln>
            </c:spPr>
          </c:dPt>
          <c:dPt>
            <c:idx val="1"/>
            <c:spPr>
              <a:solidFill>
                <a:srgbClr val="242e3d"/>
              </a:solidFill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0141a"/>
                    </a:solidFill>
                    <a:latin typeface="Ope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e84a6"/>
            </a:solidFill>
            <a:ln w="0">
              <a:noFill/>
            </a:ln>
          </c:spPr>
          <c:explosion val="0"/>
          <c:dPt>
            <c:idx val="0"/>
            <c:spPr>
              <a:gradFill>
                <a:gsLst>
                  <a:gs pos="100000">
                    <a:srgbClr val="ff0000"/>
                  </a:gs>
                  <a:gs pos="100000">
                    <a:srgbClr val="1f67db"/>
                  </a:gs>
                </a:gsLst>
                <a:lin ang="10800000"/>
              </a:gradFill>
              <a:ln w="19080">
                <a:noFill/>
              </a:ln>
            </c:spPr>
          </c:dPt>
          <c:dPt>
            <c:idx val="1"/>
            <c:spPr>
              <a:solidFill>
                <a:srgbClr val="344156"/>
              </a:solidFill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0141a"/>
                    </a:solidFill>
                    <a:latin typeface="Ope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e84a6"/>
            </a:solidFill>
            <a:ln w="0">
              <a:noFill/>
            </a:ln>
          </c:spPr>
          <c:explosion val="0"/>
          <c:dPt>
            <c:idx val="0"/>
            <c:spPr>
              <a:gradFill>
                <a:gsLst>
                  <a:gs pos="100000">
                    <a:srgbClr val="ff0000"/>
                  </a:gs>
                  <a:gs pos="100000">
                    <a:srgbClr val="1f67db"/>
                  </a:gs>
                </a:gsLst>
                <a:lin ang="10800000"/>
              </a:gradFill>
              <a:ln w="19080">
                <a:noFill/>
              </a:ln>
            </c:spPr>
          </c:dPt>
          <c:dPt>
            <c:idx val="1"/>
            <c:spPr>
              <a:solidFill>
                <a:srgbClr val="344156"/>
              </a:solidFill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0141a"/>
                    </a:solidFill>
                    <a:latin typeface="Ope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0.65</c:v>
                </c:pt>
                <c:pt idx="1">
                  <c:v>0.35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e84a6"/>
            </a:solidFill>
            <a:ln w="0">
              <a:noFill/>
            </a:ln>
          </c:spPr>
          <c:explosion val="0"/>
          <c:dPt>
            <c:idx val="0"/>
            <c:spPr>
              <a:gradFill>
                <a:gsLst>
                  <a:gs pos="100000">
                    <a:srgbClr val="ff0000"/>
                  </a:gs>
                  <a:gs pos="100000">
                    <a:srgbClr val="1f67db"/>
                  </a:gs>
                </a:gsLst>
                <a:lin ang="10800000"/>
              </a:gradFill>
              <a:ln w="19080">
                <a:noFill/>
              </a:ln>
            </c:spPr>
          </c:dPt>
          <c:dPt>
            <c:idx val="1"/>
            <c:spPr>
              <a:solidFill>
                <a:srgbClr val="344156"/>
              </a:solidFill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0141a"/>
                    </a:solidFill>
                    <a:latin typeface="Ope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0.65</c:v>
                </c:pt>
                <c:pt idx="1">
                  <c:v>0.35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3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4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5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823B3DA-9EDD-48E1-B506-DFC88868649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PlaceHolder 1"/>
          <p:cNvSpPr>
            <a:spLocks noGrp="1"/>
          </p:cNvSpPr>
          <p:nvPr>
            <p:ph type="sldImg"/>
          </p:nvPr>
        </p:nvSpPr>
        <p:spPr>
          <a:xfrm>
            <a:off x="573120" y="1336680"/>
            <a:ext cx="6407640" cy="3602520"/>
          </a:xfrm>
          <a:prstGeom prst="rect">
            <a:avLst/>
          </a:prstGeom>
          <a:ln w="0">
            <a:noFill/>
          </a:ln>
        </p:spPr>
      </p:sp>
      <p:sp>
        <p:nvSpPr>
          <p:cNvPr id="1430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2600" cy="420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1" name="PlaceHolder 3"/>
          <p:cNvSpPr>
            <a:spLocks noGrp="1"/>
          </p:cNvSpPr>
          <p:nvPr>
            <p:ph type="sldNum" idx="7"/>
          </p:nvPr>
        </p:nvSpPr>
        <p:spPr>
          <a:xfrm>
            <a:off x="4281480" y="10155240"/>
            <a:ext cx="3270960" cy="53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6D0844-8F87-4437-8B18-21C41AE92504}" type="slidenum">
              <a:rPr b="0" lang="en-GB" sz="1200" spc="-1" strike="noStrike">
                <a:solidFill>
                  <a:schemeClr val="dk1"/>
                </a:solidFill>
                <a:latin typeface="+mn-lt"/>
                <a:ea typeface="+mn-ea"/>
              </a:rPr>
              <a:t>27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çılış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+Fotoğ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+Fotoğraf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toğ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toğraf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+Fotoğraf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Yazı+Fotoğraf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anış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+Fotoğraf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pe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toğraf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+Fotoğraf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+Fotoğraf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anış I Arz Eder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toğraf+Yazı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toğraf+Yazı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o+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çılış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anış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afi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afik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afik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C850E93-BBB0-44CC-BFAE-B08ADFB922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2417D369-2893-491F-8812-622A5E6E7EC6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Grey_unpressed"/>
          <p:cNvSpPr/>
          <p:nvPr/>
        </p:nvSpPr>
        <p:spPr>
          <a:xfrm>
            <a:off x="2833920" y="2727720"/>
            <a:ext cx="6465600" cy="1513440"/>
          </a:xfrm>
          <a:custGeom>
            <a:avLst/>
            <a:gdLst>
              <a:gd name="textAreaLeft" fmla="*/ 0 w 6465600"/>
              <a:gd name="textAreaRight" fmla="*/ 6474600 w 6465600"/>
              <a:gd name="textAreaTop" fmla="*/ 0 h 1513440"/>
              <a:gd name="textAreaBottom" fmla="*/ 1522440 h 1513440"/>
            </a:gdLst>
            <a:ah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" name="TextBox 4"/>
          <p:cNvSpPr/>
          <p:nvPr/>
        </p:nvSpPr>
        <p:spPr>
          <a:xfrm>
            <a:off x="7392960" y="6313680"/>
            <a:ext cx="5702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Bu belgenin içeriği HAVELSAN’ın mülkiyetindedir. HAVELSAN’ın izni olmadan bu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 </a:t>
            </a: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belgenin tamamını veya bir kısmını bir başkasına kopyalamak ve vermek yasaktır.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Freeform 6"/>
          <p:cNvSpPr/>
          <p:nvPr/>
        </p:nvSpPr>
        <p:spPr>
          <a:xfrm>
            <a:off x="2435040" y="2589840"/>
            <a:ext cx="2431080" cy="2606040"/>
          </a:xfrm>
          <a:custGeom>
            <a:avLst/>
            <a:gdLst>
              <a:gd name="textAreaLeft" fmla="*/ 0 w 2431080"/>
              <a:gd name="textAreaRight" fmla="*/ 2440080 w 2431080"/>
              <a:gd name="textAreaTop" fmla="*/ 0 h 2606040"/>
              <a:gd name="textAreaBottom" fmla="*/ 2615040 h 2606040"/>
            </a:gdLst>
            <a:ah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5" name="Oval 7"/>
          <p:cNvSpPr/>
          <p:nvPr/>
        </p:nvSpPr>
        <p:spPr>
          <a:xfrm>
            <a:off x="3103920" y="3080520"/>
            <a:ext cx="977760" cy="97776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6" name="Group 8"/>
          <p:cNvGrpSpPr/>
          <p:nvPr/>
        </p:nvGrpSpPr>
        <p:grpSpPr>
          <a:xfrm>
            <a:off x="4008600" y="3031920"/>
            <a:ext cx="4115880" cy="905040"/>
            <a:chOff x="4008600" y="3031920"/>
            <a:chExt cx="4115880" cy="905040"/>
          </a:xfrm>
        </p:grpSpPr>
        <p:pic>
          <p:nvPicPr>
            <p:cNvPr id="7" name="Picture 9" descr=""/>
            <p:cNvPicPr/>
            <p:nvPr/>
          </p:nvPicPr>
          <p:blipFill>
            <a:blip r:embed="rId2"/>
            <a:srcRect l="24312" t="0" r="0" b="0"/>
            <a:stretch/>
          </p:blipFill>
          <p:spPr>
            <a:xfrm>
              <a:off x="4994640" y="3031920"/>
              <a:ext cx="3129840" cy="856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" name="Picture 10" descr=""/>
            <p:cNvPicPr/>
            <p:nvPr/>
          </p:nvPicPr>
          <p:blipFill>
            <a:blip r:embed="rId3"/>
            <a:srcRect l="0" t="0" r="76760" b="0"/>
            <a:stretch/>
          </p:blipFill>
          <p:spPr>
            <a:xfrm>
              <a:off x="4008600" y="3080520"/>
              <a:ext cx="954720" cy="85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9" name="Rectangle 12"/>
          <p:cNvSpPr/>
          <p:nvPr/>
        </p:nvSpPr>
        <p:spPr>
          <a:xfrm>
            <a:off x="11271960" y="256320"/>
            <a:ext cx="674640" cy="4867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10" name="Group 19"/>
          <p:cNvGrpSpPr/>
          <p:nvPr/>
        </p:nvGrpSpPr>
        <p:grpSpPr>
          <a:xfrm>
            <a:off x="1717560" y="6498720"/>
            <a:ext cx="898920" cy="192240"/>
            <a:chOff x="1717560" y="6498720"/>
            <a:chExt cx="898920" cy="192240"/>
          </a:xfrm>
        </p:grpSpPr>
        <p:pic>
          <p:nvPicPr>
            <p:cNvPr id="11" name="Picture 20" descr=""/>
            <p:cNvPicPr/>
            <p:nvPr/>
          </p:nvPicPr>
          <p:blipFill>
            <a:blip r:embed="rId4"/>
            <a:srcRect l="24312" t="0" r="0" b="0"/>
            <a:stretch/>
          </p:blipFill>
          <p:spPr>
            <a:xfrm>
              <a:off x="1934640" y="6498720"/>
              <a:ext cx="681840" cy="181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" name="Picture 21" descr=""/>
            <p:cNvPicPr/>
            <p:nvPr/>
          </p:nvPicPr>
          <p:blipFill>
            <a:blip r:embed="rId5"/>
            <a:srcRect l="0" t="0" r="76760" b="0"/>
            <a:stretch/>
          </p:blipFill>
          <p:spPr>
            <a:xfrm>
              <a:off x="1717560" y="6509520"/>
              <a:ext cx="203040" cy="18144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3" name="Picture 22" descr=""/>
          <p:cNvPicPr/>
          <p:nvPr/>
        </p:nvPicPr>
        <p:blipFill>
          <a:blip r:embed="rId6"/>
          <a:stretch/>
        </p:blipFill>
        <p:spPr>
          <a:xfrm>
            <a:off x="169560" y="6469200"/>
            <a:ext cx="1326960" cy="250920"/>
          </a:xfrm>
          <a:prstGeom prst="rect">
            <a:avLst/>
          </a:prstGeom>
          <a:ln w="0">
            <a:noFill/>
          </a:ln>
        </p:spPr>
      </p:pic>
      <p:sp>
        <p:nvSpPr>
          <p:cNvPr id="14" name="TextBox 23"/>
          <p:cNvSpPr/>
          <p:nvPr/>
        </p:nvSpPr>
        <p:spPr>
          <a:xfrm>
            <a:off x="1585440" y="6498720"/>
            <a:ext cx="38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24"/>
          <p:cNvSpPr/>
          <p:nvPr/>
        </p:nvSpPr>
        <p:spPr>
          <a:xfrm>
            <a:off x="1585440" y="6454800"/>
            <a:ext cx="38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Box 25"/>
          <p:cNvSpPr/>
          <p:nvPr/>
        </p:nvSpPr>
        <p:spPr>
          <a:xfrm>
            <a:off x="1585440" y="6509520"/>
            <a:ext cx="38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94FDCF4E-1553-4B66-89A8-066C74AD0BE3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Freeform 6"/>
          <p:cNvSpPr/>
          <p:nvPr/>
        </p:nvSpPr>
        <p:spPr>
          <a:xfrm>
            <a:off x="2395440" y="1946160"/>
            <a:ext cx="1344960" cy="3702600"/>
          </a:xfrm>
          <a:custGeom>
            <a:avLst/>
            <a:gdLst>
              <a:gd name="textAreaLeft" fmla="*/ 0 w 1344960"/>
              <a:gd name="textAreaRight" fmla="*/ 1353960 w 1344960"/>
              <a:gd name="textAreaTop" fmla="*/ 0 h 3702600"/>
              <a:gd name="textAreaBottom" fmla="*/ 3711600 h 3702600"/>
            </a:gdLst>
            <a:ahLst/>
            <a:rect l="textAreaLeft" t="textAreaTop" r="textAreaRight" b="textAreaBottom"/>
            <a:pathLst>
              <a:path w="356" h="974">
                <a:moveTo>
                  <a:pt x="174" y="972"/>
                </a:moveTo>
                <a:cubicBezTo>
                  <a:pt x="274" y="974"/>
                  <a:pt x="356" y="891"/>
                  <a:pt x="356" y="791"/>
                </a:cubicBezTo>
                <a:cubicBezTo>
                  <a:pt x="356" y="182"/>
                  <a:pt x="356" y="182"/>
                  <a:pt x="356" y="182"/>
                </a:cubicBezTo>
                <a:cubicBezTo>
                  <a:pt x="356" y="85"/>
                  <a:pt x="278" y="3"/>
                  <a:pt x="181" y="1"/>
                </a:cubicBezTo>
                <a:cubicBezTo>
                  <a:pt x="82" y="0"/>
                  <a:pt x="0" y="80"/>
                  <a:pt x="0" y="179"/>
                </a:cubicBezTo>
                <a:cubicBezTo>
                  <a:pt x="0" y="795"/>
                  <a:pt x="0" y="795"/>
                  <a:pt x="0" y="795"/>
                </a:cubicBezTo>
                <a:cubicBezTo>
                  <a:pt x="0" y="892"/>
                  <a:pt x="78" y="970"/>
                  <a:pt x="174" y="97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2" name="Freeform 7"/>
          <p:cNvSpPr/>
          <p:nvPr/>
        </p:nvSpPr>
        <p:spPr>
          <a:xfrm>
            <a:off x="4432320" y="1946160"/>
            <a:ext cx="1352160" cy="3702600"/>
          </a:xfrm>
          <a:custGeom>
            <a:avLst/>
            <a:gdLst>
              <a:gd name="textAreaLeft" fmla="*/ 0 w 1352160"/>
              <a:gd name="textAreaRight" fmla="*/ 1361160 w 1352160"/>
              <a:gd name="textAreaTop" fmla="*/ 0 h 3702600"/>
              <a:gd name="textAreaBottom" fmla="*/ 3711600 h 3702600"/>
            </a:gdLst>
            <a:ahLst/>
            <a:rect l="textAreaLeft" t="textAreaTop" r="textAreaRight" b="textAreaBottom"/>
            <a:pathLst>
              <a:path w="355" h="974">
                <a:moveTo>
                  <a:pt x="174" y="972"/>
                </a:moveTo>
                <a:cubicBezTo>
                  <a:pt x="274" y="974"/>
                  <a:pt x="355" y="891"/>
                  <a:pt x="355" y="791"/>
                </a:cubicBezTo>
                <a:cubicBezTo>
                  <a:pt x="355" y="182"/>
                  <a:pt x="355" y="182"/>
                  <a:pt x="355" y="182"/>
                </a:cubicBezTo>
                <a:cubicBezTo>
                  <a:pt x="355" y="85"/>
                  <a:pt x="278" y="3"/>
                  <a:pt x="181" y="1"/>
                </a:cubicBezTo>
                <a:cubicBezTo>
                  <a:pt x="81" y="0"/>
                  <a:pt x="0" y="80"/>
                  <a:pt x="0" y="179"/>
                </a:cubicBezTo>
                <a:cubicBezTo>
                  <a:pt x="0" y="795"/>
                  <a:pt x="0" y="795"/>
                  <a:pt x="0" y="795"/>
                </a:cubicBezTo>
                <a:cubicBezTo>
                  <a:pt x="0" y="892"/>
                  <a:pt x="78" y="970"/>
                  <a:pt x="174" y="97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3" name="Freeform 8"/>
          <p:cNvSpPr/>
          <p:nvPr/>
        </p:nvSpPr>
        <p:spPr>
          <a:xfrm>
            <a:off x="8443800" y="1946160"/>
            <a:ext cx="1343520" cy="3702600"/>
          </a:xfrm>
          <a:custGeom>
            <a:avLst/>
            <a:gdLst>
              <a:gd name="textAreaLeft" fmla="*/ 0 w 1343520"/>
              <a:gd name="textAreaRight" fmla="*/ 1352520 w 1343520"/>
              <a:gd name="textAreaTop" fmla="*/ 0 h 3702600"/>
              <a:gd name="textAreaBottom" fmla="*/ 3711600 h 3702600"/>
            </a:gdLst>
            <a:ahLst/>
            <a:rect l="textAreaLeft" t="textAreaTop" r="textAreaRight" b="textAreaBottom"/>
            <a:pathLst>
              <a:path w="355" h="974">
                <a:moveTo>
                  <a:pt x="174" y="972"/>
                </a:moveTo>
                <a:cubicBezTo>
                  <a:pt x="274" y="974"/>
                  <a:pt x="355" y="891"/>
                  <a:pt x="355" y="791"/>
                </a:cubicBezTo>
                <a:cubicBezTo>
                  <a:pt x="355" y="182"/>
                  <a:pt x="355" y="182"/>
                  <a:pt x="355" y="182"/>
                </a:cubicBezTo>
                <a:cubicBezTo>
                  <a:pt x="355" y="85"/>
                  <a:pt x="278" y="3"/>
                  <a:pt x="181" y="1"/>
                </a:cubicBezTo>
                <a:cubicBezTo>
                  <a:pt x="81" y="0"/>
                  <a:pt x="0" y="80"/>
                  <a:pt x="0" y="179"/>
                </a:cubicBezTo>
                <a:cubicBezTo>
                  <a:pt x="0" y="795"/>
                  <a:pt x="0" y="795"/>
                  <a:pt x="0" y="795"/>
                </a:cubicBezTo>
                <a:cubicBezTo>
                  <a:pt x="0" y="892"/>
                  <a:pt x="78" y="970"/>
                  <a:pt x="174" y="97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4" name="Freeform 9"/>
          <p:cNvSpPr/>
          <p:nvPr/>
        </p:nvSpPr>
        <p:spPr>
          <a:xfrm>
            <a:off x="6396840" y="1946160"/>
            <a:ext cx="1353600" cy="3702600"/>
          </a:xfrm>
          <a:custGeom>
            <a:avLst/>
            <a:gdLst>
              <a:gd name="textAreaLeft" fmla="*/ 0 w 1353600"/>
              <a:gd name="textAreaRight" fmla="*/ 1362600 w 1353600"/>
              <a:gd name="textAreaTop" fmla="*/ 0 h 3702600"/>
              <a:gd name="textAreaBottom" fmla="*/ 3711600 h 3702600"/>
            </a:gdLst>
            <a:ahLst/>
            <a:rect l="textAreaLeft" t="textAreaTop" r="textAreaRight" b="textAreaBottom"/>
            <a:pathLst>
              <a:path w="355" h="974">
                <a:moveTo>
                  <a:pt x="174" y="972"/>
                </a:moveTo>
                <a:cubicBezTo>
                  <a:pt x="274" y="974"/>
                  <a:pt x="355" y="891"/>
                  <a:pt x="355" y="791"/>
                </a:cubicBezTo>
                <a:cubicBezTo>
                  <a:pt x="355" y="182"/>
                  <a:pt x="355" y="182"/>
                  <a:pt x="355" y="182"/>
                </a:cubicBezTo>
                <a:cubicBezTo>
                  <a:pt x="355" y="85"/>
                  <a:pt x="278" y="3"/>
                  <a:pt x="181" y="1"/>
                </a:cubicBezTo>
                <a:cubicBezTo>
                  <a:pt x="81" y="0"/>
                  <a:pt x="0" y="80"/>
                  <a:pt x="0" y="179"/>
                </a:cubicBezTo>
                <a:cubicBezTo>
                  <a:pt x="0" y="795"/>
                  <a:pt x="0" y="795"/>
                  <a:pt x="0" y="795"/>
                </a:cubicBezTo>
                <a:cubicBezTo>
                  <a:pt x="0" y="892"/>
                  <a:pt x="78" y="970"/>
                  <a:pt x="174" y="97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5" name="Rectangle 18"/>
          <p:cNvSpPr/>
          <p:nvPr/>
        </p:nvSpPr>
        <p:spPr>
          <a:xfrm rot="16200000">
            <a:off x="2796480" y="3226680"/>
            <a:ext cx="573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tr-TR" sz="1900" spc="-1" strike="noStrike">
                <a:solidFill>
                  <a:schemeClr val="dk2"/>
                </a:solidFill>
                <a:latin typeface="Montserrat"/>
              </a:rPr>
              <a:t>TEXT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Rectangle 19"/>
          <p:cNvSpPr/>
          <p:nvPr/>
        </p:nvSpPr>
        <p:spPr>
          <a:xfrm rot="16200000">
            <a:off x="4832280" y="4249440"/>
            <a:ext cx="573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tr-TR" sz="1900" spc="-1" strike="noStrike">
                <a:solidFill>
                  <a:schemeClr val="dk2"/>
                </a:solidFill>
                <a:latin typeface="Montserrat"/>
              </a:rPr>
              <a:t>TEXT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Rectangle 20"/>
          <p:cNvSpPr/>
          <p:nvPr/>
        </p:nvSpPr>
        <p:spPr>
          <a:xfrm rot="16200000">
            <a:off x="6807240" y="3250440"/>
            <a:ext cx="573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tr-TR" sz="1900" spc="-1" strike="noStrike">
                <a:solidFill>
                  <a:schemeClr val="dk2"/>
                </a:solidFill>
                <a:latin typeface="Montserrat"/>
              </a:rPr>
              <a:t>TEXT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Rectangle 21"/>
          <p:cNvSpPr/>
          <p:nvPr/>
        </p:nvSpPr>
        <p:spPr>
          <a:xfrm rot="16200000">
            <a:off x="8845560" y="4195800"/>
            <a:ext cx="573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tr-TR" sz="1900" spc="-1" strike="noStrike">
                <a:solidFill>
                  <a:schemeClr val="dk2"/>
                </a:solidFill>
                <a:latin typeface="Montserrat"/>
              </a:rPr>
              <a:t>TEXT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Oval 17"/>
          <p:cNvSpPr/>
          <p:nvPr/>
        </p:nvSpPr>
        <p:spPr>
          <a:xfrm>
            <a:off x="2508840" y="2128320"/>
            <a:ext cx="1095840" cy="10958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0" name="Oval 18"/>
          <p:cNvSpPr/>
          <p:nvPr/>
        </p:nvSpPr>
        <p:spPr>
          <a:xfrm>
            <a:off x="4572000" y="4398840"/>
            <a:ext cx="1095840" cy="10958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1" name="Oval 19"/>
          <p:cNvSpPr/>
          <p:nvPr/>
        </p:nvSpPr>
        <p:spPr>
          <a:xfrm>
            <a:off x="8562240" y="4398840"/>
            <a:ext cx="1095840" cy="10958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2" name="Oval 20"/>
          <p:cNvSpPr/>
          <p:nvPr/>
        </p:nvSpPr>
        <p:spPr>
          <a:xfrm>
            <a:off x="6514920" y="2128320"/>
            <a:ext cx="1095840" cy="10958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3" name="object 384"/>
          <p:cNvSpPr/>
          <p:nvPr/>
        </p:nvSpPr>
        <p:spPr>
          <a:xfrm flipV="1">
            <a:off x="356760" y="670968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object 4"/>
          <p:cNvSpPr/>
          <p:nvPr/>
        </p:nvSpPr>
        <p:spPr>
          <a:xfrm>
            <a:off x="10477800" y="663120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object 384"/>
          <p:cNvSpPr/>
          <p:nvPr/>
        </p:nvSpPr>
        <p:spPr>
          <a:xfrm flipV="1" rot="10800000">
            <a:off x="6105240" y="671868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object 386"/>
          <p:cNvSpPr/>
          <p:nvPr/>
        </p:nvSpPr>
        <p:spPr>
          <a:xfrm>
            <a:off x="5927400" y="651744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Freeform 29"/>
          <p:cNvSpPr/>
          <p:nvPr/>
        </p:nvSpPr>
        <p:spPr>
          <a:xfrm rot="370200">
            <a:off x="-1738440" y="-106704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38" name="Group 25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39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0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1" name="Rectangle 30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3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5F3AE9E2-C109-4B6C-B46E-E206D5BC5877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4" name="Group 4"/>
          <p:cNvGrpSpPr/>
          <p:nvPr/>
        </p:nvGrpSpPr>
        <p:grpSpPr>
          <a:xfrm>
            <a:off x="877320" y="2252880"/>
            <a:ext cx="51480" cy="3380400"/>
            <a:chOff x="877320" y="2252880"/>
            <a:chExt cx="51480" cy="3380400"/>
          </a:xfrm>
        </p:grpSpPr>
        <p:sp>
          <p:nvSpPr>
            <p:cNvPr id="45" name="Freeform 6"/>
            <p:cNvSpPr/>
            <p:nvPr/>
          </p:nvSpPr>
          <p:spPr>
            <a:xfrm>
              <a:off x="877320" y="2257560"/>
              <a:ext cx="51480" cy="3375720"/>
            </a:xfrm>
            <a:custGeom>
              <a:avLst/>
              <a:gdLst>
                <a:gd name="textAreaLeft" fmla="*/ 0 w 51480"/>
                <a:gd name="textAreaRight" fmla="*/ 60480 w 51480"/>
                <a:gd name="textAreaTop" fmla="*/ 0 h 3375720"/>
                <a:gd name="textAreaBottom" fmla="*/ 3384720 h 337572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14480" dir="311665" dist="87479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Open Sans"/>
                </a:rPr>
                <a:t> 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" name="Freeform 6"/>
            <p:cNvSpPr/>
            <p:nvPr/>
          </p:nvSpPr>
          <p:spPr>
            <a:xfrm>
              <a:off x="877320" y="2252880"/>
              <a:ext cx="51480" cy="3375720"/>
            </a:xfrm>
            <a:custGeom>
              <a:avLst/>
              <a:gdLst>
                <a:gd name="textAreaLeft" fmla="*/ 0 w 51480"/>
                <a:gd name="textAreaRight" fmla="*/ 60480 w 51480"/>
                <a:gd name="textAreaTop" fmla="*/ 0 h 3375720"/>
                <a:gd name="textAreaBottom" fmla="*/ 3384720 h 337572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47" name="Group 8"/>
          <p:cNvGrpSpPr/>
          <p:nvPr/>
        </p:nvGrpSpPr>
        <p:grpSpPr>
          <a:xfrm>
            <a:off x="3442320" y="2233800"/>
            <a:ext cx="51480" cy="3380760"/>
            <a:chOff x="3442320" y="2233800"/>
            <a:chExt cx="51480" cy="3380760"/>
          </a:xfrm>
        </p:grpSpPr>
        <p:sp>
          <p:nvSpPr>
            <p:cNvPr id="48" name="Freeform 6"/>
            <p:cNvSpPr/>
            <p:nvPr/>
          </p:nvSpPr>
          <p:spPr>
            <a:xfrm>
              <a:off x="3442320" y="2238840"/>
              <a:ext cx="51480" cy="3375720"/>
            </a:xfrm>
            <a:custGeom>
              <a:avLst/>
              <a:gdLst>
                <a:gd name="textAreaLeft" fmla="*/ 0 w 51480"/>
                <a:gd name="textAreaRight" fmla="*/ 60480 w 51480"/>
                <a:gd name="textAreaTop" fmla="*/ 0 h 3375720"/>
                <a:gd name="textAreaBottom" fmla="*/ 3384720 h 337572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14480" dir="311665" dist="87479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Open Sans"/>
                </a:rPr>
                <a:t> 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" name="Freeform 6"/>
            <p:cNvSpPr/>
            <p:nvPr/>
          </p:nvSpPr>
          <p:spPr>
            <a:xfrm>
              <a:off x="3442320" y="2233800"/>
              <a:ext cx="51480" cy="3375720"/>
            </a:xfrm>
            <a:custGeom>
              <a:avLst/>
              <a:gdLst>
                <a:gd name="textAreaLeft" fmla="*/ 0 w 51480"/>
                <a:gd name="textAreaRight" fmla="*/ 60480 w 51480"/>
                <a:gd name="textAreaTop" fmla="*/ 0 h 3375720"/>
                <a:gd name="textAreaBottom" fmla="*/ 3384720 h 337572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0" name="Group 11"/>
          <p:cNvGrpSpPr/>
          <p:nvPr/>
        </p:nvGrpSpPr>
        <p:grpSpPr>
          <a:xfrm>
            <a:off x="6006960" y="2252880"/>
            <a:ext cx="51480" cy="3380400"/>
            <a:chOff x="6006960" y="2252880"/>
            <a:chExt cx="51480" cy="3380400"/>
          </a:xfrm>
        </p:grpSpPr>
        <p:sp>
          <p:nvSpPr>
            <p:cNvPr id="51" name="Freeform 6"/>
            <p:cNvSpPr/>
            <p:nvPr/>
          </p:nvSpPr>
          <p:spPr>
            <a:xfrm>
              <a:off x="6006960" y="2257560"/>
              <a:ext cx="51480" cy="3375720"/>
            </a:xfrm>
            <a:custGeom>
              <a:avLst/>
              <a:gdLst>
                <a:gd name="textAreaLeft" fmla="*/ 0 w 51480"/>
                <a:gd name="textAreaRight" fmla="*/ 60480 w 51480"/>
                <a:gd name="textAreaTop" fmla="*/ 0 h 3375720"/>
                <a:gd name="textAreaBottom" fmla="*/ 3384720 h 337572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14480" dir="311665" dist="87479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Open Sans"/>
                </a:rPr>
                <a:t> 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" name="Freeform 6"/>
            <p:cNvSpPr/>
            <p:nvPr/>
          </p:nvSpPr>
          <p:spPr>
            <a:xfrm>
              <a:off x="6006960" y="2252880"/>
              <a:ext cx="51480" cy="3375720"/>
            </a:xfrm>
            <a:custGeom>
              <a:avLst/>
              <a:gdLst>
                <a:gd name="textAreaLeft" fmla="*/ 0 w 51480"/>
                <a:gd name="textAreaRight" fmla="*/ 60480 w 51480"/>
                <a:gd name="textAreaTop" fmla="*/ 0 h 3375720"/>
                <a:gd name="textAreaBottom" fmla="*/ 3384720 h 337572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3" name="Group 14"/>
          <p:cNvGrpSpPr/>
          <p:nvPr/>
        </p:nvGrpSpPr>
        <p:grpSpPr>
          <a:xfrm>
            <a:off x="8574480" y="2233800"/>
            <a:ext cx="51480" cy="3380760"/>
            <a:chOff x="8574480" y="2233800"/>
            <a:chExt cx="51480" cy="3380760"/>
          </a:xfrm>
        </p:grpSpPr>
        <p:sp>
          <p:nvSpPr>
            <p:cNvPr id="54" name="Freeform 6"/>
            <p:cNvSpPr/>
            <p:nvPr/>
          </p:nvSpPr>
          <p:spPr>
            <a:xfrm>
              <a:off x="8574480" y="2238840"/>
              <a:ext cx="51480" cy="3375720"/>
            </a:xfrm>
            <a:custGeom>
              <a:avLst/>
              <a:gdLst>
                <a:gd name="textAreaLeft" fmla="*/ 0 w 51480"/>
                <a:gd name="textAreaRight" fmla="*/ 60480 w 51480"/>
                <a:gd name="textAreaTop" fmla="*/ 0 h 3375720"/>
                <a:gd name="textAreaBottom" fmla="*/ 3384720 h 337572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14480" dir="311665" dist="87479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Open Sans"/>
                </a:rPr>
                <a:t> 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" name="Freeform 6"/>
            <p:cNvSpPr/>
            <p:nvPr/>
          </p:nvSpPr>
          <p:spPr>
            <a:xfrm>
              <a:off x="8574480" y="2233800"/>
              <a:ext cx="51480" cy="3375720"/>
            </a:xfrm>
            <a:custGeom>
              <a:avLst/>
              <a:gdLst>
                <a:gd name="textAreaLeft" fmla="*/ 0 w 51480"/>
                <a:gd name="textAreaRight" fmla="*/ 60480 w 51480"/>
                <a:gd name="textAreaTop" fmla="*/ 0 h 3375720"/>
                <a:gd name="textAreaBottom" fmla="*/ 3384720 h 337572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6" name="Group 17"/>
          <p:cNvGrpSpPr/>
          <p:nvPr/>
        </p:nvGrpSpPr>
        <p:grpSpPr>
          <a:xfrm>
            <a:off x="11136960" y="2252880"/>
            <a:ext cx="51480" cy="3380400"/>
            <a:chOff x="11136960" y="2252880"/>
            <a:chExt cx="51480" cy="3380400"/>
          </a:xfrm>
        </p:grpSpPr>
        <p:sp>
          <p:nvSpPr>
            <p:cNvPr id="57" name="Freeform 6"/>
            <p:cNvSpPr/>
            <p:nvPr/>
          </p:nvSpPr>
          <p:spPr>
            <a:xfrm>
              <a:off x="11136960" y="2257560"/>
              <a:ext cx="51480" cy="3375720"/>
            </a:xfrm>
            <a:custGeom>
              <a:avLst/>
              <a:gdLst>
                <a:gd name="textAreaLeft" fmla="*/ 0 w 51480"/>
                <a:gd name="textAreaRight" fmla="*/ 60480 w 51480"/>
                <a:gd name="textAreaTop" fmla="*/ 0 h 3375720"/>
                <a:gd name="textAreaBottom" fmla="*/ 3384720 h 337572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14480" dir="311665" dist="87479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Open Sans"/>
                </a:rPr>
                <a:t> 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" name="Freeform 6"/>
            <p:cNvSpPr/>
            <p:nvPr/>
          </p:nvSpPr>
          <p:spPr>
            <a:xfrm>
              <a:off x="11136960" y="2252880"/>
              <a:ext cx="51480" cy="3375720"/>
            </a:xfrm>
            <a:custGeom>
              <a:avLst/>
              <a:gdLst>
                <a:gd name="textAreaLeft" fmla="*/ 0 w 51480"/>
                <a:gd name="textAreaRight" fmla="*/ 60480 w 51480"/>
                <a:gd name="textAreaTop" fmla="*/ 0 h 3375720"/>
                <a:gd name="textAreaBottom" fmla="*/ 3384720 h 337572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9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Freeform 32"/>
          <p:cNvSpPr/>
          <p:nvPr/>
        </p:nvSpPr>
        <p:spPr>
          <a:xfrm>
            <a:off x="-1892160" y="-1089000"/>
            <a:ext cx="7420680" cy="3798360"/>
          </a:xfrm>
          <a:custGeom>
            <a:avLst/>
            <a:gdLst>
              <a:gd name="textAreaLeft" fmla="*/ 0 w 7420680"/>
              <a:gd name="textAreaRight" fmla="*/ 7429680 w 7420680"/>
              <a:gd name="textAreaTop" fmla="*/ 0 h 3798360"/>
              <a:gd name="textAreaBottom" fmla="*/ 3807360 h 379836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64" name="Group 24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65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6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67" name="Rectangle 33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6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C7ECA9B4-04B9-45E4-BBC4-348C9E65188F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0" name="Group 7"/>
          <p:cNvGrpSpPr/>
          <p:nvPr/>
        </p:nvGrpSpPr>
        <p:grpSpPr>
          <a:xfrm>
            <a:off x="6215040" y="801720"/>
            <a:ext cx="4683600" cy="5328000"/>
            <a:chOff x="6215040" y="801720"/>
            <a:chExt cx="4683600" cy="5328000"/>
          </a:xfrm>
        </p:grpSpPr>
        <p:sp>
          <p:nvSpPr>
            <p:cNvPr id="71" name="Freeform 8"/>
            <p:cNvSpPr/>
            <p:nvPr/>
          </p:nvSpPr>
          <p:spPr>
            <a:xfrm>
              <a:off x="6215040" y="801720"/>
              <a:ext cx="4683600" cy="5328000"/>
            </a:xfrm>
            <a:custGeom>
              <a:avLst/>
              <a:gdLst>
                <a:gd name="textAreaLeft" fmla="*/ 0 w 4683600"/>
                <a:gd name="textAreaRight" fmla="*/ 4692600 w 4683600"/>
                <a:gd name="textAreaTop" fmla="*/ 0 h 5328000"/>
                <a:gd name="textAreaBottom" fmla="*/ 5337000 h 5328000"/>
              </a:gdLst>
              <a:ahLst/>
              <a:rect l="textAreaLeft" t="textAreaTop" r="textAreaRight" b="textAreaBottom"/>
              <a:pathLst>
                <a:path w="1231" h="1399">
                  <a:moveTo>
                    <a:pt x="1091" y="1399"/>
                  </a:moveTo>
                  <a:cubicBezTo>
                    <a:pt x="139" y="1399"/>
                    <a:pt x="139" y="1399"/>
                    <a:pt x="139" y="1399"/>
                  </a:cubicBezTo>
                  <a:cubicBezTo>
                    <a:pt x="62" y="1399"/>
                    <a:pt x="0" y="1336"/>
                    <a:pt x="0" y="125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1091" y="0"/>
                    <a:pt x="1091" y="0"/>
                    <a:pt x="1091" y="0"/>
                  </a:cubicBezTo>
                  <a:cubicBezTo>
                    <a:pt x="1168" y="0"/>
                    <a:pt x="1231" y="62"/>
                    <a:pt x="1231" y="139"/>
                  </a:cubicBezTo>
                  <a:cubicBezTo>
                    <a:pt x="1231" y="1259"/>
                    <a:pt x="1231" y="1259"/>
                    <a:pt x="1231" y="1259"/>
                  </a:cubicBezTo>
                  <a:cubicBezTo>
                    <a:pt x="1231" y="1336"/>
                    <a:pt x="1168" y="1399"/>
                    <a:pt x="1091" y="139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2" name="Freeform 6"/>
            <p:cNvSpPr/>
            <p:nvPr/>
          </p:nvSpPr>
          <p:spPr>
            <a:xfrm>
              <a:off x="6215040" y="801720"/>
              <a:ext cx="4683600" cy="5328000"/>
            </a:xfrm>
            <a:custGeom>
              <a:avLst/>
              <a:gdLst>
                <a:gd name="textAreaLeft" fmla="*/ 0 w 4683600"/>
                <a:gd name="textAreaRight" fmla="*/ 4692600 w 4683600"/>
                <a:gd name="textAreaTop" fmla="*/ 0 h 5328000"/>
                <a:gd name="textAreaBottom" fmla="*/ 5337000 h 5328000"/>
              </a:gdLst>
              <a:ahLst/>
              <a:rect l="textAreaLeft" t="textAreaTop" r="textAreaRight" b="textAreaBottom"/>
              <a:pathLst>
                <a:path w="1231" h="1399">
                  <a:moveTo>
                    <a:pt x="1091" y="1399"/>
                  </a:moveTo>
                  <a:cubicBezTo>
                    <a:pt x="139" y="1399"/>
                    <a:pt x="139" y="1399"/>
                    <a:pt x="139" y="1399"/>
                  </a:cubicBezTo>
                  <a:cubicBezTo>
                    <a:pt x="62" y="1399"/>
                    <a:pt x="0" y="1336"/>
                    <a:pt x="0" y="125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1091" y="0"/>
                    <a:pt x="1091" y="0"/>
                    <a:pt x="1091" y="0"/>
                  </a:cubicBezTo>
                  <a:cubicBezTo>
                    <a:pt x="1168" y="0"/>
                    <a:pt x="1231" y="62"/>
                    <a:pt x="1231" y="139"/>
                  </a:cubicBezTo>
                  <a:cubicBezTo>
                    <a:pt x="1231" y="1259"/>
                    <a:pt x="1231" y="1259"/>
                    <a:pt x="1231" y="1259"/>
                  </a:cubicBezTo>
                  <a:cubicBezTo>
                    <a:pt x="1231" y="1336"/>
                    <a:pt x="1168" y="1399"/>
                    <a:pt x="1091" y="139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3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Freeform 18"/>
          <p:cNvSpPr/>
          <p:nvPr/>
        </p:nvSpPr>
        <p:spPr>
          <a:xfrm rot="237600">
            <a:off x="-1387080" y="-951480"/>
            <a:ext cx="7395120" cy="6138720"/>
          </a:xfrm>
          <a:custGeom>
            <a:avLst/>
            <a:gdLst>
              <a:gd name="textAreaLeft" fmla="*/ 0 w 7395120"/>
              <a:gd name="textAreaRight" fmla="*/ 7404120 w 7395120"/>
              <a:gd name="textAreaTop" fmla="*/ 0 h 6138720"/>
              <a:gd name="textAreaBottom" fmla="*/ 6147720 h 613872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78" name="Group 10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79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0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1" name="Text Placeholder 5"/>
          <p:cNvSpPr/>
          <p:nvPr/>
        </p:nvSpPr>
        <p:spPr>
          <a:xfrm>
            <a:off x="603720" y="805680"/>
            <a:ext cx="4766040" cy="5328000"/>
          </a:xfrm>
          <a:prstGeom prst="roundRect">
            <a:avLst>
              <a:gd name="adj" fmla="val 953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Open Sans"/>
              </a:rPr>
              <a:t>Second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Open Sans"/>
              </a:rPr>
              <a:t>Third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Fourth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Fifth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Rectangle 19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4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D774062D-9EB1-45BB-AC43-8A403A1ED84B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5" name="Group 11"/>
          <p:cNvGrpSpPr/>
          <p:nvPr/>
        </p:nvGrpSpPr>
        <p:grpSpPr>
          <a:xfrm>
            <a:off x="9316080" y="1022400"/>
            <a:ext cx="2314080" cy="2316240"/>
            <a:chOff x="9316080" y="1022400"/>
            <a:chExt cx="2314080" cy="2316240"/>
          </a:xfrm>
        </p:grpSpPr>
        <p:sp>
          <p:nvSpPr>
            <p:cNvPr id="86" name="Freeform 6"/>
            <p:cNvSpPr/>
            <p:nvPr/>
          </p:nvSpPr>
          <p:spPr>
            <a:xfrm>
              <a:off x="9316080" y="1022400"/>
              <a:ext cx="2314080" cy="2316240"/>
            </a:xfrm>
            <a:custGeom>
              <a:avLst/>
              <a:gdLst>
                <a:gd name="textAreaLeft" fmla="*/ 0 w 2314080"/>
                <a:gd name="textAreaRight" fmla="*/ 2323080 w 2314080"/>
                <a:gd name="textAreaTop" fmla="*/ 0 h 2316240"/>
                <a:gd name="textAreaBottom" fmla="*/ 2325240 h 23162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7" name="Freeform 6"/>
            <p:cNvSpPr/>
            <p:nvPr/>
          </p:nvSpPr>
          <p:spPr>
            <a:xfrm>
              <a:off x="9316080" y="1022400"/>
              <a:ext cx="2314080" cy="2316240"/>
            </a:xfrm>
            <a:custGeom>
              <a:avLst/>
              <a:gdLst>
                <a:gd name="textAreaLeft" fmla="*/ 0 w 2314080"/>
                <a:gd name="textAreaRight" fmla="*/ 2323080 w 2314080"/>
                <a:gd name="textAreaTop" fmla="*/ 0 h 2316240"/>
                <a:gd name="textAreaBottom" fmla="*/ 2325240 h 23162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8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2" name="Group 28"/>
          <p:cNvGrpSpPr/>
          <p:nvPr/>
        </p:nvGrpSpPr>
        <p:grpSpPr>
          <a:xfrm>
            <a:off x="6627960" y="1022400"/>
            <a:ext cx="2314080" cy="2316240"/>
            <a:chOff x="6627960" y="1022400"/>
            <a:chExt cx="2314080" cy="2316240"/>
          </a:xfrm>
        </p:grpSpPr>
        <p:sp>
          <p:nvSpPr>
            <p:cNvPr id="93" name="Freeform 6"/>
            <p:cNvSpPr/>
            <p:nvPr/>
          </p:nvSpPr>
          <p:spPr>
            <a:xfrm>
              <a:off x="6627960" y="1022400"/>
              <a:ext cx="2314080" cy="2316240"/>
            </a:xfrm>
            <a:custGeom>
              <a:avLst/>
              <a:gdLst>
                <a:gd name="textAreaLeft" fmla="*/ 0 w 2314080"/>
                <a:gd name="textAreaRight" fmla="*/ 2323080 w 2314080"/>
                <a:gd name="textAreaTop" fmla="*/ 0 h 2316240"/>
                <a:gd name="textAreaBottom" fmla="*/ 2325240 h 23162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4" name="Freeform 6"/>
            <p:cNvSpPr/>
            <p:nvPr/>
          </p:nvSpPr>
          <p:spPr>
            <a:xfrm>
              <a:off x="6627960" y="1022400"/>
              <a:ext cx="2314080" cy="2316240"/>
            </a:xfrm>
            <a:custGeom>
              <a:avLst/>
              <a:gdLst>
                <a:gd name="textAreaLeft" fmla="*/ 0 w 2314080"/>
                <a:gd name="textAreaRight" fmla="*/ 2323080 w 2314080"/>
                <a:gd name="textAreaTop" fmla="*/ 0 h 2316240"/>
                <a:gd name="textAreaBottom" fmla="*/ 2325240 h 23162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95" name="Group 32"/>
          <p:cNvGrpSpPr/>
          <p:nvPr/>
        </p:nvGrpSpPr>
        <p:grpSpPr>
          <a:xfrm>
            <a:off x="9316080" y="3486960"/>
            <a:ext cx="2314080" cy="2316240"/>
            <a:chOff x="9316080" y="3486960"/>
            <a:chExt cx="2314080" cy="2316240"/>
          </a:xfrm>
        </p:grpSpPr>
        <p:sp>
          <p:nvSpPr>
            <p:cNvPr id="96" name="Freeform 6"/>
            <p:cNvSpPr/>
            <p:nvPr/>
          </p:nvSpPr>
          <p:spPr>
            <a:xfrm>
              <a:off x="9316080" y="3486960"/>
              <a:ext cx="2314080" cy="2316240"/>
            </a:xfrm>
            <a:custGeom>
              <a:avLst/>
              <a:gdLst>
                <a:gd name="textAreaLeft" fmla="*/ 0 w 2314080"/>
                <a:gd name="textAreaRight" fmla="*/ 2323080 w 2314080"/>
                <a:gd name="textAreaTop" fmla="*/ 0 h 2316240"/>
                <a:gd name="textAreaBottom" fmla="*/ 2325240 h 23162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7" name="Freeform 6"/>
            <p:cNvSpPr/>
            <p:nvPr/>
          </p:nvSpPr>
          <p:spPr>
            <a:xfrm>
              <a:off x="9316080" y="3486960"/>
              <a:ext cx="2314080" cy="2316240"/>
            </a:xfrm>
            <a:custGeom>
              <a:avLst/>
              <a:gdLst>
                <a:gd name="textAreaLeft" fmla="*/ 0 w 2314080"/>
                <a:gd name="textAreaRight" fmla="*/ 2323080 w 2314080"/>
                <a:gd name="textAreaTop" fmla="*/ 0 h 2316240"/>
                <a:gd name="textAreaBottom" fmla="*/ 2325240 h 23162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98" name="Group 36"/>
          <p:cNvGrpSpPr/>
          <p:nvPr/>
        </p:nvGrpSpPr>
        <p:grpSpPr>
          <a:xfrm>
            <a:off x="6627960" y="3486960"/>
            <a:ext cx="2314080" cy="2316240"/>
            <a:chOff x="6627960" y="3486960"/>
            <a:chExt cx="2314080" cy="2316240"/>
          </a:xfrm>
        </p:grpSpPr>
        <p:sp>
          <p:nvSpPr>
            <p:cNvPr id="99" name="Freeform 6"/>
            <p:cNvSpPr/>
            <p:nvPr/>
          </p:nvSpPr>
          <p:spPr>
            <a:xfrm>
              <a:off x="6627960" y="3486960"/>
              <a:ext cx="2314080" cy="2316240"/>
            </a:xfrm>
            <a:custGeom>
              <a:avLst/>
              <a:gdLst>
                <a:gd name="textAreaLeft" fmla="*/ 0 w 2314080"/>
                <a:gd name="textAreaRight" fmla="*/ 2323080 w 2314080"/>
                <a:gd name="textAreaTop" fmla="*/ 0 h 2316240"/>
                <a:gd name="textAreaBottom" fmla="*/ 2325240 h 23162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0" name="Freeform 6"/>
            <p:cNvSpPr/>
            <p:nvPr/>
          </p:nvSpPr>
          <p:spPr>
            <a:xfrm>
              <a:off x="6627960" y="3486960"/>
              <a:ext cx="2314080" cy="2316240"/>
            </a:xfrm>
            <a:custGeom>
              <a:avLst/>
              <a:gdLst>
                <a:gd name="textAreaLeft" fmla="*/ 0 w 2314080"/>
                <a:gd name="textAreaRight" fmla="*/ 2323080 w 2314080"/>
                <a:gd name="textAreaTop" fmla="*/ 0 h 2316240"/>
                <a:gd name="textAreaBottom" fmla="*/ 2325240 h 23162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1" name="Freeform 45"/>
          <p:cNvSpPr/>
          <p:nvPr/>
        </p:nvSpPr>
        <p:spPr>
          <a:xfrm rot="370200">
            <a:off x="-1690560" y="-68004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102" name="Group 17"/>
          <p:cNvGrpSpPr/>
          <p:nvPr/>
        </p:nvGrpSpPr>
        <p:grpSpPr>
          <a:xfrm>
            <a:off x="581400" y="1022400"/>
            <a:ext cx="4779000" cy="4783320"/>
            <a:chOff x="581400" y="1022400"/>
            <a:chExt cx="4779000" cy="4783320"/>
          </a:xfrm>
        </p:grpSpPr>
        <p:sp>
          <p:nvSpPr>
            <p:cNvPr id="103" name="Freeform 22"/>
            <p:cNvSpPr/>
            <p:nvPr/>
          </p:nvSpPr>
          <p:spPr>
            <a:xfrm>
              <a:off x="581400" y="1022400"/>
              <a:ext cx="4779000" cy="4783320"/>
            </a:xfrm>
            <a:custGeom>
              <a:avLst/>
              <a:gdLst>
                <a:gd name="textAreaLeft" fmla="*/ 0 w 4779000"/>
                <a:gd name="textAreaRight" fmla="*/ 4788000 w 4779000"/>
                <a:gd name="textAreaTop" fmla="*/ 0 h 4783320"/>
                <a:gd name="textAreaBottom" fmla="*/ 4792320 h 47833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4" name="Freeform 6"/>
            <p:cNvSpPr/>
            <p:nvPr/>
          </p:nvSpPr>
          <p:spPr>
            <a:xfrm>
              <a:off x="581400" y="1022400"/>
              <a:ext cx="4779000" cy="4783320"/>
            </a:xfrm>
            <a:custGeom>
              <a:avLst/>
              <a:gdLst>
                <a:gd name="textAreaLeft" fmla="*/ 0 w 4779000"/>
                <a:gd name="textAreaRight" fmla="*/ 4788000 w 4779000"/>
                <a:gd name="textAreaTop" fmla="*/ 0 h 4783320"/>
                <a:gd name="textAreaBottom" fmla="*/ 4792320 h 47833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5" name="Text Placeholder 2"/>
          <p:cNvSpPr/>
          <p:nvPr/>
        </p:nvSpPr>
        <p:spPr>
          <a:xfrm>
            <a:off x="817920" y="1284120"/>
            <a:ext cx="4308840" cy="4271040"/>
          </a:xfrm>
          <a:prstGeom prst="roundRect">
            <a:avLst>
              <a:gd name="adj" fmla="val 6666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Open Sans"/>
              </a:rPr>
              <a:t>Second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Open Sans"/>
              </a:rPr>
              <a:t>Third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Fourth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Fifth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6" name="Group 35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107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8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9" name="Rectangle 46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1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43B327B0-3EC3-494D-B462-66094D8B873D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Line 13"/>
          <p:cNvSpPr/>
          <p:nvPr/>
        </p:nvSpPr>
        <p:spPr>
          <a:xfrm>
            <a:off x="1998000" y="3327840"/>
            <a:ext cx="8032680" cy="360"/>
          </a:xfrm>
          <a:prstGeom prst="line">
            <a:avLst/>
          </a:prstGeom>
          <a:ln w="69850">
            <a:solidFill>
              <a:srgbClr val="3342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113" name="Group 6"/>
          <p:cNvGrpSpPr/>
          <p:nvPr/>
        </p:nvGrpSpPr>
        <p:grpSpPr>
          <a:xfrm>
            <a:off x="1853640" y="3183480"/>
            <a:ext cx="282960" cy="282960"/>
            <a:chOff x="1853640" y="3183480"/>
            <a:chExt cx="282960" cy="282960"/>
          </a:xfrm>
        </p:grpSpPr>
        <p:sp>
          <p:nvSpPr>
            <p:cNvPr id="114" name="Oval 7"/>
            <p:cNvSpPr/>
            <p:nvPr/>
          </p:nvSpPr>
          <p:spPr>
            <a:xfrm>
              <a:off x="1853640" y="3183480"/>
              <a:ext cx="282960" cy="28296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15" name="Oval 28"/>
            <p:cNvSpPr/>
            <p:nvPr/>
          </p:nvSpPr>
          <p:spPr>
            <a:xfrm>
              <a:off x="1927440" y="3257280"/>
              <a:ext cx="132120" cy="1306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16" name="Group 9"/>
          <p:cNvGrpSpPr/>
          <p:nvPr/>
        </p:nvGrpSpPr>
        <p:grpSpPr>
          <a:xfrm>
            <a:off x="3190320" y="3183480"/>
            <a:ext cx="282960" cy="282960"/>
            <a:chOff x="3190320" y="3183480"/>
            <a:chExt cx="282960" cy="282960"/>
          </a:xfrm>
        </p:grpSpPr>
        <p:sp>
          <p:nvSpPr>
            <p:cNvPr id="117" name="Oval 10"/>
            <p:cNvSpPr/>
            <p:nvPr/>
          </p:nvSpPr>
          <p:spPr>
            <a:xfrm>
              <a:off x="3190320" y="3183480"/>
              <a:ext cx="282960" cy="28296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18" name="Oval 28"/>
            <p:cNvSpPr/>
            <p:nvPr/>
          </p:nvSpPr>
          <p:spPr>
            <a:xfrm>
              <a:off x="3264120" y="3257280"/>
              <a:ext cx="132120" cy="1306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19" name="Group 12"/>
          <p:cNvGrpSpPr/>
          <p:nvPr/>
        </p:nvGrpSpPr>
        <p:grpSpPr>
          <a:xfrm>
            <a:off x="4525560" y="3183480"/>
            <a:ext cx="282960" cy="282960"/>
            <a:chOff x="4525560" y="3183480"/>
            <a:chExt cx="282960" cy="282960"/>
          </a:xfrm>
        </p:grpSpPr>
        <p:sp>
          <p:nvSpPr>
            <p:cNvPr id="120" name="Oval 13"/>
            <p:cNvSpPr/>
            <p:nvPr/>
          </p:nvSpPr>
          <p:spPr>
            <a:xfrm>
              <a:off x="4525560" y="3183480"/>
              <a:ext cx="282960" cy="28296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21" name="Oval 28"/>
            <p:cNvSpPr/>
            <p:nvPr/>
          </p:nvSpPr>
          <p:spPr>
            <a:xfrm>
              <a:off x="4599360" y="3257280"/>
              <a:ext cx="132120" cy="1306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22" name="Group 15"/>
          <p:cNvGrpSpPr/>
          <p:nvPr/>
        </p:nvGrpSpPr>
        <p:grpSpPr>
          <a:xfrm>
            <a:off x="5863680" y="3183480"/>
            <a:ext cx="282960" cy="282960"/>
            <a:chOff x="5863680" y="3183480"/>
            <a:chExt cx="282960" cy="282960"/>
          </a:xfrm>
        </p:grpSpPr>
        <p:sp>
          <p:nvSpPr>
            <p:cNvPr id="123" name="Oval 16"/>
            <p:cNvSpPr/>
            <p:nvPr/>
          </p:nvSpPr>
          <p:spPr>
            <a:xfrm>
              <a:off x="5863680" y="3183480"/>
              <a:ext cx="282960" cy="28296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24" name="Oval 28"/>
            <p:cNvSpPr/>
            <p:nvPr/>
          </p:nvSpPr>
          <p:spPr>
            <a:xfrm>
              <a:off x="5937480" y="3257280"/>
              <a:ext cx="132120" cy="1306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25" name="Group 18"/>
          <p:cNvGrpSpPr/>
          <p:nvPr/>
        </p:nvGrpSpPr>
        <p:grpSpPr>
          <a:xfrm>
            <a:off x="7198920" y="3183480"/>
            <a:ext cx="282960" cy="282960"/>
            <a:chOff x="7198920" y="3183480"/>
            <a:chExt cx="282960" cy="282960"/>
          </a:xfrm>
        </p:grpSpPr>
        <p:sp>
          <p:nvSpPr>
            <p:cNvPr id="126" name="Oval 19"/>
            <p:cNvSpPr/>
            <p:nvPr/>
          </p:nvSpPr>
          <p:spPr>
            <a:xfrm>
              <a:off x="7198920" y="3183480"/>
              <a:ext cx="282960" cy="28296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27" name="Oval 28"/>
            <p:cNvSpPr/>
            <p:nvPr/>
          </p:nvSpPr>
          <p:spPr>
            <a:xfrm>
              <a:off x="7272720" y="3257280"/>
              <a:ext cx="132120" cy="1306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28" name="Group 21"/>
          <p:cNvGrpSpPr/>
          <p:nvPr/>
        </p:nvGrpSpPr>
        <p:grpSpPr>
          <a:xfrm>
            <a:off x="8547480" y="3183480"/>
            <a:ext cx="282960" cy="282960"/>
            <a:chOff x="8547480" y="3183480"/>
            <a:chExt cx="282960" cy="282960"/>
          </a:xfrm>
        </p:grpSpPr>
        <p:sp>
          <p:nvSpPr>
            <p:cNvPr id="129" name="Oval 22"/>
            <p:cNvSpPr/>
            <p:nvPr/>
          </p:nvSpPr>
          <p:spPr>
            <a:xfrm>
              <a:off x="8547480" y="3183480"/>
              <a:ext cx="282960" cy="28296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30" name="Oval 28"/>
            <p:cNvSpPr/>
            <p:nvPr/>
          </p:nvSpPr>
          <p:spPr>
            <a:xfrm>
              <a:off x="8621280" y="3257280"/>
              <a:ext cx="132120" cy="1306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31" name="Group 24"/>
          <p:cNvGrpSpPr/>
          <p:nvPr/>
        </p:nvGrpSpPr>
        <p:grpSpPr>
          <a:xfrm>
            <a:off x="9884880" y="3183480"/>
            <a:ext cx="282960" cy="282960"/>
            <a:chOff x="9884880" y="3183480"/>
            <a:chExt cx="282960" cy="282960"/>
          </a:xfrm>
        </p:grpSpPr>
        <p:sp>
          <p:nvSpPr>
            <p:cNvPr id="132" name="Oval 25"/>
            <p:cNvSpPr/>
            <p:nvPr/>
          </p:nvSpPr>
          <p:spPr>
            <a:xfrm>
              <a:off x="9884880" y="3183480"/>
              <a:ext cx="282960" cy="28296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33" name="Oval 28"/>
            <p:cNvSpPr/>
            <p:nvPr/>
          </p:nvSpPr>
          <p:spPr>
            <a:xfrm>
              <a:off x="9958680" y="3257280"/>
              <a:ext cx="132120" cy="1306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34" name="Group 28"/>
          <p:cNvGrpSpPr/>
          <p:nvPr/>
        </p:nvGrpSpPr>
        <p:grpSpPr>
          <a:xfrm>
            <a:off x="8135280" y="1762920"/>
            <a:ext cx="1109520" cy="1262520"/>
            <a:chOff x="8135280" y="1762920"/>
            <a:chExt cx="1109520" cy="1262520"/>
          </a:xfrm>
        </p:grpSpPr>
        <p:sp>
          <p:nvSpPr>
            <p:cNvPr id="135" name="Freeform 28"/>
            <p:cNvSpPr/>
            <p:nvPr/>
          </p:nvSpPr>
          <p:spPr>
            <a:xfrm>
              <a:off x="8141040" y="1762920"/>
              <a:ext cx="1103760" cy="1262520"/>
            </a:xfrm>
            <a:custGeom>
              <a:avLst/>
              <a:gdLst>
                <a:gd name="textAreaLeft" fmla="*/ 0 w 1103760"/>
                <a:gd name="textAreaRight" fmla="*/ 1112760 w 1103760"/>
                <a:gd name="textAreaTop" fmla="*/ 0 h 1262520"/>
                <a:gd name="textAreaBottom" fmla="*/ 1271520 h 1262520"/>
              </a:gdLst>
              <a:ah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36" name="Freeform 28"/>
            <p:cNvSpPr/>
            <p:nvPr/>
          </p:nvSpPr>
          <p:spPr>
            <a:xfrm>
              <a:off x="8135280" y="1762920"/>
              <a:ext cx="1103760" cy="1262520"/>
            </a:xfrm>
            <a:custGeom>
              <a:avLst/>
              <a:gdLst>
                <a:gd name="textAreaLeft" fmla="*/ 0 w 1103760"/>
                <a:gd name="textAreaRight" fmla="*/ 1112760 w 1103760"/>
                <a:gd name="textAreaTop" fmla="*/ 0 h 1262520"/>
                <a:gd name="textAreaBottom" fmla="*/ 1271520 h 1262520"/>
              </a:gdLst>
              <a:ah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37" name="Group 33"/>
          <p:cNvGrpSpPr/>
          <p:nvPr/>
        </p:nvGrpSpPr>
        <p:grpSpPr>
          <a:xfrm>
            <a:off x="5445720" y="1762920"/>
            <a:ext cx="1109520" cy="1262520"/>
            <a:chOff x="5445720" y="1762920"/>
            <a:chExt cx="1109520" cy="1262520"/>
          </a:xfrm>
        </p:grpSpPr>
        <p:sp>
          <p:nvSpPr>
            <p:cNvPr id="138" name="Freeform 28"/>
            <p:cNvSpPr/>
            <p:nvPr/>
          </p:nvSpPr>
          <p:spPr>
            <a:xfrm>
              <a:off x="5451480" y="1762920"/>
              <a:ext cx="1103760" cy="1262520"/>
            </a:xfrm>
            <a:custGeom>
              <a:avLst/>
              <a:gdLst>
                <a:gd name="textAreaLeft" fmla="*/ 0 w 1103760"/>
                <a:gd name="textAreaRight" fmla="*/ 1112760 w 1103760"/>
                <a:gd name="textAreaTop" fmla="*/ 0 h 1262520"/>
                <a:gd name="textAreaBottom" fmla="*/ 1271520 h 1262520"/>
              </a:gdLst>
              <a:ah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39" name="Freeform 28"/>
            <p:cNvSpPr/>
            <p:nvPr/>
          </p:nvSpPr>
          <p:spPr>
            <a:xfrm>
              <a:off x="5445720" y="1762920"/>
              <a:ext cx="1103760" cy="1262520"/>
            </a:xfrm>
            <a:custGeom>
              <a:avLst/>
              <a:gdLst>
                <a:gd name="textAreaLeft" fmla="*/ 0 w 1103760"/>
                <a:gd name="textAreaRight" fmla="*/ 1112760 w 1103760"/>
                <a:gd name="textAreaTop" fmla="*/ 0 h 1262520"/>
                <a:gd name="textAreaBottom" fmla="*/ 1271520 h 1262520"/>
              </a:gdLst>
              <a:ah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40" name="Group 38"/>
          <p:cNvGrpSpPr/>
          <p:nvPr/>
        </p:nvGrpSpPr>
        <p:grpSpPr>
          <a:xfrm>
            <a:off x="6789240" y="3629520"/>
            <a:ext cx="1103760" cy="1267200"/>
            <a:chOff x="6789240" y="3629520"/>
            <a:chExt cx="1103760" cy="1267200"/>
          </a:xfrm>
        </p:grpSpPr>
        <p:sp>
          <p:nvSpPr>
            <p:cNvPr id="141" name="Freeform 34"/>
            <p:cNvSpPr/>
            <p:nvPr/>
          </p:nvSpPr>
          <p:spPr>
            <a:xfrm>
              <a:off x="6789240" y="3629520"/>
              <a:ext cx="1103760" cy="1267200"/>
            </a:xfrm>
            <a:custGeom>
              <a:avLst/>
              <a:gdLst>
                <a:gd name="textAreaLeft" fmla="*/ 0 w 1103760"/>
                <a:gd name="textAreaRight" fmla="*/ 1112760 w 1103760"/>
                <a:gd name="textAreaTop" fmla="*/ 0 h 1267200"/>
                <a:gd name="textAreaBottom" fmla="*/ 1276200 h 126720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42" name="Freeform 34"/>
            <p:cNvSpPr/>
            <p:nvPr/>
          </p:nvSpPr>
          <p:spPr>
            <a:xfrm>
              <a:off x="6789240" y="3629520"/>
              <a:ext cx="1103760" cy="1267200"/>
            </a:xfrm>
            <a:custGeom>
              <a:avLst/>
              <a:gdLst>
                <a:gd name="textAreaLeft" fmla="*/ 0 w 1103760"/>
                <a:gd name="textAreaRight" fmla="*/ 1112760 w 1103760"/>
                <a:gd name="textAreaTop" fmla="*/ 0 h 1267200"/>
                <a:gd name="textAreaBottom" fmla="*/ 1276200 h 126720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43" name="Group 43"/>
          <p:cNvGrpSpPr/>
          <p:nvPr/>
        </p:nvGrpSpPr>
        <p:grpSpPr>
          <a:xfrm>
            <a:off x="1449000" y="3629520"/>
            <a:ext cx="1103760" cy="1267200"/>
            <a:chOff x="1449000" y="3629520"/>
            <a:chExt cx="1103760" cy="1267200"/>
          </a:xfrm>
        </p:grpSpPr>
        <p:sp>
          <p:nvSpPr>
            <p:cNvPr id="144" name="Freeform 34"/>
            <p:cNvSpPr/>
            <p:nvPr/>
          </p:nvSpPr>
          <p:spPr>
            <a:xfrm>
              <a:off x="1449000" y="3629520"/>
              <a:ext cx="1103760" cy="1267200"/>
            </a:xfrm>
            <a:custGeom>
              <a:avLst/>
              <a:gdLst>
                <a:gd name="textAreaLeft" fmla="*/ 0 w 1103760"/>
                <a:gd name="textAreaRight" fmla="*/ 1112760 w 1103760"/>
                <a:gd name="textAreaTop" fmla="*/ 0 h 1267200"/>
                <a:gd name="textAreaBottom" fmla="*/ 1276200 h 126720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45" name="Freeform 34"/>
            <p:cNvSpPr/>
            <p:nvPr/>
          </p:nvSpPr>
          <p:spPr>
            <a:xfrm>
              <a:off x="1449000" y="3629520"/>
              <a:ext cx="1103760" cy="1267200"/>
            </a:xfrm>
            <a:custGeom>
              <a:avLst/>
              <a:gdLst>
                <a:gd name="textAreaLeft" fmla="*/ 0 w 1103760"/>
                <a:gd name="textAreaRight" fmla="*/ 1112760 w 1103760"/>
                <a:gd name="textAreaTop" fmla="*/ 0 h 1267200"/>
                <a:gd name="textAreaBottom" fmla="*/ 1276200 h 126720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46" name="Group 48"/>
          <p:cNvGrpSpPr/>
          <p:nvPr/>
        </p:nvGrpSpPr>
        <p:grpSpPr>
          <a:xfrm>
            <a:off x="4109400" y="3629520"/>
            <a:ext cx="1103760" cy="1267200"/>
            <a:chOff x="4109400" y="3629520"/>
            <a:chExt cx="1103760" cy="1267200"/>
          </a:xfrm>
        </p:grpSpPr>
        <p:sp>
          <p:nvSpPr>
            <p:cNvPr id="147" name="Freeform 34"/>
            <p:cNvSpPr/>
            <p:nvPr/>
          </p:nvSpPr>
          <p:spPr>
            <a:xfrm>
              <a:off x="4109400" y="3629520"/>
              <a:ext cx="1103760" cy="1267200"/>
            </a:xfrm>
            <a:custGeom>
              <a:avLst/>
              <a:gdLst>
                <a:gd name="textAreaLeft" fmla="*/ 0 w 1103760"/>
                <a:gd name="textAreaRight" fmla="*/ 1112760 w 1103760"/>
                <a:gd name="textAreaTop" fmla="*/ 0 h 1267200"/>
                <a:gd name="textAreaBottom" fmla="*/ 1276200 h 126720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48" name="Freeform 34"/>
            <p:cNvSpPr/>
            <p:nvPr/>
          </p:nvSpPr>
          <p:spPr>
            <a:xfrm>
              <a:off x="4109400" y="3629520"/>
              <a:ext cx="1103760" cy="1267200"/>
            </a:xfrm>
            <a:custGeom>
              <a:avLst/>
              <a:gdLst>
                <a:gd name="textAreaLeft" fmla="*/ 0 w 1103760"/>
                <a:gd name="textAreaRight" fmla="*/ 1112760 w 1103760"/>
                <a:gd name="textAreaTop" fmla="*/ 0 h 1267200"/>
                <a:gd name="textAreaBottom" fmla="*/ 1276200 h 126720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49" name="Group 53"/>
          <p:cNvGrpSpPr/>
          <p:nvPr/>
        </p:nvGrpSpPr>
        <p:grpSpPr>
          <a:xfrm>
            <a:off x="2772000" y="1762920"/>
            <a:ext cx="1109520" cy="1262520"/>
            <a:chOff x="2772000" y="1762920"/>
            <a:chExt cx="1109520" cy="1262520"/>
          </a:xfrm>
        </p:grpSpPr>
        <p:sp>
          <p:nvSpPr>
            <p:cNvPr id="150" name="Freeform 28"/>
            <p:cNvSpPr/>
            <p:nvPr/>
          </p:nvSpPr>
          <p:spPr>
            <a:xfrm>
              <a:off x="2777760" y="1762920"/>
              <a:ext cx="1103760" cy="1262520"/>
            </a:xfrm>
            <a:custGeom>
              <a:avLst/>
              <a:gdLst>
                <a:gd name="textAreaLeft" fmla="*/ 0 w 1103760"/>
                <a:gd name="textAreaRight" fmla="*/ 1112760 w 1103760"/>
                <a:gd name="textAreaTop" fmla="*/ 0 h 1262520"/>
                <a:gd name="textAreaBottom" fmla="*/ 1271520 h 1262520"/>
              </a:gdLst>
              <a:ah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51" name="Freeform 28"/>
            <p:cNvSpPr/>
            <p:nvPr/>
          </p:nvSpPr>
          <p:spPr>
            <a:xfrm>
              <a:off x="2772000" y="1762920"/>
              <a:ext cx="1103760" cy="1262520"/>
            </a:xfrm>
            <a:custGeom>
              <a:avLst/>
              <a:gdLst>
                <a:gd name="textAreaLeft" fmla="*/ 0 w 1103760"/>
                <a:gd name="textAreaRight" fmla="*/ 1112760 w 1103760"/>
                <a:gd name="textAreaTop" fmla="*/ 0 h 1262520"/>
                <a:gd name="textAreaBottom" fmla="*/ 1271520 h 1262520"/>
              </a:gdLst>
              <a:ah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52" name="Group 58"/>
          <p:cNvGrpSpPr/>
          <p:nvPr/>
        </p:nvGrpSpPr>
        <p:grpSpPr>
          <a:xfrm>
            <a:off x="9475200" y="3629520"/>
            <a:ext cx="1103760" cy="1267200"/>
            <a:chOff x="9475200" y="3629520"/>
            <a:chExt cx="1103760" cy="1267200"/>
          </a:xfrm>
        </p:grpSpPr>
        <p:sp>
          <p:nvSpPr>
            <p:cNvPr id="153" name="Freeform 34"/>
            <p:cNvSpPr/>
            <p:nvPr/>
          </p:nvSpPr>
          <p:spPr>
            <a:xfrm>
              <a:off x="9475200" y="3629520"/>
              <a:ext cx="1103760" cy="1267200"/>
            </a:xfrm>
            <a:custGeom>
              <a:avLst/>
              <a:gdLst>
                <a:gd name="textAreaLeft" fmla="*/ 0 w 1103760"/>
                <a:gd name="textAreaRight" fmla="*/ 1112760 w 1103760"/>
                <a:gd name="textAreaTop" fmla="*/ 0 h 1267200"/>
                <a:gd name="textAreaBottom" fmla="*/ 1276200 h 126720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54" name="Freeform 34"/>
            <p:cNvSpPr/>
            <p:nvPr/>
          </p:nvSpPr>
          <p:spPr>
            <a:xfrm>
              <a:off x="9475200" y="3629520"/>
              <a:ext cx="1103760" cy="1267200"/>
            </a:xfrm>
            <a:custGeom>
              <a:avLst/>
              <a:gdLst>
                <a:gd name="textAreaLeft" fmla="*/ 0 w 1103760"/>
                <a:gd name="textAreaRight" fmla="*/ 1112760 w 1103760"/>
                <a:gd name="textAreaTop" fmla="*/ 0 h 1267200"/>
                <a:gd name="textAreaBottom" fmla="*/ 1276200 h 126720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55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Freeform 73"/>
          <p:cNvSpPr/>
          <p:nvPr/>
        </p:nvSpPr>
        <p:spPr>
          <a:xfrm>
            <a:off x="-1861200" y="-1006200"/>
            <a:ext cx="7420680" cy="3798360"/>
          </a:xfrm>
          <a:custGeom>
            <a:avLst/>
            <a:gdLst>
              <a:gd name="textAreaLeft" fmla="*/ 0 w 7420680"/>
              <a:gd name="textAreaRight" fmla="*/ 7429680 w 7420680"/>
              <a:gd name="textAreaTop" fmla="*/ 0 h 3798360"/>
              <a:gd name="textAreaBottom" fmla="*/ 3807360 h 379836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160" name="Group 69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161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62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63" name="Rectangle 74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65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A00CD30E-2008-4879-9ED9-6859DD5B9525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Freeform 10"/>
          <p:cNvSpPr/>
          <p:nvPr/>
        </p:nvSpPr>
        <p:spPr>
          <a:xfrm>
            <a:off x="2082960" y="3490920"/>
            <a:ext cx="1964160" cy="1554840"/>
          </a:xfrm>
          <a:custGeom>
            <a:avLst/>
            <a:gdLst>
              <a:gd name="textAreaLeft" fmla="*/ 0 w 1964160"/>
              <a:gd name="textAreaRight" fmla="*/ 1973160 w 1964160"/>
              <a:gd name="textAreaTop" fmla="*/ 0 h 1554840"/>
              <a:gd name="textAreaBottom" fmla="*/ 1563840 h 1554840"/>
            </a:gdLst>
            <a:ahLst/>
            <a:rect l="textAreaLeft" t="textAreaTop" r="textAreaRight" b="textAreaBottom"/>
            <a:pathLst>
              <a:path w="518" h="410">
                <a:moveTo>
                  <a:pt x="518" y="354"/>
                </a:moveTo>
                <a:cubicBezTo>
                  <a:pt x="416" y="316"/>
                  <a:pt x="416" y="316"/>
                  <a:pt x="416" y="316"/>
                </a:cubicBezTo>
                <a:cubicBezTo>
                  <a:pt x="418" y="344"/>
                  <a:pt x="418" y="344"/>
                  <a:pt x="418" y="344"/>
                </a:cubicBezTo>
                <a:cubicBezTo>
                  <a:pt x="374" y="345"/>
                  <a:pt x="329" y="342"/>
                  <a:pt x="286" y="331"/>
                </a:cubicBezTo>
                <a:cubicBezTo>
                  <a:pt x="237" y="319"/>
                  <a:pt x="190" y="297"/>
                  <a:pt x="150" y="265"/>
                </a:cubicBezTo>
                <a:cubicBezTo>
                  <a:pt x="110" y="233"/>
                  <a:pt x="77" y="192"/>
                  <a:pt x="52" y="147"/>
                </a:cubicBezTo>
                <a:cubicBezTo>
                  <a:pt x="27" y="102"/>
                  <a:pt x="9" y="52"/>
                  <a:pt x="0" y="0"/>
                </a:cubicBezTo>
                <a:cubicBezTo>
                  <a:pt x="3" y="26"/>
                  <a:pt x="8" y="52"/>
                  <a:pt x="15" y="77"/>
                </a:cubicBezTo>
                <a:cubicBezTo>
                  <a:pt x="23" y="103"/>
                  <a:pt x="32" y="128"/>
                  <a:pt x="43" y="152"/>
                </a:cubicBezTo>
                <a:cubicBezTo>
                  <a:pt x="66" y="199"/>
                  <a:pt x="97" y="244"/>
                  <a:pt x="137" y="280"/>
                </a:cubicBezTo>
                <a:cubicBezTo>
                  <a:pt x="177" y="316"/>
                  <a:pt x="226" y="343"/>
                  <a:pt x="277" y="360"/>
                </a:cubicBezTo>
                <a:cubicBezTo>
                  <a:pt x="297" y="366"/>
                  <a:pt x="297" y="366"/>
                  <a:pt x="297" y="366"/>
                </a:cubicBezTo>
                <a:cubicBezTo>
                  <a:pt x="317" y="371"/>
                  <a:pt x="317" y="371"/>
                  <a:pt x="317" y="371"/>
                </a:cubicBezTo>
                <a:cubicBezTo>
                  <a:pt x="323" y="372"/>
                  <a:pt x="330" y="373"/>
                  <a:pt x="337" y="375"/>
                </a:cubicBezTo>
                <a:cubicBezTo>
                  <a:pt x="343" y="376"/>
                  <a:pt x="350" y="377"/>
                  <a:pt x="357" y="378"/>
                </a:cubicBezTo>
                <a:cubicBezTo>
                  <a:pt x="377" y="380"/>
                  <a:pt x="377" y="380"/>
                  <a:pt x="377" y="380"/>
                </a:cubicBezTo>
                <a:cubicBezTo>
                  <a:pt x="397" y="381"/>
                  <a:pt x="397" y="381"/>
                  <a:pt x="397" y="381"/>
                </a:cubicBezTo>
                <a:cubicBezTo>
                  <a:pt x="408" y="382"/>
                  <a:pt x="408" y="382"/>
                  <a:pt x="408" y="382"/>
                </a:cubicBezTo>
                <a:cubicBezTo>
                  <a:pt x="418" y="382"/>
                  <a:pt x="418" y="382"/>
                  <a:pt x="418" y="382"/>
                </a:cubicBezTo>
                <a:cubicBezTo>
                  <a:pt x="422" y="382"/>
                  <a:pt x="422" y="382"/>
                  <a:pt x="422" y="382"/>
                </a:cubicBezTo>
                <a:cubicBezTo>
                  <a:pt x="424" y="410"/>
                  <a:pt x="424" y="410"/>
                  <a:pt x="424" y="410"/>
                </a:cubicBezTo>
                <a:lnTo>
                  <a:pt x="518" y="354"/>
                </a:lnTo>
                <a:close/>
              </a:path>
            </a:pathLst>
          </a:custGeom>
          <a:gradFill rotWithShape="0">
            <a:gsLst>
              <a:gs pos="0">
                <a:srgbClr val="bf0000"/>
              </a:gs>
              <a:gs pos="50000">
                <a:srgbClr val="a10000"/>
              </a:gs>
              <a:gs pos="100000">
                <a:srgbClr val="710000"/>
              </a:gs>
            </a:gsLst>
            <a:lin ang="18900000"/>
          </a:gradFill>
          <a:ln w="0">
            <a:solidFill>
              <a:srgbClr val="c00000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67" name="Freeform 11"/>
          <p:cNvSpPr/>
          <p:nvPr/>
        </p:nvSpPr>
        <p:spPr>
          <a:xfrm>
            <a:off x="6576840" y="3053520"/>
            <a:ext cx="1877040" cy="1326240"/>
          </a:xfrm>
          <a:custGeom>
            <a:avLst/>
            <a:gdLst>
              <a:gd name="textAreaLeft" fmla="*/ 0 w 1877040"/>
              <a:gd name="textAreaRight" fmla="*/ 1886040 w 1877040"/>
              <a:gd name="textAreaTop" fmla="*/ 0 h 1326240"/>
              <a:gd name="textAreaBottom" fmla="*/ 1335240 h 1326240"/>
            </a:gdLst>
            <a:ahLst/>
            <a:rect l="textAreaLeft" t="textAreaTop" r="textAreaRight" b="textAreaBottom"/>
            <a:pathLst>
              <a:path w="495" h="350">
                <a:moveTo>
                  <a:pt x="495" y="263"/>
                </a:moveTo>
                <a:cubicBezTo>
                  <a:pt x="386" y="268"/>
                  <a:pt x="386" y="268"/>
                  <a:pt x="386" y="268"/>
                </a:cubicBezTo>
                <a:cubicBezTo>
                  <a:pt x="399" y="293"/>
                  <a:pt x="399" y="293"/>
                  <a:pt x="399" y="293"/>
                </a:cubicBezTo>
                <a:cubicBezTo>
                  <a:pt x="358" y="309"/>
                  <a:pt x="313" y="316"/>
                  <a:pt x="269" y="314"/>
                </a:cubicBezTo>
                <a:cubicBezTo>
                  <a:pt x="219" y="311"/>
                  <a:pt x="168" y="296"/>
                  <a:pt x="125" y="269"/>
                </a:cubicBezTo>
                <a:cubicBezTo>
                  <a:pt x="82" y="242"/>
                  <a:pt x="47" y="202"/>
                  <a:pt x="26" y="154"/>
                </a:cubicBezTo>
                <a:cubicBezTo>
                  <a:pt x="16" y="130"/>
                  <a:pt x="10" y="105"/>
                  <a:pt x="7" y="79"/>
                </a:cubicBezTo>
                <a:cubicBezTo>
                  <a:pt x="4" y="53"/>
                  <a:pt x="4" y="26"/>
                  <a:pt x="7" y="0"/>
                </a:cubicBezTo>
                <a:cubicBezTo>
                  <a:pt x="2" y="26"/>
                  <a:pt x="0" y="53"/>
                  <a:pt x="2" y="79"/>
                </a:cubicBezTo>
                <a:cubicBezTo>
                  <a:pt x="3" y="106"/>
                  <a:pt x="8" y="132"/>
                  <a:pt x="17" y="158"/>
                </a:cubicBezTo>
                <a:cubicBezTo>
                  <a:pt x="26" y="183"/>
                  <a:pt x="39" y="207"/>
                  <a:pt x="56" y="229"/>
                </a:cubicBezTo>
                <a:cubicBezTo>
                  <a:pt x="72" y="250"/>
                  <a:pt x="92" y="269"/>
                  <a:pt x="114" y="285"/>
                </a:cubicBezTo>
                <a:cubicBezTo>
                  <a:pt x="158" y="318"/>
                  <a:pt x="211" y="337"/>
                  <a:pt x="266" y="344"/>
                </a:cubicBezTo>
                <a:cubicBezTo>
                  <a:pt x="317" y="350"/>
                  <a:pt x="369" y="344"/>
                  <a:pt x="418" y="328"/>
                </a:cubicBezTo>
                <a:cubicBezTo>
                  <a:pt x="430" y="350"/>
                  <a:pt x="430" y="350"/>
                  <a:pt x="430" y="350"/>
                </a:cubicBezTo>
                <a:lnTo>
                  <a:pt x="495" y="263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68" name="Freeform 12"/>
          <p:cNvSpPr/>
          <p:nvPr/>
        </p:nvSpPr>
        <p:spPr>
          <a:xfrm>
            <a:off x="4175280" y="1803240"/>
            <a:ext cx="1676880" cy="2254680"/>
          </a:xfrm>
          <a:custGeom>
            <a:avLst/>
            <a:gdLst>
              <a:gd name="textAreaLeft" fmla="*/ 0 w 1676880"/>
              <a:gd name="textAreaRight" fmla="*/ 1685880 w 1676880"/>
              <a:gd name="textAreaTop" fmla="*/ 0 h 2254680"/>
              <a:gd name="textAreaBottom" fmla="*/ 2263680 h 2254680"/>
            </a:gdLst>
            <a:ahLst/>
            <a:rect l="textAreaLeft" t="textAreaTop" r="textAreaRight" b="textAreaBottom"/>
            <a:pathLst>
              <a:path w="443" h="594">
                <a:moveTo>
                  <a:pt x="443" y="42"/>
                </a:moveTo>
                <a:cubicBezTo>
                  <a:pt x="341" y="0"/>
                  <a:pt x="341" y="0"/>
                  <a:pt x="341" y="0"/>
                </a:cubicBezTo>
                <a:cubicBezTo>
                  <a:pt x="343" y="29"/>
                  <a:pt x="343" y="29"/>
                  <a:pt x="343" y="29"/>
                </a:cubicBezTo>
                <a:cubicBezTo>
                  <a:pt x="317" y="33"/>
                  <a:pt x="291" y="39"/>
                  <a:pt x="265" y="47"/>
                </a:cubicBezTo>
                <a:cubicBezTo>
                  <a:pt x="234" y="57"/>
                  <a:pt x="205" y="71"/>
                  <a:pt x="177" y="88"/>
                </a:cubicBezTo>
                <a:cubicBezTo>
                  <a:pt x="149" y="104"/>
                  <a:pt x="124" y="125"/>
                  <a:pt x="102" y="149"/>
                </a:cubicBezTo>
                <a:cubicBezTo>
                  <a:pt x="80" y="172"/>
                  <a:pt x="61" y="199"/>
                  <a:pt x="47" y="227"/>
                </a:cubicBezTo>
                <a:cubicBezTo>
                  <a:pt x="17" y="284"/>
                  <a:pt x="4" y="347"/>
                  <a:pt x="2" y="410"/>
                </a:cubicBezTo>
                <a:cubicBezTo>
                  <a:pt x="0" y="473"/>
                  <a:pt x="11" y="536"/>
                  <a:pt x="34" y="594"/>
                </a:cubicBezTo>
                <a:cubicBezTo>
                  <a:pt x="14" y="535"/>
                  <a:pt x="7" y="472"/>
                  <a:pt x="12" y="411"/>
                </a:cubicBezTo>
                <a:cubicBezTo>
                  <a:pt x="17" y="349"/>
                  <a:pt x="34" y="289"/>
                  <a:pt x="64" y="237"/>
                </a:cubicBezTo>
                <a:cubicBezTo>
                  <a:pt x="80" y="211"/>
                  <a:pt x="98" y="187"/>
                  <a:pt x="120" y="166"/>
                </a:cubicBezTo>
                <a:cubicBezTo>
                  <a:pt x="141" y="145"/>
                  <a:pt x="166" y="128"/>
                  <a:pt x="192" y="114"/>
                </a:cubicBezTo>
                <a:cubicBezTo>
                  <a:pt x="218" y="99"/>
                  <a:pt x="246" y="89"/>
                  <a:pt x="275" y="81"/>
                </a:cubicBezTo>
                <a:cubicBezTo>
                  <a:pt x="298" y="75"/>
                  <a:pt x="321" y="71"/>
                  <a:pt x="345" y="68"/>
                </a:cubicBezTo>
                <a:cubicBezTo>
                  <a:pt x="347" y="94"/>
                  <a:pt x="347" y="94"/>
                  <a:pt x="347" y="94"/>
                </a:cubicBezTo>
                <a:lnTo>
                  <a:pt x="443" y="42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69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73" name="Group 24"/>
          <p:cNvGrpSpPr/>
          <p:nvPr/>
        </p:nvGrpSpPr>
        <p:grpSpPr>
          <a:xfrm>
            <a:off x="5927400" y="580320"/>
            <a:ext cx="2216160" cy="2220840"/>
            <a:chOff x="5927400" y="580320"/>
            <a:chExt cx="2216160" cy="2220840"/>
          </a:xfrm>
        </p:grpSpPr>
        <p:sp>
          <p:nvSpPr>
            <p:cNvPr id="174" name="Freeform 25"/>
            <p:cNvSpPr/>
            <p:nvPr/>
          </p:nvSpPr>
          <p:spPr>
            <a:xfrm>
              <a:off x="5927400" y="580320"/>
              <a:ext cx="2216160" cy="2220840"/>
            </a:xfrm>
            <a:custGeom>
              <a:avLst/>
              <a:gdLst>
                <a:gd name="textAreaLeft" fmla="*/ 0 w 2216160"/>
                <a:gd name="textAreaRight" fmla="*/ 2225160 w 2216160"/>
                <a:gd name="textAreaTop" fmla="*/ 0 h 2220840"/>
                <a:gd name="textAreaBottom" fmla="*/ 2229840 h 22208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75" name="Freeform 6"/>
            <p:cNvSpPr/>
            <p:nvPr/>
          </p:nvSpPr>
          <p:spPr>
            <a:xfrm>
              <a:off x="5927400" y="580320"/>
              <a:ext cx="2216160" cy="2220840"/>
            </a:xfrm>
            <a:custGeom>
              <a:avLst/>
              <a:gdLst>
                <a:gd name="textAreaLeft" fmla="*/ 0 w 2216160"/>
                <a:gd name="textAreaRight" fmla="*/ 2225160 w 2216160"/>
                <a:gd name="textAreaTop" fmla="*/ 0 h 2220840"/>
                <a:gd name="textAreaBottom" fmla="*/ 2229840 h 22208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76" name="Group 28"/>
          <p:cNvGrpSpPr/>
          <p:nvPr/>
        </p:nvGrpSpPr>
        <p:grpSpPr>
          <a:xfrm>
            <a:off x="8552520" y="3053520"/>
            <a:ext cx="2216160" cy="2220840"/>
            <a:chOff x="8552520" y="3053520"/>
            <a:chExt cx="2216160" cy="2220840"/>
          </a:xfrm>
        </p:grpSpPr>
        <p:sp>
          <p:nvSpPr>
            <p:cNvPr id="177" name="Freeform 29"/>
            <p:cNvSpPr/>
            <p:nvPr/>
          </p:nvSpPr>
          <p:spPr>
            <a:xfrm>
              <a:off x="8552520" y="3053520"/>
              <a:ext cx="2216160" cy="2220840"/>
            </a:xfrm>
            <a:custGeom>
              <a:avLst/>
              <a:gdLst>
                <a:gd name="textAreaLeft" fmla="*/ 0 w 2216160"/>
                <a:gd name="textAreaRight" fmla="*/ 2225160 w 2216160"/>
                <a:gd name="textAreaTop" fmla="*/ 0 h 2220840"/>
                <a:gd name="textAreaBottom" fmla="*/ 2229840 h 22208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78" name="Freeform 6"/>
            <p:cNvSpPr/>
            <p:nvPr/>
          </p:nvSpPr>
          <p:spPr>
            <a:xfrm>
              <a:off x="8552520" y="3053520"/>
              <a:ext cx="2216160" cy="2220840"/>
            </a:xfrm>
            <a:custGeom>
              <a:avLst/>
              <a:gdLst>
                <a:gd name="textAreaLeft" fmla="*/ 0 w 2216160"/>
                <a:gd name="textAreaRight" fmla="*/ 2225160 w 2216160"/>
                <a:gd name="textAreaTop" fmla="*/ 0 h 2220840"/>
                <a:gd name="textAreaBottom" fmla="*/ 2229840 h 22208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79" name="Group 32"/>
          <p:cNvGrpSpPr/>
          <p:nvPr/>
        </p:nvGrpSpPr>
        <p:grpSpPr>
          <a:xfrm>
            <a:off x="4307040" y="4130640"/>
            <a:ext cx="2216160" cy="2220840"/>
            <a:chOff x="4307040" y="4130640"/>
            <a:chExt cx="2216160" cy="2220840"/>
          </a:xfrm>
        </p:grpSpPr>
        <p:sp>
          <p:nvSpPr>
            <p:cNvPr id="180" name="Freeform 33"/>
            <p:cNvSpPr/>
            <p:nvPr/>
          </p:nvSpPr>
          <p:spPr>
            <a:xfrm>
              <a:off x="4307040" y="4130640"/>
              <a:ext cx="2216160" cy="2220840"/>
            </a:xfrm>
            <a:custGeom>
              <a:avLst/>
              <a:gdLst>
                <a:gd name="textAreaLeft" fmla="*/ 0 w 2216160"/>
                <a:gd name="textAreaRight" fmla="*/ 2225160 w 2216160"/>
                <a:gd name="textAreaTop" fmla="*/ 0 h 2220840"/>
                <a:gd name="textAreaBottom" fmla="*/ 2229840 h 22208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81" name="Freeform 6"/>
            <p:cNvSpPr/>
            <p:nvPr/>
          </p:nvSpPr>
          <p:spPr>
            <a:xfrm>
              <a:off x="4307040" y="4130640"/>
              <a:ext cx="2216160" cy="2220840"/>
            </a:xfrm>
            <a:custGeom>
              <a:avLst/>
              <a:gdLst>
                <a:gd name="textAreaLeft" fmla="*/ 0 w 2216160"/>
                <a:gd name="textAreaRight" fmla="*/ 2225160 w 2216160"/>
                <a:gd name="textAreaTop" fmla="*/ 0 h 2220840"/>
                <a:gd name="textAreaBottom" fmla="*/ 2229840 h 22208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82" name="Freeform 44"/>
          <p:cNvSpPr/>
          <p:nvPr/>
        </p:nvSpPr>
        <p:spPr>
          <a:xfrm>
            <a:off x="-2009880" y="-1276200"/>
            <a:ext cx="7420680" cy="3798360"/>
          </a:xfrm>
          <a:custGeom>
            <a:avLst/>
            <a:gdLst>
              <a:gd name="textAreaLeft" fmla="*/ 0 w 7420680"/>
              <a:gd name="textAreaRight" fmla="*/ 7429680 w 7420680"/>
              <a:gd name="textAreaTop" fmla="*/ 0 h 3798360"/>
              <a:gd name="textAreaBottom" fmla="*/ 3807360 h 379836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183" name="Group 36"/>
          <p:cNvGrpSpPr/>
          <p:nvPr/>
        </p:nvGrpSpPr>
        <p:grpSpPr>
          <a:xfrm>
            <a:off x="970200" y="1405440"/>
            <a:ext cx="2216160" cy="2220840"/>
            <a:chOff x="970200" y="1405440"/>
            <a:chExt cx="2216160" cy="2220840"/>
          </a:xfrm>
        </p:grpSpPr>
        <p:sp>
          <p:nvSpPr>
            <p:cNvPr id="184" name="Freeform 37"/>
            <p:cNvSpPr/>
            <p:nvPr/>
          </p:nvSpPr>
          <p:spPr>
            <a:xfrm>
              <a:off x="970200" y="1405440"/>
              <a:ext cx="2216160" cy="2220840"/>
            </a:xfrm>
            <a:custGeom>
              <a:avLst/>
              <a:gdLst>
                <a:gd name="textAreaLeft" fmla="*/ 0 w 2216160"/>
                <a:gd name="textAreaRight" fmla="*/ 2225160 w 2216160"/>
                <a:gd name="textAreaTop" fmla="*/ 0 h 2220840"/>
                <a:gd name="textAreaBottom" fmla="*/ 2229840 h 22208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85" name="Freeform 6"/>
            <p:cNvSpPr/>
            <p:nvPr/>
          </p:nvSpPr>
          <p:spPr>
            <a:xfrm>
              <a:off x="970200" y="1405440"/>
              <a:ext cx="2216160" cy="2220840"/>
            </a:xfrm>
            <a:custGeom>
              <a:avLst/>
              <a:gdLst>
                <a:gd name="textAreaLeft" fmla="*/ 0 w 2216160"/>
                <a:gd name="textAreaRight" fmla="*/ 2225160 w 2216160"/>
                <a:gd name="textAreaTop" fmla="*/ 0 h 2220840"/>
                <a:gd name="textAreaBottom" fmla="*/ 2229840 h 22208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86" name="Group 27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187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88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89" name="Rectangle 45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9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D9A22072-81D8-4E26-82C2-9335E83ED55D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Freeform 10"/>
          <p:cNvSpPr/>
          <p:nvPr/>
        </p:nvSpPr>
        <p:spPr>
          <a:xfrm>
            <a:off x="2082960" y="3490920"/>
            <a:ext cx="1964160" cy="1554840"/>
          </a:xfrm>
          <a:custGeom>
            <a:avLst/>
            <a:gdLst>
              <a:gd name="textAreaLeft" fmla="*/ 0 w 1964160"/>
              <a:gd name="textAreaRight" fmla="*/ 1973160 w 1964160"/>
              <a:gd name="textAreaTop" fmla="*/ 0 h 1554840"/>
              <a:gd name="textAreaBottom" fmla="*/ 1563840 h 1554840"/>
            </a:gdLst>
            <a:ahLst/>
            <a:rect l="textAreaLeft" t="textAreaTop" r="textAreaRight" b="textAreaBottom"/>
            <a:pathLst>
              <a:path w="518" h="410">
                <a:moveTo>
                  <a:pt x="518" y="354"/>
                </a:moveTo>
                <a:cubicBezTo>
                  <a:pt x="416" y="316"/>
                  <a:pt x="416" y="316"/>
                  <a:pt x="416" y="316"/>
                </a:cubicBezTo>
                <a:cubicBezTo>
                  <a:pt x="418" y="344"/>
                  <a:pt x="418" y="344"/>
                  <a:pt x="418" y="344"/>
                </a:cubicBezTo>
                <a:cubicBezTo>
                  <a:pt x="374" y="345"/>
                  <a:pt x="329" y="342"/>
                  <a:pt x="286" y="331"/>
                </a:cubicBezTo>
                <a:cubicBezTo>
                  <a:pt x="237" y="319"/>
                  <a:pt x="190" y="297"/>
                  <a:pt x="150" y="265"/>
                </a:cubicBezTo>
                <a:cubicBezTo>
                  <a:pt x="110" y="233"/>
                  <a:pt x="77" y="192"/>
                  <a:pt x="52" y="147"/>
                </a:cubicBezTo>
                <a:cubicBezTo>
                  <a:pt x="27" y="102"/>
                  <a:pt x="9" y="52"/>
                  <a:pt x="0" y="0"/>
                </a:cubicBezTo>
                <a:cubicBezTo>
                  <a:pt x="3" y="26"/>
                  <a:pt x="8" y="52"/>
                  <a:pt x="15" y="77"/>
                </a:cubicBezTo>
                <a:cubicBezTo>
                  <a:pt x="23" y="103"/>
                  <a:pt x="32" y="128"/>
                  <a:pt x="43" y="152"/>
                </a:cubicBezTo>
                <a:cubicBezTo>
                  <a:pt x="66" y="199"/>
                  <a:pt x="97" y="244"/>
                  <a:pt x="137" y="280"/>
                </a:cubicBezTo>
                <a:cubicBezTo>
                  <a:pt x="177" y="316"/>
                  <a:pt x="226" y="343"/>
                  <a:pt x="277" y="360"/>
                </a:cubicBezTo>
                <a:cubicBezTo>
                  <a:pt x="297" y="366"/>
                  <a:pt x="297" y="366"/>
                  <a:pt x="297" y="366"/>
                </a:cubicBezTo>
                <a:cubicBezTo>
                  <a:pt x="317" y="371"/>
                  <a:pt x="317" y="371"/>
                  <a:pt x="317" y="371"/>
                </a:cubicBezTo>
                <a:cubicBezTo>
                  <a:pt x="323" y="372"/>
                  <a:pt x="330" y="373"/>
                  <a:pt x="337" y="375"/>
                </a:cubicBezTo>
                <a:cubicBezTo>
                  <a:pt x="343" y="376"/>
                  <a:pt x="350" y="377"/>
                  <a:pt x="357" y="378"/>
                </a:cubicBezTo>
                <a:cubicBezTo>
                  <a:pt x="377" y="380"/>
                  <a:pt x="377" y="380"/>
                  <a:pt x="377" y="380"/>
                </a:cubicBezTo>
                <a:cubicBezTo>
                  <a:pt x="397" y="381"/>
                  <a:pt x="397" y="381"/>
                  <a:pt x="397" y="381"/>
                </a:cubicBezTo>
                <a:cubicBezTo>
                  <a:pt x="408" y="382"/>
                  <a:pt x="408" y="382"/>
                  <a:pt x="408" y="382"/>
                </a:cubicBezTo>
                <a:cubicBezTo>
                  <a:pt x="418" y="382"/>
                  <a:pt x="418" y="382"/>
                  <a:pt x="418" y="382"/>
                </a:cubicBezTo>
                <a:cubicBezTo>
                  <a:pt x="422" y="382"/>
                  <a:pt x="422" y="382"/>
                  <a:pt x="422" y="382"/>
                </a:cubicBezTo>
                <a:cubicBezTo>
                  <a:pt x="424" y="410"/>
                  <a:pt x="424" y="410"/>
                  <a:pt x="424" y="410"/>
                </a:cubicBezTo>
                <a:lnTo>
                  <a:pt x="518" y="354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93" name="Freeform 11"/>
          <p:cNvSpPr/>
          <p:nvPr/>
        </p:nvSpPr>
        <p:spPr>
          <a:xfrm>
            <a:off x="6552720" y="3029760"/>
            <a:ext cx="1877040" cy="1326240"/>
          </a:xfrm>
          <a:custGeom>
            <a:avLst/>
            <a:gdLst>
              <a:gd name="textAreaLeft" fmla="*/ 0 w 1877040"/>
              <a:gd name="textAreaRight" fmla="*/ 1886040 w 1877040"/>
              <a:gd name="textAreaTop" fmla="*/ 0 h 1326240"/>
              <a:gd name="textAreaBottom" fmla="*/ 1335240 h 1326240"/>
            </a:gdLst>
            <a:ahLst/>
            <a:rect l="textAreaLeft" t="textAreaTop" r="textAreaRight" b="textAreaBottom"/>
            <a:pathLst>
              <a:path w="495" h="350">
                <a:moveTo>
                  <a:pt x="495" y="263"/>
                </a:moveTo>
                <a:cubicBezTo>
                  <a:pt x="386" y="268"/>
                  <a:pt x="386" y="268"/>
                  <a:pt x="386" y="268"/>
                </a:cubicBezTo>
                <a:cubicBezTo>
                  <a:pt x="399" y="293"/>
                  <a:pt x="399" y="293"/>
                  <a:pt x="399" y="293"/>
                </a:cubicBezTo>
                <a:cubicBezTo>
                  <a:pt x="358" y="309"/>
                  <a:pt x="313" y="316"/>
                  <a:pt x="269" y="314"/>
                </a:cubicBezTo>
                <a:cubicBezTo>
                  <a:pt x="219" y="311"/>
                  <a:pt x="168" y="296"/>
                  <a:pt x="125" y="269"/>
                </a:cubicBezTo>
                <a:cubicBezTo>
                  <a:pt x="82" y="242"/>
                  <a:pt x="47" y="202"/>
                  <a:pt x="26" y="154"/>
                </a:cubicBezTo>
                <a:cubicBezTo>
                  <a:pt x="16" y="130"/>
                  <a:pt x="10" y="105"/>
                  <a:pt x="7" y="79"/>
                </a:cubicBezTo>
                <a:cubicBezTo>
                  <a:pt x="4" y="53"/>
                  <a:pt x="4" y="26"/>
                  <a:pt x="7" y="0"/>
                </a:cubicBezTo>
                <a:cubicBezTo>
                  <a:pt x="2" y="26"/>
                  <a:pt x="0" y="53"/>
                  <a:pt x="2" y="79"/>
                </a:cubicBezTo>
                <a:cubicBezTo>
                  <a:pt x="3" y="106"/>
                  <a:pt x="8" y="132"/>
                  <a:pt x="17" y="158"/>
                </a:cubicBezTo>
                <a:cubicBezTo>
                  <a:pt x="26" y="183"/>
                  <a:pt x="39" y="207"/>
                  <a:pt x="56" y="229"/>
                </a:cubicBezTo>
                <a:cubicBezTo>
                  <a:pt x="72" y="250"/>
                  <a:pt x="92" y="269"/>
                  <a:pt x="114" y="285"/>
                </a:cubicBezTo>
                <a:cubicBezTo>
                  <a:pt x="158" y="318"/>
                  <a:pt x="211" y="337"/>
                  <a:pt x="266" y="344"/>
                </a:cubicBezTo>
                <a:cubicBezTo>
                  <a:pt x="317" y="350"/>
                  <a:pt x="369" y="344"/>
                  <a:pt x="418" y="328"/>
                </a:cubicBezTo>
                <a:cubicBezTo>
                  <a:pt x="430" y="350"/>
                  <a:pt x="430" y="350"/>
                  <a:pt x="430" y="350"/>
                </a:cubicBezTo>
                <a:lnTo>
                  <a:pt x="495" y="263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94" name="Freeform 12"/>
          <p:cNvSpPr/>
          <p:nvPr/>
        </p:nvSpPr>
        <p:spPr>
          <a:xfrm>
            <a:off x="4175280" y="1803240"/>
            <a:ext cx="1676880" cy="2254680"/>
          </a:xfrm>
          <a:custGeom>
            <a:avLst/>
            <a:gdLst>
              <a:gd name="textAreaLeft" fmla="*/ 0 w 1676880"/>
              <a:gd name="textAreaRight" fmla="*/ 1685880 w 1676880"/>
              <a:gd name="textAreaTop" fmla="*/ 0 h 2254680"/>
              <a:gd name="textAreaBottom" fmla="*/ 2263680 h 2254680"/>
            </a:gdLst>
            <a:ahLst/>
            <a:rect l="textAreaLeft" t="textAreaTop" r="textAreaRight" b="textAreaBottom"/>
            <a:pathLst>
              <a:path w="443" h="594">
                <a:moveTo>
                  <a:pt x="443" y="42"/>
                </a:moveTo>
                <a:cubicBezTo>
                  <a:pt x="341" y="0"/>
                  <a:pt x="341" y="0"/>
                  <a:pt x="341" y="0"/>
                </a:cubicBezTo>
                <a:cubicBezTo>
                  <a:pt x="343" y="29"/>
                  <a:pt x="343" y="29"/>
                  <a:pt x="343" y="29"/>
                </a:cubicBezTo>
                <a:cubicBezTo>
                  <a:pt x="317" y="33"/>
                  <a:pt x="291" y="39"/>
                  <a:pt x="265" y="47"/>
                </a:cubicBezTo>
                <a:cubicBezTo>
                  <a:pt x="234" y="57"/>
                  <a:pt x="205" y="71"/>
                  <a:pt x="177" y="88"/>
                </a:cubicBezTo>
                <a:cubicBezTo>
                  <a:pt x="149" y="104"/>
                  <a:pt x="124" y="125"/>
                  <a:pt x="102" y="149"/>
                </a:cubicBezTo>
                <a:cubicBezTo>
                  <a:pt x="80" y="172"/>
                  <a:pt x="61" y="199"/>
                  <a:pt x="47" y="227"/>
                </a:cubicBezTo>
                <a:cubicBezTo>
                  <a:pt x="17" y="284"/>
                  <a:pt x="4" y="347"/>
                  <a:pt x="2" y="410"/>
                </a:cubicBezTo>
                <a:cubicBezTo>
                  <a:pt x="0" y="473"/>
                  <a:pt x="11" y="536"/>
                  <a:pt x="34" y="594"/>
                </a:cubicBezTo>
                <a:cubicBezTo>
                  <a:pt x="14" y="535"/>
                  <a:pt x="7" y="472"/>
                  <a:pt x="12" y="411"/>
                </a:cubicBezTo>
                <a:cubicBezTo>
                  <a:pt x="17" y="349"/>
                  <a:pt x="34" y="289"/>
                  <a:pt x="64" y="237"/>
                </a:cubicBezTo>
                <a:cubicBezTo>
                  <a:pt x="80" y="211"/>
                  <a:pt x="98" y="187"/>
                  <a:pt x="120" y="166"/>
                </a:cubicBezTo>
                <a:cubicBezTo>
                  <a:pt x="141" y="145"/>
                  <a:pt x="166" y="128"/>
                  <a:pt x="192" y="114"/>
                </a:cubicBezTo>
                <a:cubicBezTo>
                  <a:pt x="218" y="99"/>
                  <a:pt x="246" y="89"/>
                  <a:pt x="275" y="81"/>
                </a:cubicBezTo>
                <a:cubicBezTo>
                  <a:pt x="298" y="75"/>
                  <a:pt x="321" y="71"/>
                  <a:pt x="345" y="68"/>
                </a:cubicBezTo>
                <a:cubicBezTo>
                  <a:pt x="347" y="94"/>
                  <a:pt x="347" y="94"/>
                  <a:pt x="347" y="94"/>
                </a:cubicBezTo>
                <a:lnTo>
                  <a:pt x="443" y="42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95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99" name="Group 27"/>
          <p:cNvGrpSpPr/>
          <p:nvPr/>
        </p:nvGrpSpPr>
        <p:grpSpPr>
          <a:xfrm>
            <a:off x="5955120" y="495360"/>
            <a:ext cx="2216160" cy="2220840"/>
            <a:chOff x="5955120" y="495360"/>
            <a:chExt cx="2216160" cy="2220840"/>
          </a:xfrm>
        </p:grpSpPr>
        <p:sp>
          <p:nvSpPr>
            <p:cNvPr id="200" name="Freeform 28"/>
            <p:cNvSpPr/>
            <p:nvPr/>
          </p:nvSpPr>
          <p:spPr>
            <a:xfrm>
              <a:off x="5955120" y="495360"/>
              <a:ext cx="2216160" cy="2220840"/>
            </a:xfrm>
            <a:custGeom>
              <a:avLst/>
              <a:gdLst>
                <a:gd name="textAreaLeft" fmla="*/ 0 w 2216160"/>
                <a:gd name="textAreaRight" fmla="*/ 2225160 w 2216160"/>
                <a:gd name="textAreaTop" fmla="*/ 0 h 2220840"/>
                <a:gd name="textAreaBottom" fmla="*/ 2229840 h 22208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01" name="Freeform 6"/>
            <p:cNvSpPr/>
            <p:nvPr/>
          </p:nvSpPr>
          <p:spPr>
            <a:xfrm>
              <a:off x="5955120" y="495360"/>
              <a:ext cx="2216160" cy="2220840"/>
            </a:xfrm>
            <a:custGeom>
              <a:avLst/>
              <a:gdLst>
                <a:gd name="textAreaLeft" fmla="*/ 0 w 2216160"/>
                <a:gd name="textAreaRight" fmla="*/ 2225160 w 2216160"/>
                <a:gd name="textAreaTop" fmla="*/ 0 h 2220840"/>
                <a:gd name="textAreaBottom" fmla="*/ 2229840 h 22208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02" name="Group 30"/>
          <p:cNvGrpSpPr/>
          <p:nvPr/>
        </p:nvGrpSpPr>
        <p:grpSpPr>
          <a:xfrm>
            <a:off x="8549280" y="3029760"/>
            <a:ext cx="2216160" cy="2220840"/>
            <a:chOff x="8549280" y="3029760"/>
            <a:chExt cx="2216160" cy="2220840"/>
          </a:xfrm>
        </p:grpSpPr>
        <p:sp>
          <p:nvSpPr>
            <p:cNvPr id="203" name="Freeform 31"/>
            <p:cNvSpPr/>
            <p:nvPr/>
          </p:nvSpPr>
          <p:spPr>
            <a:xfrm>
              <a:off x="8549280" y="3029760"/>
              <a:ext cx="2216160" cy="2220840"/>
            </a:xfrm>
            <a:custGeom>
              <a:avLst/>
              <a:gdLst>
                <a:gd name="textAreaLeft" fmla="*/ 0 w 2216160"/>
                <a:gd name="textAreaRight" fmla="*/ 2225160 w 2216160"/>
                <a:gd name="textAreaTop" fmla="*/ 0 h 2220840"/>
                <a:gd name="textAreaBottom" fmla="*/ 2229840 h 22208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04" name="Freeform 6"/>
            <p:cNvSpPr/>
            <p:nvPr/>
          </p:nvSpPr>
          <p:spPr>
            <a:xfrm>
              <a:off x="8549280" y="3029760"/>
              <a:ext cx="2216160" cy="2220840"/>
            </a:xfrm>
            <a:custGeom>
              <a:avLst/>
              <a:gdLst>
                <a:gd name="textAreaLeft" fmla="*/ 0 w 2216160"/>
                <a:gd name="textAreaRight" fmla="*/ 2225160 w 2216160"/>
                <a:gd name="textAreaTop" fmla="*/ 0 h 2220840"/>
                <a:gd name="textAreaBottom" fmla="*/ 2229840 h 22208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05" name="Group 33"/>
          <p:cNvGrpSpPr/>
          <p:nvPr/>
        </p:nvGrpSpPr>
        <p:grpSpPr>
          <a:xfrm>
            <a:off x="4201200" y="4067280"/>
            <a:ext cx="2216160" cy="2220840"/>
            <a:chOff x="4201200" y="4067280"/>
            <a:chExt cx="2216160" cy="2220840"/>
          </a:xfrm>
        </p:grpSpPr>
        <p:sp>
          <p:nvSpPr>
            <p:cNvPr id="206" name="Freeform 34"/>
            <p:cNvSpPr/>
            <p:nvPr/>
          </p:nvSpPr>
          <p:spPr>
            <a:xfrm>
              <a:off x="4201200" y="4067280"/>
              <a:ext cx="2216160" cy="2220840"/>
            </a:xfrm>
            <a:custGeom>
              <a:avLst/>
              <a:gdLst>
                <a:gd name="textAreaLeft" fmla="*/ 0 w 2216160"/>
                <a:gd name="textAreaRight" fmla="*/ 2225160 w 2216160"/>
                <a:gd name="textAreaTop" fmla="*/ 0 h 2220840"/>
                <a:gd name="textAreaBottom" fmla="*/ 2229840 h 22208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07" name="Freeform 6"/>
            <p:cNvSpPr/>
            <p:nvPr/>
          </p:nvSpPr>
          <p:spPr>
            <a:xfrm>
              <a:off x="4201200" y="4067280"/>
              <a:ext cx="2216160" cy="2220840"/>
            </a:xfrm>
            <a:custGeom>
              <a:avLst/>
              <a:gdLst>
                <a:gd name="textAreaLeft" fmla="*/ 0 w 2216160"/>
                <a:gd name="textAreaRight" fmla="*/ 2225160 w 2216160"/>
                <a:gd name="textAreaTop" fmla="*/ 0 h 2220840"/>
                <a:gd name="textAreaBottom" fmla="*/ 2229840 h 22208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08" name="Text Placeholder 2"/>
          <p:cNvSpPr/>
          <p:nvPr/>
        </p:nvSpPr>
        <p:spPr>
          <a:xfrm>
            <a:off x="6068880" y="615240"/>
            <a:ext cx="1970640" cy="1994400"/>
          </a:xfrm>
          <a:prstGeom prst="roundRect">
            <a:avLst>
              <a:gd name="adj" fmla="val 4874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Placeholder 2"/>
          <p:cNvSpPr/>
          <p:nvPr/>
        </p:nvSpPr>
        <p:spPr>
          <a:xfrm>
            <a:off x="8672040" y="3143160"/>
            <a:ext cx="1970640" cy="1994400"/>
          </a:xfrm>
          <a:prstGeom prst="roundRect">
            <a:avLst>
              <a:gd name="adj" fmla="val 4874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Placeholder 2"/>
          <p:cNvSpPr/>
          <p:nvPr/>
        </p:nvSpPr>
        <p:spPr>
          <a:xfrm>
            <a:off x="4323960" y="4203000"/>
            <a:ext cx="1970640" cy="1994400"/>
          </a:xfrm>
          <a:prstGeom prst="roundRect">
            <a:avLst>
              <a:gd name="adj" fmla="val 4874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Freeform 42"/>
          <p:cNvSpPr/>
          <p:nvPr/>
        </p:nvSpPr>
        <p:spPr>
          <a:xfrm rot="370200">
            <a:off x="-2189160" y="-122040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212" name="Group 23"/>
          <p:cNvGrpSpPr/>
          <p:nvPr/>
        </p:nvGrpSpPr>
        <p:grpSpPr>
          <a:xfrm>
            <a:off x="970200" y="1238040"/>
            <a:ext cx="2216160" cy="2220840"/>
            <a:chOff x="970200" y="1238040"/>
            <a:chExt cx="2216160" cy="2220840"/>
          </a:xfrm>
        </p:grpSpPr>
        <p:sp>
          <p:nvSpPr>
            <p:cNvPr id="213" name="Freeform 24"/>
            <p:cNvSpPr/>
            <p:nvPr/>
          </p:nvSpPr>
          <p:spPr>
            <a:xfrm>
              <a:off x="970200" y="1238040"/>
              <a:ext cx="2216160" cy="2220840"/>
            </a:xfrm>
            <a:custGeom>
              <a:avLst/>
              <a:gdLst>
                <a:gd name="textAreaLeft" fmla="*/ 0 w 2216160"/>
                <a:gd name="textAreaRight" fmla="*/ 2225160 w 2216160"/>
                <a:gd name="textAreaTop" fmla="*/ 0 h 2220840"/>
                <a:gd name="textAreaBottom" fmla="*/ 2229840 h 22208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14" name="Freeform 6"/>
            <p:cNvSpPr/>
            <p:nvPr/>
          </p:nvSpPr>
          <p:spPr>
            <a:xfrm>
              <a:off x="970200" y="1238040"/>
              <a:ext cx="2216160" cy="2220840"/>
            </a:xfrm>
            <a:custGeom>
              <a:avLst/>
              <a:gdLst>
                <a:gd name="textAreaLeft" fmla="*/ 0 w 2216160"/>
                <a:gd name="textAreaRight" fmla="*/ 2225160 w 2216160"/>
                <a:gd name="textAreaTop" fmla="*/ 0 h 2220840"/>
                <a:gd name="textAreaBottom" fmla="*/ 2229840 h 22208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15" name="Text Placeholder 2"/>
          <p:cNvSpPr/>
          <p:nvPr/>
        </p:nvSpPr>
        <p:spPr>
          <a:xfrm>
            <a:off x="1089000" y="1362240"/>
            <a:ext cx="1970640" cy="1994400"/>
          </a:xfrm>
          <a:prstGeom prst="roundRect">
            <a:avLst>
              <a:gd name="adj" fmla="val 4874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16" name="Group 26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217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18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19" name="Rectangle 43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2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0A61414C-C805-4AFC-9470-119A02E3DBC6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3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4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226" name="Group 25"/>
          <p:cNvGrpSpPr/>
          <p:nvPr/>
        </p:nvGrpSpPr>
        <p:grpSpPr>
          <a:xfrm>
            <a:off x="5057280" y="834120"/>
            <a:ext cx="1731240" cy="1641960"/>
            <a:chOff x="5057280" y="834120"/>
            <a:chExt cx="1731240" cy="1641960"/>
          </a:xfrm>
        </p:grpSpPr>
        <p:sp>
          <p:nvSpPr>
            <p:cNvPr id="227" name="Freeform 6"/>
            <p:cNvSpPr/>
            <p:nvPr/>
          </p:nvSpPr>
          <p:spPr>
            <a:xfrm>
              <a:off x="5057280" y="834120"/>
              <a:ext cx="1724400" cy="1641960"/>
            </a:xfrm>
            <a:custGeom>
              <a:avLst/>
              <a:gdLst>
                <a:gd name="textAreaLeft" fmla="*/ 0 w 1724400"/>
                <a:gd name="textAreaRight" fmla="*/ 1733400 w 1724400"/>
                <a:gd name="textAreaTop" fmla="*/ 0 h 1641960"/>
                <a:gd name="textAreaBottom" fmla="*/ 1650960 h 1641960"/>
              </a:gdLst>
              <a:ah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1" y="417"/>
                    <a:pt x="81" y="417"/>
                    <a:pt x="81" y="417"/>
                  </a:cubicBezTo>
                  <a:cubicBezTo>
                    <a:pt x="84" y="426"/>
                    <a:pt x="92" y="433"/>
                    <a:pt x="102" y="433"/>
                  </a:cubicBezTo>
                  <a:cubicBezTo>
                    <a:pt x="353" y="433"/>
                    <a:pt x="353" y="433"/>
                    <a:pt x="353" y="433"/>
                  </a:cubicBezTo>
                  <a:cubicBezTo>
                    <a:pt x="363" y="433"/>
                    <a:pt x="371" y="426"/>
                    <a:pt x="374" y="417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4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28" name="Freeform 6"/>
            <p:cNvSpPr/>
            <p:nvPr/>
          </p:nvSpPr>
          <p:spPr>
            <a:xfrm>
              <a:off x="5064120" y="834120"/>
              <a:ext cx="1724400" cy="1641960"/>
            </a:xfrm>
            <a:custGeom>
              <a:avLst/>
              <a:gdLst>
                <a:gd name="textAreaLeft" fmla="*/ 0 w 1724400"/>
                <a:gd name="textAreaRight" fmla="*/ 1733400 w 1724400"/>
                <a:gd name="textAreaTop" fmla="*/ 0 h 1641960"/>
                <a:gd name="textAreaBottom" fmla="*/ 1650960 h 1641960"/>
              </a:gdLst>
              <a:ah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1" y="417"/>
                    <a:pt x="81" y="417"/>
                    <a:pt x="81" y="417"/>
                  </a:cubicBezTo>
                  <a:cubicBezTo>
                    <a:pt x="84" y="426"/>
                    <a:pt x="92" y="433"/>
                    <a:pt x="102" y="433"/>
                  </a:cubicBezTo>
                  <a:cubicBezTo>
                    <a:pt x="353" y="433"/>
                    <a:pt x="353" y="433"/>
                    <a:pt x="353" y="433"/>
                  </a:cubicBezTo>
                  <a:cubicBezTo>
                    <a:pt x="363" y="433"/>
                    <a:pt x="371" y="426"/>
                    <a:pt x="374" y="417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4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29" name="Group 28"/>
          <p:cNvGrpSpPr/>
          <p:nvPr/>
        </p:nvGrpSpPr>
        <p:grpSpPr>
          <a:xfrm>
            <a:off x="6671520" y="2019960"/>
            <a:ext cx="1726920" cy="1637280"/>
            <a:chOff x="6671520" y="2019960"/>
            <a:chExt cx="1726920" cy="1637280"/>
          </a:xfrm>
        </p:grpSpPr>
        <p:sp>
          <p:nvSpPr>
            <p:cNvPr id="230" name="Freeform 7"/>
            <p:cNvSpPr/>
            <p:nvPr/>
          </p:nvSpPr>
          <p:spPr>
            <a:xfrm>
              <a:off x="6671520" y="2019960"/>
              <a:ext cx="1719720" cy="1637280"/>
            </a:xfrm>
            <a:custGeom>
              <a:avLst/>
              <a:gdLst>
                <a:gd name="textAreaLeft" fmla="*/ 0 w 1719720"/>
                <a:gd name="textAreaRight" fmla="*/ 1728720 w 1719720"/>
                <a:gd name="textAreaTop" fmla="*/ 0 h 1637280"/>
                <a:gd name="textAreaBottom" fmla="*/ 1646280 h 1637280"/>
              </a:gdLst>
              <a:ahLst/>
              <a:rect l="textAreaLeft" t="textAreaTop" r="textAreaRight" b="textAreaBottom"/>
              <a:pathLst>
                <a:path w="454" h="432">
                  <a:moveTo>
                    <a:pt x="3" y="179"/>
                  </a:moveTo>
                  <a:cubicBezTo>
                    <a:pt x="80" y="416"/>
                    <a:pt x="80" y="416"/>
                    <a:pt x="80" y="416"/>
                  </a:cubicBezTo>
                  <a:cubicBezTo>
                    <a:pt x="83" y="426"/>
                    <a:pt x="92" y="432"/>
                    <a:pt x="102" y="432"/>
                  </a:cubicBezTo>
                  <a:cubicBezTo>
                    <a:pt x="352" y="432"/>
                    <a:pt x="352" y="432"/>
                    <a:pt x="352" y="432"/>
                  </a:cubicBezTo>
                  <a:cubicBezTo>
                    <a:pt x="362" y="432"/>
                    <a:pt x="371" y="426"/>
                    <a:pt x="374" y="416"/>
                  </a:cubicBezTo>
                  <a:cubicBezTo>
                    <a:pt x="451" y="179"/>
                    <a:pt x="451" y="179"/>
                    <a:pt x="451" y="179"/>
                  </a:cubicBezTo>
                  <a:cubicBezTo>
                    <a:pt x="454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31" name="Freeform 7"/>
            <p:cNvSpPr/>
            <p:nvPr/>
          </p:nvSpPr>
          <p:spPr>
            <a:xfrm>
              <a:off x="6678720" y="2019960"/>
              <a:ext cx="1719720" cy="1637280"/>
            </a:xfrm>
            <a:custGeom>
              <a:avLst/>
              <a:gdLst>
                <a:gd name="textAreaLeft" fmla="*/ 0 w 1719720"/>
                <a:gd name="textAreaRight" fmla="*/ 1728720 w 1719720"/>
                <a:gd name="textAreaTop" fmla="*/ 0 h 1637280"/>
                <a:gd name="textAreaBottom" fmla="*/ 1646280 h 1637280"/>
              </a:gdLst>
              <a:ahLst/>
              <a:rect l="textAreaLeft" t="textAreaTop" r="textAreaRight" b="textAreaBottom"/>
              <a:pathLst>
                <a:path w="454" h="432">
                  <a:moveTo>
                    <a:pt x="3" y="179"/>
                  </a:moveTo>
                  <a:cubicBezTo>
                    <a:pt x="80" y="416"/>
                    <a:pt x="80" y="416"/>
                    <a:pt x="80" y="416"/>
                  </a:cubicBezTo>
                  <a:cubicBezTo>
                    <a:pt x="83" y="426"/>
                    <a:pt x="92" y="432"/>
                    <a:pt x="102" y="432"/>
                  </a:cubicBezTo>
                  <a:cubicBezTo>
                    <a:pt x="352" y="432"/>
                    <a:pt x="352" y="432"/>
                    <a:pt x="352" y="432"/>
                  </a:cubicBezTo>
                  <a:cubicBezTo>
                    <a:pt x="362" y="432"/>
                    <a:pt x="371" y="426"/>
                    <a:pt x="374" y="416"/>
                  </a:cubicBezTo>
                  <a:cubicBezTo>
                    <a:pt x="451" y="179"/>
                    <a:pt x="451" y="179"/>
                    <a:pt x="451" y="179"/>
                  </a:cubicBezTo>
                  <a:cubicBezTo>
                    <a:pt x="454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32" name="Group 31"/>
          <p:cNvGrpSpPr/>
          <p:nvPr/>
        </p:nvGrpSpPr>
        <p:grpSpPr>
          <a:xfrm>
            <a:off x="3398400" y="2019960"/>
            <a:ext cx="1729800" cy="1637280"/>
            <a:chOff x="3398400" y="2019960"/>
            <a:chExt cx="1729800" cy="1637280"/>
          </a:xfrm>
        </p:grpSpPr>
        <p:sp>
          <p:nvSpPr>
            <p:cNvPr id="233" name="Freeform 8"/>
            <p:cNvSpPr/>
            <p:nvPr/>
          </p:nvSpPr>
          <p:spPr>
            <a:xfrm>
              <a:off x="3398400" y="2019960"/>
              <a:ext cx="1722960" cy="1637280"/>
            </a:xfrm>
            <a:custGeom>
              <a:avLst/>
              <a:gdLst>
                <a:gd name="textAreaLeft" fmla="*/ 0 w 1722960"/>
                <a:gd name="textAreaRight" fmla="*/ 1731960 w 1722960"/>
                <a:gd name="textAreaTop" fmla="*/ 0 h 1637280"/>
                <a:gd name="textAreaBottom" fmla="*/ 1646280 h 1637280"/>
              </a:gdLst>
              <a:ahLst/>
              <a:rect l="textAreaLeft" t="textAreaTop" r="textAreaRight" b="textAreaBottom"/>
              <a:pathLst>
                <a:path w="455" h="432">
                  <a:moveTo>
                    <a:pt x="4" y="179"/>
                  </a:moveTo>
                  <a:cubicBezTo>
                    <a:pt x="81" y="416"/>
                    <a:pt x="81" y="416"/>
                    <a:pt x="81" y="416"/>
                  </a:cubicBezTo>
                  <a:cubicBezTo>
                    <a:pt x="84" y="426"/>
                    <a:pt x="93" y="432"/>
                    <a:pt x="103" y="432"/>
                  </a:cubicBezTo>
                  <a:cubicBezTo>
                    <a:pt x="353" y="432"/>
                    <a:pt x="353" y="432"/>
                    <a:pt x="353" y="432"/>
                  </a:cubicBezTo>
                  <a:cubicBezTo>
                    <a:pt x="363" y="432"/>
                    <a:pt x="372" y="426"/>
                    <a:pt x="375" y="416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2" y="159"/>
                    <a:pt x="444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4" y="159"/>
                    <a:pt x="0" y="169"/>
                    <a:pt x="4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34" name="Freeform 8"/>
            <p:cNvSpPr/>
            <p:nvPr/>
          </p:nvSpPr>
          <p:spPr>
            <a:xfrm>
              <a:off x="3405240" y="2019960"/>
              <a:ext cx="1722960" cy="1637280"/>
            </a:xfrm>
            <a:custGeom>
              <a:avLst/>
              <a:gdLst>
                <a:gd name="textAreaLeft" fmla="*/ 0 w 1722960"/>
                <a:gd name="textAreaRight" fmla="*/ 1731960 w 1722960"/>
                <a:gd name="textAreaTop" fmla="*/ 0 h 1637280"/>
                <a:gd name="textAreaBottom" fmla="*/ 1646280 h 1637280"/>
              </a:gdLst>
              <a:ahLst/>
              <a:rect l="textAreaLeft" t="textAreaTop" r="textAreaRight" b="textAreaBottom"/>
              <a:pathLst>
                <a:path w="455" h="432">
                  <a:moveTo>
                    <a:pt x="4" y="179"/>
                  </a:moveTo>
                  <a:cubicBezTo>
                    <a:pt x="81" y="416"/>
                    <a:pt x="81" y="416"/>
                    <a:pt x="81" y="416"/>
                  </a:cubicBezTo>
                  <a:cubicBezTo>
                    <a:pt x="84" y="426"/>
                    <a:pt x="93" y="432"/>
                    <a:pt x="103" y="432"/>
                  </a:cubicBezTo>
                  <a:cubicBezTo>
                    <a:pt x="353" y="432"/>
                    <a:pt x="353" y="432"/>
                    <a:pt x="353" y="432"/>
                  </a:cubicBezTo>
                  <a:cubicBezTo>
                    <a:pt x="363" y="432"/>
                    <a:pt x="372" y="426"/>
                    <a:pt x="375" y="416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2" y="159"/>
                    <a:pt x="444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4" y="159"/>
                    <a:pt x="0" y="169"/>
                    <a:pt x="4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35" name="Group 34"/>
          <p:cNvGrpSpPr/>
          <p:nvPr/>
        </p:nvGrpSpPr>
        <p:grpSpPr>
          <a:xfrm>
            <a:off x="4038120" y="3927960"/>
            <a:ext cx="1729800" cy="1640520"/>
            <a:chOff x="4038120" y="3927960"/>
            <a:chExt cx="1729800" cy="1640520"/>
          </a:xfrm>
        </p:grpSpPr>
        <p:sp>
          <p:nvSpPr>
            <p:cNvPr id="236" name="Freeform 9"/>
            <p:cNvSpPr/>
            <p:nvPr/>
          </p:nvSpPr>
          <p:spPr>
            <a:xfrm>
              <a:off x="4038120" y="3927960"/>
              <a:ext cx="1722960" cy="1640520"/>
            </a:xfrm>
            <a:custGeom>
              <a:avLst/>
              <a:gdLst>
                <a:gd name="textAreaLeft" fmla="*/ 0 w 1722960"/>
                <a:gd name="textAreaRight" fmla="*/ 1731960 w 1722960"/>
                <a:gd name="textAreaTop" fmla="*/ 0 h 1640520"/>
                <a:gd name="textAreaBottom" fmla="*/ 1649520 h 1640520"/>
              </a:gdLst>
              <a:ah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0" y="417"/>
                    <a:pt x="80" y="417"/>
                    <a:pt x="80" y="417"/>
                  </a:cubicBezTo>
                  <a:cubicBezTo>
                    <a:pt x="83" y="426"/>
                    <a:pt x="92" y="433"/>
                    <a:pt x="102" y="433"/>
                  </a:cubicBezTo>
                  <a:cubicBezTo>
                    <a:pt x="352" y="433"/>
                    <a:pt x="352" y="433"/>
                    <a:pt x="352" y="433"/>
                  </a:cubicBezTo>
                  <a:cubicBezTo>
                    <a:pt x="362" y="433"/>
                    <a:pt x="371" y="426"/>
                    <a:pt x="374" y="417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37" name="Freeform 9"/>
            <p:cNvSpPr/>
            <p:nvPr/>
          </p:nvSpPr>
          <p:spPr>
            <a:xfrm>
              <a:off x="4044960" y="3927960"/>
              <a:ext cx="1722960" cy="1640520"/>
            </a:xfrm>
            <a:custGeom>
              <a:avLst/>
              <a:gdLst>
                <a:gd name="textAreaLeft" fmla="*/ 0 w 1722960"/>
                <a:gd name="textAreaRight" fmla="*/ 1731960 w 1722960"/>
                <a:gd name="textAreaTop" fmla="*/ 0 h 1640520"/>
                <a:gd name="textAreaBottom" fmla="*/ 1649520 h 1640520"/>
              </a:gdLst>
              <a:ah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0" y="417"/>
                    <a:pt x="80" y="417"/>
                    <a:pt x="80" y="417"/>
                  </a:cubicBezTo>
                  <a:cubicBezTo>
                    <a:pt x="83" y="426"/>
                    <a:pt x="92" y="433"/>
                    <a:pt x="102" y="433"/>
                  </a:cubicBezTo>
                  <a:cubicBezTo>
                    <a:pt x="352" y="433"/>
                    <a:pt x="352" y="433"/>
                    <a:pt x="352" y="433"/>
                  </a:cubicBezTo>
                  <a:cubicBezTo>
                    <a:pt x="362" y="433"/>
                    <a:pt x="371" y="426"/>
                    <a:pt x="374" y="417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38" name="Group 37"/>
          <p:cNvGrpSpPr/>
          <p:nvPr/>
        </p:nvGrpSpPr>
        <p:grpSpPr>
          <a:xfrm>
            <a:off x="6055560" y="3927960"/>
            <a:ext cx="1730160" cy="1640520"/>
            <a:chOff x="6055560" y="3927960"/>
            <a:chExt cx="1730160" cy="1640520"/>
          </a:xfrm>
        </p:grpSpPr>
        <p:sp>
          <p:nvSpPr>
            <p:cNvPr id="239" name="Freeform 10"/>
            <p:cNvSpPr/>
            <p:nvPr/>
          </p:nvSpPr>
          <p:spPr>
            <a:xfrm>
              <a:off x="6055560" y="3927960"/>
              <a:ext cx="1722960" cy="1640520"/>
            </a:xfrm>
            <a:custGeom>
              <a:avLst/>
              <a:gdLst>
                <a:gd name="textAreaLeft" fmla="*/ 0 w 1722960"/>
                <a:gd name="textAreaRight" fmla="*/ 1731960 w 1722960"/>
                <a:gd name="textAreaTop" fmla="*/ 0 h 1640520"/>
                <a:gd name="textAreaBottom" fmla="*/ 1649520 h 1640520"/>
              </a:gdLst>
              <a:ah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0" y="417"/>
                    <a:pt x="80" y="417"/>
                    <a:pt x="80" y="417"/>
                  </a:cubicBezTo>
                  <a:cubicBezTo>
                    <a:pt x="83" y="426"/>
                    <a:pt x="92" y="433"/>
                    <a:pt x="102" y="433"/>
                  </a:cubicBezTo>
                  <a:cubicBezTo>
                    <a:pt x="352" y="433"/>
                    <a:pt x="352" y="433"/>
                    <a:pt x="352" y="433"/>
                  </a:cubicBezTo>
                  <a:cubicBezTo>
                    <a:pt x="362" y="433"/>
                    <a:pt x="371" y="426"/>
                    <a:pt x="374" y="417"/>
                  </a:cubicBezTo>
                  <a:cubicBezTo>
                    <a:pt x="451" y="179"/>
                    <a:pt x="451" y="179"/>
                    <a:pt x="451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40" name="Freeform 10"/>
            <p:cNvSpPr/>
            <p:nvPr/>
          </p:nvSpPr>
          <p:spPr>
            <a:xfrm>
              <a:off x="6062760" y="3927960"/>
              <a:ext cx="1722960" cy="1640520"/>
            </a:xfrm>
            <a:custGeom>
              <a:avLst/>
              <a:gdLst>
                <a:gd name="textAreaLeft" fmla="*/ 0 w 1722960"/>
                <a:gd name="textAreaRight" fmla="*/ 1731960 w 1722960"/>
                <a:gd name="textAreaTop" fmla="*/ 0 h 1640520"/>
                <a:gd name="textAreaBottom" fmla="*/ 1649520 h 1640520"/>
              </a:gdLst>
              <a:ah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0" y="417"/>
                    <a:pt x="80" y="417"/>
                    <a:pt x="80" y="417"/>
                  </a:cubicBezTo>
                  <a:cubicBezTo>
                    <a:pt x="83" y="426"/>
                    <a:pt x="92" y="433"/>
                    <a:pt x="102" y="433"/>
                  </a:cubicBezTo>
                  <a:cubicBezTo>
                    <a:pt x="352" y="433"/>
                    <a:pt x="352" y="433"/>
                    <a:pt x="352" y="433"/>
                  </a:cubicBezTo>
                  <a:cubicBezTo>
                    <a:pt x="362" y="433"/>
                    <a:pt x="371" y="426"/>
                    <a:pt x="374" y="417"/>
                  </a:cubicBezTo>
                  <a:cubicBezTo>
                    <a:pt x="451" y="179"/>
                    <a:pt x="451" y="179"/>
                    <a:pt x="451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pic>
        <p:nvPicPr>
          <p:cNvPr id="241" name="Picture 60" descr=""/>
          <p:cNvPicPr/>
          <p:nvPr/>
        </p:nvPicPr>
        <p:blipFill>
          <a:blip r:embed="rId2"/>
          <a:srcRect l="0" t="0" r="76273" b="0"/>
          <a:stretch/>
        </p:blipFill>
        <p:spPr>
          <a:xfrm>
            <a:off x="5283720" y="2795400"/>
            <a:ext cx="1130040" cy="992880"/>
          </a:xfrm>
          <a:prstGeom prst="rect">
            <a:avLst/>
          </a:prstGeom>
          <a:ln w="0">
            <a:noFill/>
          </a:ln>
        </p:spPr>
      </p:pic>
      <p:sp>
        <p:nvSpPr>
          <p:cNvPr id="242" name="Freeform 48"/>
          <p:cNvSpPr/>
          <p:nvPr/>
        </p:nvSpPr>
        <p:spPr>
          <a:xfrm>
            <a:off x="-1935720" y="-1011960"/>
            <a:ext cx="7420680" cy="3798360"/>
          </a:xfrm>
          <a:custGeom>
            <a:avLst/>
            <a:gdLst>
              <a:gd name="textAreaLeft" fmla="*/ 0 w 7420680"/>
              <a:gd name="textAreaRight" fmla="*/ 7429680 w 7420680"/>
              <a:gd name="textAreaTop" fmla="*/ 0 h 3798360"/>
              <a:gd name="textAreaBottom" fmla="*/ 3807360 h 379836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243" name="Group 44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244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45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46" name="Rectangle 49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48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B2319472-E383-4BDA-90C6-5BB432680880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Freeform 27"/>
          <p:cNvSpPr/>
          <p:nvPr/>
        </p:nvSpPr>
        <p:spPr>
          <a:xfrm rot="370200">
            <a:off x="-2525760" y="-131472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50" name="Freeform 7"/>
          <p:cNvSpPr/>
          <p:nvPr/>
        </p:nvSpPr>
        <p:spPr>
          <a:xfrm>
            <a:off x="9197280" y="1239120"/>
            <a:ext cx="1894320" cy="1896120"/>
          </a:xfrm>
          <a:custGeom>
            <a:avLst/>
            <a:gdLst>
              <a:gd name="textAreaLeft" fmla="*/ 0 w 1894320"/>
              <a:gd name="textAreaRight" fmla="*/ 1903320 w 1894320"/>
              <a:gd name="textAreaTop" fmla="*/ 0 h 1896120"/>
              <a:gd name="textAreaBottom" fmla="*/ 1905120 h 189612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251" name="Group 6"/>
          <p:cNvGrpSpPr/>
          <p:nvPr/>
        </p:nvGrpSpPr>
        <p:grpSpPr>
          <a:xfrm>
            <a:off x="6915960" y="1239120"/>
            <a:ext cx="1901160" cy="1896120"/>
            <a:chOff x="6915960" y="1239120"/>
            <a:chExt cx="1901160" cy="1896120"/>
          </a:xfrm>
        </p:grpSpPr>
        <p:sp>
          <p:nvSpPr>
            <p:cNvPr id="252" name="Freeform 6"/>
            <p:cNvSpPr/>
            <p:nvPr/>
          </p:nvSpPr>
          <p:spPr>
            <a:xfrm>
              <a:off x="6922800" y="1239120"/>
              <a:ext cx="1894320" cy="1896120"/>
            </a:xfrm>
            <a:custGeom>
              <a:avLst/>
              <a:gdLst>
                <a:gd name="textAreaLeft" fmla="*/ 0 w 1894320"/>
                <a:gd name="textAreaRight" fmla="*/ 1903320 w 1894320"/>
                <a:gd name="textAreaTop" fmla="*/ 0 h 1896120"/>
                <a:gd name="textAreaBottom" fmla="*/ 1905120 h 189612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53" name="Freeform 6"/>
            <p:cNvSpPr/>
            <p:nvPr/>
          </p:nvSpPr>
          <p:spPr>
            <a:xfrm>
              <a:off x="6915960" y="1239120"/>
              <a:ext cx="1894320" cy="1896120"/>
            </a:xfrm>
            <a:custGeom>
              <a:avLst/>
              <a:gdLst>
                <a:gd name="textAreaLeft" fmla="*/ 0 w 1894320"/>
                <a:gd name="textAreaRight" fmla="*/ 1903320 w 1894320"/>
                <a:gd name="textAreaTop" fmla="*/ 0 h 1896120"/>
                <a:gd name="textAreaBottom" fmla="*/ 1905120 h 189612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54" name="Group 9"/>
          <p:cNvGrpSpPr/>
          <p:nvPr/>
        </p:nvGrpSpPr>
        <p:grpSpPr>
          <a:xfrm>
            <a:off x="9161280" y="3479760"/>
            <a:ext cx="1901880" cy="1896840"/>
            <a:chOff x="9161280" y="3479760"/>
            <a:chExt cx="1901880" cy="1896840"/>
          </a:xfrm>
        </p:grpSpPr>
        <p:sp>
          <p:nvSpPr>
            <p:cNvPr id="255" name="Freeform 8"/>
            <p:cNvSpPr/>
            <p:nvPr/>
          </p:nvSpPr>
          <p:spPr>
            <a:xfrm>
              <a:off x="9161280" y="3480480"/>
              <a:ext cx="1894320" cy="1896120"/>
            </a:xfrm>
            <a:custGeom>
              <a:avLst/>
              <a:gdLst>
                <a:gd name="textAreaLeft" fmla="*/ 0 w 1894320"/>
                <a:gd name="textAreaRight" fmla="*/ 1903320 w 1894320"/>
                <a:gd name="textAreaTop" fmla="*/ 0 h 1896120"/>
                <a:gd name="textAreaBottom" fmla="*/ 1905120 h 189612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56" name="Freeform 8"/>
            <p:cNvSpPr/>
            <p:nvPr/>
          </p:nvSpPr>
          <p:spPr>
            <a:xfrm>
              <a:off x="9168840" y="3479760"/>
              <a:ext cx="1894320" cy="1896120"/>
            </a:xfrm>
            <a:custGeom>
              <a:avLst/>
              <a:gdLst>
                <a:gd name="textAreaLeft" fmla="*/ 0 w 1894320"/>
                <a:gd name="textAreaRight" fmla="*/ 1903320 w 1894320"/>
                <a:gd name="textAreaTop" fmla="*/ 0 h 1896120"/>
                <a:gd name="textAreaBottom" fmla="*/ 1905120 h 189612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57" name="Freeform 9"/>
          <p:cNvSpPr/>
          <p:nvPr/>
        </p:nvSpPr>
        <p:spPr>
          <a:xfrm>
            <a:off x="6958800" y="3480480"/>
            <a:ext cx="1894320" cy="1896120"/>
          </a:xfrm>
          <a:custGeom>
            <a:avLst/>
            <a:gdLst>
              <a:gd name="textAreaLeft" fmla="*/ 0 w 1894320"/>
              <a:gd name="textAreaRight" fmla="*/ 1903320 w 1894320"/>
              <a:gd name="textAreaTop" fmla="*/ 0 h 1896120"/>
              <a:gd name="textAreaBottom" fmla="*/ 1905120 h 189612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58" name="Freeform 7"/>
          <p:cNvSpPr/>
          <p:nvPr/>
        </p:nvSpPr>
        <p:spPr>
          <a:xfrm>
            <a:off x="1149120" y="1060560"/>
            <a:ext cx="4415760" cy="4419360"/>
          </a:xfrm>
          <a:custGeom>
            <a:avLst/>
            <a:gdLst>
              <a:gd name="textAreaLeft" fmla="*/ 0 w 4415760"/>
              <a:gd name="textAreaRight" fmla="*/ 4424760 w 4415760"/>
              <a:gd name="textAreaTop" fmla="*/ 0 h 4419360"/>
              <a:gd name="textAreaBottom" fmla="*/ 4428360 h 441936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59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0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1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Freeform 28"/>
          <p:cNvSpPr/>
          <p:nvPr/>
        </p:nvSpPr>
        <p:spPr>
          <a:xfrm>
            <a:off x="-1855800" y="-1338480"/>
            <a:ext cx="7420680" cy="3798360"/>
          </a:xfrm>
          <a:custGeom>
            <a:avLst/>
            <a:gdLst>
              <a:gd name="textAreaLeft" fmla="*/ 0 w 7420680"/>
              <a:gd name="textAreaRight" fmla="*/ 7429680 w 7420680"/>
              <a:gd name="textAreaTop" fmla="*/ 0 h 3798360"/>
              <a:gd name="textAreaBottom" fmla="*/ 3807360 h 379836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64" name="Text Placeholder 2"/>
          <p:cNvSpPr/>
          <p:nvPr/>
        </p:nvSpPr>
        <p:spPr>
          <a:xfrm>
            <a:off x="1149480" y="1060560"/>
            <a:ext cx="4415400" cy="4420080"/>
          </a:xfrm>
          <a:prstGeom prst="roundRect">
            <a:avLst>
              <a:gd name="adj" fmla="val 8752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Open Sans"/>
              </a:rPr>
              <a:t>Second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Open Sans"/>
              </a:rPr>
              <a:t>Third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Fourth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Fifth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65" name="Group 19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266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67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68" name="Rectangle 29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7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E5F01818-D1E0-4F72-80EA-9D0D41DF1A27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Freeform 27"/>
          <p:cNvSpPr/>
          <p:nvPr/>
        </p:nvSpPr>
        <p:spPr>
          <a:xfrm rot="370200">
            <a:off x="-2734920" y="-156312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72" name="Freeform 7"/>
          <p:cNvSpPr/>
          <p:nvPr/>
        </p:nvSpPr>
        <p:spPr>
          <a:xfrm>
            <a:off x="9197280" y="1239120"/>
            <a:ext cx="1894320" cy="1896120"/>
          </a:xfrm>
          <a:custGeom>
            <a:avLst/>
            <a:gdLst>
              <a:gd name="textAreaLeft" fmla="*/ 0 w 1894320"/>
              <a:gd name="textAreaRight" fmla="*/ 1903320 w 1894320"/>
              <a:gd name="textAreaTop" fmla="*/ 0 h 1896120"/>
              <a:gd name="textAreaBottom" fmla="*/ 1905120 h 189612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273" name="Group 6"/>
          <p:cNvGrpSpPr/>
          <p:nvPr/>
        </p:nvGrpSpPr>
        <p:grpSpPr>
          <a:xfrm>
            <a:off x="6915960" y="1239120"/>
            <a:ext cx="1901160" cy="1896120"/>
            <a:chOff x="6915960" y="1239120"/>
            <a:chExt cx="1901160" cy="1896120"/>
          </a:xfrm>
        </p:grpSpPr>
        <p:sp>
          <p:nvSpPr>
            <p:cNvPr id="274" name="Freeform 6"/>
            <p:cNvSpPr/>
            <p:nvPr/>
          </p:nvSpPr>
          <p:spPr>
            <a:xfrm>
              <a:off x="6922800" y="1239120"/>
              <a:ext cx="1894320" cy="1896120"/>
            </a:xfrm>
            <a:custGeom>
              <a:avLst/>
              <a:gdLst>
                <a:gd name="textAreaLeft" fmla="*/ 0 w 1894320"/>
                <a:gd name="textAreaRight" fmla="*/ 1903320 w 1894320"/>
                <a:gd name="textAreaTop" fmla="*/ 0 h 1896120"/>
                <a:gd name="textAreaBottom" fmla="*/ 1905120 h 189612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75" name="Freeform 6"/>
            <p:cNvSpPr/>
            <p:nvPr/>
          </p:nvSpPr>
          <p:spPr>
            <a:xfrm>
              <a:off x="6915960" y="1239120"/>
              <a:ext cx="1894320" cy="1896120"/>
            </a:xfrm>
            <a:custGeom>
              <a:avLst/>
              <a:gdLst>
                <a:gd name="textAreaLeft" fmla="*/ 0 w 1894320"/>
                <a:gd name="textAreaRight" fmla="*/ 1903320 w 1894320"/>
                <a:gd name="textAreaTop" fmla="*/ 0 h 1896120"/>
                <a:gd name="textAreaBottom" fmla="*/ 1905120 h 189612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76" name="Group 9"/>
          <p:cNvGrpSpPr/>
          <p:nvPr/>
        </p:nvGrpSpPr>
        <p:grpSpPr>
          <a:xfrm>
            <a:off x="9161280" y="3479760"/>
            <a:ext cx="1901880" cy="1896840"/>
            <a:chOff x="9161280" y="3479760"/>
            <a:chExt cx="1901880" cy="1896840"/>
          </a:xfrm>
        </p:grpSpPr>
        <p:sp>
          <p:nvSpPr>
            <p:cNvPr id="277" name="Freeform 8"/>
            <p:cNvSpPr/>
            <p:nvPr/>
          </p:nvSpPr>
          <p:spPr>
            <a:xfrm>
              <a:off x="9161280" y="3480480"/>
              <a:ext cx="1894320" cy="1896120"/>
            </a:xfrm>
            <a:custGeom>
              <a:avLst/>
              <a:gdLst>
                <a:gd name="textAreaLeft" fmla="*/ 0 w 1894320"/>
                <a:gd name="textAreaRight" fmla="*/ 1903320 w 1894320"/>
                <a:gd name="textAreaTop" fmla="*/ 0 h 1896120"/>
                <a:gd name="textAreaBottom" fmla="*/ 1905120 h 189612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78" name="Freeform 8"/>
            <p:cNvSpPr/>
            <p:nvPr/>
          </p:nvSpPr>
          <p:spPr>
            <a:xfrm>
              <a:off x="9168840" y="3479760"/>
              <a:ext cx="1894320" cy="1896120"/>
            </a:xfrm>
            <a:custGeom>
              <a:avLst/>
              <a:gdLst>
                <a:gd name="textAreaLeft" fmla="*/ 0 w 1894320"/>
                <a:gd name="textAreaRight" fmla="*/ 1903320 w 1894320"/>
                <a:gd name="textAreaTop" fmla="*/ 0 h 1896120"/>
                <a:gd name="textAreaBottom" fmla="*/ 1905120 h 189612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79" name="Freeform 9"/>
          <p:cNvSpPr/>
          <p:nvPr/>
        </p:nvSpPr>
        <p:spPr>
          <a:xfrm>
            <a:off x="6958800" y="3480480"/>
            <a:ext cx="1894320" cy="1896120"/>
          </a:xfrm>
          <a:custGeom>
            <a:avLst/>
            <a:gdLst>
              <a:gd name="textAreaLeft" fmla="*/ 0 w 1894320"/>
              <a:gd name="textAreaRight" fmla="*/ 1903320 w 1894320"/>
              <a:gd name="textAreaTop" fmla="*/ 0 h 1896120"/>
              <a:gd name="textAreaBottom" fmla="*/ 1905120 h 189612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80" name="Freeform 7"/>
          <p:cNvSpPr/>
          <p:nvPr/>
        </p:nvSpPr>
        <p:spPr>
          <a:xfrm>
            <a:off x="1149120" y="1060560"/>
            <a:ext cx="4415760" cy="4419360"/>
          </a:xfrm>
          <a:custGeom>
            <a:avLst/>
            <a:gdLst>
              <a:gd name="textAreaLeft" fmla="*/ 0 w 4415760"/>
              <a:gd name="textAreaRight" fmla="*/ 4424760 w 4415760"/>
              <a:gd name="textAreaTop" fmla="*/ 0 h 4419360"/>
              <a:gd name="textAreaBottom" fmla="*/ 4428360 h 441936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81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3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Freeform 28"/>
          <p:cNvSpPr/>
          <p:nvPr/>
        </p:nvSpPr>
        <p:spPr>
          <a:xfrm>
            <a:off x="-1855800" y="-1338480"/>
            <a:ext cx="7420680" cy="3798360"/>
          </a:xfrm>
          <a:custGeom>
            <a:avLst/>
            <a:gdLst>
              <a:gd name="textAreaLeft" fmla="*/ 0 w 7420680"/>
              <a:gd name="textAreaRight" fmla="*/ 7429680 w 7420680"/>
              <a:gd name="textAreaTop" fmla="*/ 0 h 3798360"/>
              <a:gd name="textAreaBottom" fmla="*/ 3807360 h 379836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86" name="Text Placeholder 2"/>
          <p:cNvSpPr/>
          <p:nvPr/>
        </p:nvSpPr>
        <p:spPr>
          <a:xfrm>
            <a:off x="1149480" y="1060560"/>
            <a:ext cx="4415400" cy="4420080"/>
          </a:xfrm>
          <a:prstGeom prst="roundRect">
            <a:avLst>
              <a:gd name="adj" fmla="val 8752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Open Sans"/>
              </a:rPr>
              <a:t>Second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Open Sans"/>
              </a:rPr>
              <a:t>Third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Fourth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Fifth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87" name="Group 19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288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89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90" name="Rectangle 29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92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868A077B-AEB2-4F6A-A8E0-50AA0E9F263E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Box 9"/>
          <p:cNvSpPr/>
          <p:nvPr/>
        </p:nvSpPr>
        <p:spPr>
          <a:xfrm>
            <a:off x="4515120" y="4888800"/>
            <a:ext cx="3472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800" spc="-1" strike="noStrike">
                <a:solidFill>
                  <a:srgbClr val="ffffff"/>
                </a:solidFill>
                <a:latin typeface="Calibri"/>
              </a:rPr>
              <a:t>www.havelsan.com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Grey_unpressed"/>
          <p:cNvSpPr/>
          <p:nvPr/>
        </p:nvSpPr>
        <p:spPr>
          <a:xfrm>
            <a:off x="2833920" y="2727720"/>
            <a:ext cx="6465600" cy="1513440"/>
          </a:xfrm>
          <a:custGeom>
            <a:avLst/>
            <a:gdLst>
              <a:gd name="textAreaLeft" fmla="*/ 0 w 6465600"/>
              <a:gd name="textAreaRight" fmla="*/ 6474600 w 6465600"/>
              <a:gd name="textAreaTop" fmla="*/ 0 h 1513440"/>
              <a:gd name="textAreaBottom" fmla="*/ 1522440 h 1513440"/>
            </a:gdLst>
            <a:ah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95" name="Freeform 11"/>
          <p:cNvSpPr/>
          <p:nvPr/>
        </p:nvSpPr>
        <p:spPr>
          <a:xfrm>
            <a:off x="2435040" y="2589840"/>
            <a:ext cx="2431080" cy="2606040"/>
          </a:xfrm>
          <a:custGeom>
            <a:avLst/>
            <a:gdLst>
              <a:gd name="textAreaLeft" fmla="*/ 0 w 2431080"/>
              <a:gd name="textAreaRight" fmla="*/ 2440080 w 2431080"/>
              <a:gd name="textAreaTop" fmla="*/ 0 h 2606040"/>
              <a:gd name="textAreaBottom" fmla="*/ 2615040 h 2606040"/>
            </a:gdLst>
            <a:ah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96" name="Oval 12"/>
          <p:cNvSpPr/>
          <p:nvPr/>
        </p:nvSpPr>
        <p:spPr>
          <a:xfrm>
            <a:off x="3103920" y="3080520"/>
            <a:ext cx="977760" cy="97776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97" name="TextBox 13"/>
          <p:cNvSpPr/>
          <p:nvPr/>
        </p:nvSpPr>
        <p:spPr>
          <a:xfrm>
            <a:off x="4090680" y="3134880"/>
            <a:ext cx="101800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tr-TR" sz="4000" spc="-1" strike="noStrike">
                <a:solidFill>
                  <a:srgbClr val="ffffff"/>
                </a:solidFill>
                <a:latin typeface="Arial"/>
              </a:rPr>
              <a:t>TEŞEKKÜRLER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98" name="Group 14"/>
          <p:cNvGrpSpPr/>
          <p:nvPr/>
        </p:nvGrpSpPr>
        <p:grpSpPr>
          <a:xfrm>
            <a:off x="1717560" y="6498720"/>
            <a:ext cx="898920" cy="192240"/>
            <a:chOff x="1717560" y="6498720"/>
            <a:chExt cx="898920" cy="192240"/>
          </a:xfrm>
        </p:grpSpPr>
        <p:pic>
          <p:nvPicPr>
            <p:cNvPr id="299" name="Picture 15" descr=""/>
            <p:cNvPicPr/>
            <p:nvPr/>
          </p:nvPicPr>
          <p:blipFill>
            <a:blip r:embed="rId2"/>
            <a:srcRect l="24312" t="0" r="0" b="0"/>
            <a:stretch/>
          </p:blipFill>
          <p:spPr>
            <a:xfrm>
              <a:off x="1934640" y="6498720"/>
              <a:ext cx="681840" cy="181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00" name="Picture 16" descr=""/>
            <p:cNvPicPr/>
            <p:nvPr/>
          </p:nvPicPr>
          <p:blipFill>
            <a:blip r:embed="rId3"/>
            <a:srcRect l="0" t="0" r="76760" b="0"/>
            <a:stretch/>
          </p:blipFill>
          <p:spPr>
            <a:xfrm>
              <a:off x="1717560" y="6509520"/>
              <a:ext cx="203040" cy="18144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301" name="Picture 4" descr=""/>
          <p:cNvPicPr/>
          <p:nvPr/>
        </p:nvPicPr>
        <p:blipFill>
          <a:blip r:embed="rId4"/>
          <a:stretch/>
        </p:blipFill>
        <p:spPr>
          <a:xfrm>
            <a:off x="169560" y="6469200"/>
            <a:ext cx="1326960" cy="250920"/>
          </a:xfrm>
          <a:prstGeom prst="rect">
            <a:avLst/>
          </a:prstGeom>
          <a:ln w="0">
            <a:noFill/>
          </a:ln>
        </p:spPr>
      </p:pic>
      <p:sp>
        <p:nvSpPr>
          <p:cNvPr id="302" name="TextBox 5"/>
          <p:cNvSpPr/>
          <p:nvPr/>
        </p:nvSpPr>
        <p:spPr>
          <a:xfrm>
            <a:off x="1585440" y="6498720"/>
            <a:ext cx="38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Box 18"/>
          <p:cNvSpPr/>
          <p:nvPr/>
        </p:nvSpPr>
        <p:spPr>
          <a:xfrm>
            <a:off x="1585440" y="6454800"/>
            <a:ext cx="38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Box 19"/>
          <p:cNvSpPr/>
          <p:nvPr/>
        </p:nvSpPr>
        <p:spPr>
          <a:xfrm>
            <a:off x="1585440" y="6509520"/>
            <a:ext cx="38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Box 17"/>
          <p:cNvSpPr/>
          <p:nvPr/>
        </p:nvSpPr>
        <p:spPr>
          <a:xfrm>
            <a:off x="7392960" y="6313680"/>
            <a:ext cx="5702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Bu belgenin içeriği HAVELSAN’ın mülkiyetindedir. HAVELSAN’ın izni olmadan bu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 </a:t>
            </a: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belgenin tamamını veya bir kısmını bir başkasına kopyalamak ve vermek yasaktır.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Rectangle 20"/>
          <p:cNvSpPr/>
          <p:nvPr/>
        </p:nvSpPr>
        <p:spPr>
          <a:xfrm>
            <a:off x="11271960" y="256320"/>
            <a:ext cx="674640" cy="4867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5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31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AFD54BA5-04B3-4961-9E08-A308E61EB74E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Freeform 13"/>
          <p:cNvSpPr/>
          <p:nvPr/>
        </p:nvSpPr>
        <p:spPr>
          <a:xfrm rot="370200">
            <a:off x="-1920240" y="-90504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12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3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4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5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316" name="Group 9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317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18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319" name="Rectangle 14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32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F6619ECC-C2CF-4310-BD3E-01B8C76452CF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Freeform 58"/>
          <p:cNvSpPr/>
          <p:nvPr/>
        </p:nvSpPr>
        <p:spPr>
          <a:xfrm>
            <a:off x="-1972440" y="-1311480"/>
            <a:ext cx="7420680" cy="3798360"/>
          </a:xfrm>
          <a:custGeom>
            <a:avLst/>
            <a:gdLst>
              <a:gd name="textAreaLeft" fmla="*/ 0 w 7420680"/>
              <a:gd name="textAreaRight" fmla="*/ 7429680 w 7420680"/>
              <a:gd name="textAreaTop" fmla="*/ 0 h 3798360"/>
              <a:gd name="textAreaBottom" fmla="*/ 3807360 h 379836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23" name="Freeform 11"/>
          <p:cNvSpPr/>
          <p:nvPr/>
        </p:nvSpPr>
        <p:spPr>
          <a:xfrm>
            <a:off x="23760" y="1996920"/>
            <a:ext cx="1627560" cy="1423080"/>
          </a:xfrm>
          <a:custGeom>
            <a:avLst/>
            <a:gdLst>
              <a:gd name="textAreaLeft" fmla="*/ 0 w 1627560"/>
              <a:gd name="textAreaRight" fmla="*/ 1636560 w 1627560"/>
              <a:gd name="textAreaTop" fmla="*/ 0 h 1423080"/>
              <a:gd name="textAreaBottom" fmla="*/ 1432080 h 1423080"/>
            </a:gdLst>
            <a:ahLst/>
            <a:rect l="textAreaLeft" t="textAreaTop" r="textAreaRight" b="textAreaBottom"/>
            <a:pathLst>
              <a:path w="430" h="376">
                <a:moveTo>
                  <a:pt x="430" y="0"/>
                </a:moveTo>
                <a:cubicBezTo>
                  <a:pt x="430" y="208"/>
                  <a:pt x="430" y="208"/>
                  <a:pt x="430" y="208"/>
                </a:cubicBezTo>
                <a:cubicBezTo>
                  <a:pt x="337" y="208"/>
                  <a:pt x="262" y="283"/>
                  <a:pt x="262" y="376"/>
                </a:cubicBezTo>
                <a:cubicBezTo>
                  <a:pt x="0" y="376"/>
                  <a:pt x="0" y="376"/>
                  <a:pt x="0" y="376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4" name="Freeform 12"/>
          <p:cNvSpPr/>
          <p:nvPr/>
        </p:nvSpPr>
        <p:spPr>
          <a:xfrm>
            <a:off x="2281320" y="3429000"/>
            <a:ext cx="1627560" cy="1423080"/>
          </a:xfrm>
          <a:custGeom>
            <a:avLst/>
            <a:gdLst>
              <a:gd name="textAreaLeft" fmla="*/ 0 w 1627560"/>
              <a:gd name="textAreaRight" fmla="*/ 1636560 w 1627560"/>
              <a:gd name="textAreaTop" fmla="*/ 0 h 1423080"/>
              <a:gd name="textAreaBottom" fmla="*/ 1432080 h 1423080"/>
            </a:gdLst>
            <a:ahLst/>
            <a:rect l="textAreaLeft" t="textAreaTop" r="textAreaRight" b="textAreaBottom"/>
            <a:pathLst>
              <a:path w="430" h="376">
                <a:moveTo>
                  <a:pt x="0" y="0"/>
                </a:moveTo>
                <a:cubicBezTo>
                  <a:pt x="262" y="0"/>
                  <a:pt x="262" y="0"/>
                  <a:pt x="262" y="0"/>
                </a:cubicBezTo>
                <a:cubicBezTo>
                  <a:pt x="262" y="93"/>
                  <a:pt x="337" y="168"/>
                  <a:pt x="430" y="168"/>
                </a:cubicBezTo>
                <a:cubicBezTo>
                  <a:pt x="430" y="376"/>
                  <a:pt x="430" y="376"/>
                  <a:pt x="430" y="376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5" name="Freeform 13"/>
          <p:cNvSpPr/>
          <p:nvPr/>
        </p:nvSpPr>
        <p:spPr>
          <a:xfrm>
            <a:off x="4541760" y="1996920"/>
            <a:ext cx="1627560" cy="1423080"/>
          </a:xfrm>
          <a:custGeom>
            <a:avLst/>
            <a:gdLst>
              <a:gd name="textAreaLeft" fmla="*/ 0 w 1627560"/>
              <a:gd name="textAreaRight" fmla="*/ 1636560 w 1627560"/>
              <a:gd name="textAreaTop" fmla="*/ 0 h 1423080"/>
              <a:gd name="textAreaBottom" fmla="*/ 1432080 h 1423080"/>
            </a:gdLst>
            <a:ahLst/>
            <a:rect l="textAreaLeft" t="textAreaTop" r="textAreaRight" b="textAreaBottom"/>
            <a:pathLst>
              <a:path w="430" h="376">
                <a:moveTo>
                  <a:pt x="0" y="376"/>
                </a:moveTo>
                <a:cubicBezTo>
                  <a:pt x="262" y="376"/>
                  <a:pt x="262" y="376"/>
                  <a:pt x="262" y="376"/>
                </a:cubicBezTo>
                <a:cubicBezTo>
                  <a:pt x="262" y="283"/>
                  <a:pt x="337" y="208"/>
                  <a:pt x="430" y="208"/>
                </a:cubicBezTo>
                <a:cubicBezTo>
                  <a:pt x="430" y="0"/>
                  <a:pt x="430" y="0"/>
                  <a:pt x="430" y="0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6" name="Freeform 14"/>
          <p:cNvSpPr/>
          <p:nvPr/>
        </p:nvSpPr>
        <p:spPr>
          <a:xfrm>
            <a:off x="6799320" y="3429000"/>
            <a:ext cx="1627560" cy="1423080"/>
          </a:xfrm>
          <a:custGeom>
            <a:avLst/>
            <a:gdLst>
              <a:gd name="textAreaLeft" fmla="*/ 0 w 1627560"/>
              <a:gd name="textAreaRight" fmla="*/ 1636560 w 1627560"/>
              <a:gd name="textAreaTop" fmla="*/ 0 h 1423080"/>
              <a:gd name="textAreaBottom" fmla="*/ 1432080 h 1423080"/>
            </a:gdLst>
            <a:ahLst/>
            <a:rect l="textAreaLeft" t="textAreaTop" r="textAreaRight" b="textAreaBottom"/>
            <a:pathLst>
              <a:path w="430" h="376">
                <a:moveTo>
                  <a:pt x="0" y="0"/>
                </a:moveTo>
                <a:cubicBezTo>
                  <a:pt x="262" y="0"/>
                  <a:pt x="262" y="0"/>
                  <a:pt x="262" y="0"/>
                </a:cubicBezTo>
                <a:cubicBezTo>
                  <a:pt x="262" y="93"/>
                  <a:pt x="337" y="168"/>
                  <a:pt x="430" y="168"/>
                </a:cubicBezTo>
                <a:cubicBezTo>
                  <a:pt x="430" y="376"/>
                  <a:pt x="430" y="376"/>
                  <a:pt x="430" y="376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7" name="Freeform 15"/>
          <p:cNvSpPr/>
          <p:nvPr/>
        </p:nvSpPr>
        <p:spPr>
          <a:xfrm>
            <a:off x="9056520" y="1996920"/>
            <a:ext cx="1627560" cy="1423080"/>
          </a:xfrm>
          <a:custGeom>
            <a:avLst/>
            <a:gdLst>
              <a:gd name="textAreaLeft" fmla="*/ 0 w 1627560"/>
              <a:gd name="textAreaRight" fmla="*/ 1636560 w 1627560"/>
              <a:gd name="textAreaTop" fmla="*/ 0 h 1423080"/>
              <a:gd name="textAreaBottom" fmla="*/ 1432080 h 1423080"/>
            </a:gdLst>
            <a:ahLst/>
            <a:rect l="textAreaLeft" t="textAreaTop" r="textAreaRight" b="textAreaBottom"/>
            <a:pathLst>
              <a:path w="430" h="376">
                <a:moveTo>
                  <a:pt x="0" y="376"/>
                </a:moveTo>
                <a:cubicBezTo>
                  <a:pt x="262" y="376"/>
                  <a:pt x="262" y="376"/>
                  <a:pt x="262" y="376"/>
                </a:cubicBezTo>
                <a:cubicBezTo>
                  <a:pt x="262" y="283"/>
                  <a:pt x="337" y="208"/>
                  <a:pt x="430" y="208"/>
                </a:cubicBezTo>
                <a:cubicBezTo>
                  <a:pt x="430" y="0"/>
                  <a:pt x="430" y="0"/>
                  <a:pt x="430" y="0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8" name="Line 16"/>
          <p:cNvSpPr/>
          <p:nvPr/>
        </p:nvSpPr>
        <p:spPr>
          <a:xfrm>
            <a:off x="11337840" y="3429000"/>
            <a:ext cx="866520" cy="360"/>
          </a:xfrm>
          <a:prstGeom prst="line">
            <a:avLst/>
          </a:prstGeom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329" name="Group 11"/>
          <p:cNvGrpSpPr/>
          <p:nvPr/>
        </p:nvGrpSpPr>
        <p:grpSpPr>
          <a:xfrm>
            <a:off x="1544400" y="2684880"/>
            <a:ext cx="212400" cy="212400"/>
            <a:chOff x="1544400" y="2684880"/>
            <a:chExt cx="212400" cy="212400"/>
          </a:xfrm>
        </p:grpSpPr>
        <p:sp>
          <p:nvSpPr>
            <p:cNvPr id="330" name="Oval 12"/>
            <p:cNvSpPr/>
            <p:nvPr/>
          </p:nvSpPr>
          <p:spPr>
            <a:xfrm>
              <a:off x="1544400" y="2684880"/>
              <a:ext cx="212400" cy="2124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31" name="Oval 28"/>
            <p:cNvSpPr/>
            <p:nvPr/>
          </p:nvSpPr>
          <p:spPr>
            <a:xfrm>
              <a:off x="1600200" y="2741040"/>
              <a:ext cx="98280" cy="968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4200" bIns="342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32" name="Group 14"/>
          <p:cNvGrpSpPr/>
          <p:nvPr/>
        </p:nvGrpSpPr>
        <p:grpSpPr>
          <a:xfrm>
            <a:off x="3807720" y="3997800"/>
            <a:ext cx="212400" cy="212400"/>
            <a:chOff x="3807720" y="3997800"/>
            <a:chExt cx="212400" cy="212400"/>
          </a:xfrm>
        </p:grpSpPr>
        <p:sp>
          <p:nvSpPr>
            <p:cNvPr id="333" name="Oval 15"/>
            <p:cNvSpPr/>
            <p:nvPr/>
          </p:nvSpPr>
          <p:spPr>
            <a:xfrm>
              <a:off x="3807720" y="3997800"/>
              <a:ext cx="212400" cy="2124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34" name="Oval 28"/>
            <p:cNvSpPr/>
            <p:nvPr/>
          </p:nvSpPr>
          <p:spPr>
            <a:xfrm>
              <a:off x="3863880" y="4053600"/>
              <a:ext cx="98280" cy="968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4200" bIns="342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35" name="Group 17"/>
          <p:cNvGrpSpPr/>
          <p:nvPr/>
        </p:nvGrpSpPr>
        <p:grpSpPr>
          <a:xfrm>
            <a:off x="6057360" y="2685960"/>
            <a:ext cx="212400" cy="212400"/>
            <a:chOff x="6057360" y="2685960"/>
            <a:chExt cx="212400" cy="212400"/>
          </a:xfrm>
        </p:grpSpPr>
        <p:sp>
          <p:nvSpPr>
            <p:cNvPr id="336" name="Oval 18"/>
            <p:cNvSpPr/>
            <p:nvPr/>
          </p:nvSpPr>
          <p:spPr>
            <a:xfrm>
              <a:off x="6057360" y="2685960"/>
              <a:ext cx="212400" cy="2124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37" name="Oval 28"/>
            <p:cNvSpPr/>
            <p:nvPr/>
          </p:nvSpPr>
          <p:spPr>
            <a:xfrm>
              <a:off x="6113520" y="2741760"/>
              <a:ext cx="98280" cy="968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4200" bIns="342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38" name="Group 20"/>
          <p:cNvGrpSpPr/>
          <p:nvPr/>
        </p:nvGrpSpPr>
        <p:grpSpPr>
          <a:xfrm>
            <a:off x="8325360" y="3995280"/>
            <a:ext cx="212400" cy="212400"/>
            <a:chOff x="8325360" y="3995280"/>
            <a:chExt cx="212400" cy="212400"/>
          </a:xfrm>
        </p:grpSpPr>
        <p:sp>
          <p:nvSpPr>
            <p:cNvPr id="339" name="Oval 21"/>
            <p:cNvSpPr/>
            <p:nvPr/>
          </p:nvSpPr>
          <p:spPr>
            <a:xfrm>
              <a:off x="8325360" y="3995280"/>
              <a:ext cx="212400" cy="2124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40" name="Oval 28"/>
            <p:cNvSpPr/>
            <p:nvPr/>
          </p:nvSpPr>
          <p:spPr>
            <a:xfrm>
              <a:off x="8381160" y="4051440"/>
              <a:ext cx="98280" cy="968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4200" bIns="342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41" name="Group 23"/>
          <p:cNvGrpSpPr/>
          <p:nvPr/>
        </p:nvGrpSpPr>
        <p:grpSpPr>
          <a:xfrm>
            <a:off x="10582560" y="2683080"/>
            <a:ext cx="212400" cy="212400"/>
            <a:chOff x="10582560" y="2683080"/>
            <a:chExt cx="212400" cy="212400"/>
          </a:xfrm>
        </p:grpSpPr>
        <p:sp>
          <p:nvSpPr>
            <p:cNvPr id="342" name="Oval 24"/>
            <p:cNvSpPr/>
            <p:nvPr/>
          </p:nvSpPr>
          <p:spPr>
            <a:xfrm>
              <a:off x="10582560" y="2683080"/>
              <a:ext cx="212400" cy="2124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43" name="Oval 28"/>
            <p:cNvSpPr/>
            <p:nvPr/>
          </p:nvSpPr>
          <p:spPr>
            <a:xfrm>
              <a:off x="10638720" y="2739240"/>
              <a:ext cx="98280" cy="968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4200" bIns="342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44" name="Group 27"/>
          <p:cNvGrpSpPr/>
          <p:nvPr/>
        </p:nvGrpSpPr>
        <p:grpSpPr>
          <a:xfrm>
            <a:off x="10225080" y="2946600"/>
            <a:ext cx="927360" cy="927360"/>
            <a:chOff x="10225080" y="2946600"/>
            <a:chExt cx="927360" cy="927360"/>
          </a:xfrm>
        </p:grpSpPr>
        <p:sp>
          <p:nvSpPr>
            <p:cNvPr id="345" name="Oval 29"/>
            <p:cNvSpPr/>
            <p:nvPr/>
          </p:nvSpPr>
          <p:spPr>
            <a:xfrm>
              <a:off x="10225080" y="2946600"/>
              <a:ext cx="927360" cy="9273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46" name="Oval 30"/>
            <p:cNvSpPr/>
            <p:nvPr/>
          </p:nvSpPr>
          <p:spPr>
            <a:xfrm>
              <a:off x="10225080" y="2946600"/>
              <a:ext cx="927360" cy="9273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47" name="Group 32"/>
          <p:cNvGrpSpPr/>
          <p:nvPr/>
        </p:nvGrpSpPr>
        <p:grpSpPr>
          <a:xfrm>
            <a:off x="1195560" y="2946600"/>
            <a:ext cx="927360" cy="927360"/>
            <a:chOff x="1195560" y="2946600"/>
            <a:chExt cx="927360" cy="927360"/>
          </a:xfrm>
        </p:grpSpPr>
        <p:sp>
          <p:nvSpPr>
            <p:cNvPr id="348" name="Oval 34"/>
            <p:cNvSpPr/>
            <p:nvPr/>
          </p:nvSpPr>
          <p:spPr>
            <a:xfrm>
              <a:off x="1195560" y="2946600"/>
              <a:ext cx="927360" cy="9273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49" name="Oval 35"/>
            <p:cNvSpPr/>
            <p:nvPr/>
          </p:nvSpPr>
          <p:spPr>
            <a:xfrm>
              <a:off x="1195560" y="2946600"/>
              <a:ext cx="927360" cy="9273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50" name="Group 37"/>
          <p:cNvGrpSpPr/>
          <p:nvPr/>
        </p:nvGrpSpPr>
        <p:grpSpPr>
          <a:xfrm>
            <a:off x="3443400" y="2946600"/>
            <a:ext cx="927360" cy="927360"/>
            <a:chOff x="3443400" y="2946600"/>
            <a:chExt cx="927360" cy="927360"/>
          </a:xfrm>
        </p:grpSpPr>
        <p:sp>
          <p:nvSpPr>
            <p:cNvPr id="351" name="Oval 39"/>
            <p:cNvSpPr/>
            <p:nvPr/>
          </p:nvSpPr>
          <p:spPr>
            <a:xfrm>
              <a:off x="3443400" y="2946600"/>
              <a:ext cx="927360" cy="9273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52" name="Oval 40"/>
            <p:cNvSpPr/>
            <p:nvPr/>
          </p:nvSpPr>
          <p:spPr>
            <a:xfrm>
              <a:off x="3443400" y="2946600"/>
              <a:ext cx="927360" cy="9273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53" name="Group 42"/>
          <p:cNvGrpSpPr/>
          <p:nvPr/>
        </p:nvGrpSpPr>
        <p:grpSpPr>
          <a:xfrm>
            <a:off x="5710320" y="2946600"/>
            <a:ext cx="927360" cy="927360"/>
            <a:chOff x="5710320" y="2946600"/>
            <a:chExt cx="927360" cy="927360"/>
          </a:xfrm>
        </p:grpSpPr>
        <p:sp>
          <p:nvSpPr>
            <p:cNvPr id="354" name="Oval 44"/>
            <p:cNvSpPr/>
            <p:nvPr/>
          </p:nvSpPr>
          <p:spPr>
            <a:xfrm>
              <a:off x="5710320" y="2946600"/>
              <a:ext cx="927360" cy="9273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55" name="Oval 45"/>
            <p:cNvSpPr/>
            <p:nvPr/>
          </p:nvSpPr>
          <p:spPr>
            <a:xfrm>
              <a:off x="5710320" y="2946600"/>
              <a:ext cx="927360" cy="9273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56" name="Group 47"/>
          <p:cNvGrpSpPr/>
          <p:nvPr/>
        </p:nvGrpSpPr>
        <p:grpSpPr>
          <a:xfrm>
            <a:off x="7970400" y="2946600"/>
            <a:ext cx="927360" cy="927360"/>
            <a:chOff x="7970400" y="2946600"/>
            <a:chExt cx="927360" cy="927360"/>
          </a:xfrm>
        </p:grpSpPr>
        <p:sp>
          <p:nvSpPr>
            <p:cNvPr id="357" name="Oval 49"/>
            <p:cNvSpPr/>
            <p:nvPr/>
          </p:nvSpPr>
          <p:spPr>
            <a:xfrm>
              <a:off x="7970400" y="2946600"/>
              <a:ext cx="927360" cy="9273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58" name="Oval 50"/>
            <p:cNvSpPr/>
            <p:nvPr/>
          </p:nvSpPr>
          <p:spPr>
            <a:xfrm>
              <a:off x="7970400" y="2946600"/>
              <a:ext cx="927360" cy="9273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359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0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1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2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363" name="Group 46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364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65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366" name="Rectangle 59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368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7F8F5453-A162-4366-86C9-153AAB3537A3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Freeform 59"/>
          <p:cNvSpPr/>
          <p:nvPr/>
        </p:nvSpPr>
        <p:spPr>
          <a:xfrm>
            <a:off x="-1935720" y="-1011960"/>
            <a:ext cx="7420680" cy="3798360"/>
          </a:xfrm>
          <a:custGeom>
            <a:avLst/>
            <a:gdLst>
              <a:gd name="textAreaLeft" fmla="*/ 0 w 7420680"/>
              <a:gd name="textAreaRight" fmla="*/ 7429680 w 7420680"/>
              <a:gd name="textAreaTop" fmla="*/ 0 h 3798360"/>
              <a:gd name="textAreaBottom" fmla="*/ 3807360 h 379836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370" name="Group 6"/>
          <p:cNvGrpSpPr/>
          <p:nvPr/>
        </p:nvGrpSpPr>
        <p:grpSpPr>
          <a:xfrm>
            <a:off x="8416800" y="2606400"/>
            <a:ext cx="1319760" cy="1321200"/>
            <a:chOff x="8416800" y="2606400"/>
            <a:chExt cx="1319760" cy="1321200"/>
          </a:xfrm>
        </p:grpSpPr>
        <p:sp>
          <p:nvSpPr>
            <p:cNvPr id="371" name="Freeform 14"/>
            <p:cNvSpPr/>
            <p:nvPr/>
          </p:nvSpPr>
          <p:spPr>
            <a:xfrm>
              <a:off x="8416800" y="2606400"/>
              <a:ext cx="1319760" cy="1321200"/>
            </a:xfrm>
            <a:custGeom>
              <a:avLst/>
              <a:gdLst>
                <a:gd name="textAreaLeft" fmla="*/ 0 w 1319760"/>
                <a:gd name="textAreaRight" fmla="*/ 1328760 w 1319760"/>
                <a:gd name="textAreaTop" fmla="*/ 0 h 1321200"/>
                <a:gd name="textAreaBottom" fmla="*/ 1330200 h 132120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72" name="Freeform 14"/>
            <p:cNvSpPr/>
            <p:nvPr/>
          </p:nvSpPr>
          <p:spPr>
            <a:xfrm>
              <a:off x="8416800" y="2606400"/>
              <a:ext cx="1319760" cy="1321200"/>
            </a:xfrm>
            <a:custGeom>
              <a:avLst/>
              <a:gdLst>
                <a:gd name="textAreaLeft" fmla="*/ 0 w 1319760"/>
                <a:gd name="textAreaRight" fmla="*/ 1328760 w 1319760"/>
                <a:gd name="textAreaTop" fmla="*/ 0 h 1321200"/>
                <a:gd name="textAreaBottom" fmla="*/ 1330200 h 132120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73" name="Group 14"/>
          <p:cNvGrpSpPr/>
          <p:nvPr/>
        </p:nvGrpSpPr>
        <p:grpSpPr>
          <a:xfrm>
            <a:off x="6778800" y="986040"/>
            <a:ext cx="1332360" cy="1333800"/>
            <a:chOff x="6778800" y="986040"/>
            <a:chExt cx="1332360" cy="1333800"/>
          </a:xfrm>
        </p:grpSpPr>
        <p:sp>
          <p:nvSpPr>
            <p:cNvPr id="374" name="Freeform 6"/>
            <p:cNvSpPr/>
            <p:nvPr/>
          </p:nvSpPr>
          <p:spPr>
            <a:xfrm>
              <a:off x="6778800" y="986040"/>
              <a:ext cx="1332360" cy="1333800"/>
            </a:xfrm>
            <a:custGeom>
              <a:avLst/>
              <a:gdLst>
                <a:gd name="textAreaLeft" fmla="*/ 0 w 1332360"/>
                <a:gd name="textAreaRight" fmla="*/ 1341360 w 1332360"/>
                <a:gd name="textAreaTop" fmla="*/ 0 h 1333800"/>
                <a:gd name="textAreaBottom" fmla="*/ 1342800 h 13338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75" name="Freeform 6"/>
            <p:cNvSpPr/>
            <p:nvPr/>
          </p:nvSpPr>
          <p:spPr>
            <a:xfrm>
              <a:off x="6778800" y="986040"/>
              <a:ext cx="1332360" cy="1333800"/>
            </a:xfrm>
            <a:custGeom>
              <a:avLst/>
              <a:gdLst>
                <a:gd name="textAreaLeft" fmla="*/ 0 w 1332360"/>
                <a:gd name="textAreaRight" fmla="*/ 1341360 w 1332360"/>
                <a:gd name="textAreaTop" fmla="*/ 0 h 1333800"/>
                <a:gd name="textAreaBottom" fmla="*/ 1342800 h 13338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76" name="Group 19"/>
          <p:cNvGrpSpPr/>
          <p:nvPr/>
        </p:nvGrpSpPr>
        <p:grpSpPr>
          <a:xfrm>
            <a:off x="8404200" y="986040"/>
            <a:ext cx="1332360" cy="1333800"/>
            <a:chOff x="8404200" y="986040"/>
            <a:chExt cx="1332360" cy="1333800"/>
          </a:xfrm>
        </p:grpSpPr>
        <p:sp>
          <p:nvSpPr>
            <p:cNvPr id="377" name="Freeform 6"/>
            <p:cNvSpPr/>
            <p:nvPr/>
          </p:nvSpPr>
          <p:spPr>
            <a:xfrm>
              <a:off x="8404200" y="986040"/>
              <a:ext cx="1332360" cy="1333800"/>
            </a:xfrm>
            <a:custGeom>
              <a:avLst/>
              <a:gdLst>
                <a:gd name="textAreaLeft" fmla="*/ 0 w 1332360"/>
                <a:gd name="textAreaRight" fmla="*/ 1341360 w 1332360"/>
                <a:gd name="textAreaTop" fmla="*/ 0 h 1333800"/>
                <a:gd name="textAreaBottom" fmla="*/ 1342800 h 13338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78" name="Freeform 6"/>
            <p:cNvSpPr/>
            <p:nvPr/>
          </p:nvSpPr>
          <p:spPr>
            <a:xfrm>
              <a:off x="8404200" y="986040"/>
              <a:ext cx="1332360" cy="1333800"/>
            </a:xfrm>
            <a:custGeom>
              <a:avLst/>
              <a:gdLst>
                <a:gd name="textAreaLeft" fmla="*/ 0 w 1332360"/>
                <a:gd name="textAreaRight" fmla="*/ 1341360 w 1332360"/>
                <a:gd name="textAreaTop" fmla="*/ 0 h 1333800"/>
                <a:gd name="textAreaBottom" fmla="*/ 1342800 h 13338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79" name="Group 24"/>
          <p:cNvGrpSpPr/>
          <p:nvPr/>
        </p:nvGrpSpPr>
        <p:grpSpPr>
          <a:xfrm>
            <a:off x="10012320" y="986040"/>
            <a:ext cx="1332360" cy="1333800"/>
            <a:chOff x="10012320" y="986040"/>
            <a:chExt cx="1332360" cy="1333800"/>
          </a:xfrm>
        </p:grpSpPr>
        <p:sp>
          <p:nvSpPr>
            <p:cNvPr id="380" name="Freeform 6"/>
            <p:cNvSpPr/>
            <p:nvPr/>
          </p:nvSpPr>
          <p:spPr>
            <a:xfrm>
              <a:off x="10012320" y="986040"/>
              <a:ext cx="1332360" cy="1333800"/>
            </a:xfrm>
            <a:custGeom>
              <a:avLst/>
              <a:gdLst>
                <a:gd name="textAreaLeft" fmla="*/ 0 w 1332360"/>
                <a:gd name="textAreaRight" fmla="*/ 1341360 w 1332360"/>
                <a:gd name="textAreaTop" fmla="*/ 0 h 1333800"/>
                <a:gd name="textAreaBottom" fmla="*/ 1342800 h 13338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81" name="Freeform 6"/>
            <p:cNvSpPr/>
            <p:nvPr/>
          </p:nvSpPr>
          <p:spPr>
            <a:xfrm>
              <a:off x="10012320" y="986040"/>
              <a:ext cx="1332360" cy="1333800"/>
            </a:xfrm>
            <a:custGeom>
              <a:avLst/>
              <a:gdLst>
                <a:gd name="textAreaLeft" fmla="*/ 0 w 1332360"/>
                <a:gd name="textAreaRight" fmla="*/ 1341360 w 1332360"/>
                <a:gd name="textAreaTop" fmla="*/ 0 h 1333800"/>
                <a:gd name="textAreaBottom" fmla="*/ 1342800 h 13338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82" name="Group 29"/>
          <p:cNvGrpSpPr/>
          <p:nvPr/>
        </p:nvGrpSpPr>
        <p:grpSpPr>
          <a:xfrm>
            <a:off x="6778800" y="4192920"/>
            <a:ext cx="1332360" cy="1333800"/>
            <a:chOff x="6778800" y="4192920"/>
            <a:chExt cx="1332360" cy="1333800"/>
          </a:xfrm>
        </p:grpSpPr>
        <p:sp>
          <p:nvSpPr>
            <p:cNvPr id="383" name="Freeform 6"/>
            <p:cNvSpPr/>
            <p:nvPr/>
          </p:nvSpPr>
          <p:spPr>
            <a:xfrm>
              <a:off x="6778800" y="4192920"/>
              <a:ext cx="1332360" cy="1333800"/>
            </a:xfrm>
            <a:custGeom>
              <a:avLst/>
              <a:gdLst>
                <a:gd name="textAreaLeft" fmla="*/ 0 w 1332360"/>
                <a:gd name="textAreaRight" fmla="*/ 1341360 w 1332360"/>
                <a:gd name="textAreaTop" fmla="*/ 0 h 1333800"/>
                <a:gd name="textAreaBottom" fmla="*/ 1342800 h 13338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84" name="Freeform 6"/>
            <p:cNvSpPr/>
            <p:nvPr/>
          </p:nvSpPr>
          <p:spPr>
            <a:xfrm>
              <a:off x="6778800" y="4192920"/>
              <a:ext cx="1332360" cy="1333800"/>
            </a:xfrm>
            <a:custGeom>
              <a:avLst/>
              <a:gdLst>
                <a:gd name="textAreaLeft" fmla="*/ 0 w 1332360"/>
                <a:gd name="textAreaRight" fmla="*/ 1341360 w 1332360"/>
                <a:gd name="textAreaTop" fmla="*/ 0 h 1333800"/>
                <a:gd name="textAreaBottom" fmla="*/ 1342800 h 13338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85" name="Group 34"/>
          <p:cNvGrpSpPr/>
          <p:nvPr/>
        </p:nvGrpSpPr>
        <p:grpSpPr>
          <a:xfrm>
            <a:off x="8404200" y="4192920"/>
            <a:ext cx="1332360" cy="1333800"/>
            <a:chOff x="8404200" y="4192920"/>
            <a:chExt cx="1332360" cy="1333800"/>
          </a:xfrm>
        </p:grpSpPr>
        <p:sp>
          <p:nvSpPr>
            <p:cNvPr id="386" name="Freeform 6"/>
            <p:cNvSpPr/>
            <p:nvPr/>
          </p:nvSpPr>
          <p:spPr>
            <a:xfrm>
              <a:off x="8404200" y="4192920"/>
              <a:ext cx="1332360" cy="1333800"/>
            </a:xfrm>
            <a:custGeom>
              <a:avLst/>
              <a:gdLst>
                <a:gd name="textAreaLeft" fmla="*/ 0 w 1332360"/>
                <a:gd name="textAreaRight" fmla="*/ 1341360 w 1332360"/>
                <a:gd name="textAreaTop" fmla="*/ 0 h 1333800"/>
                <a:gd name="textAreaBottom" fmla="*/ 1342800 h 13338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87" name="Freeform 6"/>
            <p:cNvSpPr/>
            <p:nvPr/>
          </p:nvSpPr>
          <p:spPr>
            <a:xfrm>
              <a:off x="8404200" y="4192920"/>
              <a:ext cx="1332360" cy="1333800"/>
            </a:xfrm>
            <a:custGeom>
              <a:avLst/>
              <a:gdLst>
                <a:gd name="textAreaLeft" fmla="*/ 0 w 1332360"/>
                <a:gd name="textAreaRight" fmla="*/ 1341360 w 1332360"/>
                <a:gd name="textAreaTop" fmla="*/ 0 h 1333800"/>
                <a:gd name="textAreaBottom" fmla="*/ 1342800 h 13338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88" name="Group 40"/>
          <p:cNvGrpSpPr/>
          <p:nvPr/>
        </p:nvGrpSpPr>
        <p:grpSpPr>
          <a:xfrm>
            <a:off x="10012320" y="4192920"/>
            <a:ext cx="1332360" cy="1333800"/>
            <a:chOff x="10012320" y="4192920"/>
            <a:chExt cx="1332360" cy="1333800"/>
          </a:xfrm>
        </p:grpSpPr>
        <p:sp>
          <p:nvSpPr>
            <p:cNvPr id="389" name="Freeform 6"/>
            <p:cNvSpPr/>
            <p:nvPr/>
          </p:nvSpPr>
          <p:spPr>
            <a:xfrm>
              <a:off x="10012320" y="4192920"/>
              <a:ext cx="1332360" cy="1333800"/>
            </a:xfrm>
            <a:custGeom>
              <a:avLst/>
              <a:gdLst>
                <a:gd name="textAreaLeft" fmla="*/ 0 w 1332360"/>
                <a:gd name="textAreaRight" fmla="*/ 1341360 w 1332360"/>
                <a:gd name="textAreaTop" fmla="*/ 0 h 1333800"/>
                <a:gd name="textAreaBottom" fmla="*/ 1342800 h 13338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90" name="Freeform 6"/>
            <p:cNvSpPr/>
            <p:nvPr/>
          </p:nvSpPr>
          <p:spPr>
            <a:xfrm>
              <a:off x="10012320" y="4192920"/>
              <a:ext cx="1332360" cy="1333800"/>
            </a:xfrm>
            <a:custGeom>
              <a:avLst/>
              <a:gdLst>
                <a:gd name="textAreaLeft" fmla="*/ 0 w 1332360"/>
                <a:gd name="textAreaRight" fmla="*/ 1341360 w 1332360"/>
                <a:gd name="textAreaTop" fmla="*/ 0 h 1333800"/>
                <a:gd name="textAreaBottom" fmla="*/ 1342800 h 13338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91" name="Group 45"/>
          <p:cNvGrpSpPr/>
          <p:nvPr/>
        </p:nvGrpSpPr>
        <p:grpSpPr>
          <a:xfrm>
            <a:off x="6778800" y="2602440"/>
            <a:ext cx="1332360" cy="1333800"/>
            <a:chOff x="6778800" y="2602440"/>
            <a:chExt cx="1332360" cy="1333800"/>
          </a:xfrm>
        </p:grpSpPr>
        <p:sp>
          <p:nvSpPr>
            <p:cNvPr id="392" name="Freeform 6"/>
            <p:cNvSpPr/>
            <p:nvPr/>
          </p:nvSpPr>
          <p:spPr>
            <a:xfrm>
              <a:off x="6778800" y="2602440"/>
              <a:ext cx="1332360" cy="1333800"/>
            </a:xfrm>
            <a:custGeom>
              <a:avLst/>
              <a:gdLst>
                <a:gd name="textAreaLeft" fmla="*/ 0 w 1332360"/>
                <a:gd name="textAreaRight" fmla="*/ 1341360 w 1332360"/>
                <a:gd name="textAreaTop" fmla="*/ 0 h 1333800"/>
                <a:gd name="textAreaBottom" fmla="*/ 1342800 h 13338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93" name="Freeform 6"/>
            <p:cNvSpPr/>
            <p:nvPr/>
          </p:nvSpPr>
          <p:spPr>
            <a:xfrm>
              <a:off x="6778800" y="2602440"/>
              <a:ext cx="1332360" cy="1333800"/>
            </a:xfrm>
            <a:custGeom>
              <a:avLst/>
              <a:gdLst>
                <a:gd name="textAreaLeft" fmla="*/ 0 w 1332360"/>
                <a:gd name="textAreaRight" fmla="*/ 1341360 w 1332360"/>
                <a:gd name="textAreaTop" fmla="*/ 0 h 1333800"/>
                <a:gd name="textAreaBottom" fmla="*/ 1342800 h 13338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94" name="Group 50"/>
          <p:cNvGrpSpPr/>
          <p:nvPr/>
        </p:nvGrpSpPr>
        <p:grpSpPr>
          <a:xfrm>
            <a:off x="10012320" y="2602440"/>
            <a:ext cx="1332360" cy="1333800"/>
            <a:chOff x="10012320" y="2602440"/>
            <a:chExt cx="1332360" cy="1333800"/>
          </a:xfrm>
        </p:grpSpPr>
        <p:sp>
          <p:nvSpPr>
            <p:cNvPr id="395" name="Freeform 6"/>
            <p:cNvSpPr/>
            <p:nvPr/>
          </p:nvSpPr>
          <p:spPr>
            <a:xfrm>
              <a:off x="10012320" y="2602440"/>
              <a:ext cx="1332360" cy="1333800"/>
            </a:xfrm>
            <a:custGeom>
              <a:avLst/>
              <a:gdLst>
                <a:gd name="textAreaLeft" fmla="*/ 0 w 1332360"/>
                <a:gd name="textAreaRight" fmla="*/ 1341360 w 1332360"/>
                <a:gd name="textAreaTop" fmla="*/ 0 h 1333800"/>
                <a:gd name="textAreaBottom" fmla="*/ 1342800 h 13338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96" name="Freeform 6"/>
            <p:cNvSpPr/>
            <p:nvPr/>
          </p:nvSpPr>
          <p:spPr>
            <a:xfrm>
              <a:off x="10012320" y="2602440"/>
              <a:ext cx="1332360" cy="1333800"/>
            </a:xfrm>
            <a:custGeom>
              <a:avLst/>
              <a:gdLst>
                <a:gd name="textAreaLeft" fmla="*/ 0 w 1332360"/>
                <a:gd name="textAreaRight" fmla="*/ 1341360 w 1332360"/>
                <a:gd name="textAreaTop" fmla="*/ 0 h 1333800"/>
                <a:gd name="textAreaBottom" fmla="*/ 1342800 h 13338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pic>
        <p:nvPicPr>
          <p:cNvPr id="397" name="Picture 33" descr=""/>
          <p:cNvPicPr/>
          <p:nvPr/>
        </p:nvPicPr>
        <p:blipFill>
          <a:blip r:embed="rId2"/>
          <a:srcRect l="0" t="0" r="76273" b="0"/>
          <a:stretch/>
        </p:blipFill>
        <p:spPr>
          <a:xfrm>
            <a:off x="8470800" y="2760120"/>
            <a:ext cx="1130040" cy="992880"/>
          </a:xfrm>
          <a:prstGeom prst="rect">
            <a:avLst/>
          </a:prstGeom>
          <a:ln w="0">
            <a:noFill/>
          </a:ln>
        </p:spPr>
      </p:pic>
      <p:sp>
        <p:nvSpPr>
          <p:cNvPr id="398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9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0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1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402" name="Group 49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403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04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05" name="Rectangle 60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0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D90B1C60-B94E-4C6E-87F4-27FCFA3ADCA3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Freeform 8"/>
          <p:cNvSpPr/>
          <p:nvPr/>
        </p:nvSpPr>
        <p:spPr>
          <a:xfrm rot="18117000">
            <a:off x="2333880" y="4886640"/>
            <a:ext cx="7439040" cy="2421000"/>
          </a:xfrm>
          <a:custGeom>
            <a:avLst/>
            <a:gdLst>
              <a:gd name="textAreaLeft" fmla="*/ 0 w 7439040"/>
              <a:gd name="textAreaRight" fmla="*/ 7448040 w 7439040"/>
              <a:gd name="textAreaTop" fmla="*/ 0 h 2421000"/>
              <a:gd name="textAreaBottom" fmla="*/ 2430000 h 2421000"/>
            </a:gdLst>
            <a:ahLst/>
            <a:rect l="textAreaLeft" t="textAreaTop" r="textAreaRight" b="textAreaBottom"/>
            <a:pathLst>
              <a:path w="9418037" h="2429992">
                <a:moveTo>
                  <a:pt x="689691" y="804567"/>
                </a:moveTo>
                <a:cubicBezTo>
                  <a:pt x="916962" y="924084"/>
                  <a:pt x="2726928" y="823574"/>
                  <a:pt x="2627787" y="1057254"/>
                </a:cubicBezTo>
                <a:cubicBezTo>
                  <a:pt x="2528646" y="1290934"/>
                  <a:pt x="432010" y="1981122"/>
                  <a:pt x="94843" y="2206648"/>
                </a:cubicBezTo>
                <a:cubicBezTo>
                  <a:pt x="-242324" y="2432174"/>
                  <a:pt x="413087" y="2381633"/>
                  <a:pt x="604784" y="2410409"/>
                </a:cubicBezTo>
                <a:cubicBezTo>
                  <a:pt x="796482" y="2439185"/>
                  <a:pt x="1020626" y="2441981"/>
                  <a:pt x="1245028" y="2379303"/>
                </a:cubicBezTo>
                <a:cubicBezTo>
                  <a:pt x="1469430" y="2316625"/>
                  <a:pt x="1705942" y="2124838"/>
                  <a:pt x="1951198" y="2034342"/>
                </a:cubicBezTo>
                <a:cubicBezTo>
                  <a:pt x="2196454" y="1943846"/>
                  <a:pt x="2451266" y="1860856"/>
                  <a:pt x="2716563" y="1836327"/>
                </a:cubicBezTo>
                <a:cubicBezTo>
                  <a:pt x="2981860" y="1811798"/>
                  <a:pt x="3207578" y="1913398"/>
                  <a:pt x="3542982" y="1887166"/>
                </a:cubicBezTo>
                <a:cubicBezTo>
                  <a:pt x="3878386" y="1860934"/>
                  <a:pt x="4276313" y="1737784"/>
                  <a:pt x="4728986" y="1678936"/>
                </a:cubicBezTo>
                <a:cubicBezTo>
                  <a:pt x="5181659" y="1620088"/>
                  <a:pt x="5652440" y="1577838"/>
                  <a:pt x="6259022" y="1534080"/>
                </a:cubicBezTo>
                <a:cubicBezTo>
                  <a:pt x="6865604" y="1490322"/>
                  <a:pt x="7970127" y="1659320"/>
                  <a:pt x="8368479" y="1416385"/>
                </a:cubicBezTo>
                <a:cubicBezTo>
                  <a:pt x="8766831" y="1173450"/>
                  <a:pt x="10343644" y="280175"/>
                  <a:pt x="8649137" y="76472"/>
                </a:cubicBezTo>
                <a:cubicBezTo>
                  <a:pt x="6954630" y="-127231"/>
                  <a:pt x="2067340" y="135581"/>
                  <a:pt x="836511" y="179528"/>
                </a:cubicBezTo>
                <a:cubicBezTo>
                  <a:pt x="-394318" y="223475"/>
                  <a:pt x="1527886" y="218156"/>
                  <a:pt x="1264164" y="340154"/>
                </a:cubicBezTo>
                <a:cubicBezTo>
                  <a:pt x="1000442" y="462152"/>
                  <a:pt x="462420" y="685050"/>
                  <a:pt x="689691" y="804567"/>
                </a:cubicBezTo>
                <a:close/>
              </a:path>
            </a:pathLst>
          </a:custGeom>
          <a:gradFill rotWithShape="0">
            <a:gsLst>
              <a:gs pos="9000">
                <a:srgbClr val="566eaa"/>
              </a:gs>
              <a:gs pos="18000">
                <a:srgbClr val="18386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409" name="Freeform 9"/>
          <p:cNvSpPr/>
          <p:nvPr/>
        </p:nvSpPr>
        <p:spPr>
          <a:xfrm rot="3674400">
            <a:off x="2696400" y="925560"/>
            <a:ext cx="6385680" cy="2341800"/>
          </a:xfrm>
          <a:custGeom>
            <a:avLst/>
            <a:gdLst>
              <a:gd name="textAreaLeft" fmla="*/ 0 w 6385680"/>
              <a:gd name="textAreaRight" fmla="*/ 6394680 w 6385680"/>
              <a:gd name="textAreaTop" fmla="*/ 0 h 2341800"/>
              <a:gd name="textAreaBottom" fmla="*/ 2350800 h 2341800"/>
            </a:gdLst>
            <a:ahLst/>
            <a:rect l="textAreaLeft" t="textAreaTop" r="textAreaRight" b="textAreaBottom"/>
            <a:pathLst>
              <a:path w="8085950" h="2350830">
                <a:moveTo>
                  <a:pt x="813307" y="1490610"/>
                </a:moveTo>
                <a:cubicBezTo>
                  <a:pt x="756250" y="1634839"/>
                  <a:pt x="66965" y="1968342"/>
                  <a:pt x="6894" y="2069024"/>
                </a:cubicBezTo>
                <a:cubicBezTo>
                  <a:pt x="-53177" y="2169706"/>
                  <a:pt x="294781" y="2097742"/>
                  <a:pt x="452883" y="2094703"/>
                </a:cubicBezTo>
                <a:cubicBezTo>
                  <a:pt x="610985" y="2091664"/>
                  <a:pt x="892097" y="2008129"/>
                  <a:pt x="955505" y="2050791"/>
                </a:cubicBezTo>
                <a:cubicBezTo>
                  <a:pt x="1018913" y="2093453"/>
                  <a:pt x="735999" y="2358187"/>
                  <a:pt x="833332" y="2350674"/>
                </a:cubicBezTo>
                <a:cubicBezTo>
                  <a:pt x="930665" y="2343161"/>
                  <a:pt x="1294246" y="2096209"/>
                  <a:pt x="1539502" y="2005713"/>
                </a:cubicBezTo>
                <a:cubicBezTo>
                  <a:pt x="1784758" y="1915217"/>
                  <a:pt x="2039570" y="1832227"/>
                  <a:pt x="2304867" y="1807698"/>
                </a:cubicBezTo>
                <a:cubicBezTo>
                  <a:pt x="2570164" y="1783169"/>
                  <a:pt x="2795882" y="1884769"/>
                  <a:pt x="3131286" y="1858537"/>
                </a:cubicBezTo>
                <a:cubicBezTo>
                  <a:pt x="3466690" y="1832305"/>
                  <a:pt x="3864617" y="1709155"/>
                  <a:pt x="4317290" y="1650307"/>
                </a:cubicBezTo>
                <a:cubicBezTo>
                  <a:pt x="4769963" y="1591459"/>
                  <a:pt x="5240744" y="1549209"/>
                  <a:pt x="5847326" y="1505451"/>
                </a:cubicBezTo>
                <a:cubicBezTo>
                  <a:pt x="6453908" y="1461693"/>
                  <a:pt x="7631478" y="1564171"/>
                  <a:pt x="7956783" y="1387756"/>
                </a:cubicBezTo>
                <a:cubicBezTo>
                  <a:pt x="8282088" y="1211342"/>
                  <a:pt x="7365615" y="642797"/>
                  <a:pt x="7799155" y="446964"/>
                </a:cubicBezTo>
                <a:cubicBezTo>
                  <a:pt x="7405669" y="273233"/>
                  <a:pt x="8806227" y="125627"/>
                  <a:pt x="7550675" y="50595"/>
                </a:cubicBezTo>
                <a:cubicBezTo>
                  <a:pt x="6295123" y="-24437"/>
                  <a:pt x="2573389" y="-12246"/>
                  <a:pt x="1387153" y="62307"/>
                </a:cubicBezTo>
                <a:cubicBezTo>
                  <a:pt x="200917" y="136860"/>
                  <a:pt x="193051" y="312190"/>
                  <a:pt x="433260" y="497911"/>
                </a:cubicBezTo>
                <a:cubicBezTo>
                  <a:pt x="673469" y="683632"/>
                  <a:pt x="373786" y="935937"/>
                  <a:pt x="349235" y="1203649"/>
                </a:cubicBezTo>
                <a:cubicBezTo>
                  <a:pt x="296655" y="1477110"/>
                  <a:pt x="870364" y="1346381"/>
                  <a:pt x="813307" y="1490610"/>
                </a:cubicBezTo>
                <a:close/>
              </a:path>
            </a:pathLst>
          </a:custGeom>
          <a:gradFill rotWithShape="0">
            <a:gsLst>
              <a:gs pos="9000">
                <a:srgbClr val="566eaa"/>
              </a:gs>
              <a:gs pos="18000">
                <a:srgbClr val="18386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pic>
        <p:nvPicPr>
          <p:cNvPr id="410" name="Picture 11" descr=""/>
          <p:cNvPicPr/>
          <p:nvPr/>
        </p:nvPicPr>
        <p:blipFill>
          <a:blip r:embed="rId2"/>
          <a:stretch/>
        </p:blipFill>
        <p:spPr>
          <a:xfrm>
            <a:off x="-123120" y="-124920"/>
            <a:ext cx="7300800" cy="7337160"/>
          </a:xfrm>
          <a:prstGeom prst="rect">
            <a:avLst/>
          </a:prstGeom>
          <a:ln w="0">
            <a:noFill/>
          </a:ln>
        </p:spPr>
      </p:pic>
      <p:sp>
        <p:nvSpPr>
          <p:cNvPr id="411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2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3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4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5" name="Rectangle 10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1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53184F4B-8AB9-40F8-A257-8EB149478E9B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Freeform 66"/>
          <p:cNvSpPr/>
          <p:nvPr/>
        </p:nvSpPr>
        <p:spPr>
          <a:xfrm rot="370200">
            <a:off x="-2561760" y="-120528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419" name="Freeform 5"/>
          <p:cNvSpPr/>
          <p:nvPr/>
        </p:nvSpPr>
        <p:spPr>
          <a:xfrm>
            <a:off x="2153880" y="3953880"/>
            <a:ext cx="8050680" cy="1207080"/>
          </a:xfrm>
          <a:custGeom>
            <a:avLst/>
            <a:gdLst>
              <a:gd name="textAreaLeft" fmla="*/ 0 w 8050680"/>
              <a:gd name="textAreaRight" fmla="*/ 8059680 w 8050680"/>
              <a:gd name="textAreaTop" fmla="*/ 0 h 1207080"/>
              <a:gd name="textAreaBottom" fmla="*/ 1216080 h 1207080"/>
            </a:gdLst>
            <a:ahLst/>
            <a:rect l="textAreaLeft" t="textAreaTop" r="textAreaRight" b="textAreaBottom"/>
            <a:pathLst>
              <a:path w="2116" h="319">
                <a:moveTo>
                  <a:pt x="2116" y="0"/>
                </a:moveTo>
                <a:cubicBezTo>
                  <a:pt x="2116" y="131"/>
                  <a:pt x="2010" y="237"/>
                  <a:pt x="1879" y="237"/>
                </a:cubicBezTo>
                <a:cubicBezTo>
                  <a:pt x="179" y="237"/>
                  <a:pt x="179" y="237"/>
                  <a:pt x="179" y="237"/>
                </a:cubicBezTo>
                <a:cubicBezTo>
                  <a:pt x="107" y="237"/>
                  <a:pt x="43" y="268"/>
                  <a:pt x="0" y="319"/>
                </a:cubicBezTo>
              </a:path>
            </a:pathLst>
          </a:custGeom>
          <a:noFill/>
          <a:ln cap="rnd" w="69850">
            <a:solidFill>
              <a:srgbClr val="3342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420" name="Freeform 6"/>
          <p:cNvSpPr/>
          <p:nvPr/>
        </p:nvSpPr>
        <p:spPr>
          <a:xfrm>
            <a:off x="1933200" y="2153520"/>
            <a:ext cx="8271360" cy="1791360"/>
          </a:xfrm>
          <a:custGeom>
            <a:avLst/>
            <a:gdLst>
              <a:gd name="textAreaLeft" fmla="*/ 0 w 8271360"/>
              <a:gd name="textAreaRight" fmla="*/ 8280360 w 8271360"/>
              <a:gd name="textAreaTop" fmla="*/ 0 h 1791360"/>
              <a:gd name="textAreaBottom" fmla="*/ 1800360 h 1791360"/>
            </a:gdLst>
            <a:ahLst/>
            <a:rect l="textAreaLeft" t="textAreaTop" r="textAreaRight" b="textAreaBottom"/>
            <a:pathLst>
              <a:path w="2174" h="472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30"/>
                  <a:pt x="106" y="236"/>
                  <a:pt x="237" y="236"/>
                </a:cubicBezTo>
                <a:cubicBezTo>
                  <a:pt x="1937" y="236"/>
                  <a:pt x="1937" y="236"/>
                  <a:pt x="1937" y="236"/>
                </a:cubicBezTo>
                <a:cubicBezTo>
                  <a:pt x="2068" y="236"/>
                  <a:pt x="2174" y="342"/>
                  <a:pt x="2174" y="472"/>
                </a:cubicBezTo>
                <a:cubicBezTo>
                  <a:pt x="2174" y="472"/>
                  <a:pt x="2174" y="472"/>
                  <a:pt x="2174" y="472"/>
                </a:cubicBezTo>
              </a:path>
            </a:pathLst>
          </a:custGeom>
          <a:noFill/>
          <a:ln cap="rnd" w="69850">
            <a:solidFill>
              <a:srgbClr val="3342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421" name="Freeform 7"/>
          <p:cNvSpPr/>
          <p:nvPr/>
        </p:nvSpPr>
        <p:spPr>
          <a:xfrm>
            <a:off x="1933200" y="617040"/>
            <a:ext cx="8222040" cy="1527840"/>
          </a:xfrm>
          <a:custGeom>
            <a:avLst/>
            <a:gdLst>
              <a:gd name="textAreaLeft" fmla="*/ 0 w 8222040"/>
              <a:gd name="textAreaRight" fmla="*/ 8231040 w 8222040"/>
              <a:gd name="textAreaTop" fmla="*/ 0 h 1527840"/>
              <a:gd name="textAreaBottom" fmla="*/ 1536840 h 1527840"/>
            </a:gdLst>
            <a:ahLst/>
            <a:rect l="textAreaLeft" t="textAreaTop" r="textAreaRight" b="textAreaBottom"/>
            <a:pathLst>
              <a:path w="2161" h="403">
                <a:moveTo>
                  <a:pt x="2161" y="0"/>
                </a:moveTo>
                <a:cubicBezTo>
                  <a:pt x="2131" y="96"/>
                  <a:pt x="2041" y="166"/>
                  <a:pt x="1935" y="166"/>
                </a:cubicBezTo>
                <a:cubicBezTo>
                  <a:pt x="237" y="166"/>
                  <a:pt x="237" y="166"/>
                  <a:pt x="237" y="166"/>
                </a:cubicBezTo>
                <a:cubicBezTo>
                  <a:pt x="106" y="166"/>
                  <a:pt x="0" y="272"/>
                  <a:pt x="0" y="403"/>
                </a:cubicBezTo>
              </a:path>
            </a:pathLst>
          </a:custGeom>
          <a:noFill/>
          <a:ln cap="rnd" w="69850">
            <a:solidFill>
              <a:srgbClr val="3342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422" name="Group 10"/>
          <p:cNvGrpSpPr/>
          <p:nvPr/>
        </p:nvGrpSpPr>
        <p:grpSpPr>
          <a:xfrm>
            <a:off x="3841200" y="4700880"/>
            <a:ext cx="296640" cy="296640"/>
            <a:chOff x="3841200" y="4700880"/>
            <a:chExt cx="296640" cy="296640"/>
          </a:xfrm>
        </p:grpSpPr>
        <p:sp>
          <p:nvSpPr>
            <p:cNvPr id="423" name="Oval 11"/>
            <p:cNvSpPr/>
            <p:nvPr/>
          </p:nvSpPr>
          <p:spPr>
            <a:xfrm>
              <a:off x="3841200" y="4700880"/>
              <a:ext cx="296640" cy="296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24" name="Oval 28"/>
            <p:cNvSpPr/>
            <p:nvPr/>
          </p:nvSpPr>
          <p:spPr>
            <a:xfrm>
              <a:off x="3918600" y="4777920"/>
              <a:ext cx="138960" cy="1371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25" name="Group 13"/>
          <p:cNvGrpSpPr/>
          <p:nvPr/>
        </p:nvGrpSpPr>
        <p:grpSpPr>
          <a:xfrm>
            <a:off x="5922360" y="4700880"/>
            <a:ext cx="296640" cy="296640"/>
            <a:chOff x="5922360" y="4700880"/>
            <a:chExt cx="296640" cy="296640"/>
          </a:xfrm>
        </p:grpSpPr>
        <p:sp>
          <p:nvSpPr>
            <p:cNvPr id="426" name="Oval 14"/>
            <p:cNvSpPr/>
            <p:nvPr/>
          </p:nvSpPr>
          <p:spPr>
            <a:xfrm>
              <a:off x="5922360" y="4700880"/>
              <a:ext cx="296640" cy="296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27" name="Oval 28"/>
            <p:cNvSpPr/>
            <p:nvPr/>
          </p:nvSpPr>
          <p:spPr>
            <a:xfrm>
              <a:off x="5999400" y="4777920"/>
              <a:ext cx="138960" cy="1371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28" name="Group 16"/>
          <p:cNvGrpSpPr/>
          <p:nvPr/>
        </p:nvGrpSpPr>
        <p:grpSpPr>
          <a:xfrm>
            <a:off x="7984080" y="4700880"/>
            <a:ext cx="296640" cy="296640"/>
            <a:chOff x="7984080" y="4700880"/>
            <a:chExt cx="296640" cy="296640"/>
          </a:xfrm>
        </p:grpSpPr>
        <p:sp>
          <p:nvSpPr>
            <p:cNvPr id="429" name="Oval 17"/>
            <p:cNvSpPr/>
            <p:nvPr/>
          </p:nvSpPr>
          <p:spPr>
            <a:xfrm>
              <a:off x="7984080" y="4700880"/>
              <a:ext cx="296640" cy="296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30" name="Oval 28"/>
            <p:cNvSpPr/>
            <p:nvPr/>
          </p:nvSpPr>
          <p:spPr>
            <a:xfrm>
              <a:off x="8061120" y="4777920"/>
              <a:ext cx="138960" cy="1371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31" name="Group 19"/>
          <p:cNvGrpSpPr/>
          <p:nvPr/>
        </p:nvGrpSpPr>
        <p:grpSpPr>
          <a:xfrm>
            <a:off x="10055520" y="3793320"/>
            <a:ext cx="296640" cy="296640"/>
            <a:chOff x="10055520" y="3793320"/>
            <a:chExt cx="296640" cy="296640"/>
          </a:xfrm>
        </p:grpSpPr>
        <p:sp>
          <p:nvSpPr>
            <p:cNvPr id="432" name="Oval 20"/>
            <p:cNvSpPr/>
            <p:nvPr/>
          </p:nvSpPr>
          <p:spPr>
            <a:xfrm>
              <a:off x="10055520" y="3793320"/>
              <a:ext cx="296640" cy="296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33" name="Oval 28"/>
            <p:cNvSpPr/>
            <p:nvPr/>
          </p:nvSpPr>
          <p:spPr>
            <a:xfrm>
              <a:off x="10132920" y="3870360"/>
              <a:ext cx="138960" cy="1371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34" name="Group 22"/>
          <p:cNvGrpSpPr/>
          <p:nvPr/>
        </p:nvGrpSpPr>
        <p:grpSpPr>
          <a:xfrm>
            <a:off x="3847680" y="2889360"/>
            <a:ext cx="296640" cy="296640"/>
            <a:chOff x="3847680" y="2889360"/>
            <a:chExt cx="296640" cy="296640"/>
          </a:xfrm>
        </p:grpSpPr>
        <p:sp>
          <p:nvSpPr>
            <p:cNvPr id="435" name="Oval 23"/>
            <p:cNvSpPr/>
            <p:nvPr/>
          </p:nvSpPr>
          <p:spPr>
            <a:xfrm>
              <a:off x="3847680" y="2889360"/>
              <a:ext cx="296640" cy="296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36" name="Oval 28"/>
            <p:cNvSpPr/>
            <p:nvPr/>
          </p:nvSpPr>
          <p:spPr>
            <a:xfrm>
              <a:off x="3925080" y="2966400"/>
              <a:ext cx="138960" cy="1371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37" name="Group 25"/>
          <p:cNvGrpSpPr/>
          <p:nvPr/>
        </p:nvGrpSpPr>
        <p:grpSpPr>
          <a:xfrm>
            <a:off x="5912640" y="2895480"/>
            <a:ext cx="296640" cy="296640"/>
            <a:chOff x="5912640" y="2895480"/>
            <a:chExt cx="296640" cy="296640"/>
          </a:xfrm>
        </p:grpSpPr>
        <p:sp>
          <p:nvSpPr>
            <p:cNvPr id="438" name="Oval 26"/>
            <p:cNvSpPr/>
            <p:nvPr/>
          </p:nvSpPr>
          <p:spPr>
            <a:xfrm>
              <a:off x="5912640" y="2895480"/>
              <a:ext cx="296640" cy="296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39" name="Oval 28"/>
            <p:cNvSpPr/>
            <p:nvPr/>
          </p:nvSpPr>
          <p:spPr>
            <a:xfrm>
              <a:off x="5990040" y="2972880"/>
              <a:ext cx="138960" cy="1371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40" name="Group 28"/>
          <p:cNvGrpSpPr/>
          <p:nvPr/>
        </p:nvGrpSpPr>
        <p:grpSpPr>
          <a:xfrm>
            <a:off x="7974360" y="2895480"/>
            <a:ext cx="296640" cy="296640"/>
            <a:chOff x="7974360" y="2895480"/>
            <a:chExt cx="296640" cy="296640"/>
          </a:xfrm>
        </p:grpSpPr>
        <p:sp>
          <p:nvSpPr>
            <p:cNvPr id="441" name="Oval 29"/>
            <p:cNvSpPr/>
            <p:nvPr/>
          </p:nvSpPr>
          <p:spPr>
            <a:xfrm>
              <a:off x="7974360" y="2895480"/>
              <a:ext cx="296640" cy="296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42" name="Oval 28"/>
            <p:cNvSpPr/>
            <p:nvPr/>
          </p:nvSpPr>
          <p:spPr>
            <a:xfrm>
              <a:off x="8051760" y="2972880"/>
              <a:ext cx="138960" cy="1371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43" name="Group 31"/>
          <p:cNvGrpSpPr/>
          <p:nvPr/>
        </p:nvGrpSpPr>
        <p:grpSpPr>
          <a:xfrm>
            <a:off x="3847680" y="1094760"/>
            <a:ext cx="296640" cy="296640"/>
            <a:chOff x="3847680" y="1094760"/>
            <a:chExt cx="296640" cy="296640"/>
          </a:xfrm>
        </p:grpSpPr>
        <p:sp>
          <p:nvSpPr>
            <p:cNvPr id="444" name="Oval 32"/>
            <p:cNvSpPr/>
            <p:nvPr/>
          </p:nvSpPr>
          <p:spPr>
            <a:xfrm>
              <a:off x="3847680" y="1094760"/>
              <a:ext cx="296640" cy="296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45" name="Oval 28"/>
            <p:cNvSpPr/>
            <p:nvPr/>
          </p:nvSpPr>
          <p:spPr>
            <a:xfrm>
              <a:off x="3925080" y="1172160"/>
              <a:ext cx="138960" cy="1371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46" name="Group 34"/>
          <p:cNvGrpSpPr/>
          <p:nvPr/>
        </p:nvGrpSpPr>
        <p:grpSpPr>
          <a:xfrm>
            <a:off x="5912640" y="1101240"/>
            <a:ext cx="296640" cy="296640"/>
            <a:chOff x="5912640" y="1101240"/>
            <a:chExt cx="296640" cy="296640"/>
          </a:xfrm>
        </p:grpSpPr>
        <p:sp>
          <p:nvSpPr>
            <p:cNvPr id="447" name="Oval 35"/>
            <p:cNvSpPr/>
            <p:nvPr/>
          </p:nvSpPr>
          <p:spPr>
            <a:xfrm>
              <a:off x="5912640" y="1101240"/>
              <a:ext cx="296640" cy="296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48" name="Oval 28"/>
            <p:cNvSpPr/>
            <p:nvPr/>
          </p:nvSpPr>
          <p:spPr>
            <a:xfrm>
              <a:off x="5990040" y="1178280"/>
              <a:ext cx="138960" cy="1371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49" name="Group 37"/>
          <p:cNvGrpSpPr/>
          <p:nvPr/>
        </p:nvGrpSpPr>
        <p:grpSpPr>
          <a:xfrm>
            <a:off x="7974360" y="1101240"/>
            <a:ext cx="296640" cy="296640"/>
            <a:chOff x="7974360" y="1101240"/>
            <a:chExt cx="296640" cy="296640"/>
          </a:xfrm>
        </p:grpSpPr>
        <p:sp>
          <p:nvSpPr>
            <p:cNvPr id="450" name="Oval 38"/>
            <p:cNvSpPr/>
            <p:nvPr/>
          </p:nvSpPr>
          <p:spPr>
            <a:xfrm>
              <a:off x="7974360" y="1101240"/>
              <a:ext cx="296640" cy="296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51" name="Oval 28"/>
            <p:cNvSpPr/>
            <p:nvPr/>
          </p:nvSpPr>
          <p:spPr>
            <a:xfrm>
              <a:off x="8051760" y="1178280"/>
              <a:ext cx="138960" cy="1371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52" name="Group 40"/>
          <p:cNvGrpSpPr/>
          <p:nvPr/>
        </p:nvGrpSpPr>
        <p:grpSpPr>
          <a:xfrm>
            <a:off x="1781280" y="1999080"/>
            <a:ext cx="296640" cy="296640"/>
            <a:chOff x="1781280" y="1999080"/>
            <a:chExt cx="296640" cy="296640"/>
          </a:xfrm>
        </p:grpSpPr>
        <p:sp>
          <p:nvSpPr>
            <p:cNvPr id="453" name="Oval 41"/>
            <p:cNvSpPr/>
            <p:nvPr/>
          </p:nvSpPr>
          <p:spPr>
            <a:xfrm>
              <a:off x="1781280" y="1999080"/>
              <a:ext cx="296640" cy="296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54" name="Oval 28"/>
            <p:cNvSpPr/>
            <p:nvPr/>
          </p:nvSpPr>
          <p:spPr>
            <a:xfrm>
              <a:off x="1858320" y="2076120"/>
              <a:ext cx="138960" cy="1371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sp>
        <p:nvSpPr>
          <p:cNvPr id="455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6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7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8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459" name="Group 62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460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61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62" name="Rectangle 67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64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C44808CD-74BC-40BE-ADDA-9D70840EBD60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Freeform 25"/>
          <p:cNvSpPr/>
          <p:nvPr/>
        </p:nvSpPr>
        <p:spPr>
          <a:xfrm>
            <a:off x="-1935720" y="-1011960"/>
            <a:ext cx="7420680" cy="3798360"/>
          </a:xfrm>
          <a:custGeom>
            <a:avLst/>
            <a:gdLst>
              <a:gd name="textAreaLeft" fmla="*/ 0 w 7420680"/>
              <a:gd name="textAreaRight" fmla="*/ 7429680 w 7420680"/>
              <a:gd name="textAreaTop" fmla="*/ 0 h 3798360"/>
              <a:gd name="textAreaBottom" fmla="*/ 3807360 h 379836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466" name="Group 9"/>
          <p:cNvGrpSpPr/>
          <p:nvPr/>
        </p:nvGrpSpPr>
        <p:grpSpPr>
          <a:xfrm>
            <a:off x="278280" y="1993320"/>
            <a:ext cx="2699640" cy="2702160"/>
            <a:chOff x="278280" y="1993320"/>
            <a:chExt cx="2699640" cy="2702160"/>
          </a:xfrm>
        </p:grpSpPr>
        <p:sp>
          <p:nvSpPr>
            <p:cNvPr id="467" name="Freeform 6"/>
            <p:cNvSpPr/>
            <p:nvPr/>
          </p:nvSpPr>
          <p:spPr>
            <a:xfrm>
              <a:off x="278280" y="1993320"/>
              <a:ext cx="2699640" cy="2702160"/>
            </a:xfrm>
            <a:custGeom>
              <a:avLst/>
              <a:gdLst>
                <a:gd name="textAreaLeft" fmla="*/ 0 w 2699640"/>
                <a:gd name="textAreaRight" fmla="*/ 2708640 w 2699640"/>
                <a:gd name="textAreaTop" fmla="*/ 0 h 2702160"/>
                <a:gd name="textAreaBottom" fmla="*/ 2711160 h 270216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68" name="Freeform 6"/>
            <p:cNvSpPr/>
            <p:nvPr/>
          </p:nvSpPr>
          <p:spPr>
            <a:xfrm>
              <a:off x="278280" y="1993320"/>
              <a:ext cx="2699640" cy="2702160"/>
            </a:xfrm>
            <a:custGeom>
              <a:avLst/>
              <a:gdLst>
                <a:gd name="textAreaLeft" fmla="*/ 0 w 2699640"/>
                <a:gd name="textAreaRight" fmla="*/ 2708640 w 2699640"/>
                <a:gd name="textAreaTop" fmla="*/ 0 h 2702160"/>
                <a:gd name="textAreaBottom" fmla="*/ 2711160 h 270216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469" name="Group 12"/>
          <p:cNvGrpSpPr/>
          <p:nvPr/>
        </p:nvGrpSpPr>
        <p:grpSpPr>
          <a:xfrm>
            <a:off x="3215520" y="1993320"/>
            <a:ext cx="2699640" cy="2702160"/>
            <a:chOff x="3215520" y="1993320"/>
            <a:chExt cx="2699640" cy="2702160"/>
          </a:xfrm>
        </p:grpSpPr>
        <p:sp>
          <p:nvSpPr>
            <p:cNvPr id="470" name="Freeform 6"/>
            <p:cNvSpPr/>
            <p:nvPr/>
          </p:nvSpPr>
          <p:spPr>
            <a:xfrm>
              <a:off x="3215520" y="1993320"/>
              <a:ext cx="2699640" cy="2702160"/>
            </a:xfrm>
            <a:custGeom>
              <a:avLst/>
              <a:gdLst>
                <a:gd name="textAreaLeft" fmla="*/ 0 w 2699640"/>
                <a:gd name="textAreaRight" fmla="*/ 2708640 w 2699640"/>
                <a:gd name="textAreaTop" fmla="*/ 0 h 2702160"/>
                <a:gd name="textAreaBottom" fmla="*/ 2711160 h 270216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71" name="Freeform 6"/>
            <p:cNvSpPr/>
            <p:nvPr/>
          </p:nvSpPr>
          <p:spPr>
            <a:xfrm>
              <a:off x="3215520" y="1993320"/>
              <a:ext cx="2699640" cy="2702160"/>
            </a:xfrm>
            <a:custGeom>
              <a:avLst/>
              <a:gdLst>
                <a:gd name="textAreaLeft" fmla="*/ 0 w 2699640"/>
                <a:gd name="textAreaRight" fmla="*/ 2708640 w 2699640"/>
                <a:gd name="textAreaTop" fmla="*/ 0 h 2702160"/>
                <a:gd name="textAreaBottom" fmla="*/ 2711160 h 270216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472" name="Group 15"/>
          <p:cNvGrpSpPr/>
          <p:nvPr/>
        </p:nvGrpSpPr>
        <p:grpSpPr>
          <a:xfrm>
            <a:off x="6266880" y="1993320"/>
            <a:ext cx="2699640" cy="2702160"/>
            <a:chOff x="6266880" y="1993320"/>
            <a:chExt cx="2699640" cy="2702160"/>
          </a:xfrm>
        </p:grpSpPr>
        <p:sp>
          <p:nvSpPr>
            <p:cNvPr id="473" name="Freeform 6"/>
            <p:cNvSpPr/>
            <p:nvPr/>
          </p:nvSpPr>
          <p:spPr>
            <a:xfrm>
              <a:off x="6266880" y="1993320"/>
              <a:ext cx="2699640" cy="2702160"/>
            </a:xfrm>
            <a:custGeom>
              <a:avLst/>
              <a:gdLst>
                <a:gd name="textAreaLeft" fmla="*/ 0 w 2699640"/>
                <a:gd name="textAreaRight" fmla="*/ 2708640 w 2699640"/>
                <a:gd name="textAreaTop" fmla="*/ 0 h 2702160"/>
                <a:gd name="textAreaBottom" fmla="*/ 2711160 h 270216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74" name="Freeform 6"/>
            <p:cNvSpPr/>
            <p:nvPr/>
          </p:nvSpPr>
          <p:spPr>
            <a:xfrm>
              <a:off x="6266880" y="1993320"/>
              <a:ext cx="2699640" cy="2702160"/>
            </a:xfrm>
            <a:custGeom>
              <a:avLst/>
              <a:gdLst>
                <a:gd name="textAreaLeft" fmla="*/ 0 w 2699640"/>
                <a:gd name="textAreaRight" fmla="*/ 2708640 w 2699640"/>
                <a:gd name="textAreaTop" fmla="*/ 0 h 2702160"/>
                <a:gd name="textAreaBottom" fmla="*/ 2711160 h 270216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475" name="Group 18"/>
          <p:cNvGrpSpPr/>
          <p:nvPr/>
        </p:nvGrpSpPr>
        <p:grpSpPr>
          <a:xfrm>
            <a:off x="9318240" y="1993320"/>
            <a:ext cx="2699640" cy="2702160"/>
            <a:chOff x="9318240" y="1993320"/>
            <a:chExt cx="2699640" cy="2702160"/>
          </a:xfrm>
        </p:grpSpPr>
        <p:sp>
          <p:nvSpPr>
            <p:cNvPr id="476" name="Freeform 6"/>
            <p:cNvSpPr/>
            <p:nvPr/>
          </p:nvSpPr>
          <p:spPr>
            <a:xfrm>
              <a:off x="9318240" y="1993320"/>
              <a:ext cx="2699640" cy="2702160"/>
            </a:xfrm>
            <a:custGeom>
              <a:avLst/>
              <a:gdLst>
                <a:gd name="textAreaLeft" fmla="*/ 0 w 2699640"/>
                <a:gd name="textAreaRight" fmla="*/ 2708640 w 2699640"/>
                <a:gd name="textAreaTop" fmla="*/ 0 h 2702160"/>
                <a:gd name="textAreaBottom" fmla="*/ 2711160 h 270216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77" name="Freeform 6"/>
            <p:cNvSpPr/>
            <p:nvPr/>
          </p:nvSpPr>
          <p:spPr>
            <a:xfrm>
              <a:off x="9318240" y="1993320"/>
              <a:ext cx="2699640" cy="2702160"/>
            </a:xfrm>
            <a:custGeom>
              <a:avLst/>
              <a:gdLst>
                <a:gd name="textAreaLeft" fmla="*/ 0 w 2699640"/>
                <a:gd name="textAreaRight" fmla="*/ 2708640 w 2699640"/>
                <a:gd name="textAreaTop" fmla="*/ 0 h 2702160"/>
                <a:gd name="textAreaBottom" fmla="*/ 2711160 h 270216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78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9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0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1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482" name="Group 21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483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84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85" name="Rectangle 26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8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DA5194ED-F619-4260-A389-4502107352F4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Freeform 44"/>
          <p:cNvSpPr/>
          <p:nvPr/>
        </p:nvSpPr>
        <p:spPr>
          <a:xfrm rot="370200">
            <a:off x="-2177280" y="-152316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489" name="Group 41"/>
          <p:cNvGrpSpPr/>
          <p:nvPr/>
        </p:nvGrpSpPr>
        <p:grpSpPr>
          <a:xfrm>
            <a:off x="228600" y="1959840"/>
            <a:ext cx="11725920" cy="3592440"/>
            <a:chOff x="228600" y="1959840"/>
            <a:chExt cx="11725920" cy="3592440"/>
          </a:xfrm>
        </p:grpSpPr>
        <p:grpSp>
          <p:nvGrpSpPr>
            <p:cNvPr id="490" name="Group 5"/>
            <p:cNvGrpSpPr/>
            <p:nvPr/>
          </p:nvGrpSpPr>
          <p:grpSpPr>
            <a:xfrm>
              <a:off x="228600" y="1959840"/>
              <a:ext cx="2279880" cy="3592440"/>
              <a:chOff x="228600" y="1959840"/>
              <a:chExt cx="2279880" cy="3592440"/>
            </a:xfrm>
          </p:grpSpPr>
          <p:grpSp>
            <p:nvGrpSpPr>
              <p:cNvPr id="491" name="Group 6"/>
              <p:cNvGrpSpPr/>
              <p:nvPr/>
            </p:nvGrpSpPr>
            <p:grpSpPr>
              <a:xfrm>
                <a:off x="228600" y="1959840"/>
                <a:ext cx="2279880" cy="3592440"/>
                <a:chOff x="228600" y="1959840"/>
                <a:chExt cx="2279880" cy="3592440"/>
              </a:xfrm>
            </p:grpSpPr>
            <p:sp>
              <p:nvSpPr>
                <p:cNvPr id="492" name="Freeform 9"/>
                <p:cNvSpPr/>
                <p:nvPr/>
              </p:nvSpPr>
              <p:spPr>
                <a:xfrm>
                  <a:off x="228600" y="1959840"/>
                  <a:ext cx="2279880" cy="3592440"/>
                </a:xfrm>
                <a:custGeom>
                  <a:avLst/>
                  <a:gdLst>
                    <a:gd name="textAreaLeft" fmla="*/ 0 w 2279880"/>
                    <a:gd name="textAreaRight" fmla="*/ 2288880 w 2279880"/>
                    <a:gd name="textAreaTop" fmla="*/ 0 h 3592440"/>
                    <a:gd name="textAreaBottom" fmla="*/ 3601440 h 3592440"/>
                  </a:gdLst>
                  <a:ahLst/>
                  <a:rect l="textAreaLeft" t="textAreaTop" r="textAreaRight" b="textAreaBottom"/>
                  <a:pathLst>
                    <a:path w="459" h="722">
                      <a:moveTo>
                        <a:pt x="404" y="722"/>
                      </a:moveTo>
                      <a:cubicBezTo>
                        <a:pt x="55" y="722"/>
                        <a:pt x="55" y="722"/>
                        <a:pt x="55" y="722"/>
                      </a:cubicBezTo>
                      <a:cubicBezTo>
                        <a:pt x="24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4" y="0"/>
                        <a:pt x="55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4" y="0"/>
                        <a:pt x="459" y="25"/>
                        <a:pt x="459" y="56"/>
                      </a:cubicBezTo>
                      <a:cubicBezTo>
                        <a:pt x="459" y="666"/>
                        <a:pt x="459" y="666"/>
                        <a:pt x="459" y="666"/>
                      </a:cubicBezTo>
                      <a:cubicBezTo>
                        <a:pt x="459" y="697"/>
                        <a:pt x="434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tl" blurRad="177840" dir="2700000" dist="114042" rotWithShape="0">
                    <a:schemeClr val="tx1">
                      <a:alpha val="4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  <p:sp>
              <p:nvSpPr>
                <p:cNvPr id="493" name="Freeform 9"/>
                <p:cNvSpPr/>
                <p:nvPr/>
              </p:nvSpPr>
              <p:spPr>
                <a:xfrm>
                  <a:off x="228600" y="1959840"/>
                  <a:ext cx="2279880" cy="3592440"/>
                </a:xfrm>
                <a:custGeom>
                  <a:avLst/>
                  <a:gdLst>
                    <a:gd name="textAreaLeft" fmla="*/ 0 w 2279880"/>
                    <a:gd name="textAreaRight" fmla="*/ 2288880 w 2279880"/>
                    <a:gd name="textAreaTop" fmla="*/ 0 h 3592440"/>
                    <a:gd name="textAreaBottom" fmla="*/ 3601440 h 3592440"/>
                  </a:gdLst>
                  <a:ahLst/>
                  <a:rect l="textAreaLeft" t="textAreaTop" r="textAreaRight" b="textAreaBottom"/>
                  <a:pathLst>
                    <a:path w="459" h="722">
                      <a:moveTo>
                        <a:pt x="404" y="722"/>
                      </a:moveTo>
                      <a:cubicBezTo>
                        <a:pt x="55" y="722"/>
                        <a:pt x="55" y="722"/>
                        <a:pt x="55" y="722"/>
                      </a:cubicBezTo>
                      <a:cubicBezTo>
                        <a:pt x="24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4" y="0"/>
                        <a:pt x="55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4" y="0"/>
                        <a:pt x="459" y="25"/>
                        <a:pt x="459" y="56"/>
                      </a:cubicBezTo>
                      <a:cubicBezTo>
                        <a:pt x="459" y="666"/>
                        <a:pt x="459" y="666"/>
                        <a:pt x="459" y="666"/>
                      </a:cubicBezTo>
                      <a:cubicBezTo>
                        <a:pt x="459" y="697"/>
                        <a:pt x="434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br" blurRad="114480" dir="13500000" dist="114042" rotWithShape="0">
                    <a:schemeClr val="tx2">
                      <a:alpha val="5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</p:grpSp>
          <p:sp>
            <p:nvSpPr>
              <p:cNvPr id="494" name="Oval 7"/>
              <p:cNvSpPr/>
              <p:nvPr/>
            </p:nvSpPr>
            <p:spPr>
              <a:xfrm>
                <a:off x="658800" y="2261160"/>
                <a:ext cx="1434240" cy="1434240"/>
              </a:xfrm>
              <a:prstGeom prst="ellipse">
                <a:avLst/>
              </a:prstGeom>
              <a:gradFill rotWithShape="0">
                <a:gsLst>
                  <a:gs pos="0">
                    <a:srgbClr val="334257"/>
                  </a:gs>
                  <a:gs pos="61000">
                    <a:srgbClr val="242e3d"/>
                  </a:gs>
                </a:gsLst>
                <a:lin ang="13500000"/>
              </a:gradFill>
              <a:ln>
                <a:noFill/>
              </a:ln>
              <a:effectLst>
                <a:innerShdw blurRad="215900" dir="13500000" dist="88900">
                  <a:schemeClr val="bg2">
                    <a:lumMod val="7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  <p:grpSp>
          <p:nvGrpSpPr>
            <p:cNvPr id="495" name="Group 10"/>
            <p:cNvGrpSpPr/>
            <p:nvPr/>
          </p:nvGrpSpPr>
          <p:grpSpPr>
            <a:xfrm>
              <a:off x="3373200" y="1959840"/>
              <a:ext cx="2283840" cy="3592440"/>
              <a:chOff x="3373200" y="1959840"/>
              <a:chExt cx="2283840" cy="3592440"/>
            </a:xfrm>
          </p:grpSpPr>
          <p:grpSp>
            <p:nvGrpSpPr>
              <p:cNvPr id="496" name="Group 11"/>
              <p:cNvGrpSpPr/>
              <p:nvPr/>
            </p:nvGrpSpPr>
            <p:grpSpPr>
              <a:xfrm>
                <a:off x="3373200" y="1959840"/>
                <a:ext cx="2283840" cy="3592440"/>
                <a:chOff x="3373200" y="1959840"/>
                <a:chExt cx="2283840" cy="3592440"/>
              </a:xfrm>
            </p:grpSpPr>
            <p:sp>
              <p:nvSpPr>
                <p:cNvPr id="497" name="Freeform 13"/>
                <p:cNvSpPr/>
                <p:nvPr/>
              </p:nvSpPr>
              <p:spPr>
                <a:xfrm>
                  <a:off x="3373200" y="1959840"/>
                  <a:ext cx="2283840" cy="3592440"/>
                </a:xfrm>
                <a:custGeom>
                  <a:avLst/>
                  <a:gdLst>
                    <a:gd name="textAreaLeft" fmla="*/ 0 w 2283840"/>
                    <a:gd name="textAreaRight" fmla="*/ 2292840 w 2283840"/>
                    <a:gd name="textAreaTop" fmla="*/ 0 h 3592440"/>
                    <a:gd name="textAreaBottom" fmla="*/ 3601440 h 3592440"/>
                  </a:gdLst>
                  <a:ah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tl" blurRad="177840" dir="2700000" dist="114042" rotWithShape="0">
                    <a:schemeClr val="tx1">
                      <a:alpha val="4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  <p:sp>
              <p:nvSpPr>
                <p:cNvPr id="498" name="Freeform 13"/>
                <p:cNvSpPr/>
                <p:nvPr/>
              </p:nvSpPr>
              <p:spPr>
                <a:xfrm>
                  <a:off x="3373200" y="1959840"/>
                  <a:ext cx="2283840" cy="3592440"/>
                </a:xfrm>
                <a:custGeom>
                  <a:avLst/>
                  <a:gdLst>
                    <a:gd name="textAreaLeft" fmla="*/ 0 w 2283840"/>
                    <a:gd name="textAreaRight" fmla="*/ 2292840 w 2283840"/>
                    <a:gd name="textAreaTop" fmla="*/ 0 h 3592440"/>
                    <a:gd name="textAreaBottom" fmla="*/ 3601440 h 3592440"/>
                  </a:gdLst>
                  <a:ah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br" blurRad="114480" dir="13500000" dist="114042" rotWithShape="0">
                    <a:schemeClr val="tx2">
                      <a:alpha val="5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</p:grpSp>
          <p:sp>
            <p:nvSpPr>
              <p:cNvPr id="499" name="Oval 12"/>
              <p:cNvSpPr/>
              <p:nvPr/>
            </p:nvSpPr>
            <p:spPr>
              <a:xfrm>
                <a:off x="3801240" y="2261160"/>
                <a:ext cx="1434240" cy="1434240"/>
              </a:xfrm>
              <a:prstGeom prst="ellipse">
                <a:avLst/>
              </a:prstGeom>
              <a:gradFill rotWithShape="0">
                <a:gsLst>
                  <a:gs pos="0">
                    <a:srgbClr val="334257"/>
                  </a:gs>
                  <a:gs pos="61000">
                    <a:srgbClr val="242e3d"/>
                  </a:gs>
                </a:gsLst>
                <a:lin ang="13500000"/>
              </a:gradFill>
              <a:ln>
                <a:noFill/>
              </a:ln>
              <a:effectLst>
                <a:innerShdw blurRad="215900" dir="13500000" dist="88900">
                  <a:schemeClr val="bg2">
                    <a:lumMod val="7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  <p:grpSp>
          <p:nvGrpSpPr>
            <p:cNvPr id="500" name="Group 15"/>
            <p:cNvGrpSpPr/>
            <p:nvPr/>
          </p:nvGrpSpPr>
          <p:grpSpPr>
            <a:xfrm>
              <a:off x="6523920" y="1959840"/>
              <a:ext cx="2282040" cy="3592440"/>
              <a:chOff x="6523920" y="1959840"/>
              <a:chExt cx="2282040" cy="3592440"/>
            </a:xfrm>
          </p:grpSpPr>
          <p:grpSp>
            <p:nvGrpSpPr>
              <p:cNvPr id="501" name="Group 16"/>
              <p:cNvGrpSpPr/>
              <p:nvPr/>
            </p:nvGrpSpPr>
            <p:grpSpPr>
              <a:xfrm>
                <a:off x="6523920" y="1959840"/>
                <a:ext cx="2282040" cy="3592440"/>
                <a:chOff x="6523920" y="1959840"/>
                <a:chExt cx="2282040" cy="3592440"/>
              </a:xfrm>
            </p:grpSpPr>
            <p:sp>
              <p:nvSpPr>
                <p:cNvPr id="502" name="Freeform 17"/>
                <p:cNvSpPr/>
                <p:nvPr/>
              </p:nvSpPr>
              <p:spPr>
                <a:xfrm>
                  <a:off x="6523920" y="1959840"/>
                  <a:ext cx="2282040" cy="3592440"/>
                </a:xfrm>
                <a:custGeom>
                  <a:avLst/>
                  <a:gdLst>
                    <a:gd name="textAreaLeft" fmla="*/ 0 w 2282040"/>
                    <a:gd name="textAreaRight" fmla="*/ 2291040 w 2282040"/>
                    <a:gd name="textAreaTop" fmla="*/ 0 h 3592440"/>
                    <a:gd name="textAreaBottom" fmla="*/ 3601440 h 3592440"/>
                  </a:gdLst>
                  <a:ah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tl" blurRad="177840" dir="2700000" dist="114042" rotWithShape="0">
                    <a:schemeClr val="tx1">
                      <a:alpha val="4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  <p:sp>
              <p:nvSpPr>
                <p:cNvPr id="503" name="Freeform 17"/>
                <p:cNvSpPr/>
                <p:nvPr/>
              </p:nvSpPr>
              <p:spPr>
                <a:xfrm>
                  <a:off x="6523920" y="1959840"/>
                  <a:ext cx="2282040" cy="3592440"/>
                </a:xfrm>
                <a:custGeom>
                  <a:avLst/>
                  <a:gdLst>
                    <a:gd name="textAreaLeft" fmla="*/ 0 w 2282040"/>
                    <a:gd name="textAreaRight" fmla="*/ 2291040 w 2282040"/>
                    <a:gd name="textAreaTop" fmla="*/ 0 h 3592440"/>
                    <a:gd name="textAreaBottom" fmla="*/ 3601440 h 3592440"/>
                  </a:gdLst>
                  <a:ah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br" blurRad="114480" dir="13500000" dist="114042" rotWithShape="0">
                    <a:schemeClr val="tx2">
                      <a:alpha val="5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</p:grpSp>
          <p:sp>
            <p:nvSpPr>
              <p:cNvPr id="504" name="Oval 17"/>
              <p:cNvSpPr/>
              <p:nvPr/>
            </p:nvSpPr>
            <p:spPr>
              <a:xfrm>
                <a:off x="6953040" y="2261160"/>
                <a:ext cx="1434240" cy="1434240"/>
              </a:xfrm>
              <a:prstGeom prst="ellipse">
                <a:avLst/>
              </a:prstGeom>
              <a:gradFill rotWithShape="0">
                <a:gsLst>
                  <a:gs pos="0">
                    <a:srgbClr val="334257"/>
                  </a:gs>
                  <a:gs pos="61000">
                    <a:srgbClr val="242e3d"/>
                  </a:gs>
                </a:gsLst>
                <a:lin ang="13500000"/>
              </a:gradFill>
              <a:ln>
                <a:noFill/>
              </a:ln>
              <a:effectLst>
                <a:innerShdw blurRad="215900" dir="13500000" dist="88900">
                  <a:schemeClr val="bg2">
                    <a:lumMod val="7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  <p:grpSp>
          <p:nvGrpSpPr>
            <p:cNvPr id="505" name="Group 20"/>
            <p:cNvGrpSpPr/>
            <p:nvPr/>
          </p:nvGrpSpPr>
          <p:grpSpPr>
            <a:xfrm>
              <a:off x="9672480" y="1959840"/>
              <a:ext cx="2282040" cy="3592440"/>
              <a:chOff x="9672480" y="1959840"/>
              <a:chExt cx="2282040" cy="3592440"/>
            </a:xfrm>
          </p:grpSpPr>
          <p:grpSp>
            <p:nvGrpSpPr>
              <p:cNvPr id="506" name="Group 21"/>
              <p:cNvGrpSpPr/>
              <p:nvPr/>
            </p:nvGrpSpPr>
            <p:grpSpPr>
              <a:xfrm>
                <a:off x="9672480" y="1959840"/>
                <a:ext cx="2282040" cy="3592440"/>
                <a:chOff x="9672480" y="1959840"/>
                <a:chExt cx="2282040" cy="3592440"/>
              </a:xfrm>
            </p:grpSpPr>
            <p:sp>
              <p:nvSpPr>
                <p:cNvPr id="507" name="Freeform 20"/>
                <p:cNvSpPr/>
                <p:nvPr/>
              </p:nvSpPr>
              <p:spPr>
                <a:xfrm>
                  <a:off x="9672480" y="1959840"/>
                  <a:ext cx="2282040" cy="3592440"/>
                </a:xfrm>
                <a:custGeom>
                  <a:avLst/>
                  <a:gdLst>
                    <a:gd name="textAreaLeft" fmla="*/ 0 w 2282040"/>
                    <a:gd name="textAreaRight" fmla="*/ 2291040 w 2282040"/>
                    <a:gd name="textAreaTop" fmla="*/ 0 h 3592440"/>
                    <a:gd name="textAreaBottom" fmla="*/ 3601440 h 3592440"/>
                  </a:gdLst>
                  <a:ah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tl" blurRad="177840" dir="2700000" dist="114042" rotWithShape="0">
                    <a:schemeClr val="tx1">
                      <a:alpha val="4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  <p:sp>
              <p:nvSpPr>
                <p:cNvPr id="508" name="Freeform 20"/>
                <p:cNvSpPr/>
                <p:nvPr/>
              </p:nvSpPr>
              <p:spPr>
                <a:xfrm>
                  <a:off x="9672480" y="1959840"/>
                  <a:ext cx="2282040" cy="3592440"/>
                </a:xfrm>
                <a:custGeom>
                  <a:avLst/>
                  <a:gdLst>
                    <a:gd name="textAreaLeft" fmla="*/ 0 w 2282040"/>
                    <a:gd name="textAreaRight" fmla="*/ 2291040 w 2282040"/>
                    <a:gd name="textAreaTop" fmla="*/ 0 h 3592440"/>
                    <a:gd name="textAreaBottom" fmla="*/ 3601440 h 3592440"/>
                  </a:gdLst>
                  <a:ah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br" blurRad="114480" dir="13500000" dist="114042" rotWithShape="0">
                    <a:schemeClr val="tx2">
                      <a:alpha val="5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</p:grpSp>
          <p:sp>
            <p:nvSpPr>
              <p:cNvPr id="509" name="Oval 22"/>
              <p:cNvSpPr/>
              <p:nvPr/>
            </p:nvSpPr>
            <p:spPr>
              <a:xfrm>
                <a:off x="10102680" y="2261160"/>
                <a:ext cx="1434240" cy="1434240"/>
              </a:xfrm>
              <a:prstGeom prst="ellipse">
                <a:avLst/>
              </a:prstGeom>
              <a:gradFill rotWithShape="0">
                <a:gsLst>
                  <a:gs pos="0">
                    <a:srgbClr val="334257"/>
                  </a:gs>
                  <a:gs pos="61000">
                    <a:srgbClr val="242e3d"/>
                  </a:gs>
                </a:gsLst>
                <a:lin ang="13500000"/>
              </a:gradFill>
              <a:ln>
                <a:noFill/>
              </a:ln>
              <a:effectLst>
                <a:innerShdw blurRad="215900" dir="13500000" dist="88900">
                  <a:schemeClr val="bg2">
                    <a:lumMod val="7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sp>
        <p:nvSpPr>
          <p:cNvPr id="510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1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2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3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514" name="Group 34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515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16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17" name="Rectangle 43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51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BE666968-6BE9-4623-93B9-295DE9CBA54F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Freeform 30"/>
          <p:cNvSpPr/>
          <p:nvPr/>
        </p:nvSpPr>
        <p:spPr>
          <a:xfrm>
            <a:off x="-1935720" y="-1011960"/>
            <a:ext cx="7420680" cy="3798360"/>
          </a:xfrm>
          <a:custGeom>
            <a:avLst/>
            <a:gdLst>
              <a:gd name="textAreaLeft" fmla="*/ 0 w 7420680"/>
              <a:gd name="textAreaRight" fmla="*/ 7429680 w 7420680"/>
              <a:gd name="textAreaTop" fmla="*/ 0 h 3798360"/>
              <a:gd name="textAreaBottom" fmla="*/ 3807360 h 379836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521" name="Group 5"/>
          <p:cNvGrpSpPr/>
          <p:nvPr/>
        </p:nvGrpSpPr>
        <p:grpSpPr>
          <a:xfrm>
            <a:off x="811800" y="1545120"/>
            <a:ext cx="2889360" cy="4025880"/>
            <a:chOff x="811800" y="1545120"/>
            <a:chExt cx="2889360" cy="4025880"/>
          </a:xfrm>
        </p:grpSpPr>
        <p:sp>
          <p:nvSpPr>
            <p:cNvPr id="522" name="Freeform 6"/>
            <p:cNvSpPr/>
            <p:nvPr/>
          </p:nvSpPr>
          <p:spPr>
            <a:xfrm>
              <a:off x="811800" y="1545120"/>
              <a:ext cx="2889360" cy="4025880"/>
            </a:xfrm>
            <a:custGeom>
              <a:avLst/>
              <a:gdLst>
                <a:gd name="textAreaLeft" fmla="*/ 0 w 2889360"/>
                <a:gd name="textAreaRight" fmla="*/ 2898360 w 2889360"/>
                <a:gd name="textAreaTop" fmla="*/ 0 h 4025880"/>
                <a:gd name="textAreaBottom" fmla="*/ 4034880 h 4025880"/>
              </a:gdLst>
              <a:ah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23" name="Freeform 30"/>
            <p:cNvSpPr/>
            <p:nvPr/>
          </p:nvSpPr>
          <p:spPr>
            <a:xfrm>
              <a:off x="811800" y="1545120"/>
              <a:ext cx="2889360" cy="4025880"/>
            </a:xfrm>
            <a:custGeom>
              <a:avLst/>
              <a:gdLst>
                <a:gd name="textAreaLeft" fmla="*/ 0 w 2889360"/>
                <a:gd name="textAreaRight" fmla="*/ 2898360 w 2889360"/>
                <a:gd name="textAreaTop" fmla="*/ 0 h 4025880"/>
                <a:gd name="textAreaBottom" fmla="*/ 4034880 h 4025880"/>
              </a:gdLst>
              <a:ah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24" name="Text Placeholder 2"/>
          <p:cNvSpPr/>
          <p:nvPr/>
        </p:nvSpPr>
        <p:spPr>
          <a:xfrm>
            <a:off x="825120" y="1545120"/>
            <a:ext cx="2889360" cy="4025880"/>
          </a:xfrm>
          <a:prstGeom prst="roundRect">
            <a:avLst>
              <a:gd name="adj" fmla="val 11472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6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7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8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529" name="Group 20"/>
          <p:cNvGrpSpPr/>
          <p:nvPr/>
        </p:nvGrpSpPr>
        <p:grpSpPr>
          <a:xfrm>
            <a:off x="4573440" y="1545120"/>
            <a:ext cx="2889360" cy="4025880"/>
            <a:chOff x="4573440" y="1545120"/>
            <a:chExt cx="2889360" cy="4025880"/>
          </a:xfrm>
        </p:grpSpPr>
        <p:sp>
          <p:nvSpPr>
            <p:cNvPr id="530" name="Freeform 21"/>
            <p:cNvSpPr/>
            <p:nvPr/>
          </p:nvSpPr>
          <p:spPr>
            <a:xfrm>
              <a:off x="4573440" y="1545120"/>
              <a:ext cx="2889360" cy="4025880"/>
            </a:xfrm>
            <a:custGeom>
              <a:avLst/>
              <a:gdLst>
                <a:gd name="textAreaLeft" fmla="*/ 0 w 2889360"/>
                <a:gd name="textAreaRight" fmla="*/ 2898360 w 2889360"/>
                <a:gd name="textAreaTop" fmla="*/ 0 h 4025880"/>
                <a:gd name="textAreaBottom" fmla="*/ 4034880 h 4025880"/>
              </a:gdLst>
              <a:ah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31" name="Freeform 30"/>
            <p:cNvSpPr/>
            <p:nvPr/>
          </p:nvSpPr>
          <p:spPr>
            <a:xfrm>
              <a:off x="4573440" y="1545120"/>
              <a:ext cx="2889360" cy="4025880"/>
            </a:xfrm>
            <a:custGeom>
              <a:avLst/>
              <a:gdLst>
                <a:gd name="textAreaLeft" fmla="*/ 0 w 2889360"/>
                <a:gd name="textAreaRight" fmla="*/ 2898360 w 2889360"/>
                <a:gd name="textAreaTop" fmla="*/ 0 h 4025880"/>
                <a:gd name="textAreaBottom" fmla="*/ 4034880 h 4025880"/>
              </a:gdLst>
              <a:ah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32" name="Text Placeholder 2"/>
          <p:cNvSpPr/>
          <p:nvPr/>
        </p:nvSpPr>
        <p:spPr>
          <a:xfrm>
            <a:off x="4587120" y="1545120"/>
            <a:ext cx="2889360" cy="4025880"/>
          </a:xfrm>
          <a:prstGeom prst="roundRect">
            <a:avLst>
              <a:gd name="adj" fmla="val 11472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33" name="Group 24"/>
          <p:cNvGrpSpPr/>
          <p:nvPr/>
        </p:nvGrpSpPr>
        <p:grpSpPr>
          <a:xfrm>
            <a:off x="8362080" y="1545120"/>
            <a:ext cx="2889360" cy="4025880"/>
            <a:chOff x="8362080" y="1545120"/>
            <a:chExt cx="2889360" cy="4025880"/>
          </a:xfrm>
        </p:grpSpPr>
        <p:sp>
          <p:nvSpPr>
            <p:cNvPr id="534" name="Freeform 25"/>
            <p:cNvSpPr/>
            <p:nvPr/>
          </p:nvSpPr>
          <p:spPr>
            <a:xfrm>
              <a:off x="8362080" y="1545120"/>
              <a:ext cx="2889360" cy="4025880"/>
            </a:xfrm>
            <a:custGeom>
              <a:avLst/>
              <a:gdLst>
                <a:gd name="textAreaLeft" fmla="*/ 0 w 2889360"/>
                <a:gd name="textAreaRight" fmla="*/ 2898360 w 2889360"/>
                <a:gd name="textAreaTop" fmla="*/ 0 h 4025880"/>
                <a:gd name="textAreaBottom" fmla="*/ 4034880 h 4025880"/>
              </a:gdLst>
              <a:ah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35" name="Freeform 30"/>
            <p:cNvSpPr/>
            <p:nvPr/>
          </p:nvSpPr>
          <p:spPr>
            <a:xfrm>
              <a:off x="8362080" y="1545120"/>
              <a:ext cx="2889360" cy="4025880"/>
            </a:xfrm>
            <a:custGeom>
              <a:avLst/>
              <a:gdLst>
                <a:gd name="textAreaLeft" fmla="*/ 0 w 2889360"/>
                <a:gd name="textAreaRight" fmla="*/ 2898360 w 2889360"/>
                <a:gd name="textAreaTop" fmla="*/ 0 h 4025880"/>
                <a:gd name="textAreaBottom" fmla="*/ 4034880 h 4025880"/>
              </a:gdLst>
              <a:ah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36" name="Text Placeholder 2"/>
          <p:cNvSpPr/>
          <p:nvPr/>
        </p:nvSpPr>
        <p:spPr>
          <a:xfrm>
            <a:off x="8375760" y="1545120"/>
            <a:ext cx="2889360" cy="4025880"/>
          </a:xfrm>
          <a:prstGeom prst="roundRect">
            <a:avLst>
              <a:gd name="adj" fmla="val 11472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37" name="Group 18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538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39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40" name="Rectangle 31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542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A4055679-C5E3-4A35-B822-E64747AAD6C7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Freeform 51"/>
          <p:cNvSpPr/>
          <p:nvPr/>
        </p:nvSpPr>
        <p:spPr>
          <a:xfrm>
            <a:off x="-1935720" y="-1011960"/>
            <a:ext cx="7420680" cy="3798360"/>
          </a:xfrm>
          <a:custGeom>
            <a:avLst/>
            <a:gdLst>
              <a:gd name="textAreaLeft" fmla="*/ 0 w 7420680"/>
              <a:gd name="textAreaRight" fmla="*/ 7429680 w 7420680"/>
              <a:gd name="textAreaTop" fmla="*/ 0 h 3798360"/>
              <a:gd name="textAreaBottom" fmla="*/ 3807360 h 379836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544" name="Group 5"/>
          <p:cNvGrpSpPr/>
          <p:nvPr/>
        </p:nvGrpSpPr>
        <p:grpSpPr>
          <a:xfrm>
            <a:off x="10181520" y="3993840"/>
            <a:ext cx="343440" cy="348840"/>
            <a:chOff x="10181520" y="3993840"/>
            <a:chExt cx="343440" cy="348840"/>
          </a:xfrm>
        </p:grpSpPr>
        <p:sp>
          <p:nvSpPr>
            <p:cNvPr id="545" name="Oval 12"/>
            <p:cNvSpPr/>
            <p:nvPr/>
          </p:nvSpPr>
          <p:spPr>
            <a:xfrm>
              <a:off x="10272600" y="4090320"/>
              <a:ext cx="156240" cy="15624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546" name="Oval 16"/>
            <p:cNvSpPr/>
            <p:nvPr/>
          </p:nvSpPr>
          <p:spPr>
            <a:xfrm>
              <a:off x="10181520" y="3993840"/>
              <a:ext cx="343440" cy="348840"/>
            </a:xfrm>
            <a:prstGeom prst="ellipse">
              <a:avLst/>
            </a:prstGeom>
            <a:noFill/>
            <a:ln cap="rnd" w="44450">
              <a:solidFill>
                <a:srgbClr val="6e84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547" name="Group 8"/>
          <p:cNvGrpSpPr/>
          <p:nvPr/>
        </p:nvGrpSpPr>
        <p:grpSpPr>
          <a:xfrm>
            <a:off x="7273080" y="3992760"/>
            <a:ext cx="343440" cy="348840"/>
            <a:chOff x="7273080" y="3992760"/>
            <a:chExt cx="343440" cy="348840"/>
          </a:xfrm>
        </p:grpSpPr>
        <p:sp>
          <p:nvSpPr>
            <p:cNvPr id="548" name="Oval 13"/>
            <p:cNvSpPr/>
            <p:nvPr/>
          </p:nvSpPr>
          <p:spPr>
            <a:xfrm>
              <a:off x="7363800" y="4089240"/>
              <a:ext cx="161640" cy="15624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549" name="Oval 17"/>
            <p:cNvSpPr/>
            <p:nvPr/>
          </p:nvSpPr>
          <p:spPr>
            <a:xfrm>
              <a:off x="7273080" y="3992760"/>
              <a:ext cx="343440" cy="348840"/>
            </a:xfrm>
            <a:prstGeom prst="ellipse">
              <a:avLst/>
            </a:prstGeom>
            <a:noFill/>
            <a:ln cap="rnd" w="44450">
              <a:solidFill>
                <a:srgbClr val="6e84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550" name="Group 11"/>
          <p:cNvGrpSpPr/>
          <p:nvPr/>
        </p:nvGrpSpPr>
        <p:grpSpPr>
          <a:xfrm>
            <a:off x="4402440" y="3992760"/>
            <a:ext cx="348840" cy="348840"/>
            <a:chOff x="4402440" y="3992760"/>
            <a:chExt cx="348840" cy="348840"/>
          </a:xfrm>
        </p:grpSpPr>
        <p:sp>
          <p:nvSpPr>
            <p:cNvPr id="551" name="Oval 14"/>
            <p:cNvSpPr/>
            <p:nvPr/>
          </p:nvSpPr>
          <p:spPr>
            <a:xfrm>
              <a:off x="4498920" y="4089240"/>
              <a:ext cx="156240" cy="15624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552" name="Oval 18"/>
            <p:cNvSpPr/>
            <p:nvPr/>
          </p:nvSpPr>
          <p:spPr>
            <a:xfrm>
              <a:off x="4402440" y="3992760"/>
              <a:ext cx="348840" cy="348840"/>
            </a:xfrm>
            <a:prstGeom prst="ellipse">
              <a:avLst/>
            </a:prstGeom>
            <a:noFill/>
            <a:ln cap="rnd" w="44450">
              <a:solidFill>
                <a:srgbClr val="6e84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553" name="Group 14"/>
          <p:cNvGrpSpPr/>
          <p:nvPr/>
        </p:nvGrpSpPr>
        <p:grpSpPr>
          <a:xfrm>
            <a:off x="1364760" y="3992760"/>
            <a:ext cx="348840" cy="348840"/>
            <a:chOff x="1364760" y="3992760"/>
            <a:chExt cx="348840" cy="348840"/>
          </a:xfrm>
        </p:grpSpPr>
        <p:sp>
          <p:nvSpPr>
            <p:cNvPr id="554" name="Oval 15"/>
            <p:cNvSpPr/>
            <p:nvPr/>
          </p:nvSpPr>
          <p:spPr>
            <a:xfrm>
              <a:off x="1459440" y="4089240"/>
              <a:ext cx="158040" cy="15624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555" name="Oval 19"/>
            <p:cNvSpPr/>
            <p:nvPr/>
          </p:nvSpPr>
          <p:spPr>
            <a:xfrm>
              <a:off x="1364760" y="3992760"/>
              <a:ext cx="348840" cy="348840"/>
            </a:xfrm>
            <a:prstGeom prst="ellipse">
              <a:avLst/>
            </a:prstGeom>
            <a:noFill/>
            <a:ln cap="rnd" w="44450">
              <a:solidFill>
                <a:srgbClr val="6e84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sp>
        <p:nvSpPr>
          <p:cNvPr id="556" name="Freeform 20"/>
          <p:cNvSpPr/>
          <p:nvPr/>
        </p:nvSpPr>
        <p:spPr>
          <a:xfrm>
            <a:off x="10322280" y="3063240"/>
            <a:ext cx="61920" cy="846720"/>
          </a:xfrm>
          <a:custGeom>
            <a:avLst/>
            <a:gdLst>
              <a:gd name="textAreaLeft" fmla="*/ 0 w 61920"/>
              <a:gd name="textAreaRight" fmla="*/ 70920 w 61920"/>
              <a:gd name="textAreaTop" fmla="*/ 0 h 846720"/>
              <a:gd name="textAreaBottom" fmla="*/ 855720 h 846720"/>
            </a:gdLst>
            <a:ahLst/>
            <a:rect l="textAreaLeft" t="textAreaTop" r="textAreaRight" b="textAreaBottom"/>
            <a:pathLst>
              <a:path w="16" h="196">
                <a:moveTo>
                  <a:pt x="0" y="188"/>
                </a:moveTo>
                <a:cubicBezTo>
                  <a:pt x="0" y="183"/>
                  <a:pt x="4" y="180"/>
                  <a:pt x="8" y="180"/>
                </a:cubicBezTo>
                <a:cubicBezTo>
                  <a:pt x="8" y="180"/>
                  <a:pt x="8" y="180"/>
                  <a:pt x="8" y="180"/>
                </a:cubicBezTo>
                <a:cubicBezTo>
                  <a:pt x="13" y="180"/>
                  <a:pt x="16" y="183"/>
                  <a:pt x="16" y="188"/>
                </a:cubicBezTo>
                <a:cubicBezTo>
                  <a:pt x="16" y="188"/>
                  <a:pt x="16" y="188"/>
                  <a:pt x="16" y="188"/>
                </a:cubicBezTo>
                <a:cubicBezTo>
                  <a:pt x="16" y="192"/>
                  <a:pt x="13" y="196"/>
                  <a:pt x="8" y="196"/>
                </a:cubicBezTo>
                <a:cubicBezTo>
                  <a:pt x="8" y="196"/>
                  <a:pt x="8" y="196"/>
                  <a:pt x="8" y="196"/>
                </a:cubicBezTo>
                <a:cubicBezTo>
                  <a:pt x="4" y="196"/>
                  <a:pt x="0" y="192"/>
                  <a:pt x="0" y="188"/>
                </a:cubicBezTo>
                <a:close/>
                <a:moveTo>
                  <a:pt x="0" y="152"/>
                </a:moveTo>
                <a:cubicBezTo>
                  <a:pt x="0" y="147"/>
                  <a:pt x="4" y="144"/>
                  <a:pt x="8" y="144"/>
                </a:cubicBezTo>
                <a:cubicBezTo>
                  <a:pt x="8" y="144"/>
                  <a:pt x="8" y="144"/>
                  <a:pt x="8" y="144"/>
                </a:cubicBezTo>
                <a:cubicBezTo>
                  <a:pt x="13" y="144"/>
                  <a:pt x="16" y="147"/>
                  <a:pt x="16" y="152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16" y="156"/>
                  <a:pt x="13" y="160"/>
                  <a:pt x="8" y="160"/>
                </a:cubicBezTo>
                <a:cubicBezTo>
                  <a:pt x="8" y="160"/>
                  <a:pt x="8" y="160"/>
                  <a:pt x="8" y="160"/>
                </a:cubicBezTo>
                <a:cubicBezTo>
                  <a:pt x="4" y="160"/>
                  <a:pt x="0" y="156"/>
                  <a:pt x="0" y="152"/>
                </a:cubicBezTo>
                <a:close/>
                <a:moveTo>
                  <a:pt x="0" y="116"/>
                </a:moveTo>
                <a:cubicBezTo>
                  <a:pt x="0" y="111"/>
                  <a:pt x="4" y="108"/>
                  <a:pt x="8" y="108"/>
                </a:cubicBezTo>
                <a:cubicBezTo>
                  <a:pt x="8" y="108"/>
                  <a:pt x="8" y="108"/>
                  <a:pt x="8" y="108"/>
                </a:cubicBezTo>
                <a:cubicBezTo>
                  <a:pt x="13" y="108"/>
                  <a:pt x="16" y="111"/>
                  <a:pt x="16" y="116"/>
                </a:cubicBezTo>
                <a:cubicBezTo>
                  <a:pt x="16" y="116"/>
                  <a:pt x="16" y="116"/>
                  <a:pt x="16" y="116"/>
                </a:cubicBezTo>
                <a:cubicBezTo>
                  <a:pt x="16" y="120"/>
                  <a:pt x="13" y="124"/>
                  <a:pt x="8" y="124"/>
                </a:cubicBezTo>
                <a:cubicBezTo>
                  <a:pt x="8" y="124"/>
                  <a:pt x="8" y="124"/>
                  <a:pt x="8" y="124"/>
                </a:cubicBezTo>
                <a:cubicBezTo>
                  <a:pt x="4" y="124"/>
                  <a:pt x="0" y="120"/>
                  <a:pt x="0" y="116"/>
                </a:cubicBezTo>
                <a:close/>
                <a:moveTo>
                  <a:pt x="0" y="80"/>
                </a:moveTo>
                <a:cubicBezTo>
                  <a:pt x="0" y="75"/>
                  <a:pt x="4" y="72"/>
                  <a:pt x="8" y="72"/>
                </a:cubicBezTo>
                <a:cubicBezTo>
                  <a:pt x="8" y="72"/>
                  <a:pt x="8" y="72"/>
                  <a:pt x="8" y="72"/>
                </a:cubicBezTo>
                <a:cubicBezTo>
                  <a:pt x="13" y="72"/>
                  <a:pt x="16" y="75"/>
                  <a:pt x="16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16" y="84"/>
                  <a:pt x="13" y="88"/>
                  <a:pt x="8" y="88"/>
                </a:cubicBezTo>
                <a:cubicBezTo>
                  <a:pt x="8" y="88"/>
                  <a:pt x="8" y="88"/>
                  <a:pt x="8" y="88"/>
                </a:cubicBezTo>
                <a:cubicBezTo>
                  <a:pt x="4" y="88"/>
                  <a:pt x="0" y="84"/>
                  <a:pt x="0" y="80"/>
                </a:cubicBezTo>
                <a:close/>
                <a:moveTo>
                  <a:pt x="0" y="44"/>
                </a:moveTo>
                <a:cubicBezTo>
                  <a:pt x="0" y="39"/>
                  <a:pt x="4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13" y="36"/>
                  <a:pt x="16" y="39"/>
                  <a:pt x="16" y="44"/>
                </a:cubicBezTo>
                <a:cubicBezTo>
                  <a:pt x="16" y="44"/>
                  <a:pt x="16" y="44"/>
                  <a:pt x="16" y="44"/>
                </a:cubicBezTo>
                <a:cubicBezTo>
                  <a:pt x="16" y="48"/>
                  <a:pt x="13" y="52"/>
                  <a:pt x="8" y="52"/>
                </a:cubicBezTo>
                <a:cubicBezTo>
                  <a:pt x="8" y="52"/>
                  <a:pt x="8" y="52"/>
                  <a:pt x="8" y="52"/>
                </a:cubicBezTo>
                <a:cubicBezTo>
                  <a:pt x="4" y="52"/>
                  <a:pt x="0" y="48"/>
                  <a:pt x="0" y="44"/>
                </a:cubicBezTo>
                <a:close/>
                <a:moveTo>
                  <a:pt x="0" y="8"/>
                </a:moveTo>
                <a:cubicBezTo>
                  <a:pt x="0" y="3"/>
                  <a:pt x="4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3" y="0"/>
                  <a:pt x="16" y="3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12"/>
                  <a:pt x="13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4" y="16"/>
                  <a:pt x="0" y="12"/>
                  <a:pt x="0" y="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557" name="Freeform 21"/>
          <p:cNvSpPr/>
          <p:nvPr/>
        </p:nvSpPr>
        <p:spPr>
          <a:xfrm>
            <a:off x="7413840" y="3048840"/>
            <a:ext cx="61920" cy="846720"/>
          </a:xfrm>
          <a:custGeom>
            <a:avLst/>
            <a:gdLst>
              <a:gd name="textAreaLeft" fmla="*/ 0 w 61920"/>
              <a:gd name="textAreaRight" fmla="*/ 70920 w 61920"/>
              <a:gd name="textAreaTop" fmla="*/ 0 h 846720"/>
              <a:gd name="textAreaBottom" fmla="*/ 855720 h 846720"/>
            </a:gdLst>
            <a:ahLst/>
            <a:rect l="textAreaLeft" t="textAreaTop" r="textAreaRight" b="textAreaBottom"/>
            <a:pathLst>
              <a:path w="16" h="196">
                <a:moveTo>
                  <a:pt x="0" y="188"/>
                </a:moveTo>
                <a:cubicBezTo>
                  <a:pt x="0" y="183"/>
                  <a:pt x="3" y="180"/>
                  <a:pt x="8" y="180"/>
                </a:cubicBezTo>
                <a:cubicBezTo>
                  <a:pt x="8" y="180"/>
                  <a:pt x="8" y="180"/>
                  <a:pt x="8" y="180"/>
                </a:cubicBezTo>
                <a:cubicBezTo>
                  <a:pt x="12" y="180"/>
                  <a:pt x="16" y="183"/>
                  <a:pt x="16" y="188"/>
                </a:cubicBezTo>
                <a:cubicBezTo>
                  <a:pt x="16" y="188"/>
                  <a:pt x="16" y="188"/>
                  <a:pt x="16" y="188"/>
                </a:cubicBezTo>
                <a:cubicBezTo>
                  <a:pt x="16" y="192"/>
                  <a:pt x="12" y="196"/>
                  <a:pt x="8" y="196"/>
                </a:cubicBezTo>
                <a:cubicBezTo>
                  <a:pt x="8" y="196"/>
                  <a:pt x="8" y="196"/>
                  <a:pt x="8" y="196"/>
                </a:cubicBezTo>
                <a:cubicBezTo>
                  <a:pt x="3" y="196"/>
                  <a:pt x="0" y="192"/>
                  <a:pt x="0" y="188"/>
                </a:cubicBezTo>
                <a:close/>
                <a:moveTo>
                  <a:pt x="0" y="152"/>
                </a:moveTo>
                <a:cubicBezTo>
                  <a:pt x="0" y="147"/>
                  <a:pt x="3" y="144"/>
                  <a:pt x="8" y="144"/>
                </a:cubicBezTo>
                <a:cubicBezTo>
                  <a:pt x="8" y="144"/>
                  <a:pt x="8" y="144"/>
                  <a:pt x="8" y="144"/>
                </a:cubicBezTo>
                <a:cubicBezTo>
                  <a:pt x="12" y="144"/>
                  <a:pt x="16" y="147"/>
                  <a:pt x="16" y="152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16" y="156"/>
                  <a:pt x="12" y="160"/>
                  <a:pt x="8" y="160"/>
                </a:cubicBezTo>
                <a:cubicBezTo>
                  <a:pt x="8" y="160"/>
                  <a:pt x="8" y="160"/>
                  <a:pt x="8" y="160"/>
                </a:cubicBezTo>
                <a:cubicBezTo>
                  <a:pt x="3" y="160"/>
                  <a:pt x="0" y="156"/>
                  <a:pt x="0" y="152"/>
                </a:cubicBezTo>
                <a:close/>
                <a:moveTo>
                  <a:pt x="0" y="116"/>
                </a:moveTo>
                <a:cubicBezTo>
                  <a:pt x="0" y="111"/>
                  <a:pt x="3" y="108"/>
                  <a:pt x="8" y="108"/>
                </a:cubicBezTo>
                <a:cubicBezTo>
                  <a:pt x="8" y="108"/>
                  <a:pt x="8" y="108"/>
                  <a:pt x="8" y="108"/>
                </a:cubicBezTo>
                <a:cubicBezTo>
                  <a:pt x="12" y="108"/>
                  <a:pt x="16" y="111"/>
                  <a:pt x="16" y="116"/>
                </a:cubicBezTo>
                <a:cubicBezTo>
                  <a:pt x="16" y="116"/>
                  <a:pt x="16" y="116"/>
                  <a:pt x="16" y="116"/>
                </a:cubicBezTo>
                <a:cubicBezTo>
                  <a:pt x="16" y="120"/>
                  <a:pt x="12" y="124"/>
                  <a:pt x="8" y="124"/>
                </a:cubicBezTo>
                <a:cubicBezTo>
                  <a:pt x="8" y="124"/>
                  <a:pt x="8" y="124"/>
                  <a:pt x="8" y="124"/>
                </a:cubicBezTo>
                <a:cubicBezTo>
                  <a:pt x="3" y="124"/>
                  <a:pt x="0" y="120"/>
                  <a:pt x="0" y="116"/>
                </a:cubicBezTo>
                <a:close/>
                <a:moveTo>
                  <a:pt x="0" y="80"/>
                </a:moveTo>
                <a:cubicBezTo>
                  <a:pt x="0" y="75"/>
                  <a:pt x="3" y="72"/>
                  <a:pt x="8" y="72"/>
                </a:cubicBezTo>
                <a:cubicBezTo>
                  <a:pt x="8" y="72"/>
                  <a:pt x="8" y="72"/>
                  <a:pt x="8" y="72"/>
                </a:cubicBezTo>
                <a:cubicBezTo>
                  <a:pt x="12" y="72"/>
                  <a:pt x="16" y="75"/>
                  <a:pt x="16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16" y="84"/>
                  <a:pt x="12" y="88"/>
                  <a:pt x="8" y="88"/>
                </a:cubicBezTo>
                <a:cubicBezTo>
                  <a:pt x="8" y="88"/>
                  <a:pt x="8" y="88"/>
                  <a:pt x="8" y="88"/>
                </a:cubicBezTo>
                <a:cubicBezTo>
                  <a:pt x="3" y="88"/>
                  <a:pt x="0" y="84"/>
                  <a:pt x="0" y="80"/>
                </a:cubicBezTo>
                <a:close/>
                <a:moveTo>
                  <a:pt x="0" y="44"/>
                </a:moveTo>
                <a:cubicBezTo>
                  <a:pt x="0" y="39"/>
                  <a:pt x="3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12" y="36"/>
                  <a:pt x="16" y="39"/>
                  <a:pt x="16" y="44"/>
                </a:cubicBezTo>
                <a:cubicBezTo>
                  <a:pt x="16" y="44"/>
                  <a:pt x="16" y="44"/>
                  <a:pt x="16" y="44"/>
                </a:cubicBezTo>
                <a:cubicBezTo>
                  <a:pt x="16" y="48"/>
                  <a:pt x="12" y="52"/>
                  <a:pt x="8" y="52"/>
                </a:cubicBezTo>
                <a:cubicBezTo>
                  <a:pt x="8" y="52"/>
                  <a:pt x="8" y="52"/>
                  <a:pt x="8" y="52"/>
                </a:cubicBezTo>
                <a:cubicBezTo>
                  <a:pt x="3" y="52"/>
                  <a:pt x="0" y="48"/>
                  <a:pt x="0" y="44"/>
                </a:cubicBezTo>
                <a:close/>
                <a:moveTo>
                  <a:pt x="0" y="8"/>
                </a:moveTo>
                <a:cubicBezTo>
                  <a:pt x="0" y="3"/>
                  <a:pt x="3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2" y="0"/>
                  <a:pt x="16" y="3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12"/>
                  <a:pt x="12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3" y="16"/>
                  <a:pt x="0" y="12"/>
                  <a:pt x="0" y="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558" name="Freeform 22"/>
          <p:cNvSpPr/>
          <p:nvPr/>
        </p:nvSpPr>
        <p:spPr>
          <a:xfrm>
            <a:off x="4550040" y="3059640"/>
            <a:ext cx="60120" cy="846720"/>
          </a:xfrm>
          <a:custGeom>
            <a:avLst/>
            <a:gdLst>
              <a:gd name="textAreaLeft" fmla="*/ 0 w 60120"/>
              <a:gd name="textAreaRight" fmla="*/ 69120 w 60120"/>
              <a:gd name="textAreaTop" fmla="*/ 0 h 846720"/>
              <a:gd name="textAreaBottom" fmla="*/ 855720 h 846720"/>
            </a:gdLst>
            <a:ahLst/>
            <a:rect l="textAreaLeft" t="textAreaTop" r="textAreaRight" b="textAreaBottom"/>
            <a:pathLst>
              <a:path w="16" h="196">
                <a:moveTo>
                  <a:pt x="0" y="188"/>
                </a:moveTo>
                <a:cubicBezTo>
                  <a:pt x="0" y="183"/>
                  <a:pt x="3" y="180"/>
                  <a:pt x="8" y="180"/>
                </a:cubicBezTo>
                <a:cubicBezTo>
                  <a:pt x="8" y="180"/>
                  <a:pt x="8" y="180"/>
                  <a:pt x="8" y="180"/>
                </a:cubicBezTo>
                <a:cubicBezTo>
                  <a:pt x="12" y="180"/>
                  <a:pt x="16" y="183"/>
                  <a:pt x="16" y="188"/>
                </a:cubicBezTo>
                <a:cubicBezTo>
                  <a:pt x="16" y="188"/>
                  <a:pt x="16" y="188"/>
                  <a:pt x="16" y="188"/>
                </a:cubicBezTo>
                <a:cubicBezTo>
                  <a:pt x="16" y="192"/>
                  <a:pt x="12" y="196"/>
                  <a:pt x="8" y="196"/>
                </a:cubicBezTo>
                <a:cubicBezTo>
                  <a:pt x="8" y="196"/>
                  <a:pt x="8" y="196"/>
                  <a:pt x="8" y="196"/>
                </a:cubicBezTo>
                <a:cubicBezTo>
                  <a:pt x="3" y="196"/>
                  <a:pt x="0" y="192"/>
                  <a:pt x="0" y="188"/>
                </a:cubicBezTo>
                <a:close/>
                <a:moveTo>
                  <a:pt x="0" y="152"/>
                </a:moveTo>
                <a:cubicBezTo>
                  <a:pt x="0" y="147"/>
                  <a:pt x="3" y="144"/>
                  <a:pt x="8" y="144"/>
                </a:cubicBezTo>
                <a:cubicBezTo>
                  <a:pt x="8" y="144"/>
                  <a:pt x="8" y="144"/>
                  <a:pt x="8" y="144"/>
                </a:cubicBezTo>
                <a:cubicBezTo>
                  <a:pt x="12" y="144"/>
                  <a:pt x="16" y="147"/>
                  <a:pt x="16" y="152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16" y="156"/>
                  <a:pt x="12" y="160"/>
                  <a:pt x="8" y="160"/>
                </a:cubicBezTo>
                <a:cubicBezTo>
                  <a:pt x="8" y="160"/>
                  <a:pt x="8" y="160"/>
                  <a:pt x="8" y="160"/>
                </a:cubicBezTo>
                <a:cubicBezTo>
                  <a:pt x="3" y="160"/>
                  <a:pt x="0" y="156"/>
                  <a:pt x="0" y="152"/>
                </a:cubicBezTo>
                <a:close/>
                <a:moveTo>
                  <a:pt x="0" y="116"/>
                </a:moveTo>
                <a:cubicBezTo>
                  <a:pt x="0" y="111"/>
                  <a:pt x="3" y="108"/>
                  <a:pt x="8" y="108"/>
                </a:cubicBezTo>
                <a:cubicBezTo>
                  <a:pt x="8" y="108"/>
                  <a:pt x="8" y="108"/>
                  <a:pt x="8" y="108"/>
                </a:cubicBezTo>
                <a:cubicBezTo>
                  <a:pt x="12" y="108"/>
                  <a:pt x="16" y="111"/>
                  <a:pt x="16" y="116"/>
                </a:cubicBezTo>
                <a:cubicBezTo>
                  <a:pt x="16" y="116"/>
                  <a:pt x="16" y="116"/>
                  <a:pt x="16" y="116"/>
                </a:cubicBezTo>
                <a:cubicBezTo>
                  <a:pt x="16" y="120"/>
                  <a:pt x="12" y="124"/>
                  <a:pt x="8" y="124"/>
                </a:cubicBezTo>
                <a:cubicBezTo>
                  <a:pt x="8" y="124"/>
                  <a:pt x="8" y="124"/>
                  <a:pt x="8" y="124"/>
                </a:cubicBezTo>
                <a:cubicBezTo>
                  <a:pt x="3" y="124"/>
                  <a:pt x="0" y="120"/>
                  <a:pt x="0" y="116"/>
                </a:cubicBezTo>
                <a:close/>
                <a:moveTo>
                  <a:pt x="0" y="80"/>
                </a:moveTo>
                <a:cubicBezTo>
                  <a:pt x="0" y="75"/>
                  <a:pt x="3" y="72"/>
                  <a:pt x="8" y="72"/>
                </a:cubicBezTo>
                <a:cubicBezTo>
                  <a:pt x="8" y="72"/>
                  <a:pt x="8" y="72"/>
                  <a:pt x="8" y="72"/>
                </a:cubicBezTo>
                <a:cubicBezTo>
                  <a:pt x="12" y="72"/>
                  <a:pt x="16" y="75"/>
                  <a:pt x="16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16" y="84"/>
                  <a:pt x="12" y="88"/>
                  <a:pt x="8" y="88"/>
                </a:cubicBezTo>
                <a:cubicBezTo>
                  <a:pt x="8" y="88"/>
                  <a:pt x="8" y="88"/>
                  <a:pt x="8" y="88"/>
                </a:cubicBezTo>
                <a:cubicBezTo>
                  <a:pt x="3" y="88"/>
                  <a:pt x="0" y="84"/>
                  <a:pt x="0" y="80"/>
                </a:cubicBezTo>
                <a:close/>
                <a:moveTo>
                  <a:pt x="0" y="44"/>
                </a:moveTo>
                <a:cubicBezTo>
                  <a:pt x="0" y="39"/>
                  <a:pt x="3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12" y="36"/>
                  <a:pt x="16" y="39"/>
                  <a:pt x="16" y="44"/>
                </a:cubicBezTo>
                <a:cubicBezTo>
                  <a:pt x="16" y="44"/>
                  <a:pt x="16" y="44"/>
                  <a:pt x="16" y="44"/>
                </a:cubicBezTo>
                <a:cubicBezTo>
                  <a:pt x="16" y="48"/>
                  <a:pt x="12" y="52"/>
                  <a:pt x="8" y="52"/>
                </a:cubicBezTo>
                <a:cubicBezTo>
                  <a:pt x="8" y="52"/>
                  <a:pt x="8" y="52"/>
                  <a:pt x="8" y="52"/>
                </a:cubicBezTo>
                <a:cubicBezTo>
                  <a:pt x="3" y="52"/>
                  <a:pt x="0" y="48"/>
                  <a:pt x="0" y="44"/>
                </a:cubicBezTo>
                <a:close/>
                <a:moveTo>
                  <a:pt x="0" y="8"/>
                </a:moveTo>
                <a:cubicBezTo>
                  <a:pt x="0" y="3"/>
                  <a:pt x="3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2" y="0"/>
                  <a:pt x="16" y="3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12"/>
                  <a:pt x="12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3" y="16"/>
                  <a:pt x="0" y="12"/>
                  <a:pt x="0" y="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559" name="Freeform 23"/>
          <p:cNvSpPr/>
          <p:nvPr/>
        </p:nvSpPr>
        <p:spPr>
          <a:xfrm>
            <a:off x="1504800" y="3054240"/>
            <a:ext cx="60120" cy="846720"/>
          </a:xfrm>
          <a:custGeom>
            <a:avLst/>
            <a:gdLst>
              <a:gd name="textAreaLeft" fmla="*/ 0 w 60120"/>
              <a:gd name="textAreaRight" fmla="*/ 69120 w 60120"/>
              <a:gd name="textAreaTop" fmla="*/ 0 h 846720"/>
              <a:gd name="textAreaBottom" fmla="*/ 855720 h 846720"/>
            </a:gdLst>
            <a:ahLst/>
            <a:rect l="textAreaLeft" t="textAreaTop" r="textAreaRight" b="textAreaBottom"/>
            <a:pathLst>
              <a:path w="16" h="196">
                <a:moveTo>
                  <a:pt x="0" y="188"/>
                </a:moveTo>
                <a:cubicBezTo>
                  <a:pt x="0" y="183"/>
                  <a:pt x="4" y="180"/>
                  <a:pt x="8" y="180"/>
                </a:cubicBezTo>
                <a:cubicBezTo>
                  <a:pt x="8" y="180"/>
                  <a:pt x="8" y="180"/>
                  <a:pt x="8" y="180"/>
                </a:cubicBezTo>
                <a:cubicBezTo>
                  <a:pt x="12" y="180"/>
                  <a:pt x="16" y="183"/>
                  <a:pt x="16" y="188"/>
                </a:cubicBezTo>
                <a:cubicBezTo>
                  <a:pt x="16" y="188"/>
                  <a:pt x="16" y="188"/>
                  <a:pt x="16" y="188"/>
                </a:cubicBezTo>
                <a:cubicBezTo>
                  <a:pt x="16" y="192"/>
                  <a:pt x="12" y="196"/>
                  <a:pt x="8" y="196"/>
                </a:cubicBezTo>
                <a:cubicBezTo>
                  <a:pt x="8" y="196"/>
                  <a:pt x="8" y="196"/>
                  <a:pt x="8" y="196"/>
                </a:cubicBezTo>
                <a:cubicBezTo>
                  <a:pt x="4" y="196"/>
                  <a:pt x="0" y="192"/>
                  <a:pt x="0" y="188"/>
                </a:cubicBezTo>
                <a:close/>
                <a:moveTo>
                  <a:pt x="0" y="152"/>
                </a:moveTo>
                <a:cubicBezTo>
                  <a:pt x="0" y="147"/>
                  <a:pt x="4" y="144"/>
                  <a:pt x="8" y="144"/>
                </a:cubicBezTo>
                <a:cubicBezTo>
                  <a:pt x="8" y="144"/>
                  <a:pt x="8" y="144"/>
                  <a:pt x="8" y="144"/>
                </a:cubicBezTo>
                <a:cubicBezTo>
                  <a:pt x="12" y="144"/>
                  <a:pt x="16" y="147"/>
                  <a:pt x="16" y="152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16" y="156"/>
                  <a:pt x="12" y="160"/>
                  <a:pt x="8" y="160"/>
                </a:cubicBezTo>
                <a:cubicBezTo>
                  <a:pt x="8" y="160"/>
                  <a:pt x="8" y="160"/>
                  <a:pt x="8" y="160"/>
                </a:cubicBezTo>
                <a:cubicBezTo>
                  <a:pt x="4" y="160"/>
                  <a:pt x="0" y="156"/>
                  <a:pt x="0" y="152"/>
                </a:cubicBezTo>
                <a:close/>
                <a:moveTo>
                  <a:pt x="0" y="116"/>
                </a:moveTo>
                <a:cubicBezTo>
                  <a:pt x="0" y="111"/>
                  <a:pt x="4" y="108"/>
                  <a:pt x="8" y="108"/>
                </a:cubicBezTo>
                <a:cubicBezTo>
                  <a:pt x="8" y="108"/>
                  <a:pt x="8" y="108"/>
                  <a:pt x="8" y="108"/>
                </a:cubicBezTo>
                <a:cubicBezTo>
                  <a:pt x="12" y="108"/>
                  <a:pt x="16" y="111"/>
                  <a:pt x="16" y="116"/>
                </a:cubicBezTo>
                <a:cubicBezTo>
                  <a:pt x="16" y="116"/>
                  <a:pt x="16" y="116"/>
                  <a:pt x="16" y="116"/>
                </a:cubicBezTo>
                <a:cubicBezTo>
                  <a:pt x="16" y="120"/>
                  <a:pt x="12" y="124"/>
                  <a:pt x="8" y="124"/>
                </a:cubicBezTo>
                <a:cubicBezTo>
                  <a:pt x="8" y="124"/>
                  <a:pt x="8" y="124"/>
                  <a:pt x="8" y="124"/>
                </a:cubicBezTo>
                <a:cubicBezTo>
                  <a:pt x="4" y="124"/>
                  <a:pt x="0" y="120"/>
                  <a:pt x="0" y="116"/>
                </a:cubicBezTo>
                <a:close/>
                <a:moveTo>
                  <a:pt x="0" y="80"/>
                </a:moveTo>
                <a:cubicBezTo>
                  <a:pt x="0" y="75"/>
                  <a:pt x="4" y="72"/>
                  <a:pt x="8" y="72"/>
                </a:cubicBezTo>
                <a:cubicBezTo>
                  <a:pt x="8" y="72"/>
                  <a:pt x="8" y="72"/>
                  <a:pt x="8" y="72"/>
                </a:cubicBezTo>
                <a:cubicBezTo>
                  <a:pt x="12" y="72"/>
                  <a:pt x="16" y="75"/>
                  <a:pt x="16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16" y="84"/>
                  <a:pt x="12" y="88"/>
                  <a:pt x="8" y="88"/>
                </a:cubicBezTo>
                <a:cubicBezTo>
                  <a:pt x="8" y="88"/>
                  <a:pt x="8" y="88"/>
                  <a:pt x="8" y="88"/>
                </a:cubicBezTo>
                <a:cubicBezTo>
                  <a:pt x="4" y="88"/>
                  <a:pt x="0" y="84"/>
                  <a:pt x="0" y="80"/>
                </a:cubicBezTo>
                <a:close/>
                <a:moveTo>
                  <a:pt x="0" y="44"/>
                </a:moveTo>
                <a:cubicBezTo>
                  <a:pt x="0" y="39"/>
                  <a:pt x="4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12" y="36"/>
                  <a:pt x="16" y="39"/>
                  <a:pt x="16" y="44"/>
                </a:cubicBezTo>
                <a:cubicBezTo>
                  <a:pt x="16" y="44"/>
                  <a:pt x="16" y="44"/>
                  <a:pt x="16" y="44"/>
                </a:cubicBezTo>
                <a:cubicBezTo>
                  <a:pt x="16" y="48"/>
                  <a:pt x="12" y="52"/>
                  <a:pt x="8" y="52"/>
                </a:cubicBezTo>
                <a:cubicBezTo>
                  <a:pt x="8" y="52"/>
                  <a:pt x="8" y="52"/>
                  <a:pt x="8" y="52"/>
                </a:cubicBezTo>
                <a:cubicBezTo>
                  <a:pt x="4" y="52"/>
                  <a:pt x="0" y="48"/>
                  <a:pt x="0" y="44"/>
                </a:cubicBezTo>
                <a:close/>
                <a:moveTo>
                  <a:pt x="0" y="8"/>
                </a:moveTo>
                <a:cubicBezTo>
                  <a:pt x="0" y="3"/>
                  <a:pt x="4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2" y="0"/>
                  <a:pt x="16" y="3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12"/>
                  <a:pt x="12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4" y="16"/>
                  <a:pt x="0" y="12"/>
                  <a:pt x="0" y="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560" name="Group 54"/>
          <p:cNvGrpSpPr/>
          <p:nvPr/>
        </p:nvGrpSpPr>
        <p:grpSpPr>
          <a:xfrm>
            <a:off x="524520" y="986040"/>
            <a:ext cx="2167560" cy="2169360"/>
            <a:chOff x="524520" y="986040"/>
            <a:chExt cx="2167560" cy="2169360"/>
          </a:xfrm>
        </p:grpSpPr>
        <p:sp>
          <p:nvSpPr>
            <p:cNvPr id="561" name="Freeform 6"/>
            <p:cNvSpPr/>
            <p:nvPr/>
          </p:nvSpPr>
          <p:spPr>
            <a:xfrm>
              <a:off x="524520" y="986040"/>
              <a:ext cx="2167560" cy="2169360"/>
            </a:xfrm>
            <a:custGeom>
              <a:avLst/>
              <a:gdLst>
                <a:gd name="textAreaLeft" fmla="*/ 0 w 2167560"/>
                <a:gd name="textAreaRight" fmla="*/ 2176560 w 2167560"/>
                <a:gd name="textAreaTop" fmla="*/ 0 h 2169360"/>
                <a:gd name="textAreaBottom" fmla="*/ 2178360 h 216936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62" name="Freeform 6"/>
            <p:cNvSpPr/>
            <p:nvPr/>
          </p:nvSpPr>
          <p:spPr>
            <a:xfrm>
              <a:off x="524520" y="986040"/>
              <a:ext cx="2167560" cy="2169360"/>
            </a:xfrm>
            <a:custGeom>
              <a:avLst/>
              <a:gdLst>
                <a:gd name="textAreaLeft" fmla="*/ 0 w 2167560"/>
                <a:gd name="textAreaRight" fmla="*/ 2176560 w 2167560"/>
                <a:gd name="textAreaTop" fmla="*/ 0 h 2169360"/>
                <a:gd name="textAreaBottom" fmla="*/ 2178360 h 216936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63" name="Group 58"/>
          <p:cNvGrpSpPr/>
          <p:nvPr/>
        </p:nvGrpSpPr>
        <p:grpSpPr>
          <a:xfrm>
            <a:off x="3493080" y="979920"/>
            <a:ext cx="2167560" cy="2169360"/>
            <a:chOff x="3493080" y="979920"/>
            <a:chExt cx="2167560" cy="2169360"/>
          </a:xfrm>
        </p:grpSpPr>
        <p:sp>
          <p:nvSpPr>
            <p:cNvPr id="564" name="Freeform 6"/>
            <p:cNvSpPr/>
            <p:nvPr/>
          </p:nvSpPr>
          <p:spPr>
            <a:xfrm>
              <a:off x="3493080" y="979920"/>
              <a:ext cx="2167560" cy="2169360"/>
            </a:xfrm>
            <a:custGeom>
              <a:avLst/>
              <a:gdLst>
                <a:gd name="textAreaLeft" fmla="*/ 0 w 2167560"/>
                <a:gd name="textAreaRight" fmla="*/ 2176560 w 2167560"/>
                <a:gd name="textAreaTop" fmla="*/ 0 h 2169360"/>
                <a:gd name="textAreaBottom" fmla="*/ 2178360 h 216936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65" name="Freeform 6"/>
            <p:cNvSpPr/>
            <p:nvPr/>
          </p:nvSpPr>
          <p:spPr>
            <a:xfrm>
              <a:off x="3493080" y="979920"/>
              <a:ext cx="2167560" cy="2169360"/>
            </a:xfrm>
            <a:custGeom>
              <a:avLst/>
              <a:gdLst>
                <a:gd name="textAreaLeft" fmla="*/ 0 w 2167560"/>
                <a:gd name="textAreaRight" fmla="*/ 2176560 w 2167560"/>
                <a:gd name="textAreaTop" fmla="*/ 0 h 2169360"/>
                <a:gd name="textAreaBottom" fmla="*/ 2178360 h 216936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66" name="Group 62"/>
          <p:cNvGrpSpPr/>
          <p:nvPr/>
        </p:nvGrpSpPr>
        <p:grpSpPr>
          <a:xfrm>
            <a:off x="6459120" y="979920"/>
            <a:ext cx="2167560" cy="2169360"/>
            <a:chOff x="6459120" y="979920"/>
            <a:chExt cx="2167560" cy="2169360"/>
          </a:xfrm>
        </p:grpSpPr>
        <p:sp>
          <p:nvSpPr>
            <p:cNvPr id="567" name="Freeform 6"/>
            <p:cNvSpPr/>
            <p:nvPr/>
          </p:nvSpPr>
          <p:spPr>
            <a:xfrm>
              <a:off x="6459120" y="979920"/>
              <a:ext cx="2167560" cy="2169360"/>
            </a:xfrm>
            <a:custGeom>
              <a:avLst/>
              <a:gdLst>
                <a:gd name="textAreaLeft" fmla="*/ 0 w 2167560"/>
                <a:gd name="textAreaRight" fmla="*/ 2176560 w 2167560"/>
                <a:gd name="textAreaTop" fmla="*/ 0 h 2169360"/>
                <a:gd name="textAreaBottom" fmla="*/ 2178360 h 216936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68" name="Freeform 6"/>
            <p:cNvSpPr/>
            <p:nvPr/>
          </p:nvSpPr>
          <p:spPr>
            <a:xfrm>
              <a:off x="6459120" y="979920"/>
              <a:ext cx="2167560" cy="2169360"/>
            </a:xfrm>
            <a:custGeom>
              <a:avLst/>
              <a:gdLst>
                <a:gd name="textAreaLeft" fmla="*/ 0 w 2167560"/>
                <a:gd name="textAreaRight" fmla="*/ 2176560 w 2167560"/>
                <a:gd name="textAreaTop" fmla="*/ 0 h 2169360"/>
                <a:gd name="textAreaBottom" fmla="*/ 2178360 h 216936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69" name="Group 66"/>
          <p:cNvGrpSpPr/>
          <p:nvPr/>
        </p:nvGrpSpPr>
        <p:grpSpPr>
          <a:xfrm>
            <a:off x="9425160" y="979920"/>
            <a:ext cx="2167560" cy="2169360"/>
            <a:chOff x="9425160" y="979920"/>
            <a:chExt cx="2167560" cy="2169360"/>
          </a:xfrm>
        </p:grpSpPr>
        <p:sp>
          <p:nvSpPr>
            <p:cNvPr id="570" name="Freeform 6"/>
            <p:cNvSpPr/>
            <p:nvPr/>
          </p:nvSpPr>
          <p:spPr>
            <a:xfrm>
              <a:off x="9425160" y="979920"/>
              <a:ext cx="2167560" cy="2169360"/>
            </a:xfrm>
            <a:custGeom>
              <a:avLst/>
              <a:gdLst>
                <a:gd name="textAreaLeft" fmla="*/ 0 w 2167560"/>
                <a:gd name="textAreaRight" fmla="*/ 2176560 w 2167560"/>
                <a:gd name="textAreaTop" fmla="*/ 0 h 2169360"/>
                <a:gd name="textAreaBottom" fmla="*/ 2178360 h 216936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71" name="Freeform 6"/>
            <p:cNvSpPr/>
            <p:nvPr/>
          </p:nvSpPr>
          <p:spPr>
            <a:xfrm>
              <a:off x="9425160" y="979920"/>
              <a:ext cx="2167560" cy="2169360"/>
            </a:xfrm>
            <a:custGeom>
              <a:avLst/>
              <a:gdLst>
                <a:gd name="textAreaLeft" fmla="*/ 0 w 2167560"/>
                <a:gd name="textAreaRight" fmla="*/ 2176560 w 2167560"/>
                <a:gd name="textAreaTop" fmla="*/ 0 h 2169360"/>
                <a:gd name="textAreaBottom" fmla="*/ 2178360 h 216936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72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3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4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5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576" name="Group 47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577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78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79" name="Rectangle 52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58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B4337B99-7217-44E4-B48E-8F09972E893A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Freeform 97"/>
          <p:cNvSpPr/>
          <p:nvPr/>
        </p:nvSpPr>
        <p:spPr>
          <a:xfrm rot="370200">
            <a:off x="-2114280" y="-153108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583" name="Freeform 13"/>
          <p:cNvSpPr/>
          <p:nvPr/>
        </p:nvSpPr>
        <p:spPr>
          <a:xfrm>
            <a:off x="10452240" y="3330720"/>
            <a:ext cx="975240" cy="89280"/>
          </a:xfrm>
          <a:custGeom>
            <a:avLst/>
            <a:gdLst>
              <a:gd name="textAreaLeft" fmla="*/ 0 w 975240"/>
              <a:gd name="textAreaRight" fmla="*/ 984240 w 975240"/>
              <a:gd name="textAreaTop" fmla="*/ 0 h 89280"/>
              <a:gd name="textAreaBottom" fmla="*/ 98280 h 89280"/>
            </a:gdLst>
            <a:ahLst/>
            <a:rect l="textAreaLeft" t="textAreaTop" r="textAreaRight" b="textAreaBottom"/>
            <a:pathLst>
              <a:path w="259" h="26">
                <a:moveTo>
                  <a:pt x="259" y="26"/>
                </a:moveTo>
                <a:cubicBezTo>
                  <a:pt x="26" y="26"/>
                  <a:pt x="26" y="26"/>
                  <a:pt x="26" y="26"/>
                </a:cubicBezTo>
                <a:cubicBezTo>
                  <a:pt x="26" y="12"/>
                  <a:pt x="14" y="0"/>
                  <a:pt x="0" y="0"/>
                </a:cubicBezTo>
              </a:path>
            </a:pathLst>
          </a:custGeom>
          <a:noFill/>
          <a:ln cap="rnd" w="38100">
            <a:solidFill>
              <a:srgbClr val="3342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584" name="Group 6"/>
          <p:cNvGrpSpPr/>
          <p:nvPr/>
        </p:nvGrpSpPr>
        <p:grpSpPr>
          <a:xfrm>
            <a:off x="1744560" y="2349360"/>
            <a:ext cx="1160640" cy="1070640"/>
            <a:chOff x="1744560" y="2349360"/>
            <a:chExt cx="1160640" cy="1070640"/>
          </a:xfrm>
        </p:grpSpPr>
        <p:sp>
          <p:nvSpPr>
            <p:cNvPr id="585" name="Freeform 6"/>
            <p:cNvSpPr/>
            <p:nvPr/>
          </p:nvSpPr>
          <p:spPr>
            <a:xfrm>
              <a:off x="1744560" y="2441520"/>
              <a:ext cx="1080000" cy="978480"/>
            </a:xfrm>
            <a:custGeom>
              <a:avLst/>
              <a:gdLst>
                <a:gd name="textAreaLeft" fmla="*/ 0 w 1080000"/>
                <a:gd name="textAreaRight" fmla="*/ 1089000 w 1080000"/>
                <a:gd name="textAreaTop" fmla="*/ 0 h 978480"/>
                <a:gd name="textAreaBottom" fmla="*/ 987480 h 97848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0"/>
                  </a:moveTo>
                  <a:cubicBezTo>
                    <a:pt x="286" y="233"/>
                    <a:pt x="286" y="233"/>
                    <a:pt x="286" y="233"/>
                  </a:cubicBezTo>
                  <a:cubicBezTo>
                    <a:pt x="272" y="233"/>
                    <a:pt x="260" y="245"/>
                    <a:pt x="260" y="259"/>
                  </a:cubicBezTo>
                  <a:cubicBezTo>
                    <a:pt x="27" y="259"/>
                    <a:pt x="27" y="259"/>
                    <a:pt x="27" y="259"/>
                  </a:cubicBezTo>
                  <a:cubicBezTo>
                    <a:pt x="27" y="245"/>
                    <a:pt x="15" y="233"/>
                    <a:pt x="0" y="233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586" name="Group 8"/>
            <p:cNvGrpSpPr/>
            <p:nvPr/>
          </p:nvGrpSpPr>
          <p:grpSpPr>
            <a:xfrm>
              <a:off x="2743560" y="2349360"/>
              <a:ext cx="161640" cy="161640"/>
              <a:chOff x="2743560" y="2349360"/>
              <a:chExt cx="161640" cy="161640"/>
            </a:xfrm>
          </p:grpSpPr>
          <p:sp>
            <p:nvSpPr>
              <p:cNvPr id="587" name="Oval 9"/>
              <p:cNvSpPr/>
              <p:nvPr/>
            </p:nvSpPr>
            <p:spPr>
              <a:xfrm>
                <a:off x="2743560" y="2349360"/>
                <a:ext cx="161640" cy="16164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588" name="Oval 28"/>
              <p:cNvSpPr/>
              <p:nvPr/>
            </p:nvSpPr>
            <p:spPr>
              <a:xfrm>
                <a:off x="2786760" y="2392560"/>
                <a:ext cx="73440" cy="7272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5920" bIns="2592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589" name="Group 11"/>
          <p:cNvGrpSpPr/>
          <p:nvPr/>
        </p:nvGrpSpPr>
        <p:grpSpPr>
          <a:xfrm>
            <a:off x="3921120" y="2349360"/>
            <a:ext cx="1165320" cy="1070640"/>
            <a:chOff x="3921120" y="2349360"/>
            <a:chExt cx="1165320" cy="1070640"/>
          </a:xfrm>
        </p:grpSpPr>
        <p:sp>
          <p:nvSpPr>
            <p:cNvPr id="590" name="Freeform 7"/>
            <p:cNvSpPr/>
            <p:nvPr/>
          </p:nvSpPr>
          <p:spPr>
            <a:xfrm>
              <a:off x="3921120" y="2441520"/>
              <a:ext cx="1080000" cy="978480"/>
            </a:xfrm>
            <a:custGeom>
              <a:avLst/>
              <a:gdLst>
                <a:gd name="textAreaLeft" fmla="*/ 0 w 1080000"/>
                <a:gd name="textAreaRight" fmla="*/ 1089000 w 1080000"/>
                <a:gd name="textAreaTop" fmla="*/ 0 h 978480"/>
                <a:gd name="textAreaBottom" fmla="*/ 987480 h 97848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0"/>
                  </a:moveTo>
                  <a:cubicBezTo>
                    <a:pt x="286" y="233"/>
                    <a:pt x="286" y="233"/>
                    <a:pt x="286" y="233"/>
                  </a:cubicBezTo>
                  <a:cubicBezTo>
                    <a:pt x="271" y="233"/>
                    <a:pt x="260" y="245"/>
                    <a:pt x="260" y="259"/>
                  </a:cubicBezTo>
                  <a:cubicBezTo>
                    <a:pt x="27" y="259"/>
                    <a:pt x="27" y="259"/>
                    <a:pt x="27" y="259"/>
                  </a:cubicBezTo>
                  <a:cubicBezTo>
                    <a:pt x="27" y="245"/>
                    <a:pt x="15" y="233"/>
                    <a:pt x="0" y="233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591" name="Group 13"/>
            <p:cNvGrpSpPr/>
            <p:nvPr/>
          </p:nvGrpSpPr>
          <p:grpSpPr>
            <a:xfrm>
              <a:off x="4924800" y="2349360"/>
              <a:ext cx="161640" cy="161640"/>
              <a:chOff x="4924800" y="2349360"/>
              <a:chExt cx="161640" cy="161640"/>
            </a:xfrm>
          </p:grpSpPr>
          <p:sp>
            <p:nvSpPr>
              <p:cNvPr id="592" name="Oval 14"/>
              <p:cNvSpPr/>
              <p:nvPr/>
            </p:nvSpPr>
            <p:spPr>
              <a:xfrm>
                <a:off x="4924800" y="2349360"/>
                <a:ext cx="161640" cy="16164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593" name="Oval 28"/>
              <p:cNvSpPr/>
              <p:nvPr/>
            </p:nvSpPr>
            <p:spPr>
              <a:xfrm>
                <a:off x="4968000" y="2392560"/>
                <a:ext cx="73440" cy="7272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5920" bIns="2592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594" name="Group 16"/>
          <p:cNvGrpSpPr/>
          <p:nvPr/>
        </p:nvGrpSpPr>
        <p:grpSpPr>
          <a:xfrm>
            <a:off x="6097680" y="2349360"/>
            <a:ext cx="1156680" cy="1070640"/>
            <a:chOff x="6097680" y="2349360"/>
            <a:chExt cx="1156680" cy="1070640"/>
          </a:xfrm>
        </p:grpSpPr>
        <p:sp>
          <p:nvSpPr>
            <p:cNvPr id="595" name="Freeform 8"/>
            <p:cNvSpPr/>
            <p:nvPr/>
          </p:nvSpPr>
          <p:spPr>
            <a:xfrm>
              <a:off x="6097680" y="2441520"/>
              <a:ext cx="1080000" cy="978480"/>
            </a:xfrm>
            <a:custGeom>
              <a:avLst/>
              <a:gdLst>
                <a:gd name="textAreaLeft" fmla="*/ 0 w 1080000"/>
                <a:gd name="textAreaRight" fmla="*/ 1089000 w 1080000"/>
                <a:gd name="textAreaTop" fmla="*/ 0 h 978480"/>
                <a:gd name="textAreaBottom" fmla="*/ 987480 h 97848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0"/>
                  </a:moveTo>
                  <a:cubicBezTo>
                    <a:pt x="286" y="233"/>
                    <a:pt x="286" y="233"/>
                    <a:pt x="286" y="233"/>
                  </a:cubicBezTo>
                  <a:cubicBezTo>
                    <a:pt x="271" y="233"/>
                    <a:pt x="259" y="245"/>
                    <a:pt x="259" y="259"/>
                  </a:cubicBezTo>
                  <a:cubicBezTo>
                    <a:pt x="27" y="259"/>
                    <a:pt x="27" y="259"/>
                    <a:pt x="27" y="259"/>
                  </a:cubicBezTo>
                  <a:cubicBezTo>
                    <a:pt x="27" y="245"/>
                    <a:pt x="15" y="233"/>
                    <a:pt x="0" y="233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596" name="Group 18"/>
            <p:cNvGrpSpPr/>
            <p:nvPr/>
          </p:nvGrpSpPr>
          <p:grpSpPr>
            <a:xfrm>
              <a:off x="7092720" y="2349360"/>
              <a:ext cx="161640" cy="161640"/>
              <a:chOff x="7092720" y="2349360"/>
              <a:chExt cx="161640" cy="161640"/>
            </a:xfrm>
          </p:grpSpPr>
          <p:sp>
            <p:nvSpPr>
              <p:cNvPr id="597" name="Oval 19"/>
              <p:cNvSpPr/>
              <p:nvPr/>
            </p:nvSpPr>
            <p:spPr>
              <a:xfrm>
                <a:off x="7092720" y="2349360"/>
                <a:ext cx="161640" cy="16164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598" name="Oval 28"/>
              <p:cNvSpPr/>
              <p:nvPr/>
            </p:nvSpPr>
            <p:spPr>
              <a:xfrm>
                <a:off x="7135920" y="2392560"/>
                <a:ext cx="73440" cy="7272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5920" bIns="2592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599" name="Group 21"/>
          <p:cNvGrpSpPr/>
          <p:nvPr/>
        </p:nvGrpSpPr>
        <p:grpSpPr>
          <a:xfrm>
            <a:off x="8273880" y="2349360"/>
            <a:ext cx="1154520" cy="1070640"/>
            <a:chOff x="8273880" y="2349360"/>
            <a:chExt cx="1154520" cy="1070640"/>
          </a:xfrm>
        </p:grpSpPr>
        <p:sp>
          <p:nvSpPr>
            <p:cNvPr id="600" name="Freeform 15"/>
            <p:cNvSpPr/>
            <p:nvPr/>
          </p:nvSpPr>
          <p:spPr>
            <a:xfrm>
              <a:off x="8273880" y="2441520"/>
              <a:ext cx="1080000" cy="978480"/>
            </a:xfrm>
            <a:custGeom>
              <a:avLst/>
              <a:gdLst>
                <a:gd name="textAreaLeft" fmla="*/ 0 w 1080000"/>
                <a:gd name="textAreaRight" fmla="*/ 1089000 w 1080000"/>
                <a:gd name="textAreaTop" fmla="*/ 0 h 978480"/>
                <a:gd name="textAreaBottom" fmla="*/ 987480 h 97848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0"/>
                  </a:moveTo>
                  <a:cubicBezTo>
                    <a:pt x="286" y="233"/>
                    <a:pt x="286" y="233"/>
                    <a:pt x="286" y="233"/>
                  </a:cubicBezTo>
                  <a:cubicBezTo>
                    <a:pt x="271" y="233"/>
                    <a:pt x="259" y="245"/>
                    <a:pt x="259" y="259"/>
                  </a:cubicBezTo>
                  <a:cubicBezTo>
                    <a:pt x="27" y="259"/>
                    <a:pt x="27" y="259"/>
                    <a:pt x="27" y="259"/>
                  </a:cubicBezTo>
                  <a:cubicBezTo>
                    <a:pt x="27" y="245"/>
                    <a:pt x="15" y="233"/>
                    <a:pt x="0" y="233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01" name="Group 23"/>
            <p:cNvGrpSpPr/>
            <p:nvPr/>
          </p:nvGrpSpPr>
          <p:grpSpPr>
            <a:xfrm>
              <a:off x="9266760" y="2349360"/>
              <a:ext cx="161640" cy="161640"/>
              <a:chOff x="9266760" y="2349360"/>
              <a:chExt cx="161640" cy="161640"/>
            </a:xfrm>
          </p:grpSpPr>
          <p:sp>
            <p:nvSpPr>
              <p:cNvPr id="602" name="Oval 24"/>
              <p:cNvSpPr/>
              <p:nvPr/>
            </p:nvSpPr>
            <p:spPr>
              <a:xfrm>
                <a:off x="9266760" y="2349360"/>
                <a:ext cx="161640" cy="16164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03" name="Oval 28"/>
              <p:cNvSpPr/>
              <p:nvPr/>
            </p:nvSpPr>
            <p:spPr>
              <a:xfrm>
                <a:off x="9309960" y="2392560"/>
                <a:ext cx="73440" cy="7272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5920" bIns="2592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04" name="Group 26"/>
          <p:cNvGrpSpPr/>
          <p:nvPr/>
        </p:nvGrpSpPr>
        <p:grpSpPr>
          <a:xfrm>
            <a:off x="758880" y="3429000"/>
            <a:ext cx="1059480" cy="1060920"/>
            <a:chOff x="758880" y="3429000"/>
            <a:chExt cx="1059480" cy="1060920"/>
          </a:xfrm>
        </p:grpSpPr>
        <p:sp>
          <p:nvSpPr>
            <p:cNvPr id="605" name="Freeform 9"/>
            <p:cNvSpPr/>
            <p:nvPr/>
          </p:nvSpPr>
          <p:spPr>
            <a:xfrm>
              <a:off x="758880" y="3429000"/>
              <a:ext cx="976680" cy="981720"/>
            </a:xfrm>
            <a:custGeom>
              <a:avLst/>
              <a:gdLst>
                <a:gd name="textAreaLeft" fmla="*/ 0 w 976680"/>
                <a:gd name="textAreaRight" fmla="*/ 985680 w 976680"/>
                <a:gd name="textAreaTop" fmla="*/ 0 h 981720"/>
                <a:gd name="textAreaBottom" fmla="*/ 990720 h 981720"/>
              </a:gdLst>
              <a:ahLst/>
              <a:rect l="textAreaLeft" t="textAreaTop" r="textAreaRight" b="textAreaBottom"/>
              <a:pathLst>
                <a:path w="259" h="260">
                  <a:moveTo>
                    <a:pt x="259" y="260"/>
                  </a:moveTo>
                  <a:cubicBezTo>
                    <a:pt x="259" y="27"/>
                    <a:pt x="259" y="27"/>
                    <a:pt x="259" y="27"/>
                  </a:cubicBezTo>
                  <a:cubicBezTo>
                    <a:pt x="245" y="27"/>
                    <a:pt x="233" y="15"/>
                    <a:pt x="233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06" name="Group 28"/>
            <p:cNvGrpSpPr/>
            <p:nvPr/>
          </p:nvGrpSpPr>
          <p:grpSpPr>
            <a:xfrm>
              <a:off x="1656720" y="4328280"/>
              <a:ext cx="161640" cy="161640"/>
              <a:chOff x="1656720" y="4328280"/>
              <a:chExt cx="161640" cy="161640"/>
            </a:xfrm>
          </p:grpSpPr>
          <p:sp>
            <p:nvSpPr>
              <p:cNvPr id="607" name="Oval 29"/>
              <p:cNvSpPr/>
              <p:nvPr/>
            </p:nvSpPr>
            <p:spPr>
              <a:xfrm>
                <a:off x="1656720" y="4328280"/>
                <a:ext cx="161640" cy="16164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08" name="Oval 28"/>
              <p:cNvSpPr/>
              <p:nvPr/>
            </p:nvSpPr>
            <p:spPr>
              <a:xfrm>
                <a:off x="1699560" y="4371480"/>
                <a:ext cx="73440" cy="7272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5920" bIns="2592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09" name="Group 31"/>
          <p:cNvGrpSpPr/>
          <p:nvPr/>
        </p:nvGrpSpPr>
        <p:grpSpPr>
          <a:xfrm>
            <a:off x="2833560" y="3432240"/>
            <a:ext cx="1166040" cy="1057680"/>
            <a:chOff x="2833560" y="3432240"/>
            <a:chExt cx="1166040" cy="1057680"/>
          </a:xfrm>
        </p:grpSpPr>
        <p:sp>
          <p:nvSpPr>
            <p:cNvPr id="610" name="Freeform 10"/>
            <p:cNvSpPr/>
            <p:nvPr/>
          </p:nvSpPr>
          <p:spPr>
            <a:xfrm>
              <a:off x="2833560" y="3432240"/>
              <a:ext cx="1078560" cy="978480"/>
            </a:xfrm>
            <a:custGeom>
              <a:avLst/>
              <a:gdLst>
                <a:gd name="textAreaLeft" fmla="*/ 0 w 1078560"/>
                <a:gd name="textAreaRight" fmla="*/ 1087560 w 1078560"/>
                <a:gd name="textAreaTop" fmla="*/ 0 h 978480"/>
                <a:gd name="textAreaBottom" fmla="*/ 987480 h 97848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259"/>
                  </a:moveTo>
                  <a:cubicBezTo>
                    <a:pt x="286" y="26"/>
                    <a:pt x="286" y="26"/>
                    <a:pt x="286" y="26"/>
                  </a:cubicBezTo>
                  <a:cubicBezTo>
                    <a:pt x="271" y="26"/>
                    <a:pt x="260" y="14"/>
                    <a:pt x="260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4"/>
                    <a:pt x="15" y="26"/>
                    <a:pt x="0" y="26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11" name="Group 33"/>
            <p:cNvGrpSpPr/>
            <p:nvPr/>
          </p:nvGrpSpPr>
          <p:grpSpPr>
            <a:xfrm>
              <a:off x="3837960" y="4328280"/>
              <a:ext cx="161640" cy="161640"/>
              <a:chOff x="3837960" y="4328280"/>
              <a:chExt cx="161640" cy="161640"/>
            </a:xfrm>
          </p:grpSpPr>
          <p:sp>
            <p:nvSpPr>
              <p:cNvPr id="612" name="Oval 34"/>
              <p:cNvSpPr/>
              <p:nvPr/>
            </p:nvSpPr>
            <p:spPr>
              <a:xfrm>
                <a:off x="3837960" y="4328280"/>
                <a:ext cx="161640" cy="16164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13" name="Oval 28"/>
              <p:cNvSpPr/>
              <p:nvPr/>
            </p:nvSpPr>
            <p:spPr>
              <a:xfrm>
                <a:off x="3880800" y="4371480"/>
                <a:ext cx="73440" cy="7272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5920" bIns="2592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14" name="Group 36"/>
          <p:cNvGrpSpPr/>
          <p:nvPr/>
        </p:nvGrpSpPr>
        <p:grpSpPr>
          <a:xfrm>
            <a:off x="5010120" y="3432240"/>
            <a:ext cx="1157040" cy="1057680"/>
            <a:chOff x="5010120" y="3432240"/>
            <a:chExt cx="1157040" cy="1057680"/>
          </a:xfrm>
        </p:grpSpPr>
        <p:sp>
          <p:nvSpPr>
            <p:cNvPr id="615" name="Freeform 11"/>
            <p:cNvSpPr/>
            <p:nvPr/>
          </p:nvSpPr>
          <p:spPr>
            <a:xfrm>
              <a:off x="5010120" y="3432240"/>
              <a:ext cx="1078560" cy="978480"/>
            </a:xfrm>
            <a:custGeom>
              <a:avLst/>
              <a:gdLst>
                <a:gd name="textAreaLeft" fmla="*/ 0 w 1078560"/>
                <a:gd name="textAreaRight" fmla="*/ 1087560 w 1078560"/>
                <a:gd name="textAreaTop" fmla="*/ 0 h 978480"/>
                <a:gd name="textAreaBottom" fmla="*/ 987480 h 97848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259"/>
                  </a:moveTo>
                  <a:cubicBezTo>
                    <a:pt x="286" y="26"/>
                    <a:pt x="286" y="26"/>
                    <a:pt x="286" y="26"/>
                  </a:cubicBezTo>
                  <a:cubicBezTo>
                    <a:pt x="271" y="26"/>
                    <a:pt x="259" y="14"/>
                    <a:pt x="25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4"/>
                    <a:pt x="15" y="26"/>
                    <a:pt x="0" y="26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16" name="Group 38"/>
            <p:cNvGrpSpPr/>
            <p:nvPr/>
          </p:nvGrpSpPr>
          <p:grpSpPr>
            <a:xfrm>
              <a:off x="6005520" y="4328280"/>
              <a:ext cx="161640" cy="161640"/>
              <a:chOff x="6005520" y="4328280"/>
              <a:chExt cx="161640" cy="161640"/>
            </a:xfrm>
          </p:grpSpPr>
          <p:sp>
            <p:nvSpPr>
              <p:cNvPr id="617" name="Oval 39"/>
              <p:cNvSpPr/>
              <p:nvPr/>
            </p:nvSpPr>
            <p:spPr>
              <a:xfrm>
                <a:off x="6005520" y="4328280"/>
                <a:ext cx="161640" cy="16164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18" name="Oval 28"/>
              <p:cNvSpPr/>
              <p:nvPr/>
            </p:nvSpPr>
            <p:spPr>
              <a:xfrm>
                <a:off x="6048720" y="4371480"/>
                <a:ext cx="73440" cy="7272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5920" bIns="2592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19" name="Group 41"/>
          <p:cNvGrpSpPr/>
          <p:nvPr/>
        </p:nvGrpSpPr>
        <p:grpSpPr>
          <a:xfrm>
            <a:off x="7186680" y="3432240"/>
            <a:ext cx="1154520" cy="1057680"/>
            <a:chOff x="7186680" y="3432240"/>
            <a:chExt cx="1154520" cy="1057680"/>
          </a:xfrm>
        </p:grpSpPr>
        <p:sp>
          <p:nvSpPr>
            <p:cNvPr id="620" name="Freeform 12"/>
            <p:cNvSpPr/>
            <p:nvPr/>
          </p:nvSpPr>
          <p:spPr>
            <a:xfrm>
              <a:off x="7186680" y="3432240"/>
              <a:ext cx="1078560" cy="978480"/>
            </a:xfrm>
            <a:custGeom>
              <a:avLst/>
              <a:gdLst>
                <a:gd name="textAreaLeft" fmla="*/ 0 w 1078560"/>
                <a:gd name="textAreaRight" fmla="*/ 1087560 w 1078560"/>
                <a:gd name="textAreaTop" fmla="*/ 0 h 978480"/>
                <a:gd name="textAreaBottom" fmla="*/ 987480 h 97848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259"/>
                  </a:moveTo>
                  <a:cubicBezTo>
                    <a:pt x="286" y="26"/>
                    <a:pt x="286" y="26"/>
                    <a:pt x="286" y="26"/>
                  </a:cubicBezTo>
                  <a:cubicBezTo>
                    <a:pt x="271" y="26"/>
                    <a:pt x="259" y="14"/>
                    <a:pt x="25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4"/>
                    <a:pt x="15" y="26"/>
                    <a:pt x="0" y="26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21" name="Group 43"/>
            <p:cNvGrpSpPr/>
            <p:nvPr/>
          </p:nvGrpSpPr>
          <p:grpSpPr>
            <a:xfrm>
              <a:off x="8179560" y="4328280"/>
              <a:ext cx="161640" cy="161640"/>
              <a:chOff x="8179560" y="4328280"/>
              <a:chExt cx="161640" cy="161640"/>
            </a:xfrm>
          </p:grpSpPr>
          <p:sp>
            <p:nvSpPr>
              <p:cNvPr id="622" name="Oval 44"/>
              <p:cNvSpPr/>
              <p:nvPr/>
            </p:nvSpPr>
            <p:spPr>
              <a:xfrm>
                <a:off x="8179560" y="4328280"/>
                <a:ext cx="161640" cy="16164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23" name="Oval 28"/>
              <p:cNvSpPr/>
              <p:nvPr/>
            </p:nvSpPr>
            <p:spPr>
              <a:xfrm>
                <a:off x="8222760" y="4371480"/>
                <a:ext cx="73440" cy="7272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5920" bIns="2592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24" name="Group 46"/>
          <p:cNvGrpSpPr/>
          <p:nvPr/>
        </p:nvGrpSpPr>
        <p:grpSpPr>
          <a:xfrm>
            <a:off x="1656720" y="3344760"/>
            <a:ext cx="161640" cy="161640"/>
            <a:chOff x="1656720" y="3344760"/>
            <a:chExt cx="161640" cy="161640"/>
          </a:xfrm>
        </p:grpSpPr>
        <p:sp>
          <p:nvSpPr>
            <p:cNvPr id="625" name="Oval 47"/>
            <p:cNvSpPr/>
            <p:nvPr/>
          </p:nvSpPr>
          <p:spPr>
            <a:xfrm>
              <a:off x="1656720" y="3344760"/>
              <a:ext cx="161640" cy="161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26" name="Oval 28"/>
            <p:cNvSpPr/>
            <p:nvPr/>
          </p:nvSpPr>
          <p:spPr>
            <a:xfrm>
              <a:off x="1699560" y="3387960"/>
              <a:ext cx="73440" cy="727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27" name="Group 49"/>
          <p:cNvGrpSpPr/>
          <p:nvPr/>
        </p:nvGrpSpPr>
        <p:grpSpPr>
          <a:xfrm>
            <a:off x="2746800" y="3344760"/>
            <a:ext cx="161640" cy="161640"/>
            <a:chOff x="2746800" y="3344760"/>
            <a:chExt cx="161640" cy="161640"/>
          </a:xfrm>
        </p:grpSpPr>
        <p:sp>
          <p:nvSpPr>
            <p:cNvPr id="628" name="Oval 50"/>
            <p:cNvSpPr/>
            <p:nvPr/>
          </p:nvSpPr>
          <p:spPr>
            <a:xfrm>
              <a:off x="2746800" y="3344760"/>
              <a:ext cx="161640" cy="161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29" name="Oval 28"/>
            <p:cNvSpPr/>
            <p:nvPr/>
          </p:nvSpPr>
          <p:spPr>
            <a:xfrm>
              <a:off x="2790000" y="3387960"/>
              <a:ext cx="73440" cy="727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30" name="Group 52"/>
          <p:cNvGrpSpPr/>
          <p:nvPr/>
        </p:nvGrpSpPr>
        <p:grpSpPr>
          <a:xfrm>
            <a:off x="3832200" y="3344760"/>
            <a:ext cx="161640" cy="161640"/>
            <a:chOff x="3832200" y="3344760"/>
            <a:chExt cx="161640" cy="161640"/>
          </a:xfrm>
        </p:grpSpPr>
        <p:sp>
          <p:nvSpPr>
            <p:cNvPr id="631" name="Oval 53"/>
            <p:cNvSpPr/>
            <p:nvPr/>
          </p:nvSpPr>
          <p:spPr>
            <a:xfrm>
              <a:off x="3832200" y="3344760"/>
              <a:ext cx="161640" cy="161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32" name="Oval 28"/>
            <p:cNvSpPr/>
            <p:nvPr/>
          </p:nvSpPr>
          <p:spPr>
            <a:xfrm>
              <a:off x="3875400" y="3387960"/>
              <a:ext cx="73440" cy="727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33" name="Group 55"/>
          <p:cNvGrpSpPr/>
          <p:nvPr/>
        </p:nvGrpSpPr>
        <p:grpSpPr>
          <a:xfrm>
            <a:off x="4921200" y="3344760"/>
            <a:ext cx="161640" cy="161640"/>
            <a:chOff x="4921200" y="3344760"/>
            <a:chExt cx="161640" cy="161640"/>
          </a:xfrm>
        </p:grpSpPr>
        <p:sp>
          <p:nvSpPr>
            <p:cNvPr id="634" name="Oval 56"/>
            <p:cNvSpPr/>
            <p:nvPr/>
          </p:nvSpPr>
          <p:spPr>
            <a:xfrm>
              <a:off x="4921200" y="3344760"/>
              <a:ext cx="161640" cy="161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35" name="Oval 28"/>
            <p:cNvSpPr/>
            <p:nvPr/>
          </p:nvSpPr>
          <p:spPr>
            <a:xfrm>
              <a:off x="4964400" y="3387960"/>
              <a:ext cx="73440" cy="727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36" name="Group 58"/>
          <p:cNvGrpSpPr/>
          <p:nvPr/>
        </p:nvGrpSpPr>
        <p:grpSpPr>
          <a:xfrm>
            <a:off x="6014880" y="3344760"/>
            <a:ext cx="161640" cy="161640"/>
            <a:chOff x="6014880" y="3344760"/>
            <a:chExt cx="161640" cy="161640"/>
          </a:xfrm>
        </p:grpSpPr>
        <p:sp>
          <p:nvSpPr>
            <p:cNvPr id="637" name="Oval 59"/>
            <p:cNvSpPr/>
            <p:nvPr/>
          </p:nvSpPr>
          <p:spPr>
            <a:xfrm>
              <a:off x="6014880" y="3344760"/>
              <a:ext cx="161640" cy="161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38" name="Oval 28"/>
            <p:cNvSpPr/>
            <p:nvPr/>
          </p:nvSpPr>
          <p:spPr>
            <a:xfrm>
              <a:off x="6058080" y="3387960"/>
              <a:ext cx="73440" cy="727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39" name="Group 61"/>
          <p:cNvGrpSpPr/>
          <p:nvPr/>
        </p:nvGrpSpPr>
        <p:grpSpPr>
          <a:xfrm>
            <a:off x="7098840" y="3344760"/>
            <a:ext cx="161640" cy="161640"/>
            <a:chOff x="7098840" y="3344760"/>
            <a:chExt cx="161640" cy="161640"/>
          </a:xfrm>
        </p:grpSpPr>
        <p:sp>
          <p:nvSpPr>
            <p:cNvPr id="640" name="Oval 62"/>
            <p:cNvSpPr/>
            <p:nvPr/>
          </p:nvSpPr>
          <p:spPr>
            <a:xfrm>
              <a:off x="7098840" y="3344760"/>
              <a:ext cx="161640" cy="161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41" name="Oval 28"/>
            <p:cNvSpPr/>
            <p:nvPr/>
          </p:nvSpPr>
          <p:spPr>
            <a:xfrm>
              <a:off x="7142040" y="3387960"/>
              <a:ext cx="73440" cy="727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42" name="Group 64"/>
          <p:cNvGrpSpPr/>
          <p:nvPr/>
        </p:nvGrpSpPr>
        <p:grpSpPr>
          <a:xfrm>
            <a:off x="8182800" y="3344760"/>
            <a:ext cx="161640" cy="161640"/>
            <a:chOff x="8182800" y="3344760"/>
            <a:chExt cx="161640" cy="161640"/>
          </a:xfrm>
        </p:grpSpPr>
        <p:sp>
          <p:nvSpPr>
            <p:cNvPr id="643" name="Oval 65"/>
            <p:cNvSpPr/>
            <p:nvPr/>
          </p:nvSpPr>
          <p:spPr>
            <a:xfrm>
              <a:off x="8182800" y="3344760"/>
              <a:ext cx="161640" cy="161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44" name="Oval 28"/>
            <p:cNvSpPr/>
            <p:nvPr/>
          </p:nvSpPr>
          <p:spPr>
            <a:xfrm>
              <a:off x="8226000" y="3387960"/>
              <a:ext cx="73440" cy="727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45" name="Group 67"/>
          <p:cNvGrpSpPr/>
          <p:nvPr/>
        </p:nvGrpSpPr>
        <p:grpSpPr>
          <a:xfrm>
            <a:off x="9363240" y="3432240"/>
            <a:ext cx="1158120" cy="1057680"/>
            <a:chOff x="9363240" y="3432240"/>
            <a:chExt cx="1158120" cy="1057680"/>
          </a:xfrm>
        </p:grpSpPr>
        <p:sp>
          <p:nvSpPr>
            <p:cNvPr id="646" name="Freeform 14"/>
            <p:cNvSpPr/>
            <p:nvPr/>
          </p:nvSpPr>
          <p:spPr>
            <a:xfrm>
              <a:off x="9363240" y="3432240"/>
              <a:ext cx="1080000" cy="978480"/>
            </a:xfrm>
            <a:custGeom>
              <a:avLst/>
              <a:gdLst>
                <a:gd name="textAreaLeft" fmla="*/ 0 w 1080000"/>
                <a:gd name="textAreaRight" fmla="*/ 1089000 w 1080000"/>
                <a:gd name="textAreaTop" fmla="*/ 0 h 978480"/>
                <a:gd name="textAreaBottom" fmla="*/ 987480 h 97848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259"/>
                  </a:moveTo>
                  <a:cubicBezTo>
                    <a:pt x="286" y="26"/>
                    <a:pt x="286" y="26"/>
                    <a:pt x="286" y="26"/>
                  </a:cubicBezTo>
                  <a:cubicBezTo>
                    <a:pt x="271" y="26"/>
                    <a:pt x="259" y="14"/>
                    <a:pt x="259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4"/>
                    <a:pt x="14" y="26"/>
                    <a:pt x="0" y="26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47" name="Group 69"/>
            <p:cNvGrpSpPr/>
            <p:nvPr/>
          </p:nvGrpSpPr>
          <p:grpSpPr>
            <a:xfrm>
              <a:off x="10359720" y="4328280"/>
              <a:ext cx="161640" cy="161640"/>
              <a:chOff x="10359720" y="4328280"/>
              <a:chExt cx="161640" cy="161640"/>
            </a:xfrm>
          </p:grpSpPr>
          <p:sp>
            <p:nvSpPr>
              <p:cNvPr id="648" name="Oval 70"/>
              <p:cNvSpPr/>
              <p:nvPr/>
            </p:nvSpPr>
            <p:spPr>
              <a:xfrm>
                <a:off x="10359720" y="4328280"/>
                <a:ext cx="161640" cy="16164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49" name="Oval 28"/>
              <p:cNvSpPr/>
              <p:nvPr/>
            </p:nvSpPr>
            <p:spPr>
              <a:xfrm>
                <a:off x="10402920" y="4371480"/>
                <a:ext cx="73440" cy="7272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5920" bIns="2592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50" name="Group 72"/>
          <p:cNvGrpSpPr/>
          <p:nvPr/>
        </p:nvGrpSpPr>
        <p:grpSpPr>
          <a:xfrm>
            <a:off x="9272880" y="3344760"/>
            <a:ext cx="161640" cy="161640"/>
            <a:chOff x="9272880" y="3344760"/>
            <a:chExt cx="161640" cy="161640"/>
          </a:xfrm>
        </p:grpSpPr>
        <p:sp>
          <p:nvSpPr>
            <p:cNvPr id="651" name="Oval 73"/>
            <p:cNvSpPr/>
            <p:nvPr/>
          </p:nvSpPr>
          <p:spPr>
            <a:xfrm>
              <a:off x="9272880" y="3344760"/>
              <a:ext cx="161640" cy="161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52" name="Oval 28"/>
            <p:cNvSpPr/>
            <p:nvPr/>
          </p:nvSpPr>
          <p:spPr>
            <a:xfrm>
              <a:off x="9316080" y="3387960"/>
              <a:ext cx="73440" cy="727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53" name="Group 75"/>
          <p:cNvGrpSpPr/>
          <p:nvPr/>
        </p:nvGrpSpPr>
        <p:grpSpPr>
          <a:xfrm>
            <a:off x="10358640" y="3344760"/>
            <a:ext cx="161640" cy="161640"/>
            <a:chOff x="10358640" y="3344760"/>
            <a:chExt cx="161640" cy="161640"/>
          </a:xfrm>
        </p:grpSpPr>
        <p:sp>
          <p:nvSpPr>
            <p:cNvPr id="654" name="Oval 76"/>
            <p:cNvSpPr/>
            <p:nvPr/>
          </p:nvSpPr>
          <p:spPr>
            <a:xfrm>
              <a:off x="10358640" y="3344760"/>
              <a:ext cx="161640" cy="161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55" name="Oval 28"/>
            <p:cNvSpPr/>
            <p:nvPr/>
          </p:nvSpPr>
          <p:spPr>
            <a:xfrm>
              <a:off x="10401840" y="3387960"/>
              <a:ext cx="73440" cy="727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56" name="Group 78"/>
          <p:cNvGrpSpPr/>
          <p:nvPr/>
        </p:nvGrpSpPr>
        <p:grpSpPr>
          <a:xfrm>
            <a:off x="11351880" y="3344760"/>
            <a:ext cx="161640" cy="161640"/>
            <a:chOff x="11351880" y="3344760"/>
            <a:chExt cx="161640" cy="161640"/>
          </a:xfrm>
        </p:grpSpPr>
        <p:sp>
          <p:nvSpPr>
            <p:cNvPr id="657" name="Oval 79"/>
            <p:cNvSpPr/>
            <p:nvPr/>
          </p:nvSpPr>
          <p:spPr>
            <a:xfrm>
              <a:off x="11351880" y="3344760"/>
              <a:ext cx="161640" cy="161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58" name="Oval 28"/>
            <p:cNvSpPr/>
            <p:nvPr/>
          </p:nvSpPr>
          <p:spPr>
            <a:xfrm>
              <a:off x="11395080" y="3387960"/>
              <a:ext cx="73440" cy="727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59" name="Group 112"/>
          <p:cNvGrpSpPr/>
          <p:nvPr/>
        </p:nvGrpSpPr>
        <p:grpSpPr>
          <a:xfrm>
            <a:off x="673560" y="3344760"/>
            <a:ext cx="161640" cy="161640"/>
            <a:chOff x="673560" y="3344760"/>
            <a:chExt cx="161640" cy="161640"/>
          </a:xfrm>
        </p:grpSpPr>
        <p:sp>
          <p:nvSpPr>
            <p:cNvPr id="660" name="Oval 113"/>
            <p:cNvSpPr/>
            <p:nvPr/>
          </p:nvSpPr>
          <p:spPr>
            <a:xfrm>
              <a:off x="673560" y="3344760"/>
              <a:ext cx="161640" cy="1616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61" name="Oval 28"/>
            <p:cNvSpPr/>
            <p:nvPr/>
          </p:nvSpPr>
          <p:spPr>
            <a:xfrm>
              <a:off x="716760" y="3387960"/>
              <a:ext cx="73440" cy="727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sp>
        <p:nvSpPr>
          <p:cNvPr id="662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3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4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5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666" name="Group 93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667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68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669" name="Rectangle 98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67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7E101DCF-DE2B-4E2A-B20B-C09E9A26B018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TextBox 9"/>
          <p:cNvSpPr/>
          <p:nvPr/>
        </p:nvSpPr>
        <p:spPr>
          <a:xfrm>
            <a:off x="4515120" y="4888800"/>
            <a:ext cx="3472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800" spc="-1" strike="noStrike">
                <a:solidFill>
                  <a:srgbClr val="ffffff"/>
                </a:solidFill>
                <a:latin typeface="Calibri"/>
              </a:rPr>
              <a:t>www.havelsan.com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Grey_unpressed"/>
          <p:cNvSpPr/>
          <p:nvPr/>
        </p:nvSpPr>
        <p:spPr>
          <a:xfrm>
            <a:off x="2833920" y="2727720"/>
            <a:ext cx="6465600" cy="1513440"/>
          </a:xfrm>
          <a:custGeom>
            <a:avLst/>
            <a:gdLst>
              <a:gd name="textAreaLeft" fmla="*/ 0 w 6465600"/>
              <a:gd name="textAreaRight" fmla="*/ 6474600 w 6465600"/>
              <a:gd name="textAreaTop" fmla="*/ 0 h 1513440"/>
              <a:gd name="textAreaBottom" fmla="*/ 1522440 h 1513440"/>
            </a:gdLst>
            <a:ah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674" name="Freeform 11"/>
          <p:cNvSpPr/>
          <p:nvPr/>
        </p:nvSpPr>
        <p:spPr>
          <a:xfrm>
            <a:off x="2435040" y="2589840"/>
            <a:ext cx="2431080" cy="2606040"/>
          </a:xfrm>
          <a:custGeom>
            <a:avLst/>
            <a:gdLst>
              <a:gd name="textAreaLeft" fmla="*/ 0 w 2431080"/>
              <a:gd name="textAreaRight" fmla="*/ 2440080 w 2431080"/>
              <a:gd name="textAreaTop" fmla="*/ 0 h 2606040"/>
              <a:gd name="textAreaBottom" fmla="*/ 2615040 h 2606040"/>
            </a:gdLst>
            <a:ah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675" name="Oval 12"/>
          <p:cNvSpPr/>
          <p:nvPr/>
        </p:nvSpPr>
        <p:spPr>
          <a:xfrm>
            <a:off x="3103920" y="3080520"/>
            <a:ext cx="977760" cy="97776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676" name="TextBox 13"/>
          <p:cNvSpPr/>
          <p:nvPr/>
        </p:nvSpPr>
        <p:spPr>
          <a:xfrm>
            <a:off x="4591800" y="3215160"/>
            <a:ext cx="33958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tr-TR" sz="4000" spc="-1" strike="noStrike">
                <a:solidFill>
                  <a:srgbClr val="ffffff"/>
                </a:solidFill>
                <a:latin typeface="Arial"/>
              </a:rPr>
              <a:t>ARZ EDERİM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77" name="Group 14"/>
          <p:cNvGrpSpPr/>
          <p:nvPr/>
        </p:nvGrpSpPr>
        <p:grpSpPr>
          <a:xfrm>
            <a:off x="1717560" y="6498720"/>
            <a:ext cx="898920" cy="192240"/>
            <a:chOff x="1717560" y="6498720"/>
            <a:chExt cx="898920" cy="192240"/>
          </a:xfrm>
        </p:grpSpPr>
        <p:pic>
          <p:nvPicPr>
            <p:cNvPr id="678" name="Picture 15" descr=""/>
            <p:cNvPicPr/>
            <p:nvPr/>
          </p:nvPicPr>
          <p:blipFill>
            <a:blip r:embed="rId2"/>
            <a:srcRect l="24312" t="0" r="0" b="0"/>
            <a:stretch/>
          </p:blipFill>
          <p:spPr>
            <a:xfrm>
              <a:off x="1934640" y="6498720"/>
              <a:ext cx="681840" cy="181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79" name="Picture 16" descr=""/>
            <p:cNvPicPr/>
            <p:nvPr/>
          </p:nvPicPr>
          <p:blipFill>
            <a:blip r:embed="rId3"/>
            <a:srcRect l="0" t="0" r="76760" b="0"/>
            <a:stretch/>
          </p:blipFill>
          <p:spPr>
            <a:xfrm>
              <a:off x="1717560" y="6509520"/>
              <a:ext cx="203040" cy="18144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680" name="Picture 4" descr=""/>
          <p:cNvPicPr/>
          <p:nvPr/>
        </p:nvPicPr>
        <p:blipFill>
          <a:blip r:embed="rId4"/>
          <a:stretch/>
        </p:blipFill>
        <p:spPr>
          <a:xfrm>
            <a:off x="169560" y="6469200"/>
            <a:ext cx="1326960" cy="250920"/>
          </a:xfrm>
          <a:prstGeom prst="rect">
            <a:avLst/>
          </a:prstGeom>
          <a:ln w="0">
            <a:noFill/>
          </a:ln>
        </p:spPr>
      </p:pic>
      <p:sp>
        <p:nvSpPr>
          <p:cNvPr id="681" name="TextBox 5"/>
          <p:cNvSpPr/>
          <p:nvPr/>
        </p:nvSpPr>
        <p:spPr>
          <a:xfrm>
            <a:off x="1585440" y="6498720"/>
            <a:ext cx="38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TextBox 18"/>
          <p:cNvSpPr/>
          <p:nvPr/>
        </p:nvSpPr>
        <p:spPr>
          <a:xfrm>
            <a:off x="1585440" y="6454800"/>
            <a:ext cx="38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TextBox 19"/>
          <p:cNvSpPr/>
          <p:nvPr/>
        </p:nvSpPr>
        <p:spPr>
          <a:xfrm>
            <a:off x="1585440" y="6509520"/>
            <a:ext cx="38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TextBox 17"/>
          <p:cNvSpPr/>
          <p:nvPr/>
        </p:nvSpPr>
        <p:spPr>
          <a:xfrm>
            <a:off x="7392960" y="6313680"/>
            <a:ext cx="5702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Bu belgenin içeriği HAVELSAN’ın mülkiyetindedir. HAVELSAN’ın izni olmadan bu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 </a:t>
            </a: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belgenin tamamını veya bir kısmını bir başkasına kopyalamak ve vermek yasaktır.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Rectangle 1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5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68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3B60144A-192F-4E30-967B-D6240FD52277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Freeform 32"/>
          <p:cNvSpPr/>
          <p:nvPr/>
        </p:nvSpPr>
        <p:spPr>
          <a:xfrm>
            <a:off x="-1935720" y="-1011960"/>
            <a:ext cx="7420680" cy="3798360"/>
          </a:xfrm>
          <a:custGeom>
            <a:avLst/>
            <a:gdLst>
              <a:gd name="textAreaLeft" fmla="*/ 0 w 7420680"/>
              <a:gd name="textAreaRight" fmla="*/ 7429680 w 7420680"/>
              <a:gd name="textAreaTop" fmla="*/ 0 h 3798360"/>
              <a:gd name="textAreaBottom" fmla="*/ 3807360 h 379836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689" name="Group 5"/>
          <p:cNvGrpSpPr/>
          <p:nvPr/>
        </p:nvGrpSpPr>
        <p:grpSpPr>
          <a:xfrm>
            <a:off x="837360" y="1394280"/>
            <a:ext cx="5001120" cy="1192320"/>
            <a:chOff x="837360" y="1394280"/>
            <a:chExt cx="5001120" cy="1192320"/>
          </a:xfrm>
        </p:grpSpPr>
        <p:sp>
          <p:nvSpPr>
            <p:cNvPr id="690" name="Freeform 6"/>
            <p:cNvSpPr/>
            <p:nvPr/>
          </p:nvSpPr>
          <p:spPr>
            <a:xfrm>
              <a:off x="837360" y="1397160"/>
              <a:ext cx="5001120" cy="1189440"/>
            </a:xfrm>
            <a:custGeom>
              <a:avLst/>
              <a:gdLst>
                <a:gd name="textAreaLeft" fmla="*/ 0 w 5001120"/>
                <a:gd name="textAreaRight" fmla="*/ 5010120 w 5001120"/>
                <a:gd name="textAreaTop" fmla="*/ 0 h 1189440"/>
                <a:gd name="textAreaBottom" fmla="*/ 1198440 h 1189440"/>
              </a:gdLst>
              <a:ah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77840" dir="2700000" dist="114042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91" name="Freeform 6"/>
            <p:cNvSpPr/>
            <p:nvPr/>
          </p:nvSpPr>
          <p:spPr>
            <a:xfrm>
              <a:off x="837360" y="1394280"/>
              <a:ext cx="5001120" cy="1189440"/>
            </a:xfrm>
            <a:custGeom>
              <a:avLst/>
              <a:gdLst>
                <a:gd name="textAreaLeft" fmla="*/ 0 w 5001120"/>
                <a:gd name="textAreaRight" fmla="*/ 5010120 w 5001120"/>
                <a:gd name="textAreaTop" fmla="*/ 0 h 1189440"/>
                <a:gd name="textAreaBottom" fmla="*/ 1198440 h 1189440"/>
              </a:gdLst>
              <a:ah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14480" dir="13500000" dist="114042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692" name="Group 8"/>
          <p:cNvGrpSpPr/>
          <p:nvPr/>
        </p:nvGrpSpPr>
        <p:grpSpPr>
          <a:xfrm>
            <a:off x="837360" y="2912040"/>
            <a:ext cx="5001120" cy="1192320"/>
            <a:chOff x="837360" y="2912040"/>
            <a:chExt cx="5001120" cy="1192320"/>
          </a:xfrm>
        </p:grpSpPr>
        <p:sp>
          <p:nvSpPr>
            <p:cNvPr id="693" name="Freeform 6"/>
            <p:cNvSpPr/>
            <p:nvPr/>
          </p:nvSpPr>
          <p:spPr>
            <a:xfrm>
              <a:off x="837360" y="2914920"/>
              <a:ext cx="5001120" cy="1189440"/>
            </a:xfrm>
            <a:custGeom>
              <a:avLst/>
              <a:gdLst>
                <a:gd name="textAreaLeft" fmla="*/ 0 w 5001120"/>
                <a:gd name="textAreaRight" fmla="*/ 5010120 w 5001120"/>
                <a:gd name="textAreaTop" fmla="*/ 0 h 1189440"/>
                <a:gd name="textAreaBottom" fmla="*/ 1198440 h 1189440"/>
              </a:gdLst>
              <a:ah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77840" dir="2700000" dist="114042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94" name="Freeform 6"/>
            <p:cNvSpPr/>
            <p:nvPr/>
          </p:nvSpPr>
          <p:spPr>
            <a:xfrm>
              <a:off x="837360" y="2912040"/>
              <a:ext cx="5001120" cy="1189440"/>
            </a:xfrm>
            <a:custGeom>
              <a:avLst/>
              <a:gdLst>
                <a:gd name="textAreaLeft" fmla="*/ 0 w 5001120"/>
                <a:gd name="textAreaRight" fmla="*/ 5010120 w 5001120"/>
                <a:gd name="textAreaTop" fmla="*/ 0 h 1189440"/>
                <a:gd name="textAreaBottom" fmla="*/ 1198440 h 1189440"/>
              </a:gdLst>
              <a:ah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14480" dir="13500000" dist="114042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695" name="Group 11"/>
          <p:cNvGrpSpPr/>
          <p:nvPr/>
        </p:nvGrpSpPr>
        <p:grpSpPr>
          <a:xfrm>
            <a:off x="837360" y="4462200"/>
            <a:ext cx="5001120" cy="1192680"/>
            <a:chOff x="837360" y="4462200"/>
            <a:chExt cx="5001120" cy="1192680"/>
          </a:xfrm>
        </p:grpSpPr>
        <p:sp>
          <p:nvSpPr>
            <p:cNvPr id="696" name="Freeform 6"/>
            <p:cNvSpPr/>
            <p:nvPr/>
          </p:nvSpPr>
          <p:spPr>
            <a:xfrm>
              <a:off x="837360" y="4465440"/>
              <a:ext cx="5001120" cy="1189440"/>
            </a:xfrm>
            <a:custGeom>
              <a:avLst/>
              <a:gdLst>
                <a:gd name="textAreaLeft" fmla="*/ 0 w 5001120"/>
                <a:gd name="textAreaRight" fmla="*/ 5010120 w 5001120"/>
                <a:gd name="textAreaTop" fmla="*/ 0 h 1189440"/>
                <a:gd name="textAreaBottom" fmla="*/ 1198440 h 1189440"/>
              </a:gdLst>
              <a:ah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77840" dir="2700000" dist="114042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97" name="Freeform 6"/>
            <p:cNvSpPr/>
            <p:nvPr/>
          </p:nvSpPr>
          <p:spPr>
            <a:xfrm>
              <a:off x="837360" y="4462200"/>
              <a:ext cx="5001120" cy="1189440"/>
            </a:xfrm>
            <a:custGeom>
              <a:avLst/>
              <a:gdLst>
                <a:gd name="textAreaLeft" fmla="*/ 0 w 5001120"/>
                <a:gd name="textAreaRight" fmla="*/ 5010120 w 5001120"/>
                <a:gd name="textAreaTop" fmla="*/ 0 h 1189440"/>
                <a:gd name="textAreaBottom" fmla="*/ 1198440 h 1189440"/>
              </a:gdLst>
              <a:ah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14480" dir="13500000" dist="114042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698" name="Group 18"/>
          <p:cNvGrpSpPr/>
          <p:nvPr/>
        </p:nvGrpSpPr>
        <p:grpSpPr>
          <a:xfrm>
            <a:off x="6685200" y="1352160"/>
            <a:ext cx="4683600" cy="4299480"/>
            <a:chOff x="6685200" y="1352160"/>
            <a:chExt cx="4683600" cy="4299480"/>
          </a:xfrm>
        </p:grpSpPr>
        <p:sp>
          <p:nvSpPr>
            <p:cNvPr id="699" name="Freeform 19"/>
            <p:cNvSpPr/>
            <p:nvPr/>
          </p:nvSpPr>
          <p:spPr>
            <a:xfrm>
              <a:off x="6685200" y="1352160"/>
              <a:ext cx="4683600" cy="4299480"/>
            </a:xfrm>
            <a:custGeom>
              <a:avLst/>
              <a:gdLst>
                <a:gd name="textAreaLeft" fmla="*/ 0 w 4683600"/>
                <a:gd name="textAreaRight" fmla="*/ 4692600 w 4683600"/>
                <a:gd name="textAreaTop" fmla="*/ 0 h 4299480"/>
                <a:gd name="textAreaBottom" fmla="*/ 4308480 h 4299480"/>
              </a:gdLst>
              <a:ahLst/>
              <a:rect l="textAreaLeft" t="textAreaTop" r="textAreaRight" b="textAreaBottom"/>
              <a:pathLst>
                <a:path w="1231" h="1399">
                  <a:moveTo>
                    <a:pt x="1091" y="1399"/>
                  </a:moveTo>
                  <a:cubicBezTo>
                    <a:pt x="139" y="1399"/>
                    <a:pt x="139" y="1399"/>
                    <a:pt x="139" y="1399"/>
                  </a:cubicBezTo>
                  <a:cubicBezTo>
                    <a:pt x="62" y="1399"/>
                    <a:pt x="0" y="1336"/>
                    <a:pt x="0" y="125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1091" y="0"/>
                    <a:pt x="1091" y="0"/>
                    <a:pt x="1091" y="0"/>
                  </a:cubicBezTo>
                  <a:cubicBezTo>
                    <a:pt x="1168" y="0"/>
                    <a:pt x="1231" y="62"/>
                    <a:pt x="1231" y="139"/>
                  </a:cubicBezTo>
                  <a:cubicBezTo>
                    <a:pt x="1231" y="1259"/>
                    <a:pt x="1231" y="1259"/>
                    <a:pt x="1231" y="1259"/>
                  </a:cubicBezTo>
                  <a:cubicBezTo>
                    <a:pt x="1231" y="1336"/>
                    <a:pt x="1168" y="1399"/>
                    <a:pt x="1091" y="139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00" name="Freeform 6"/>
            <p:cNvSpPr/>
            <p:nvPr/>
          </p:nvSpPr>
          <p:spPr>
            <a:xfrm>
              <a:off x="6685200" y="1352160"/>
              <a:ext cx="4683600" cy="4299480"/>
            </a:xfrm>
            <a:custGeom>
              <a:avLst/>
              <a:gdLst>
                <a:gd name="textAreaLeft" fmla="*/ 0 w 4683600"/>
                <a:gd name="textAreaRight" fmla="*/ 4692600 w 4683600"/>
                <a:gd name="textAreaTop" fmla="*/ 0 h 4299480"/>
                <a:gd name="textAreaBottom" fmla="*/ 4308480 h 4299480"/>
              </a:gdLst>
              <a:ahLst/>
              <a:rect l="textAreaLeft" t="textAreaTop" r="textAreaRight" b="textAreaBottom"/>
              <a:pathLst>
                <a:path w="1231" h="1399">
                  <a:moveTo>
                    <a:pt x="1091" y="1399"/>
                  </a:moveTo>
                  <a:cubicBezTo>
                    <a:pt x="139" y="1399"/>
                    <a:pt x="139" y="1399"/>
                    <a:pt x="139" y="1399"/>
                  </a:cubicBezTo>
                  <a:cubicBezTo>
                    <a:pt x="62" y="1399"/>
                    <a:pt x="0" y="1336"/>
                    <a:pt x="0" y="125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1091" y="0"/>
                    <a:pt x="1091" y="0"/>
                    <a:pt x="1091" y="0"/>
                  </a:cubicBezTo>
                  <a:cubicBezTo>
                    <a:pt x="1168" y="0"/>
                    <a:pt x="1231" y="62"/>
                    <a:pt x="1231" y="139"/>
                  </a:cubicBezTo>
                  <a:cubicBezTo>
                    <a:pt x="1231" y="1259"/>
                    <a:pt x="1231" y="1259"/>
                    <a:pt x="1231" y="1259"/>
                  </a:cubicBezTo>
                  <a:cubicBezTo>
                    <a:pt x="1231" y="1336"/>
                    <a:pt x="1168" y="1399"/>
                    <a:pt x="1091" y="139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01" name="Text Placeholder 6"/>
          <p:cNvSpPr/>
          <p:nvPr/>
        </p:nvSpPr>
        <p:spPr>
          <a:xfrm>
            <a:off x="6685200" y="1352160"/>
            <a:ext cx="4683600" cy="4299480"/>
          </a:xfrm>
          <a:prstGeom prst="roundRect">
            <a:avLst>
              <a:gd name="adj" fmla="val 10328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Open Sans"/>
              </a:rPr>
              <a:t>Second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Open Sans"/>
              </a:rPr>
              <a:t>Third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Fourth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Fifth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3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4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5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706" name="Group 28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707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08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09" name="Rectangle 33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71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CCC0615B-8C3D-407D-B153-0BFC215001B3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Freeform 55"/>
          <p:cNvSpPr/>
          <p:nvPr/>
        </p:nvSpPr>
        <p:spPr>
          <a:xfrm>
            <a:off x="-1935720" y="-1011960"/>
            <a:ext cx="7420680" cy="3798360"/>
          </a:xfrm>
          <a:custGeom>
            <a:avLst/>
            <a:gdLst>
              <a:gd name="textAreaLeft" fmla="*/ 0 w 7420680"/>
              <a:gd name="textAreaRight" fmla="*/ 7429680 w 7420680"/>
              <a:gd name="textAreaTop" fmla="*/ 0 h 3798360"/>
              <a:gd name="textAreaBottom" fmla="*/ 3807360 h 379836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713" name="Line 6"/>
          <p:cNvSpPr/>
          <p:nvPr/>
        </p:nvSpPr>
        <p:spPr>
          <a:xfrm>
            <a:off x="2403720" y="3870720"/>
            <a:ext cx="7167600" cy="360"/>
          </a:xfrm>
          <a:prstGeom prst="line">
            <a:avLst/>
          </a:prstGeom>
          <a:ln w="69850">
            <a:solidFill>
              <a:srgbClr val="3342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714" name="Group 6"/>
          <p:cNvGrpSpPr/>
          <p:nvPr/>
        </p:nvGrpSpPr>
        <p:grpSpPr>
          <a:xfrm>
            <a:off x="2272320" y="3737520"/>
            <a:ext cx="246600" cy="246600"/>
            <a:chOff x="2272320" y="3737520"/>
            <a:chExt cx="246600" cy="246600"/>
          </a:xfrm>
        </p:grpSpPr>
        <p:sp>
          <p:nvSpPr>
            <p:cNvPr id="715" name="Oval 7"/>
            <p:cNvSpPr/>
            <p:nvPr/>
          </p:nvSpPr>
          <p:spPr>
            <a:xfrm>
              <a:off x="2272320" y="3737520"/>
              <a:ext cx="246600" cy="2466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16" name="Oval 28"/>
            <p:cNvSpPr/>
            <p:nvPr/>
          </p:nvSpPr>
          <p:spPr>
            <a:xfrm>
              <a:off x="2336760" y="3802320"/>
              <a:ext cx="114480" cy="113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9960" bIns="3996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17" name="Group 9"/>
          <p:cNvGrpSpPr/>
          <p:nvPr/>
        </p:nvGrpSpPr>
        <p:grpSpPr>
          <a:xfrm>
            <a:off x="4667040" y="3737520"/>
            <a:ext cx="246600" cy="246600"/>
            <a:chOff x="4667040" y="3737520"/>
            <a:chExt cx="246600" cy="246600"/>
          </a:xfrm>
        </p:grpSpPr>
        <p:sp>
          <p:nvSpPr>
            <p:cNvPr id="718" name="Oval 10"/>
            <p:cNvSpPr/>
            <p:nvPr/>
          </p:nvSpPr>
          <p:spPr>
            <a:xfrm>
              <a:off x="4667040" y="3737520"/>
              <a:ext cx="246600" cy="2466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19" name="Oval 28"/>
            <p:cNvSpPr/>
            <p:nvPr/>
          </p:nvSpPr>
          <p:spPr>
            <a:xfrm>
              <a:off x="4731480" y="3802320"/>
              <a:ext cx="114480" cy="113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9960" bIns="3996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20" name="Group 12"/>
          <p:cNvGrpSpPr/>
          <p:nvPr/>
        </p:nvGrpSpPr>
        <p:grpSpPr>
          <a:xfrm>
            <a:off x="7063200" y="3737520"/>
            <a:ext cx="246600" cy="246600"/>
            <a:chOff x="7063200" y="3737520"/>
            <a:chExt cx="246600" cy="246600"/>
          </a:xfrm>
        </p:grpSpPr>
        <p:sp>
          <p:nvSpPr>
            <p:cNvPr id="721" name="Oval 13"/>
            <p:cNvSpPr/>
            <p:nvPr/>
          </p:nvSpPr>
          <p:spPr>
            <a:xfrm>
              <a:off x="7063200" y="3737520"/>
              <a:ext cx="246600" cy="2466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22" name="Oval 28"/>
            <p:cNvSpPr/>
            <p:nvPr/>
          </p:nvSpPr>
          <p:spPr>
            <a:xfrm>
              <a:off x="7128000" y="3802320"/>
              <a:ext cx="114480" cy="113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9960" bIns="3996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23" name="Group 15"/>
          <p:cNvGrpSpPr/>
          <p:nvPr/>
        </p:nvGrpSpPr>
        <p:grpSpPr>
          <a:xfrm>
            <a:off x="9452520" y="3737520"/>
            <a:ext cx="246600" cy="246600"/>
            <a:chOff x="9452520" y="3737520"/>
            <a:chExt cx="246600" cy="246600"/>
          </a:xfrm>
        </p:grpSpPr>
        <p:sp>
          <p:nvSpPr>
            <p:cNvPr id="724" name="Oval 16"/>
            <p:cNvSpPr/>
            <p:nvPr/>
          </p:nvSpPr>
          <p:spPr>
            <a:xfrm>
              <a:off x="9452520" y="3737520"/>
              <a:ext cx="246600" cy="2466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25" name="Oval 28"/>
            <p:cNvSpPr/>
            <p:nvPr/>
          </p:nvSpPr>
          <p:spPr>
            <a:xfrm>
              <a:off x="9517320" y="3802320"/>
              <a:ext cx="114480" cy="113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9960" bIns="3996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26" name="Group 19"/>
          <p:cNvGrpSpPr/>
          <p:nvPr/>
        </p:nvGrpSpPr>
        <p:grpSpPr>
          <a:xfrm>
            <a:off x="1460880" y="1296720"/>
            <a:ext cx="1888200" cy="1890360"/>
            <a:chOff x="1460880" y="1296720"/>
            <a:chExt cx="1888200" cy="1890360"/>
          </a:xfrm>
        </p:grpSpPr>
        <p:sp>
          <p:nvSpPr>
            <p:cNvPr id="727" name="Freeform 14"/>
            <p:cNvSpPr/>
            <p:nvPr/>
          </p:nvSpPr>
          <p:spPr>
            <a:xfrm>
              <a:off x="1460880" y="1296720"/>
              <a:ext cx="1888200" cy="1890360"/>
            </a:xfrm>
            <a:custGeom>
              <a:avLst/>
              <a:gdLst>
                <a:gd name="textAreaLeft" fmla="*/ 0 w 1888200"/>
                <a:gd name="textAreaRight" fmla="*/ 1897200 w 1888200"/>
                <a:gd name="textAreaTop" fmla="*/ 0 h 1890360"/>
                <a:gd name="textAreaBottom" fmla="*/ 1899360 h 189036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28" name="Freeform 14"/>
            <p:cNvSpPr/>
            <p:nvPr/>
          </p:nvSpPr>
          <p:spPr>
            <a:xfrm>
              <a:off x="1460880" y="1296720"/>
              <a:ext cx="1888200" cy="1890360"/>
            </a:xfrm>
            <a:custGeom>
              <a:avLst/>
              <a:gdLst>
                <a:gd name="textAreaLeft" fmla="*/ 0 w 1888200"/>
                <a:gd name="textAreaRight" fmla="*/ 1897200 w 1888200"/>
                <a:gd name="textAreaTop" fmla="*/ 0 h 1890360"/>
                <a:gd name="textAreaBottom" fmla="*/ 1899360 h 189036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29" name="Group 26"/>
          <p:cNvGrpSpPr/>
          <p:nvPr/>
        </p:nvGrpSpPr>
        <p:grpSpPr>
          <a:xfrm>
            <a:off x="3823920" y="1296720"/>
            <a:ext cx="1888200" cy="1890360"/>
            <a:chOff x="3823920" y="1296720"/>
            <a:chExt cx="1888200" cy="1890360"/>
          </a:xfrm>
        </p:grpSpPr>
        <p:sp>
          <p:nvSpPr>
            <p:cNvPr id="730" name="Freeform 14"/>
            <p:cNvSpPr/>
            <p:nvPr/>
          </p:nvSpPr>
          <p:spPr>
            <a:xfrm>
              <a:off x="3823920" y="1296720"/>
              <a:ext cx="1888200" cy="1890360"/>
            </a:xfrm>
            <a:custGeom>
              <a:avLst/>
              <a:gdLst>
                <a:gd name="textAreaLeft" fmla="*/ 0 w 1888200"/>
                <a:gd name="textAreaRight" fmla="*/ 1897200 w 1888200"/>
                <a:gd name="textAreaTop" fmla="*/ 0 h 1890360"/>
                <a:gd name="textAreaBottom" fmla="*/ 1899360 h 189036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31" name="Freeform 14"/>
            <p:cNvSpPr/>
            <p:nvPr/>
          </p:nvSpPr>
          <p:spPr>
            <a:xfrm>
              <a:off x="3823920" y="1296720"/>
              <a:ext cx="1888200" cy="1890360"/>
            </a:xfrm>
            <a:custGeom>
              <a:avLst/>
              <a:gdLst>
                <a:gd name="textAreaLeft" fmla="*/ 0 w 1888200"/>
                <a:gd name="textAreaRight" fmla="*/ 1897200 w 1888200"/>
                <a:gd name="textAreaTop" fmla="*/ 0 h 1890360"/>
                <a:gd name="textAreaBottom" fmla="*/ 1899360 h 189036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32" name="Group 33"/>
          <p:cNvGrpSpPr/>
          <p:nvPr/>
        </p:nvGrpSpPr>
        <p:grpSpPr>
          <a:xfrm>
            <a:off x="6215760" y="1296720"/>
            <a:ext cx="1888200" cy="1890360"/>
            <a:chOff x="6215760" y="1296720"/>
            <a:chExt cx="1888200" cy="1890360"/>
          </a:xfrm>
        </p:grpSpPr>
        <p:sp>
          <p:nvSpPr>
            <p:cNvPr id="733" name="Freeform 14"/>
            <p:cNvSpPr/>
            <p:nvPr/>
          </p:nvSpPr>
          <p:spPr>
            <a:xfrm>
              <a:off x="6215760" y="1296720"/>
              <a:ext cx="1888200" cy="1890360"/>
            </a:xfrm>
            <a:custGeom>
              <a:avLst/>
              <a:gdLst>
                <a:gd name="textAreaLeft" fmla="*/ 0 w 1888200"/>
                <a:gd name="textAreaRight" fmla="*/ 1897200 w 1888200"/>
                <a:gd name="textAreaTop" fmla="*/ 0 h 1890360"/>
                <a:gd name="textAreaBottom" fmla="*/ 1899360 h 189036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34" name="Freeform 14"/>
            <p:cNvSpPr/>
            <p:nvPr/>
          </p:nvSpPr>
          <p:spPr>
            <a:xfrm>
              <a:off x="6215760" y="1296720"/>
              <a:ext cx="1888200" cy="1890360"/>
            </a:xfrm>
            <a:custGeom>
              <a:avLst/>
              <a:gdLst>
                <a:gd name="textAreaLeft" fmla="*/ 0 w 1888200"/>
                <a:gd name="textAreaRight" fmla="*/ 1897200 w 1888200"/>
                <a:gd name="textAreaTop" fmla="*/ 0 h 1890360"/>
                <a:gd name="textAreaBottom" fmla="*/ 1899360 h 189036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35" name="Group 40"/>
          <p:cNvGrpSpPr/>
          <p:nvPr/>
        </p:nvGrpSpPr>
        <p:grpSpPr>
          <a:xfrm>
            <a:off x="8571240" y="1296720"/>
            <a:ext cx="1888200" cy="1890360"/>
            <a:chOff x="8571240" y="1296720"/>
            <a:chExt cx="1888200" cy="1890360"/>
          </a:xfrm>
        </p:grpSpPr>
        <p:sp>
          <p:nvSpPr>
            <p:cNvPr id="736" name="Freeform 14"/>
            <p:cNvSpPr/>
            <p:nvPr/>
          </p:nvSpPr>
          <p:spPr>
            <a:xfrm>
              <a:off x="8571240" y="1296720"/>
              <a:ext cx="1888200" cy="1890360"/>
            </a:xfrm>
            <a:custGeom>
              <a:avLst/>
              <a:gdLst>
                <a:gd name="textAreaLeft" fmla="*/ 0 w 1888200"/>
                <a:gd name="textAreaRight" fmla="*/ 1897200 w 1888200"/>
                <a:gd name="textAreaTop" fmla="*/ 0 h 1890360"/>
                <a:gd name="textAreaBottom" fmla="*/ 1899360 h 189036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37" name="Freeform 14"/>
            <p:cNvSpPr/>
            <p:nvPr/>
          </p:nvSpPr>
          <p:spPr>
            <a:xfrm>
              <a:off x="8571240" y="1296720"/>
              <a:ext cx="1888200" cy="1890360"/>
            </a:xfrm>
            <a:custGeom>
              <a:avLst/>
              <a:gdLst>
                <a:gd name="textAreaLeft" fmla="*/ 0 w 1888200"/>
                <a:gd name="textAreaRight" fmla="*/ 1897200 w 1888200"/>
                <a:gd name="textAreaTop" fmla="*/ 0 h 1890360"/>
                <a:gd name="textAreaBottom" fmla="*/ 1899360 h 189036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38" name="Text Placeholder 48"/>
          <p:cNvSpPr/>
          <p:nvPr/>
        </p:nvSpPr>
        <p:spPr>
          <a:xfrm>
            <a:off x="1460880" y="4126680"/>
            <a:ext cx="1887480" cy="1638720"/>
          </a:xfrm>
          <a:prstGeom prst="roundRect">
            <a:avLst>
              <a:gd name="adj" fmla="val 9153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0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1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2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3" name="Text Placeholder 48"/>
          <p:cNvSpPr/>
          <p:nvPr/>
        </p:nvSpPr>
        <p:spPr>
          <a:xfrm>
            <a:off x="3823920" y="4136040"/>
            <a:ext cx="1887480" cy="1638720"/>
          </a:xfrm>
          <a:prstGeom prst="roundRect">
            <a:avLst>
              <a:gd name="adj" fmla="val 9153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Text Placeholder 48"/>
          <p:cNvSpPr/>
          <p:nvPr/>
        </p:nvSpPr>
        <p:spPr>
          <a:xfrm>
            <a:off x="6208560" y="4126680"/>
            <a:ext cx="1887480" cy="1638720"/>
          </a:xfrm>
          <a:prstGeom prst="roundRect">
            <a:avLst>
              <a:gd name="adj" fmla="val 9153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Text Placeholder 48"/>
          <p:cNvSpPr/>
          <p:nvPr/>
        </p:nvSpPr>
        <p:spPr>
          <a:xfrm>
            <a:off x="8571240" y="4136040"/>
            <a:ext cx="1887480" cy="1638720"/>
          </a:xfrm>
          <a:prstGeom prst="roundRect">
            <a:avLst>
              <a:gd name="adj" fmla="val 9153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46" name="Group 49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747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48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49" name="Rectangle 56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75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0C76F324-2F13-45C4-9F6C-E60B779DFAE8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2" name="Freeform 44"/>
          <p:cNvSpPr/>
          <p:nvPr/>
        </p:nvSpPr>
        <p:spPr>
          <a:xfrm rot="370200">
            <a:off x="-2061360" y="-133056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753" name="Line 6"/>
          <p:cNvSpPr/>
          <p:nvPr/>
        </p:nvSpPr>
        <p:spPr>
          <a:xfrm>
            <a:off x="2509560" y="5557680"/>
            <a:ext cx="7167600" cy="360"/>
          </a:xfrm>
          <a:prstGeom prst="line">
            <a:avLst/>
          </a:prstGeom>
          <a:ln w="69850">
            <a:solidFill>
              <a:srgbClr val="3342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754" name="Group 6"/>
          <p:cNvGrpSpPr/>
          <p:nvPr/>
        </p:nvGrpSpPr>
        <p:grpSpPr>
          <a:xfrm>
            <a:off x="2378160" y="5424480"/>
            <a:ext cx="246600" cy="246600"/>
            <a:chOff x="2378160" y="5424480"/>
            <a:chExt cx="246600" cy="246600"/>
          </a:xfrm>
        </p:grpSpPr>
        <p:sp>
          <p:nvSpPr>
            <p:cNvPr id="755" name="Oval 7"/>
            <p:cNvSpPr/>
            <p:nvPr/>
          </p:nvSpPr>
          <p:spPr>
            <a:xfrm>
              <a:off x="2378160" y="5424480"/>
              <a:ext cx="246600" cy="2466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56" name="Oval 28"/>
            <p:cNvSpPr/>
            <p:nvPr/>
          </p:nvSpPr>
          <p:spPr>
            <a:xfrm>
              <a:off x="2442600" y="5488920"/>
              <a:ext cx="114480" cy="113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9960" bIns="3996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57" name="Group 9"/>
          <p:cNvGrpSpPr/>
          <p:nvPr/>
        </p:nvGrpSpPr>
        <p:grpSpPr>
          <a:xfrm>
            <a:off x="4772880" y="5424480"/>
            <a:ext cx="246600" cy="246600"/>
            <a:chOff x="4772880" y="5424480"/>
            <a:chExt cx="246600" cy="246600"/>
          </a:xfrm>
        </p:grpSpPr>
        <p:sp>
          <p:nvSpPr>
            <p:cNvPr id="758" name="Oval 10"/>
            <p:cNvSpPr/>
            <p:nvPr/>
          </p:nvSpPr>
          <p:spPr>
            <a:xfrm>
              <a:off x="4772880" y="5424480"/>
              <a:ext cx="246600" cy="2466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59" name="Oval 28"/>
            <p:cNvSpPr/>
            <p:nvPr/>
          </p:nvSpPr>
          <p:spPr>
            <a:xfrm>
              <a:off x="4837320" y="5488920"/>
              <a:ext cx="114480" cy="113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9960" bIns="3996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60" name="Group 12"/>
          <p:cNvGrpSpPr/>
          <p:nvPr/>
        </p:nvGrpSpPr>
        <p:grpSpPr>
          <a:xfrm>
            <a:off x="7169040" y="5424480"/>
            <a:ext cx="246600" cy="246600"/>
            <a:chOff x="7169040" y="5424480"/>
            <a:chExt cx="246600" cy="246600"/>
          </a:xfrm>
        </p:grpSpPr>
        <p:sp>
          <p:nvSpPr>
            <p:cNvPr id="761" name="Oval 13"/>
            <p:cNvSpPr/>
            <p:nvPr/>
          </p:nvSpPr>
          <p:spPr>
            <a:xfrm>
              <a:off x="7169040" y="5424480"/>
              <a:ext cx="246600" cy="2466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62" name="Oval 28"/>
            <p:cNvSpPr/>
            <p:nvPr/>
          </p:nvSpPr>
          <p:spPr>
            <a:xfrm>
              <a:off x="7233840" y="5488920"/>
              <a:ext cx="114480" cy="113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9960" bIns="3996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63" name="Group 15"/>
          <p:cNvGrpSpPr/>
          <p:nvPr/>
        </p:nvGrpSpPr>
        <p:grpSpPr>
          <a:xfrm>
            <a:off x="9558360" y="5424480"/>
            <a:ext cx="246600" cy="246600"/>
            <a:chOff x="9558360" y="5424480"/>
            <a:chExt cx="246600" cy="246600"/>
          </a:xfrm>
        </p:grpSpPr>
        <p:sp>
          <p:nvSpPr>
            <p:cNvPr id="764" name="Oval 16"/>
            <p:cNvSpPr/>
            <p:nvPr/>
          </p:nvSpPr>
          <p:spPr>
            <a:xfrm>
              <a:off x="9558360" y="5424480"/>
              <a:ext cx="246600" cy="24660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65" name="Oval 28"/>
            <p:cNvSpPr/>
            <p:nvPr/>
          </p:nvSpPr>
          <p:spPr>
            <a:xfrm>
              <a:off x="9622800" y="5488920"/>
              <a:ext cx="114480" cy="1134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9960" bIns="3996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66" name="Group 19"/>
          <p:cNvGrpSpPr/>
          <p:nvPr/>
        </p:nvGrpSpPr>
        <p:grpSpPr>
          <a:xfrm>
            <a:off x="1566720" y="2983680"/>
            <a:ext cx="1888200" cy="1890360"/>
            <a:chOff x="1566720" y="2983680"/>
            <a:chExt cx="1888200" cy="1890360"/>
          </a:xfrm>
        </p:grpSpPr>
        <p:sp>
          <p:nvSpPr>
            <p:cNvPr id="767" name="Freeform 14"/>
            <p:cNvSpPr/>
            <p:nvPr/>
          </p:nvSpPr>
          <p:spPr>
            <a:xfrm>
              <a:off x="1566720" y="2983680"/>
              <a:ext cx="1888200" cy="1890360"/>
            </a:xfrm>
            <a:custGeom>
              <a:avLst/>
              <a:gdLst>
                <a:gd name="textAreaLeft" fmla="*/ 0 w 1888200"/>
                <a:gd name="textAreaRight" fmla="*/ 1897200 w 1888200"/>
                <a:gd name="textAreaTop" fmla="*/ 0 h 1890360"/>
                <a:gd name="textAreaBottom" fmla="*/ 1899360 h 189036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68" name="Freeform 14"/>
            <p:cNvSpPr/>
            <p:nvPr/>
          </p:nvSpPr>
          <p:spPr>
            <a:xfrm>
              <a:off x="1566720" y="2983680"/>
              <a:ext cx="1888200" cy="1890360"/>
            </a:xfrm>
            <a:custGeom>
              <a:avLst/>
              <a:gdLst>
                <a:gd name="textAreaLeft" fmla="*/ 0 w 1888200"/>
                <a:gd name="textAreaRight" fmla="*/ 1897200 w 1888200"/>
                <a:gd name="textAreaTop" fmla="*/ 0 h 1890360"/>
                <a:gd name="textAreaBottom" fmla="*/ 1899360 h 189036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69" name="Group 26"/>
          <p:cNvGrpSpPr/>
          <p:nvPr/>
        </p:nvGrpSpPr>
        <p:grpSpPr>
          <a:xfrm>
            <a:off x="3929760" y="2983680"/>
            <a:ext cx="1888200" cy="1890360"/>
            <a:chOff x="3929760" y="2983680"/>
            <a:chExt cx="1888200" cy="1890360"/>
          </a:xfrm>
        </p:grpSpPr>
        <p:sp>
          <p:nvSpPr>
            <p:cNvPr id="770" name="Freeform 14"/>
            <p:cNvSpPr/>
            <p:nvPr/>
          </p:nvSpPr>
          <p:spPr>
            <a:xfrm>
              <a:off x="3929760" y="2983680"/>
              <a:ext cx="1888200" cy="1890360"/>
            </a:xfrm>
            <a:custGeom>
              <a:avLst/>
              <a:gdLst>
                <a:gd name="textAreaLeft" fmla="*/ 0 w 1888200"/>
                <a:gd name="textAreaRight" fmla="*/ 1897200 w 1888200"/>
                <a:gd name="textAreaTop" fmla="*/ 0 h 1890360"/>
                <a:gd name="textAreaBottom" fmla="*/ 1899360 h 189036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71" name="Freeform 14"/>
            <p:cNvSpPr/>
            <p:nvPr/>
          </p:nvSpPr>
          <p:spPr>
            <a:xfrm>
              <a:off x="3929760" y="2983680"/>
              <a:ext cx="1888200" cy="1890360"/>
            </a:xfrm>
            <a:custGeom>
              <a:avLst/>
              <a:gdLst>
                <a:gd name="textAreaLeft" fmla="*/ 0 w 1888200"/>
                <a:gd name="textAreaRight" fmla="*/ 1897200 w 1888200"/>
                <a:gd name="textAreaTop" fmla="*/ 0 h 1890360"/>
                <a:gd name="textAreaBottom" fmla="*/ 1899360 h 189036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72" name="Group 33"/>
          <p:cNvGrpSpPr/>
          <p:nvPr/>
        </p:nvGrpSpPr>
        <p:grpSpPr>
          <a:xfrm>
            <a:off x="6321600" y="2983680"/>
            <a:ext cx="1888200" cy="1890360"/>
            <a:chOff x="6321600" y="2983680"/>
            <a:chExt cx="1888200" cy="1890360"/>
          </a:xfrm>
        </p:grpSpPr>
        <p:sp>
          <p:nvSpPr>
            <p:cNvPr id="773" name="Freeform 14"/>
            <p:cNvSpPr/>
            <p:nvPr/>
          </p:nvSpPr>
          <p:spPr>
            <a:xfrm>
              <a:off x="6321600" y="2983680"/>
              <a:ext cx="1888200" cy="1890360"/>
            </a:xfrm>
            <a:custGeom>
              <a:avLst/>
              <a:gdLst>
                <a:gd name="textAreaLeft" fmla="*/ 0 w 1888200"/>
                <a:gd name="textAreaRight" fmla="*/ 1897200 w 1888200"/>
                <a:gd name="textAreaTop" fmla="*/ 0 h 1890360"/>
                <a:gd name="textAreaBottom" fmla="*/ 1899360 h 189036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74" name="Freeform 14"/>
            <p:cNvSpPr/>
            <p:nvPr/>
          </p:nvSpPr>
          <p:spPr>
            <a:xfrm>
              <a:off x="6321600" y="2983680"/>
              <a:ext cx="1888200" cy="1890360"/>
            </a:xfrm>
            <a:custGeom>
              <a:avLst/>
              <a:gdLst>
                <a:gd name="textAreaLeft" fmla="*/ 0 w 1888200"/>
                <a:gd name="textAreaRight" fmla="*/ 1897200 w 1888200"/>
                <a:gd name="textAreaTop" fmla="*/ 0 h 1890360"/>
                <a:gd name="textAreaBottom" fmla="*/ 1899360 h 189036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75" name="Group 40"/>
          <p:cNvGrpSpPr/>
          <p:nvPr/>
        </p:nvGrpSpPr>
        <p:grpSpPr>
          <a:xfrm>
            <a:off x="8677080" y="2983680"/>
            <a:ext cx="1888200" cy="1890360"/>
            <a:chOff x="8677080" y="2983680"/>
            <a:chExt cx="1888200" cy="1890360"/>
          </a:xfrm>
        </p:grpSpPr>
        <p:sp>
          <p:nvSpPr>
            <p:cNvPr id="776" name="Freeform 14"/>
            <p:cNvSpPr/>
            <p:nvPr/>
          </p:nvSpPr>
          <p:spPr>
            <a:xfrm>
              <a:off x="8677080" y="2983680"/>
              <a:ext cx="1888200" cy="1890360"/>
            </a:xfrm>
            <a:custGeom>
              <a:avLst/>
              <a:gdLst>
                <a:gd name="textAreaLeft" fmla="*/ 0 w 1888200"/>
                <a:gd name="textAreaRight" fmla="*/ 1897200 w 1888200"/>
                <a:gd name="textAreaTop" fmla="*/ 0 h 1890360"/>
                <a:gd name="textAreaBottom" fmla="*/ 1899360 h 189036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77" name="Freeform 14"/>
            <p:cNvSpPr/>
            <p:nvPr/>
          </p:nvSpPr>
          <p:spPr>
            <a:xfrm>
              <a:off x="8677080" y="2983680"/>
              <a:ext cx="1888200" cy="1890360"/>
            </a:xfrm>
            <a:custGeom>
              <a:avLst/>
              <a:gdLst>
                <a:gd name="textAreaLeft" fmla="*/ 0 w 1888200"/>
                <a:gd name="textAreaRight" fmla="*/ 1897200 w 1888200"/>
                <a:gd name="textAreaTop" fmla="*/ 0 h 1890360"/>
                <a:gd name="textAreaBottom" fmla="*/ 1899360 h 189036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78" name="Text Placeholder 51"/>
          <p:cNvSpPr/>
          <p:nvPr/>
        </p:nvSpPr>
        <p:spPr>
          <a:xfrm>
            <a:off x="1566720" y="2984400"/>
            <a:ext cx="1888200" cy="1889640"/>
          </a:xfrm>
          <a:prstGeom prst="roundRect">
            <a:avLst>
              <a:gd name="adj" fmla="val 14679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Text Placeholder 51"/>
          <p:cNvSpPr/>
          <p:nvPr/>
        </p:nvSpPr>
        <p:spPr>
          <a:xfrm>
            <a:off x="3929760" y="2984400"/>
            <a:ext cx="1888200" cy="1889640"/>
          </a:xfrm>
          <a:prstGeom prst="roundRect">
            <a:avLst>
              <a:gd name="adj" fmla="val 14679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Text Placeholder 51"/>
          <p:cNvSpPr/>
          <p:nvPr/>
        </p:nvSpPr>
        <p:spPr>
          <a:xfrm>
            <a:off x="6321600" y="2984400"/>
            <a:ext cx="1888200" cy="1889640"/>
          </a:xfrm>
          <a:prstGeom prst="roundRect">
            <a:avLst>
              <a:gd name="adj" fmla="val 14679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1" name="Text Placeholder 51"/>
          <p:cNvSpPr/>
          <p:nvPr/>
        </p:nvSpPr>
        <p:spPr>
          <a:xfrm>
            <a:off x="8677440" y="2984400"/>
            <a:ext cx="1888200" cy="1889640"/>
          </a:xfrm>
          <a:prstGeom prst="roundRect">
            <a:avLst>
              <a:gd name="adj" fmla="val 14679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3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4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5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786" name="Group 39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787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88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89" name="Rectangle 47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79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CDEFED14-6764-4F2E-8077-13C3EC731AF4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Freeform 27"/>
          <p:cNvSpPr/>
          <p:nvPr/>
        </p:nvSpPr>
        <p:spPr>
          <a:xfrm rot="370200">
            <a:off x="-2217960" y="-101772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793" name="Freeform 7"/>
          <p:cNvSpPr/>
          <p:nvPr/>
        </p:nvSpPr>
        <p:spPr>
          <a:xfrm>
            <a:off x="6723000" y="1060560"/>
            <a:ext cx="4415400" cy="4441680"/>
          </a:xfrm>
          <a:custGeom>
            <a:avLst/>
            <a:gdLst>
              <a:gd name="textAreaLeft" fmla="*/ 0 w 4415400"/>
              <a:gd name="textAreaRight" fmla="*/ 4424400 w 4415400"/>
              <a:gd name="textAreaTop" fmla="*/ 0 h 4441680"/>
              <a:gd name="textAreaBottom" fmla="*/ 4450680 h 444168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794" name="Freeform 7"/>
          <p:cNvSpPr/>
          <p:nvPr/>
        </p:nvSpPr>
        <p:spPr>
          <a:xfrm>
            <a:off x="1149120" y="1060560"/>
            <a:ext cx="4415760" cy="4419360"/>
          </a:xfrm>
          <a:custGeom>
            <a:avLst/>
            <a:gdLst>
              <a:gd name="textAreaLeft" fmla="*/ 0 w 4415760"/>
              <a:gd name="textAreaRight" fmla="*/ 4424760 w 4415760"/>
              <a:gd name="textAreaTop" fmla="*/ 0 h 4419360"/>
              <a:gd name="textAreaBottom" fmla="*/ 4428360 h 441936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795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6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7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8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9" name="Freeform 28"/>
          <p:cNvSpPr/>
          <p:nvPr/>
        </p:nvSpPr>
        <p:spPr>
          <a:xfrm>
            <a:off x="-1855800" y="-1338480"/>
            <a:ext cx="7420680" cy="3798360"/>
          </a:xfrm>
          <a:custGeom>
            <a:avLst/>
            <a:gdLst>
              <a:gd name="textAreaLeft" fmla="*/ 0 w 7420680"/>
              <a:gd name="textAreaRight" fmla="*/ 7429680 w 7420680"/>
              <a:gd name="textAreaTop" fmla="*/ 0 h 3798360"/>
              <a:gd name="textAreaBottom" fmla="*/ 3807360 h 379836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00" name="Group 19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801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02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03" name="Text Placeholder 14"/>
          <p:cNvSpPr/>
          <p:nvPr/>
        </p:nvSpPr>
        <p:spPr>
          <a:xfrm>
            <a:off x="6747120" y="1060560"/>
            <a:ext cx="4367880" cy="4420080"/>
          </a:xfrm>
          <a:prstGeom prst="roundRect">
            <a:avLst>
              <a:gd name="adj" fmla="val 10626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Open Sans"/>
              </a:rPr>
              <a:t>Second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Open Sans"/>
              </a:rPr>
              <a:t>Third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Fourth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Fifth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Rectangle 15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06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67D62BE1-6BD0-4A22-BAFB-10F01B361900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Grey_unpressed"/>
          <p:cNvSpPr/>
          <p:nvPr/>
        </p:nvSpPr>
        <p:spPr>
          <a:xfrm>
            <a:off x="2833920" y="2727720"/>
            <a:ext cx="6465600" cy="1513440"/>
          </a:xfrm>
          <a:custGeom>
            <a:avLst/>
            <a:gdLst>
              <a:gd name="textAreaLeft" fmla="*/ 0 w 6465600"/>
              <a:gd name="textAreaRight" fmla="*/ 6474600 w 6465600"/>
              <a:gd name="textAreaTop" fmla="*/ 0 h 1513440"/>
              <a:gd name="textAreaBottom" fmla="*/ 1522440 h 1513440"/>
            </a:gdLst>
            <a:ah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08" name="Freeform 6"/>
          <p:cNvSpPr/>
          <p:nvPr/>
        </p:nvSpPr>
        <p:spPr>
          <a:xfrm>
            <a:off x="2435040" y="2589840"/>
            <a:ext cx="2431080" cy="2606040"/>
          </a:xfrm>
          <a:custGeom>
            <a:avLst/>
            <a:gdLst>
              <a:gd name="textAreaLeft" fmla="*/ 0 w 2431080"/>
              <a:gd name="textAreaRight" fmla="*/ 2440080 w 2431080"/>
              <a:gd name="textAreaTop" fmla="*/ 0 h 2606040"/>
              <a:gd name="textAreaBottom" fmla="*/ 2615040 h 2606040"/>
            </a:gdLst>
            <a:ah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809" name="Oval 7"/>
          <p:cNvSpPr/>
          <p:nvPr/>
        </p:nvSpPr>
        <p:spPr>
          <a:xfrm>
            <a:off x="3103920" y="3080520"/>
            <a:ext cx="977760" cy="97776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10" name="Group 8"/>
          <p:cNvGrpSpPr/>
          <p:nvPr/>
        </p:nvGrpSpPr>
        <p:grpSpPr>
          <a:xfrm>
            <a:off x="4008600" y="3031920"/>
            <a:ext cx="4115880" cy="905040"/>
            <a:chOff x="4008600" y="3031920"/>
            <a:chExt cx="4115880" cy="905040"/>
          </a:xfrm>
        </p:grpSpPr>
        <p:pic>
          <p:nvPicPr>
            <p:cNvPr id="811" name="Picture 9" descr=""/>
            <p:cNvPicPr/>
            <p:nvPr/>
          </p:nvPicPr>
          <p:blipFill>
            <a:blip r:embed="rId2"/>
            <a:srcRect l="24312" t="0" r="0" b="0"/>
            <a:stretch/>
          </p:blipFill>
          <p:spPr>
            <a:xfrm>
              <a:off x="4994640" y="3031920"/>
              <a:ext cx="3129840" cy="856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12" name="Picture 10" descr=""/>
            <p:cNvPicPr/>
            <p:nvPr/>
          </p:nvPicPr>
          <p:blipFill>
            <a:blip r:embed="rId3"/>
            <a:srcRect l="0" t="0" r="76760" b="0"/>
            <a:stretch/>
          </p:blipFill>
          <p:spPr>
            <a:xfrm>
              <a:off x="4008600" y="3080520"/>
              <a:ext cx="954720" cy="85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13" name="Rectangle 12"/>
          <p:cNvSpPr/>
          <p:nvPr/>
        </p:nvSpPr>
        <p:spPr>
          <a:xfrm>
            <a:off x="11271960" y="256320"/>
            <a:ext cx="674640" cy="4867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14" name="Group 11"/>
          <p:cNvGrpSpPr/>
          <p:nvPr/>
        </p:nvGrpSpPr>
        <p:grpSpPr>
          <a:xfrm>
            <a:off x="1527120" y="6498720"/>
            <a:ext cx="898920" cy="192240"/>
            <a:chOff x="1527120" y="6498720"/>
            <a:chExt cx="898920" cy="192240"/>
          </a:xfrm>
        </p:grpSpPr>
        <p:pic>
          <p:nvPicPr>
            <p:cNvPr id="815" name="Picture 13" descr=""/>
            <p:cNvPicPr/>
            <p:nvPr/>
          </p:nvPicPr>
          <p:blipFill>
            <a:blip r:embed="rId4"/>
            <a:srcRect l="24312" t="0" r="0" b="0"/>
            <a:stretch/>
          </p:blipFill>
          <p:spPr>
            <a:xfrm>
              <a:off x="1744200" y="6498720"/>
              <a:ext cx="681840" cy="181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16" name="Picture 14" descr=""/>
            <p:cNvPicPr/>
            <p:nvPr/>
          </p:nvPicPr>
          <p:blipFill>
            <a:blip r:embed="rId5"/>
            <a:srcRect l="0" t="0" r="76760" b="0"/>
            <a:stretch/>
          </p:blipFill>
          <p:spPr>
            <a:xfrm>
              <a:off x="1527120" y="6509520"/>
              <a:ext cx="203040" cy="181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17" name="TextBox 16"/>
          <p:cNvSpPr/>
          <p:nvPr/>
        </p:nvSpPr>
        <p:spPr>
          <a:xfrm>
            <a:off x="1395000" y="6498720"/>
            <a:ext cx="38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8" name="TextBox 17"/>
          <p:cNvSpPr/>
          <p:nvPr/>
        </p:nvSpPr>
        <p:spPr>
          <a:xfrm>
            <a:off x="1395000" y="6454800"/>
            <a:ext cx="38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9" name="TextBox 18"/>
          <p:cNvSpPr/>
          <p:nvPr/>
        </p:nvSpPr>
        <p:spPr>
          <a:xfrm>
            <a:off x="1395000" y="6509520"/>
            <a:ext cx="38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0" name="TextBox 19"/>
          <p:cNvSpPr/>
          <p:nvPr/>
        </p:nvSpPr>
        <p:spPr>
          <a:xfrm>
            <a:off x="6386040" y="6313680"/>
            <a:ext cx="5702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The content of this document is the intellectual property of HAVELSAN. It is forbidden to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copy </a:t>
            </a:r>
            <a:r>
              <a:rPr b="0" lang="tr-TR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 </a:t>
            </a:r>
            <a:r>
              <a:rPr b="0" lang="en-US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or give all or part of this document to someone else without HAVELSAN’s permission</a:t>
            </a:r>
            <a:r>
              <a:rPr b="0" lang="tr-TR" sz="1050" spc="-1" strike="noStrike">
                <a:solidFill>
                  <a:schemeClr val="dk1"/>
                </a:solidFill>
                <a:latin typeface="Open Sans"/>
                <a:ea typeface="SF Pro Display"/>
              </a:rPr>
              <a:t>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21" name="Picture 1" descr=""/>
          <p:cNvPicPr/>
          <p:nvPr/>
        </p:nvPicPr>
        <p:blipFill>
          <a:blip r:embed="rId6"/>
          <a:stretch/>
        </p:blipFill>
        <p:spPr>
          <a:xfrm>
            <a:off x="153000" y="6454800"/>
            <a:ext cx="1150560" cy="2826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7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23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D1DFF254-C3AC-4EA3-B461-590D0A9BC50A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4" name="TextBox 9"/>
          <p:cNvSpPr/>
          <p:nvPr/>
        </p:nvSpPr>
        <p:spPr>
          <a:xfrm>
            <a:off x="4515120" y="4888800"/>
            <a:ext cx="3472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800" spc="-1" strike="noStrike">
                <a:solidFill>
                  <a:srgbClr val="ffffff"/>
                </a:solidFill>
                <a:latin typeface="Calibri"/>
              </a:rPr>
              <a:t>www.havelsan.com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5" name="Grey_unpressed"/>
          <p:cNvSpPr/>
          <p:nvPr/>
        </p:nvSpPr>
        <p:spPr>
          <a:xfrm>
            <a:off x="2833920" y="2727720"/>
            <a:ext cx="6465600" cy="1513440"/>
          </a:xfrm>
          <a:custGeom>
            <a:avLst/>
            <a:gdLst>
              <a:gd name="textAreaLeft" fmla="*/ 0 w 6465600"/>
              <a:gd name="textAreaRight" fmla="*/ 6474600 w 6465600"/>
              <a:gd name="textAreaTop" fmla="*/ 0 h 1513440"/>
              <a:gd name="textAreaBottom" fmla="*/ 1522440 h 1513440"/>
            </a:gdLst>
            <a:ah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26" name="Freeform 11"/>
          <p:cNvSpPr/>
          <p:nvPr/>
        </p:nvSpPr>
        <p:spPr>
          <a:xfrm>
            <a:off x="2435040" y="2589840"/>
            <a:ext cx="2431080" cy="2606040"/>
          </a:xfrm>
          <a:custGeom>
            <a:avLst/>
            <a:gdLst>
              <a:gd name="textAreaLeft" fmla="*/ 0 w 2431080"/>
              <a:gd name="textAreaRight" fmla="*/ 2440080 w 2431080"/>
              <a:gd name="textAreaTop" fmla="*/ 0 h 2606040"/>
              <a:gd name="textAreaBottom" fmla="*/ 2615040 h 2606040"/>
            </a:gdLst>
            <a:ah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827" name="Oval 12"/>
          <p:cNvSpPr/>
          <p:nvPr/>
        </p:nvSpPr>
        <p:spPr>
          <a:xfrm>
            <a:off x="3103920" y="3080520"/>
            <a:ext cx="977760" cy="97776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828" name="TextBox 13"/>
          <p:cNvSpPr/>
          <p:nvPr/>
        </p:nvSpPr>
        <p:spPr>
          <a:xfrm>
            <a:off x="4606200" y="3220200"/>
            <a:ext cx="101800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tr-TR" sz="4000" spc="-1" strike="noStrike">
                <a:solidFill>
                  <a:srgbClr val="ffffff"/>
                </a:solidFill>
                <a:latin typeface="Arial"/>
              </a:rPr>
              <a:t>THANK YOU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29" name="Group 21"/>
          <p:cNvGrpSpPr/>
          <p:nvPr/>
        </p:nvGrpSpPr>
        <p:grpSpPr>
          <a:xfrm>
            <a:off x="1527120" y="6498720"/>
            <a:ext cx="898920" cy="192240"/>
            <a:chOff x="1527120" y="6498720"/>
            <a:chExt cx="898920" cy="192240"/>
          </a:xfrm>
        </p:grpSpPr>
        <p:pic>
          <p:nvPicPr>
            <p:cNvPr id="830" name="Picture 22" descr=""/>
            <p:cNvPicPr/>
            <p:nvPr/>
          </p:nvPicPr>
          <p:blipFill>
            <a:blip r:embed="rId2"/>
            <a:srcRect l="24312" t="0" r="0" b="0"/>
            <a:stretch/>
          </p:blipFill>
          <p:spPr>
            <a:xfrm>
              <a:off x="1744200" y="6498720"/>
              <a:ext cx="681840" cy="181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31" name="Picture 23" descr=""/>
            <p:cNvPicPr/>
            <p:nvPr/>
          </p:nvPicPr>
          <p:blipFill>
            <a:blip r:embed="rId3"/>
            <a:srcRect l="0" t="0" r="76760" b="0"/>
            <a:stretch/>
          </p:blipFill>
          <p:spPr>
            <a:xfrm>
              <a:off x="1527120" y="6509520"/>
              <a:ext cx="203040" cy="181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32" name="TextBox 24"/>
          <p:cNvSpPr/>
          <p:nvPr/>
        </p:nvSpPr>
        <p:spPr>
          <a:xfrm>
            <a:off x="1395000" y="6498720"/>
            <a:ext cx="38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TextBox 25"/>
          <p:cNvSpPr/>
          <p:nvPr/>
        </p:nvSpPr>
        <p:spPr>
          <a:xfrm>
            <a:off x="1395000" y="6454800"/>
            <a:ext cx="38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4" name="TextBox 26"/>
          <p:cNvSpPr/>
          <p:nvPr/>
        </p:nvSpPr>
        <p:spPr>
          <a:xfrm>
            <a:off x="1395000" y="6509520"/>
            <a:ext cx="38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5" name="TextBox 27"/>
          <p:cNvSpPr/>
          <p:nvPr/>
        </p:nvSpPr>
        <p:spPr>
          <a:xfrm>
            <a:off x="6386040" y="6313680"/>
            <a:ext cx="5702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The content of this document is the intellectual property of HAVELSAN. It is forbidden to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copy </a:t>
            </a:r>
            <a:r>
              <a:rPr b="0" lang="tr-TR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 </a:t>
            </a:r>
            <a:r>
              <a:rPr b="0" lang="en-US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or give all or part of this document to someone else without HAVELSAN’s permission</a:t>
            </a:r>
            <a:r>
              <a:rPr b="0" lang="tr-TR" sz="1050" spc="-1" strike="noStrike">
                <a:solidFill>
                  <a:schemeClr val="dk1"/>
                </a:solidFill>
                <a:latin typeface="Open Sans"/>
                <a:ea typeface="SF Pro Display"/>
              </a:rPr>
              <a:t>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6" name="Picture 28" descr=""/>
          <p:cNvPicPr/>
          <p:nvPr/>
        </p:nvPicPr>
        <p:blipFill>
          <a:blip r:embed="rId4"/>
          <a:stretch/>
        </p:blipFill>
        <p:spPr>
          <a:xfrm>
            <a:off x="153000" y="6454800"/>
            <a:ext cx="1150560" cy="282600"/>
          </a:xfrm>
          <a:prstGeom prst="rect">
            <a:avLst/>
          </a:prstGeom>
          <a:ln w="0">
            <a:noFill/>
          </a:ln>
        </p:spPr>
      </p:pic>
      <p:sp>
        <p:nvSpPr>
          <p:cNvPr id="837" name="Rectangle 14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5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3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2A7916AB-EDA4-4D51-BDC3-32D8DAC143DB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40" name="Group 5"/>
          <p:cNvGrpSpPr/>
          <p:nvPr/>
        </p:nvGrpSpPr>
        <p:grpSpPr>
          <a:xfrm>
            <a:off x="5942880" y="1173240"/>
            <a:ext cx="4771440" cy="4776480"/>
            <a:chOff x="5942880" y="1173240"/>
            <a:chExt cx="4771440" cy="4776480"/>
          </a:xfrm>
        </p:grpSpPr>
        <p:sp>
          <p:nvSpPr>
            <p:cNvPr id="841" name="Oval 101"/>
            <p:cNvSpPr/>
            <p:nvPr/>
          </p:nvSpPr>
          <p:spPr>
            <a:xfrm>
              <a:off x="5942880" y="1173240"/>
              <a:ext cx="4771440" cy="4776480"/>
            </a:xfrm>
            <a:prstGeom prst="ellipse">
              <a:avLst/>
            </a:prstGeom>
            <a:gradFill rotWithShape="0">
              <a:gsLst>
                <a:gs pos="0">
                  <a:srgbClr val="2a3647"/>
                </a:gs>
                <a:gs pos="100000">
                  <a:srgbClr val="1e2633"/>
                </a:gs>
              </a:gsLst>
              <a:lin ang="135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grpSp>
          <p:nvGrpSpPr>
            <p:cNvPr id="842" name="Group 7"/>
            <p:cNvGrpSpPr/>
            <p:nvPr/>
          </p:nvGrpSpPr>
          <p:grpSpPr>
            <a:xfrm>
              <a:off x="6314040" y="1564200"/>
              <a:ext cx="4001400" cy="4001400"/>
              <a:chOff x="6314040" y="1564200"/>
              <a:chExt cx="4001400" cy="4001400"/>
            </a:xfrm>
          </p:grpSpPr>
          <p:sp>
            <p:nvSpPr>
              <p:cNvPr id="843" name="Oval 8"/>
              <p:cNvSpPr/>
              <p:nvPr/>
            </p:nvSpPr>
            <p:spPr>
              <a:xfrm>
                <a:off x="6314040" y="1564200"/>
                <a:ext cx="4001400" cy="400140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tl" blurRad="177840" dir="2700000" dist="114042" rotWithShape="0">
                  <a:schemeClr val="tx1">
                    <a:alpha val="4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844" name="Oval 9"/>
              <p:cNvSpPr/>
              <p:nvPr/>
            </p:nvSpPr>
            <p:spPr>
              <a:xfrm>
                <a:off x="6314040" y="1564200"/>
                <a:ext cx="4001400" cy="400140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br" blurRad="114480" dir="13500000" dist="114042" rotWithShape="0">
                  <a:schemeClr val="tx2">
                    <a:alpha val="56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graphicFrame>
        <p:nvGraphicFramePr>
          <p:cNvPr id="845" name="Chart 13"/>
          <p:cNvGraphicFramePr/>
          <p:nvPr/>
        </p:nvGraphicFramePr>
        <p:xfrm>
          <a:off x="4898880" y="1365840"/>
          <a:ext cx="6640920" cy="4199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846" name="Group 10"/>
          <p:cNvGrpSpPr/>
          <p:nvPr/>
        </p:nvGrpSpPr>
        <p:grpSpPr>
          <a:xfrm>
            <a:off x="7685640" y="3174840"/>
            <a:ext cx="1400400" cy="897480"/>
            <a:chOff x="7685640" y="3174840"/>
            <a:chExt cx="1400400" cy="897480"/>
          </a:xfrm>
        </p:grpSpPr>
        <p:sp>
          <p:nvSpPr>
            <p:cNvPr id="847" name="Rectangle 114"/>
            <p:cNvSpPr/>
            <p:nvPr/>
          </p:nvSpPr>
          <p:spPr>
            <a:xfrm>
              <a:off x="7685640" y="3174840"/>
              <a:ext cx="1400400" cy="82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ru-UA" sz="5400" spc="-1" strike="noStrike">
                  <a:solidFill>
                    <a:schemeClr val="accent1"/>
                  </a:solidFill>
                  <a:latin typeface="Arial Black"/>
                </a:rPr>
                <a:t>75</a:t>
              </a:r>
              <a:r>
                <a:rPr b="1" lang="ru-RU" sz="5400" spc="-1" strike="noStrike">
                  <a:solidFill>
                    <a:schemeClr val="accent1"/>
                  </a:solidFill>
                  <a:latin typeface="Arial Black"/>
                </a:rPr>
                <a:t>%</a:t>
              </a:r>
              <a:endParaRPr b="0" lang="en-US" sz="5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8" name="Rectangle 115"/>
            <p:cNvSpPr/>
            <p:nvPr/>
          </p:nvSpPr>
          <p:spPr>
            <a:xfrm>
              <a:off x="7781040" y="3904920"/>
              <a:ext cx="125244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100" spc="-1" strike="noStrike">
                  <a:solidFill>
                    <a:schemeClr val="accent1"/>
                  </a:solidFill>
                  <a:latin typeface="Arial Black"/>
                </a:rPr>
                <a:t>Lorem ipsum dolor</a:t>
              </a:r>
              <a:endParaRPr b="0" lang="en-US" sz="11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49" name="object 384"/>
          <p:cNvSpPr/>
          <p:nvPr/>
        </p:nvSpPr>
        <p:spPr>
          <a:xfrm flipV="1">
            <a:off x="356760" y="670968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0" name="object 4"/>
          <p:cNvSpPr/>
          <p:nvPr/>
        </p:nvSpPr>
        <p:spPr>
          <a:xfrm>
            <a:off x="10477800" y="663120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1" name="object 384"/>
          <p:cNvSpPr/>
          <p:nvPr/>
        </p:nvSpPr>
        <p:spPr>
          <a:xfrm flipV="1" rot="10800000">
            <a:off x="6105240" y="671868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2" name="object 386"/>
          <p:cNvSpPr/>
          <p:nvPr/>
        </p:nvSpPr>
        <p:spPr>
          <a:xfrm>
            <a:off x="5927400" y="651744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3" name="Freeform 24"/>
          <p:cNvSpPr/>
          <p:nvPr/>
        </p:nvSpPr>
        <p:spPr>
          <a:xfrm>
            <a:off x="-1688040" y="-1139040"/>
            <a:ext cx="7420680" cy="3798360"/>
          </a:xfrm>
          <a:custGeom>
            <a:avLst/>
            <a:gdLst>
              <a:gd name="textAreaLeft" fmla="*/ 0 w 7420680"/>
              <a:gd name="textAreaRight" fmla="*/ 7429680 w 7420680"/>
              <a:gd name="textAreaTop" fmla="*/ 0 h 3798360"/>
              <a:gd name="textAreaBottom" fmla="*/ 3807360 h 379836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54" name="Group 20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855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56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57" name="Rectangle 23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3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5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62864C0F-96A5-4C75-B4AD-B6A0FDB14BF4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60" name="Group 10"/>
          <p:cNvGrpSpPr/>
          <p:nvPr/>
        </p:nvGrpSpPr>
        <p:grpSpPr>
          <a:xfrm>
            <a:off x="4579920" y="1447920"/>
            <a:ext cx="2937240" cy="2940480"/>
            <a:chOff x="4579920" y="1447920"/>
            <a:chExt cx="2937240" cy="2940480"/>
          </a:xfrm>
        </p:grpSpPr>
        <p:sp>
          <p:nvSpPr>
            <p:cNvPr id="861" name="Oval 101"/>
            <p:cNvSpPr/>
            <p:nvPr/>
          </p:nvSpPr>
          <p:spPr>
            <a:xfrm>
              <a:off x="4579920" y="1447920"/>
              <a:ext cx="2937240" cy="2940480"/>
            </a:xfrm>
            <a:prstGeom prst="ellipse">
              <a:avLst/>
            </a:prstGeom>
            <a:gradFill rotWithShape="0">
              <a:gsLst>
                <a:gs pos="0">
                  <a:srgbClr val="334257"/>
                </a:gs>
                <a:gs pos="100000">
                  <a:srgbClr val="202937"/>
                </a:gs>
              </a:gsLst>
              <a:lin ang="135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grpSp>
          <p:nvGrpSpPr>
            <p:cNvPr id="862" name="Group 12"/>
            <p:cNvGrpSpPr/>
            <p:nvPr/>
          </p:nvGrpSpPr>
          <p:grpSpPr>
            <a:xfrm>
              <a:off x="4808880" y="1688760"/>
              <a:ext cx="2462760" cy="2462760"/>
              <a:chOff x="4808880" y="1688760"/>
              <a:chExt cx="2462760" cy="2462760"/>
            </a:xfrm>
          </p:grpSpPr>
          <p:sp>
            <p:nvSpPr>
              <p:cNvPr id="863" name="Oval 13"/>
              <p:cNvSpPr/>
              <p:nvPr/>
            </p:nvSpPr>
            <p:spPr>
              <a:xfrm>
                <a:off x="4808880" y="1688760"/>
                <a:ext cx="2462760" cy="246276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tl" blurRad="177840" dir="2700000" dist="114042" rotWithShape="0">
                  <a:schemeClr val="tx1">
                    <a:alpha val="4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864" name="Oval 14"/>
              <p:cNvSpPr/>
              <p:nvPr/>
            </p:nvSpPr>
            <p:spPr>
              <a:xfrm>
                <a:off x="4808880" y="1688760"/>
                <a:ext cx="2462760" cy="246276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br" blurRad="114480" dir="13500000" dist="114042" rotWithShape="0">
                  <a:schemeClr val="tx2">
                    <a:alpha val="56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865" name="Group 15"/>
          <p:cNvGrpSpPr/>
          <p:nvPr/>
        </p:nvGrpSpPr>
        <p:grpSpPr>
          <a:xfrm>
            <a:off x="1096920" y="1447920"/>
            <a:ext cx="2937240" cy="2940480"/>
            <a:chOff x="1096920" y="1447920"/>
            <a:chExt cx="2937240" cy="2940480"/>
          </a:xfrm>
        </p:grpSpPr>
        <p:sp>
          <p:nvSpPr>
            <p:cNvPr id="866" name="Oval 101"/>
            <p:cNvSpPr/>
            <p:nvPr/>
          </p:nvSpPr>
          <p:spPr>
            <a:xfrm>
              <a:off x="1096920" y="1447920"/>
              <a:ext cx="2937240" cy="2940480"/>
            </a:xfrm>
            <a:prstGeom prst="ellipse">
              <a:avLst/>
            </a:prstGeom>
            <a:gradFill rotWithShape="0">
              <a:gsLst>
                <a:gs pos="0">
                  <a:srgbClr val="334257"/>
                </a:gs>
                <a:gs pos="100000">
                  <a:srgbClr val="202937"/>
                </a:gs>
              </a:gsLst>
              <a:lin ang="135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grpSp>
          <p:nvGrpSpPr>
            <p:cNvPr id="867" name="Group 17"/>
            <p:cNvGrpSpPr/>
            <p:nvPr/>
          </p:nvGrpSpPr>
          <p:grpSpPr>
            <a:xfrm>
              <a:off x="1325880" y="1688760"/>
              <a:ext cx="2462760" cy="2462760"/>
              <a:chOff x="1325880" y="1688760"/>
              <a:chExt cx="2462760" cy="2462760"/>
            </a:xfrm>
          </p:grpSpPr>
          <p:sp>
            <p:nvSpPr>
              <p:cNvPr id="868" name="Oval 18"/>
              <p:cNvSpPr/>
              <p:nvPr/>
            </p:nvSpPr>
            <p:spPr>
              <a:xfrm>
                <a:off x="1325880" y="1688760"/>
                <a:ext cx="2462760" cy="246276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tl" blurRad="177840" dir="2700000" dist="114042" rotWithShape="0">
                  <a:schemeClr val="tx1">
                    <a:alpha val="4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869" name="Oval 19"/>
              <p:cNvSpPr/>
              <p:nvPr/>
            </p:nvSpPr>
            <p:spPr>
              <a:xfrm>
                <a:off x="1325880" y="1688760"/>
                <a:ext cx="2462760" cy="246276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br" blurRad="114480" dir="13500000" dist="114042" rotWithShape="0">
                  <a:schemeClr val="tx2">
                    <a:alpha val="56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graphicFrame>
        <p:nvGraphicFramePr>
          <p:cNvPr id="870" name="Chart 20"/>
          <p:cNvGraphicFramePr/>
          <p:nvPr/>
        </p:nvGraphicFramePr>
        <p:xfrm>
          <a:off x="525600" y="1632600"/>
          <a:ext cx="4087080" cy="2583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1" name="Rectangle 120"/>
          <p:cNvSpPr/>
          <p:nvPr/>
        </p:nvSpPr>
        <p:spPr>
          <a:xfrm>
            <a:off x="2180160" y="2752560"/>
            <a:ext cx="72072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tr-TR" sz="2800" spc="-1" strike="noStrike">
                <a:solidFill>
                  <a:schemeClr val="accent1"/>
                </a:solidFill>
                <a:latin typeface="Open Sans"/>
              </a:rPr>
              <a:t>2</a:t>
            </a:r>
            <a:r>
              <a:rPr b="1" lang="en-US" sz="2800" spc="-1" strike="noStrike">
                <a:solidFill>
                  <a:schemeClr val="accent1"/>
                </a:solidFill>
                <a:latin typeface="Open Sans"/>
              </a:rPr>
              <a:t>0</a:t>
            </a:r>
            <a:r>
              <a:rPr b="1" lang="ru-RU" sz="2800" spc="-1" strike="noStrike">
                <a:solidFill>
                  <a:schemeClr val="accent1"/>
                </a:solidFill>
                <a:latin typeface="Open Sans"/>
              </a:rPr>
              <a:t>%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872" name="Chart 22"/>
          <p:cNvGraphicFramePr/>
          <p:nvPr/>
        </p:nvGraphicFramePr>
        <p:xfrm>
          <a:off x="3995280" y="1632600"/>
          <a:ext cx="4087080" cy="2583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73" name="Rectangle 120"/>
          <p:cNvSpPr/>
          <p:nvPr/>
        </p:nvSpPr>
        <p:spPr>
          <a:xfrm>
            <a:off x="5719320" y="2759760"/>
            <a:ext cx="72072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chemeClr val="accent1"/>
                </a:solidFill>
                <a:latin typeface="Open Sans"/>
              </a:rPr>
              <a:t>6</a:t>
            </a:r>
            <a:r>
              <a:rPr b="1" lang="tr-TR" sz="2800" spc="-1" strike="noStrike">
                <a:solidFill>
                  <a:schemeClr val="accent1"/>
                </a:solidFill>
                <a:latin typeface="Open Sans"/>
              </a:rPr>
              <a:t>9</a:t>
            </a:r>
            <a:r>
              <a:rPr b="1" lang="ru-RU" sz="2800" spc="-1" strike="noStrike">
                <a:solidFill>
                  <a:schemeClr val="accent1"/>
                </a:solidFill>
                <a:latin typeface="Open Sans"/>
              </a:rPr>
              <a:t>%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" name="Freeform 119"/>
          <p:cNvSpPr/>
          <p:nvPr/>
        </p:nvSpPr>
        <p:spPr>
          <a:xfrm>
            <a:off x="1720800" y="4778280"/>
            <a:ext cx="1678680" cy="440280"/>
          </a:xfrm>
          <a:custGeom>
            <a:avLst/>
            <a:gdLst>
              <a:gd name="textAreaLeft" fmla="*/ 0 w 1678680"/>
              <a:gd name="textAreaRight" fmla="*/ 1687680 w 1678680"/>
              <a:gd name="textAreaTop" fmla="*/ 0 h 440280"/>
              <a:gd name="textAreaBottom" fmla="*/ 449280 h 440280"/>
            </a:gdLst>
            <a:ahLst/>
            <a:rect l="textAreaLeft" t="textAreaTop" r="textAreaRight" b="textAreaBottom"/>
            <a:pathLst>
              <a:path w="443" h="118">
                <a:moveTo>
                  <a:pt x="1" y="58"/>
                </a:moveTo>
                <a:cubicBezTo>
                  <a:pt x="0" y="91"/>
                  <a:pt x="27" y="118"/>
                  <a:pt x="61" y="118"/>
                </a:cubicBezTo>
                <a:cubicBezTo>
                  <a:pt x="383" y="118"/>
                  <a:pt x="383" y="118"/>
                  <a:pt x="383" y="118"/>
                </a:cubicBezTo>
                <a:cubicBezTo>
                  <a:pt x="415" y="118"/>
                  <a:pt x="442" y="93"/>
                  <a:pt x="443" y="60"/>
                </a:cubicBezTo>
                <a:cubicBezTo>
                  <a:pt x="443" y="27"/>
                  <a:pt x="416" y="0"/>
                  <a:pt x="384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27" y="0"/>
                  <a:pt x="1" y="26"/>
                  <a:pt x="1" y="5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75" name="Rectangle 120"/>
          <p:cNvSpPr/>
          <p:nvPr/>
        </p:nvSpPr>
        <p:spPr>
          <a:xfrm>
            <a:off x="2077920" y="4852800"/>
            <a:ext cx="946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2000" spc="-1" strike="noStrike">
                <a:solidFill>
                  <a:schemeClr val="accent1"/>
                </a:solidFill>
                <a:latin typeface="Arial Black"/>
              </a:rPr>
              <a:t>STEP 01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6" name="Freeform 121"/>
          <p:cNvSpPr/>
          <p:nvPr/>
        </p:nvSpPr>
        <p:spPr>
          <a:xfrm>
            <a:off x="5224320" y="4778280"/>
            <a:ext cx="1676880" cy="440280"/>
          </a:xfrm>
          <a:custGeom>
            <a:avLst/>
            <a:gdLst>
              <a:gd name="textAreaLeft" fmla="*/ 0 w 1676880"/>
              <a:gd name="textAreaRight" fmla="*/ 1685880 w 1676880"/>
              <a:gd name="textAreaTop" fmla="*/ 0 h 440280"/>
              <a:gd name="textAreaBottom" fmla="*/ 449280 h 440280"/>
            </a:gdLst>
            <a:ahLst/>
            <a:rect l="textAreaLeft" t="textAreaTop" r="textAreaRight" b="textAreaBottom"/>
            <a:pathLst>
              <a:path w="443" h="118">
                <a:moveTo>
                  <a:pt x="1" y="58"/>
                </a:moveTo>
                <a:cubicBezTo>
                  <a:pt x="0" y="91"/>
                  <a:pt x="28" y="118"/>
                  <a:pt x="61" y="118"/>
                </a:cubicBezTo>
                <a:cubicBezTo>
                  <a:pt x="383" y="118"/>
                  <a:pt x="383" y="118"/>
                  <a:pt x="383" y="118"/>
                </a:cubicBezTo>
                <a:cubicBezTo>
                  <a:pt x="415" y="118"/>
                  <a:pt x="442" y="93"/>
                  <a:pt x="443" y="60"/>
                </a:cubicBezTo>
                <a:cubicBezTo>
                  <a:pt x="443" y="27"/>
                  <a:pt x="417" y="0"/>
                  <a:pt x="384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28" y="0"/>
                  <a:pt x="2" y="26"/>
                  <a:pt x="1" y="5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77" name="Rectangle 122"/>
          <p:cNvSpPr/>
          <p:nvPr/>
        </p:nvSpPr>
        <p:spPr>
          <a:xfrm>
            <a:off x="5581440" y="4852800"/>
            <a:ext cx="946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2000" spc="-1" strike="noStrike">
                <a:solidFill>
                  <a:schemeClr val="accent1"/>
                </a:solidFill>
                <a:latin typeface="Arial Black"/>
              </a:rPr>
              <a:t>STEP 02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8" name="Freeform 123"/>
          <p:cNvSpPr/>
          <p:nvPr/>
        </p:nvSpPr>
        <p:spPr>
          <a:xfrm>
            <a:off x="8731080" y="4778280"/>
            <a:ext cx="1676880" cy="440280"/>
          </a:xfrm>
          <a:custGeom>
            <a:avLst/>
            <a:gdLst>
              <a:gd name="textAreaLeft" fmla="*/ 0 w 1676880"/>
              <a:gd name="textAreaRight" fmla="*/ 1685880 w 1676880"/>
              <a:gd name="textAreaTop" fmla="*/ 0 h 440280"/>
              <a:gd name="textAreaBottom" fmla="*/ 449280 h 440280"/>
            </a:gdLst>
            <a:ahLst/>
            <a:rect l="textAreaLeft" t="textAreaTop" r="textAreaRight" b="textAreaBottom"/>
            <a:pathLst>
              <a:path w="443" h="118">
                <a:moveTo>
                  <a:pt x="0" y="58"/>
                </a:moveTo>
                <a:cubicBezTo>
                  <a:pt x="0" y="91"/>
                  <a:pt x="27" y="118"/>
                  <a:pt x="60" y="118"/>
                </a:cubicBezTo>
                <a:cubicBezTo>
                  <a:pt x="382" y="118"/>
                  <a:pt x="382" y="118"/>
                  <a:pt x="382" y="118"/>
                </a:cubicBezTo>
                <a:cubicBezTo>
                  <a:pt x="414" y="118"/>
                  <a:pt x="442" y="93"/>
                  <a:pt x="442" y="60"/>
                </a:cubicBezTo>
                <a:cubicBezTo>
                  <a:pt x="443" y="27"/>
                  <a:pt x="416" y="0"/>
                  <a:pt x="383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27" y="0"/>
                  <a:pt x="1" y="26"/>
                  <a:pt x="0" y="5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79" name="Rectangle 124"/>
          <p:cNvSpPr/>
          <p:nvPr/>
        </p:nvSpPr>
        <p:spPr>
          <a:xfrm>
            <a:off x="9083520" y="4852800"/>
            <a:ext cx="946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2000" spc="-1" strike="noStrike">
                <a:solidFill>
                  <a:schemeClr val="accent1"/>
                </a:solidFill>
                <a:latin typeface="Arial Black"/>
              </a:rPr>
              <a:t>STEP 03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0" name="TextBox 31"/>
          <p:cNvSpPr/>
          <p:nvPr/>
        </p:nvSpPr>
        <p:spPr>
          <a:xfrm>
            <a:off x="1469880" y="5349960"/>
            <a:ext cx="2174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accent1"/>
                </a:solidFill>
                <a:latin typeface="Arial Black"/>
                <a:ea typeface="Open Sans"/>
              </a:rPr>
              <a:t>Lorem ipsum dolor sit amet, consectetur adipiscing elit, sed do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1" name="TextBox 32"/>
          <p:cNvSpPr/>
          <p:nvPr/>
        </p:nvSpPr>
        <p:spPr>
          <a:xfrm>
            <a:off x="5029560" y="5349960"/>
            <a:ext cx="2094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accent1"/>
                </a:solidFill>
                <a:latin typeface="Arial Black"/>
                <a:ea typeface="Open Sans"/>
              </a:rPr>
              <a:t>Lorem ipsum dolor sit amet, consectetur adipiscing elit, sed do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2" name="TextBox 33"/>
          <p:cNvSpPr/>
          <p:nvPr/>
        </p:nvSpPr>
        <p:spPr>
          <a:xfrm>
            <a:off x="8561160" y="5349960"/>
            <a:ext cx="2080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accent1"/>
                </a:solidFill>
                <a:latin typeface="Arial Black"/>
                <a:ea typeface="Open Sans"/>
              </a:rPr>
              <a:t>Lorem ipsum dolor sit amet, consectetur adipiscing elit, sed do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83" name="Group 40"/>
          <p:cNvGrpSpPr/>
          <p:nvPr/>
        </p:nvGrpSpPr>
        <p:grpSpPr>
          <a:xfrm>
            <a:off x="8104680" y="1447920"/>
            <a:ext cx="2937240" cy="2940480"/>
            <a:chOff x="8104680" y="1447920"/>
            <a:chExt cx="2937240" cy="2940480"/>
          </a:xfrm>
        </p:grpSpPr>
        <p:sp>
          <p:nvSpPr>
            <p:cNvPr id="884" name="Oval 101"/>
            <p:cNvSpPr/>
            <p:nvPr/>
          </p:nvSpPr>
          <p:spPr>
            <a:xfrm>
              <a:off x="8104680" y="1447920"/>
              <a:ext cx="2937240" cy="2940480"/>
            </a:xfrm>
            <a:prstGeom prst="ellipse">
              <a:avLst/>
            </a:prstGeom>
            <a:gradFill rotWithShape="0">
              <a:gsLst>
                <a:gs pos="0">
                  <a:srgbClr val="334257"/>
                </a:gs>
                <a:gs pos="100000">
                  <a:srgbClr val="202937"/>
                </a:gs>
              </a:gsLst>
              <a:lin ang="135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grpSp>
          <p:nvGrpSpPr>
            <p:cNvPr id="885" name="Group 42"/>
            <p:cNvGrpSpPr/>
            <p:nvPr/>
          </p:nvGrpSpPr>
          <p:grpSpPr>
            <a:xfrm>
              <a:off x="8333640" y="1688760"/>
              <a:ext cx="2462760" cy="2462760"/>
              <a:chOff x="8333640" y="1688760"/>
              <a:chExt cx="2462760" cy="2462760"/>
            </a:xfrm>
          </p:grpSpPr>
          <p:sp>
            <p:nvSpPr>
              <p:cNvPr id="886" name="Oval 43"/>
              <p:cNvSpPr/>
              <p:nvPr/>
            </p:nvSpPr>
            <p:spPr>
              <a:xfrm>
                <a:off x="8333640" y="1688760"/>
                <a:ext cx="2462760" cy="246276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tl" blurRad="177840" dir="2700000" dist="114042" rotWithShape="0">
                  <a:schemeClr val="tx1">
                    <a:alpha val="4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887" name="Oval 44"/>
              <p:cNvSpPr/>
              <p:nvPr/>
            </p:nvSpPr>
            <p:spPr>
              <a:xfrm>
                <a:off x="8333640" y="1688760"/>
                <a:ext cx="2462760" cy="246276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br" blurRad="114480" dir="13500000" dist="114042" rotWithShape="0">
                  <a:schemeClr val="tx2">
                    <a:alpha val="56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graphicFrame>
        <p:nvGraphicFramePr>
          <p:cNvPr id="888" name="Chart 45"/>
          <p:cNvGraphicFramePr/>
          <p:nvPr/>
        </p:nvGraphicFramePr>
        <p:xfrm>
          <a:off x="7520040" y="1632600"/>
          <a:ext cx="4087080" cy="2583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89" name="Rectangle 120"/>
          <p:cNvSpPr/>
          <p:nvPr/>
        </p:nvSpPr>
        <p:spPr>
          <a:xfrm>
            <a:off x="9242280" y="2759760"/>
            <a:ext cx="7236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chemeClr val="accent1"/>
                </a:solidFill>
                <a:latin typeface="Open Sans"/>
              </a:rPr>
              <a:t>65%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0" name="object 384"/>
          <p:cNvSpPr/>
          <p:nvPr/>
        </p:nvSpPr>
        <p:spPr>
          <a:xfrm flipV="1">
            <a:off x="356760" y="670968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1" name="object 4"/>
          <p:cNvSpPr/>
          <p:nvPr/>
        </p:nvSpPr>
        <p:spPr>
          <a:xfrm>
            <a:off x="10477800" y="663120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2" name="object 384"/>
          <p:cNvSpPr/>
          <p:nvPr/>
        </p:nvSpPr>
        <p:spPr>
          <a:xfrm flipV="1" rot="10800000">
            <a:off x="6105240" y="671868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3" name="object 386"/>
          <p:cNvSpPr/>
          <p:nvPr/>
        </p:nvSpPr>
        <p:spPr>
          <a:xfrm>
            <a:off x="5927400" y="651744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4" name="Freeform 49"/>
          <p:cNvSpPr/>
          <p:nvPr/>
        </p:nvSpPr>
        <p:spPr>
          <a:xfrm rot="237600">
            <a:off x="-1341720" y="-918720"/>
            <a:ext cx="7395120" cy="6138720"/>
          </a:xfrm>
          <a:custGeom>
            <a:avLst/>
            <a:gdLst>
              <a:gd name="textAreaLeft" fmla="*/ 0 w 7395120"/>
              <a:gd name="textAreaRight" fmla="*/ 7404120 w 7395120"/>
              <a:gd name="textAreaTop" fmla="*/ 0 h 6138720"/>
              <a:gd name="textAreaBottom" fmla="*/ 6147720 h 613872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95" name="Group 38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896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97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98" name="Rectangle 50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5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90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26027494-1D71-4D32-9959-15C3D155109D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Line 6"/>
          <p:cNvSpPr/>
          <p:nvPr/>
        </p:nvSpPr>
        <p:spPr>
          <a:xfrm>
            <a:off x="2738160" y="112680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2" name="Line 7"/>
          <p:cNvSpPr/>
          <p:nvPr/>
        </p:nvSpPr>
        <p:spPr>
          <a:xfrm>
            <a:off x="2738160" y="158400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3" name="Line 8"/>
          <p:cNvSpPr/>
          <p:nvPr/>
        </p:nvSpPr>
        <p:spPr>
          <a:xfrm>
            <a:off x="2738160" y="204624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4" name="Line 9"/>
          <p:cNvSpPr/>
          <p:nvPr/>
        </p:nvSpPr>
        <p:spPr>
          <a:xfrm>
            <a:off x="2738160" y="250632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5" name="Line 10"/>
          <p:cNvSpPr/>
          <p:nvPr/>
        </p:nvSpPr>
        <p:spPr>
          <a:xfrm>
            <a:off x="2738160" y="296856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6" name="Line 11"/>
          <p:cNvSpPr/>
          <p:nvPr/>
        </p:nvSpPr>
        <p:spPr>
          <a:xfrm>
            <a:off x="2738160" y="342900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7" name="Line 12"/>
          <p:cNvSpPr/>
          <p:nvPr/>
        </p:nvSpPr>
        <p:spPr>
          <a:xfrm>
            <a:off x="2738160" y="388620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8" name="Line 13"/>
          <p:cNvSpPr/>
          <p:nvPr/>
        </p:nvSpPr>
        <p:spPr>
          <a:xfrm>
            <a:off x="2738160" y="434628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9" name="Line 14"/>
          <p:cNvSpPr/>
          <p:nvPr/>
        </p:nvSpPr>
        <p:spPr>
          <a:xfrm>
            <a:off x="2738160" y="480852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0" name="Line 15"/>
          <p:cNvSpPr/>
          <p:nvPr/>
        </p:nvSpPr>
        <p:spPr>
          <a:xfrm>
            <a:off x="2738160" y="526860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1" name="Line 16"/>
          <p:cNvSpPr/>
          <p:nvPr/>
        </p:nvSpPr>
        <p:spPr>
          <a:xfrm>
            <a:off x="2738160" y="573084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2" name="Freeform 17"/>
          <p:cNvSpPr/>
          <p:nvPr/>
        </p:nvSpPr>
        <p:spPr>
          <a:xfrm>
            <a:off x="3251160" y="1127160"/>
            <a:ext cx="535680" cy="4594680"/>
          </a:xfrm>
          <a:custGeom>
            <a:avLst/>
            <a:gdLst>
              <a:gd name="textAreaLeft" fmla="*/ 0 w 535680"/>
              <a:gd name="textAreaRight" fmla="*/ 544680 w 535680"/>
              <a:gd name="textAreaTop" fmla="*/ 0 h 4594680"/>
              <a:gd name="textAreaBottom" fmla="*/ 4603680 h 4594680"/>
            </a:gdLst>
            <a:ahLst/>
            <a:rect l="textAreaLeft" t="textAreaTop" r="textAreaRight" b="textAreaBottom"/>
            <a:pathLst>
              <a:path w="143" h="1208">
                <a:moveTo>
                  <a:pt x="71" y="1208"/>
                </a:moveTo>
                <a:cubicBezTo>
                  <a:pt x="71" y="1208"/>
                  <a:pt x="71" y="1208"/>
                  <a:pt x="71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111" y="0"/>
                  <a:pt x="143" y="31"/>
                  <a:pt x="143" y="71"/>
                </a:cubicBezTo>
                <a:cubicBezTo>
                  <a:pt x="143" y="1136"/>
                  <a:pt x="143" y="1136"/>
                  <a:pt x="143" y="1136"/>
                </a:cubicBezTo>
                <a:cubicBezTo>
                  <a:pt x="143" y="1176"/>
                  <a:pt x="111" y="1208"/>
                  <a:pt x="71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3" name="Freeform 18"/>
          <p:cNvSpPr/>
          <p:nvPr/>
        </p:nvSpPr>
        <p:spPr>
          <a:xfrm>
            <a:off x="3251160" y="3429000"/>
            <a:ext cx="535680" cy="2292840"/>
          </a:xfrm>
          <a:custGeom>
            <a:avLst/>
            <a:gdLst>
              <a:gd name="textAreaLeft" fmla="*/ 0 w 535680"/>
              <a:gd name="textAreaRight" fmla="*/ 544680 w 535680"/>
              <a:gd name="textAreaTop" fmla="*/ 0 h 2292840"/>
              <a:gd name="textAreaBottom" fmla="*/ 2301840 h 2292840"/>
            </a:gdLst>
            <a:ahLst/>
            <a:rect l="textAreaLeft" t="textAreaTop" r="textAreaRight" b="textAreaBottom"/>
            <a:pathLst>
              <a:path w="143" h="685">
                <a:moveTo>
                  <a:pt x="71" y="685"/>
                </a:moveTo>
                <a:cubicBezTo>
                  <a:pt x="32" y="685"/>
                  <a:pt x="0" y="653"/>
                  <a:pt x="0" y="613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2"/>
                  <a:pt x="32" y="0"/>
                  <a:pt x="71" y="0"/>
                </a:cubicBezTo>
                <a:cubicBezTo>
                  <a:pt x="111" y="0"/>
                  <a:pt x="143" y="32"/>
                  <a:pt x="143" y="71"/>
                </a:cubicBezTo>
                <a:cubicBezTo>
                  <a:pt x="143" y="613"/>
                  <a:pt x="143" y="613"/>
                  <a:pt x="143" y="613"/>
                </a:cubicBezTo>
                <a:cubicBezTo>
                  <a:pt x="143" y="653"/>
                  <a:pt x="111" y="685"/>
                  <a:pt x="71" y="685"/>
                </a:cubicBezTo>
                <a:close/>
              </a:path>
            </a:pathLst>
          </a:custGeom>
          <a:gradFill rotWithShape="0">
            <a:gsLst>
              <a:gs pos="100000">
                <a:srgbClr val="ff0000"/>
              </a:gs>
              <a:gs pos="100000">
                <a:srgbClr val="3123cd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4" name="Freeform 19"/>
          <p:cNvSpPr/>
          <p:nvPr/>
        </p:nvSpPr>
        <p:spPr>
          <a:xfrm>
            <a:off x="4508640" y="1127160"/>
            <a:ext cx="530640" cy="4594680"/>
          </a:xfrm>
          <a:custGeom>
            <a:avLst/>
            <a:gdLst>
              <a:gd name="textAreaLeft" fmla="*/ 0 w 530640"/>
              <a:gd name="textAreaRight" fmla="*/ 539640 w 530640"/>
              <a:gd name="textAreaTop" fmla="*/ 0 h 4594680"/>
              <a:gd name="textAreaBottom" fmla="*/ 4603680 h 4594680"/>
            </a:gdLst>
            <a:ahLst/>
            <a:rect l="textAreaLeft" t="textAreaTop" r="textAreaRight" b="textAreaBottom"/>
            <a:pathLst>
              <a:path w="142" h="1208">
                <a:moveTo>
                  <a:pt x="71" y="1208"/>
                </a:moveTo>
                <a:cubicBezTo>
                  <a:pt x="71" y="1208"/>
                  <a:pt x="71" y="1208"/>
                  <a:pt x="71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111" y="0"/>
                  <a:pt x="142" y="31"/>
                  <a:pt x="142" y="71"/>
                </a:cubicBezTo>
                <a:cubicBezTo>
                  <a:pt x="142" y="1136"/>
                  <a:pt x="142" y="1136"/>
                  <a:pt x="142" y="1136"/>
                </a:cubicBezTo>
                <a:cubicBezTo>
                  <a:pt x="142" y="1176"/>
                  <a:pt x="111" y="1208"/>
                  <a:pt x="71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5" name="Freeform 20"/>
          <p:cNvSpPr/>
          <p:nvPr/>
        </p:nvSpPr>
        <p:spPr>
          <a:xfrm>
            <a:off x="4508640" y="2887560"/>
            <a:ext cx="530640" cy="2834280"/>
          </a:xfrm>
          <a:custGeom>
            <a:avLst/>
            <a:gdLst>
              <a:gd name="textAreaLeft" fmla="*/ 0 w 530640"/>
              <a:gd name="textAreaRight" fmla="*/ 539640 w 530640"/>
              <a:gd name="textAreaTop" fmla="*/ 0 h 2834280"/>
              <a:gd name="textAreaBottom" fmla="*/ 2843280 h 2834280"/>
            </a:gdLst>
            <a:ahLst/>
            <a:rect l="textAreaLeft" t="textAreaTop" r="textAreaRight" b="textAreaBottom"/>
            <a:pathLst>
              <a:path w="142" h="983">
                <a:moveTo>
                  <a:pt x="71" y="983"/>
                </a:moveTo>
                <a:cubicBezTo>
                  <a:pt x="32" y="983"/>
                  <a:pt x="0" y="951"/>
                  <a:pt x="0" y="911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32"/>
                  <a:pt x="32" y="0"/>
                  <a:pt x="71" y="0"/>
                </a:cubicBezTo>
                <a:cubicBezTo>
                  <a:pt x="111" y="0"/>
                  <a:pt x="142" y="32"/>
                  <a:pt x="142" y="72"/>
                </a:cubicBezTo>
                <a:cubicBezTo>
                  <a:pt x="142" y="911"/>
                  <a:pt x="142" y="911"/>
                  <a:pt x="142" y="911"/>
                </a:cubicBezTo>
                <a:cubicBezTo>
                  <a:pt x="142" y="951"/>
                  <a:pt x="111" y="983"/>
                  <a:pt x="71" y="983"/>
                </a:cubicBezTo>
                <a:close/>
              </a:path>
            </a:pathLst>
          </a:custGeom>
          <a:gradFill rotWithShape="0">
            <a:gsLst>
              <a:gs pos="0">
                <a:srgbClr val="685de3"/>
              </a:gs>
              <a:gs pos="0">
                <a:srgbClr val="ff0000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6" name="Freeform 21"/>
          <p:cNvSpPr/>
          <p:nvPr/>
        </p:nvSpPr>
        <p:spPr>
          <a:xfrm>
            <a:off x="5761080" y="1127160"/>
            <a:ext cx="535680" cy="4594680"/>
          </a:xfrm>
          <a:custGeom>
            <a:avLst/>
            <a:gdLst>
              <a:gd name="textAreaLeft" fmla="*/ 0 w 535680"/>
              <a:gd name="textAreaRight" fmla="*/ 544680 w 535680"/>
              <a:gd name="textAreaTop" fmla="*/ 0 h 4594680"/>
              <a:gd name="textAreaBottom" fmla="*/ 4603680 h 4594680"/>
            </a:gdLst>
            <a:ahLst/>
            <a:rect l="textAreaLeft" t="textAreaTop" r="textAreaRight" b="textAreaBottom"/>
            <a:pathLst>
              <a:path w="143" h="1208">
                <a:moveTo>
                  <a:pt x="72" y="1208"/>
                </a:moveTo>
                <a:cubicBezTo>
                  <a:pt x="72" y="1208"/>
                  <a:pt x="72" y="1208"/>
                  <a:pt x="72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2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111" y="0"/>
                  <a:pt x="143" y="31"/>
                  <a:pt x="143" y="71"/>
                </a:cubicBezTo>
                <a:cubicBezTo>
                  <a:pt x="143" y="1136"/>
                  <a:pt x="143" y="1136"/>
                  <a:pt x="143" y="1136"/>
                </a:cubicBezTo>
                <a:cubicBezTo>
                  <a:pt x="143" y="1176"/>
                  <a:pt x="111" y="1208"/>
                  <a:pt x="72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7" name="Freeform 22"/>
          <p:cNvSpPr/>
          <p:nvPr/>
        </p:nvSpPr>
        <p:spPr>
          <a:xfrm>
            <a:off x="5761080" y="3813120"/>
            <a:ext cx="535680" cy="1908720"/>
          </a:xfrm>
          <a:custGeom>
            <a:avLst/>
            <a:gdLst>
              <a:gd name="textAreaLeft" fmla="*/ 0 w 535680"/>
              <a:gd name="textAreaRight" fmla="*/ 544680 w 535680"/>
              <a:gd name="textAreaTop" fmla="*/ 0 h 1908720"/>
              <a:gd name="textAreaBottom" fmla="*/ 1917720 h 1908720"/>
            </a:gdLst>
            <a:ahLst/>
            <a:rect l="textAreaLeft" t="textAreaTop" r="textAreaRight" b="textAreaBottom"/>
            <a:pathLst>
              <a:path w="143" h="503">
                <a:moveTo>
                  <a:pt x="72" y="503"/>
                </a:moveTo>
                <a:cubicBezTo>
                  <a:pt x="32" y="503"/>
                  <a:pt x="0" y="471"/>
                  <a:pt x="0" y="431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32"/>
                  <a:pt x="32" y="0"/>
                  <a:pt x="72" y="0"/>
                </a:cubicBezTo>
                <a:cubicBezTo>
                  <a:pt x="111" y="0"/>
                  <a:pt x="143" y="32"/>
                  <a:pt x="143" y="72"/>
                </a:cubicBezTo>
                <a:cubicBezTo>
                  <a:pt x="143" y="431"/>
                  <a:pt x="143" y="431"/>
                  <a:pt x="143" y="431"/>
                </a:cubicBezTo>
                <a:cubicBezTo>
                  <a:pt x="143" y="471"/>
                  <a:pt x="111" y="503"/>
                  <a:pt x="72" y="503"/>
                </a:cubicBezTo>
                <a:close/>
              </a:path>
            </a:pathLst>
          </a:custGeom>
          <a:gradFill rotWithShape="0">
            <a:gsLst>
              <a:gs pos="100000">
                <a:srgbClr val="ff0000"/>
              </a:gs>
              <a:gs pos="100000">
                <a:srgbClr val="1f67db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8" name="Freeform 23"/>
          <p:cNvSpPr/>
          <p:nvPr/>
        </p:nvSpPr>
        <p:spPr>
          <a:xfrm>
            <a:off x="7016760" y="1127160"/>
            <a:ext cx="535680" cy="4594680"/>
          </a:xfrm>
          <a:custGeom>
            <a:avLst/>
            <a:gdLst>
              <a:gd name="textAreaLeft" fmla="*/ 0 w 535680"/>
              <a:gd name="textAreaRight" fmla="*/ 544680 w 535680"/>
              <a:gd name="textAreaTop" fmla="*/ 0 h 4594680"/>
              <a:gd name="textAreaBottom" fmla="*/ 4603680 h 4594680"/>
            </a:gdLst>
            <a:ahLst/>
            <a:rect l="textAreaLeft" t="textAreaTop" r="textAreaRight" b="textAreaBottom"/>
            <a:pathLst>
              <a:path w="143" h="1208">
                <a:moveTo>
                  <a:pt x="71" y="1208"/>
                </a:moveTo>
                <a:cubicBezTo>
                  <a:pt x="71" y="1208"/>
                  <a:pt x="71" y="1208"/>
                  <a:pt x="71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111" y="0"/>
                  <a:pt x="143" y="31"/>
                  <a:pt x="143" y="71"/>
                </a:cubicBezTo>
                <a:cubicBezTo>
                  <a:pt x="143" y="1136"/>
                  <a:pt x="143" y="1136"/>
                  <a:pt x="143" y="1136"/>
                </a:cubicBezTo>
                <a:cubicBezTo>
                  <a:pt x="143" y="1176"/>
                  <a:pt x="111" y="1208"/>
                  <a:pt x="71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9" name="Freeform 24"/>
          <p:cNvSpPr/>
          <p:nvPr/>
        </p:nvSpPr>
        <p:spPr>
          <a:xfrm>
            <a:off x="7016760" y="2887560"/>
            <a:ext cx="535680" cy="2834280"/>
          </a:xfrm>
          <a:custGeom>
            <a:avLst/>
            <a:gdLst>
              <a:gd name="textAreaLeft" fmla="*/ 0 w 535680"/>
              <a:gd name="textAreaRight" fmla="*/ 544680 w 535680"/>
              <a:gd name="textAreaTop" fmla="*/ 0 h 2834280"/>
              <a:gd name="textAreaBottom" fmla="*/ 2843280 h 2834280"/>
            </a:gdLst>
            <a:ahLst/>
            <a:rect l="textAreaLeft" t="textAreaTop" r="textAreaRight" b="textAreaBottom"/>
            <a:pathLst>
              <a:path w="143" h="746">
                <a:moveTo>
                  <a:pt x="71" y="746"/>
                </a:moveTo>
                <a:cubicBezTo>
                  <a:pt x="32" y="746"/>
                  <a:pt x="0" y="714"/>
                  <a:pt x="0" y="674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2"/>
                  <a:pt x="32" y="0"/>
                  <a:pt x="71" y="0"/>
                </a:cubicBezTo>
                <a:cubicBezTo>
                  <a:pt x="111" y="0"/>
                  <a:pt x="143" y="32"/>
                  <a:pt x="143" y="71"/>
                </a:cubicBezTo>
                <a:cubicBezTo>
                  <a:pt x="143" y="674"/>
                  <a:pt x="143" y="674"/>
                  <a:pt x="143" y="674"/>
                </a:cubicBezTo>
                <a:cubicBezTo>
                  <a:pt x="143" y="714"/>
                  <a:pt x="111" y="746"/>
                  <a:pt x="71" y="746"/>
                </a:cubicBezTo>
                <a:close/>
              </a:path>
            </a:pathLst>
          </a:custGeom>
          <a:gradFill rotWithShape="0">
            <a:gsLst>
              <a:gs pos="100000">
                <a:srgbClr val="ff0000"/>
              </a:gs>
              <a:gs pos="100000">
                <a:srgbClr val="1f67db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20" name="Freeform 25"/>
          <p:cNvSpPr/>
          <p:nvPr/>
        </p:nvSpPr>
        <p:spPr>
          <a:xfrm>
            <a:off x="8273880" y="1127160"/>
            <a:ext cx="532440" cy="4594680"/>
          </a:xfrm>
          <a:custGeom>
            <a:avLst/>
            <a:gdLst>
              <a:gd name="textAreaLeft" fmla="*/ 0 w 532440"/>
              <a:gd name="textAreaRight" fmla="*/ 541440 w 532440"/>
              <a:gd name="textAreaTop" fmla="*/ 0 h 4594680"/>
              <a:gd name="textAreaBottom" fmla="*/ 4603680 h 4594680"/>
            </a:gdLst>
            <a:ahLst/>
            <a:rect l="textAreaLeft" t="textAreaTop" r="textAreaRight" b="textAreaBottom"/>
            <a:pathLst>
              <a:path w="142" h="1208">
                <a:moveTo>
                  <a:pt x="71" y="1208"/>
                </a:moveTo>
                <a:cubicBezTo>
                  <a:pt x="71" y="1208"/>
                  <a:pt x="71" y="1208"/>
                  <a:pt x="71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110" y="0"/>
                  <a:pt x="142" y="31"/>
                  <a:pt x="142" y="71"/>
                </a:cubicBezTo>
                <a:cubicBezTo>
                  <a:pt x="142" y="1136"/>
                  <a:pt x="142" y="1136"/>
                  <a:pt x="142" y="1136"/>
                </a:cubicBezTo>
                <a:cubicBezTo>
                  <a:pt x="142" y="1176"/>
                  <a:pt x="110" y="1208"/>
                  <a:pt x="71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21" name="Freeform 26"/>
          <p:cNvSpPr/>
          <p:nvPr/>
        </p:nvSpPr>
        <p:spPr>
          <a:xfrm>
            <a:off x="8273880" y="1611360"/>
            <a:ext cx="532440" cy="4110480"/>
          </a:xfrm>
          <a:custGeom>
            <a:avLst/>
            <a:gdLst>
              <a:gd name="textAreaLeft" fmla="*/ 0 w 532440"/>
              <a:gd name="textAreaRight" fmla="*/ 541440 w 532440"/>
              <a:gd name="textAreaTop" fmla="*/ 0 h 4110480"/>
              <a:gd name="textAreaBottom" fmla="*/ 4119480 h 4110480"/>
            </a:gdLst>
            <a:ahLst/>
            <a:rect l="textAreaLeft" t="textAreaTop" r="textAreaRight" b="textAreaBottom"/>
            <a:pathLst>
              <a:path w="142" h="1081">
                <a:moveTo>
                  <a:pt x="71" y="1081"/>
                </a:moveTo>
                <a:cubicBezTo>
                  <a:pt x="32" y="1081"/>
                  <a:pt x="0" y="1049"/>
                  <a:pt x="0" y="1009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32"/>
                  <a:pt x="32" y="0"/>
                  <a:pt x="71" y="0"/>
                </a:cubicBezTo>
                <a:cubicBezTo>
                  <a:pt x="110" y="0"/>
                  <a:pt x="142" y="32"/>
                  <a:pt x="142" y="72"/>
                </a:cubicBezTo>
                <a:cubicBezTo>
                  <a:pt x="142" y="1009"/>
                  <a:pt x="142" y="1009"/>
                  <a:pt x="142" y="1009"/>
                </a:cubicBezTo>
                <a:cubicBezTo>
                  <a:pt x="142" y="1049"/>
                  <a:pt x="110" y="1081"/>
                  <a:pt x="71" y="1081"/>
                </a:cubicBezTo>
                <a:close/>
              </a:path>
            </a:pathLst>
          </a:custGeom>
          <a:gradFill rotWithShape="0">
            <a:gsLst>
              <a:gs pos="0">
                <a:srgbClr val="685de3"/>
              </a:gs>
              <a:gs pos="0">
                <a:srgbClr val="ff0000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922" name="Group 26"/>
          <p:cNvGrpSpPr/>
          <p:nvPr/>
        </p:nvGrpSpPr>
        <p:grpSpPr>
          <a:xfrm>
            <a:off x="3348360" y="5908680"/>
            <a:ext cx="5395680" cy="228240"/>
            <a:chOff x="3348360" y="5908680"/>
            <a:chExt cx="5395680" cy="228240"/>
          </a:xfrm>
        </p:grpSpPr>
        <p:sp>
          <p:nvSpPr>
            <p:cNvPr id="923" name="Rectangle 28"/>
            <p:cNvSpPr/>
            <p:nvPr/>
          </p:nvSpPr>
          <p:spPr>
            <a:xfrm>
              <a:off x="3348360" y="59086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55%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4" name="Rectangle 29"/>
            <p:cNvSpPr/>
            <p:nvPr/>
          </p:nvSpPr>
          <p:spPr>
            <a:xfrm>
              <a:off x="4605480" y="59086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80%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5" name="Rectangle 30"/>
            <p:cNvSpPr/>
            <p:nvPr/>
          </p:nvSpPr>
          <p:spPr>
            <a:xfrm>
              <a:off x="5857920" y="59086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40%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6" name="Rectangle 31"/>
            <p:cNvSpPr/>
            <p:nvPr/>
          </p:nvSpPr>
          <p:spPr>
            <a:xfrm>
              <a:off x="7113960" y="59086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60%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7" name="Rectangle 32"/>
            <p:cNvSpPr/>
            <p:nvPr/>
          </p:nvSpPr>
          <p:spPr>
            <a:xfrm>
              <a:off x="8371080" y="59086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88%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928" name="Group 32"/>
          <p:cNvGrpSpPr/>
          <p:nvPr/>
        </p:nvGrpSpPr>
        <p:grpSpPr>
          <a:xfrm>
            <a:off x="2066040" y="988920"/>
            <a:ext cx="482760" cy="4854240"/>
            <a:chOff x="2066040" y="988920"/>
            <a:chExt cx="482760" cy="4854240"/>
          </a:xfrm>
        </p:grpSpPr>
        <p:sp>
          <p:nvSpPr>
            <p:cNvPr id="929" name="Rectangle 27"/>
            <p:cNvSpPr/>
            <p:nvPr/>
          </p:nvSpPr>
          <p:spPr>
            <a:xfrm>
              <a:off x="2273760" y="5614920"/>
              <a:ext cx="264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0" name="Rectangle 33"/>
            <p:cNvSpPr/>
            <p:nvPr/>
          </p:nvSpPr>
          <p:spPr>
            <a:xfrm>
              <a:off x="2171880" y="514980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10%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1" name="Rectangle 34"/>
            <p:cNvSpPr/>
            <p:nvPr/>
          </p:nvSpPr>
          <p:spPr>
            <a:xfrm>
              <a:off x="2171880" y="468936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20%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2" name="Rectangle 35"/>
            <p:cNvSpPr/>
            <p:nvPr/>
          </p:nvSpPr>
          <p:spPr>
            <a:xfrm>
              <a:off x="2171880" y="42274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30%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3" name="Rectangle 36"/>
            <p:cNvSpPr/>
            <p:nvPr/>
          </p:nvSpPr>
          <p:spPr>
            <a:xfrm>
              <a:off x="2171880" y="376380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40%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4" name="Rectangle 37"/>
            <p:cNvSpPr/>
            <p:nvPr/>
          </p:nvSpPr>
          <p:spPr>
            <a:xfrm>
              <a:off x="2171880" y="330192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50%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5" name="Rectangle 38"/>
            <p:cNvSpPr/>
            <p:nvPr/>
          </p:nvSpPr>
          <p:spPr>
            <a:xfrm>
              <a:off x="2171880" y="28414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60%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6" name="Rectangle 39"/>
            <p:cNvSpPr/>
            <p:nvPr/>
          </p:nvSpPr>
          <p:spPr>
            <a:xfrm>
              <a:off x="2171880" y="237636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70%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7" name="Rectangle 40"/>
            <p:cNvSpPr/>
            <p:nvPr/>
          </p:nvSpPr>
          <p:spPr>
            <a:xfrm>
              <a:off x="2171880" y="19162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80%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8" name="Rectangle 41"/>
            <p:cNvSpPr/>
            <p:nvPr/>
          </p:nvSpPr>
          <p:spPr>
            <a:xfrm>
              <a:off x="2171880" y="145404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90%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9" name="Rectangle 42"/>
            <p:cNvSpPr/>
            <p:nvPr/>
          </p:nvSpPr>
          <p:spPr>
            <a:xfrm>
              <a:off x="2066040" y="988920"/>
              <a:ext cx="4827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100%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40" name="object 384"/>
          <p:cNvSpPr/>
          <p:nvPr/>
        </p:nvSpPr>
        <p:spPr>
          <a:xfrm flipV="1">
            <a:off x="356760" y="670968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1" name="object 4"/>
          <p:cNvSpPr/>
          <p:nvPr/>
        </p:nvSpPr>
        <p:spPr>
          <a:xfrm>
            <a:off x="10477800" y="663120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2" name="object 384"/>
          <p:cNvSpPr/>
          <p:nvPr/>
        </p:nvSpPr>
        <p:spPr>
          <a:xfrm flipV="1" rot="10800000">
            <a:off x="6105240" y="671868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3" name="object 386"/>
          <p:cNvSpPr/>
          <p:nvPr/>
        </p:nvSpPr>
        <p:spPr>
          <a:xfrm>
            <a:off x="5927400" y="651744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4" name="Freeform 52"/>
          <p:cNvSpPr/>
          <p:nvPr/>
        </p:nvSpPr>
        <p:spPr>
          <a:xfrm rot="370200">
            <a:off x="-1856880" y="-110448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945" name="Group 48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946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47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948" name="Rectangle 53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95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5A688BA2-E6A3-405F-AE09-854D97AA4DB0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51" name="Group 5"/>
          <p:cNvGrpSpPr/>
          <p:nvPr/>
        </p:nvGrpSpPr>
        <p:grpSpPr>
          <a:xfrm>
            <a:off x="5370480" y="955800"/>
            <a:ext cx="94680" cy="4578840"/>
            <a:chOff x="5370480" y="955800"/>
            <a:chExt cx="94680" cy="4578840"/>
          </a:xfrm>
        </p:grpSpPr>
        <p:sp>
          <p:nvSpPr>
            <p:cNvPr id="952" name="Freeform 10"/>
            <p:cNvSpPr/>
            <p:nvPr/>
          </p:nvSpPr>
          <p:spPr>
            <a:xfrm>
              <a:off x="5370480" y="955800"/>
              <a:ext cx="90000" cy="4578840"/>
            </a:xfrm>
            <a:custGeom>
              <a:avLst/>
              <a:gdLst>
                <a:gd name="textAreaLeft" fmla="*/ 0 w 90000"/>
                <a:gd name="textAreaRight" fmla="*/ 99000 w 90000"/>
                <a:gd name="textAreaTop" fmla="*/ 0 h 4578840"/>
                <a:gd name="textAreaBottom" fmla="*/ 4587840 h 4578840"/>
              </a:gdLst>
              <a:ahLst/>
              <a:rect l="textAreaLeft" t="textAreaTop" r="textAreaRight" b="textAreaBottom"/>
              <a:pathLst>
                <a:path w="24" h="395">
                  <a:moveTo>
                    <a:pt x="12" y="395"/>
                  </a:moveTo>
                  <a:cubicBezTo>
                    <a:pt x="5" y="395"/>
                    <a:pt x="0" y="389"/>
                    <a:pt x="0" y="38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383"/>
                    <a:pt x="24" y="383"/>
                    <a:pt x="24" y="383"/>
                  </a:cubicBezTo>
                  <a:cubicBezTo>
                    <a:pt x="24" y="389"/>
                    <a:pt x="18" y="395"/>
                    <a:pt x="12" y="395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r="13200000" dist="50800">
                <a:schemeClr val="tx1">
                  <a:alpha val="50000"/>
                </a:schemeClr>
              </a:inn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53" name="Freeform 16"/>
            <p:cNvSpPr/>
            <p:nvPr/>
          </p:nvSpPr>
          <p:spPr>
            <a:xfrm>
              <a:off x="5370480" y="4232520"/>
              <a:ext cx="94680" cy="1302120"/>
            </a:xfrm>
            <a:custGeom>
              <a:avLst/>
              <a:gdLst>
                <a:gd name="textAreaLeft" fmla="*/ 0 w 94680"/>
                <a:gd name="textAreaRight" fmla="*/ 103680 w 94680"/>
                <a:gd name="textAreaTop" fmla="*/ 0 h 1302120"/>
                <a:gd name="textAreaBottom" fmla="*/ 1311120 h 1302120"/>
              </a:gdLst>
              <a:ahLst/>
              <a:rect l="textAreaLeft" t="textAreaTop" r="textAreaRight" b="textAreaBottom"/>
              <a:pathLst>
                <a:path w="24" h="833">
                  <a:moveTo>
                    <a:pt x="12" y="833"/>
                  </a:moveTo>
                  <a:cubicBezTo>
                    <a:pt x="5" y="833"/>
                    <a:pt x="0" y="827"/>
                    <a:pt x="0" y="82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821"/>
                    <a:pt x="24" y="821"/>
                    <a:pt x="24" y="821"/>
                  </a:cubicBezTo>
                  <a:cubicBezTo>
                    <a:pt x="24" y="827"/>
                    <a:pt x="18" y="833"/>
                    <a:pt x="12" y="833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54" name="Group 8"/>
          <p:cNvGrpSpPr/>
          <p:nvPr/>
        </p:nvGrpSpPr>
        <p:grpSpPr>
          <a:xfrm>
            <a:off x="6394320" y="955800"/>
            <a:ext cx="101520" cy="4578480"/>
            <a:chOff x="6394320" y="955800"/>
            <a:chExt cx="101520" cy="4578480"/>
          </a:xfrm>
        </p:grpSpPr>
        <p:sp>
          <p:nvSpPr>
            <p:cNvPr id="955" name="Freeform 11"/>
            <p:cNvSpPr/>
            <p:nvPr/>
          </p:nvSpPr>
          <p:spPr>
            <a:xfrm>
              <a:off x="6394320" y="955800"/>
              <a:ext cx="101520" cy="4536360"/>
            </a:xfrm>
            <a:custGeom>
              <a:avLst/>
              <a:gdLst>
                <a:gd name="textAreaLeft" fmla="*/ 0 w 101520"/>
                <a:gd name="textAreaRight" fmla="*/ 110520 w 101520"/>
                <a:gd name="textAreaTop" fmla="*/ 0 h 4536360"/>
                <a:gd name="textAreaBottom" fmla="*/ 4545360 h 4536360"/>
              </a:gdLst>
              <a:ahLst/>
              <a:rect l="textAreaLeft" t="textAreaTop" r="textAreaRight" b="textAreaBottom"/>
              <a:pathLst>
                <a:path w="24" h="729">
                  <a:moveTo>
                    <a:pt x="12" y="729"/>
                  </a:moveTo>
                  <a:cubicBezTo>
                    <a:pt x="6" y="729"/>
                    <a:pt x="0" y="724"/>
                    <a:pt x="0" y="71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717"/>
                    <a:pt x="24" y="717"/>
                    <a:pt x="24" y="717"/>
                  </a:cubicBezTo>
                  <a:cubicBezTo>
                    <a:pt x="24" y="724"/>
                    <a:pt x="19" y="729"/>
                    <a:pt x="12" y="729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r="13200000" dist="50800">
                <a:schemeClr val="tx1">
                  <a:alpha val="50000"/>
                </a:schemeClr>
              </a:inn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56" name="Freeform 17"/>
            <p:cNvSpPr/>
            <p:nvPr/>
          </p:nvSpPr>
          <p:spPr>
            <a:xfrm>
              <a:off x="6394320" y="3753360"/>
              <a:ext cx="101520" cy="1780920"/>
            </a:xfrm>
            <a:custGeom>
              <a:avLst/>
              <a:gdLst>
                <a:gd name="textAreaLeft" fmla="*/ 0 w 101520"/>
                <a:gd name="textAreaRight" fmla="*/ 110520 w 101520"/>
                <a:gd name="textAreaTop" fmla="*/ 0 h 1780920"/>
                <a:gd name="textAreaBottom" fmla="*/ 1789920 h 1780920"/>
              </a:gdLst>
              <a:ahLst/>
              <a:rect l="textAreaLeft" t="textAreaTop" r="textAreaRight" b="textAreaBottom"/>
              <a:pathLst>
                <a:path w="24" h="499">
                  <a:moveTo>
                    <a:pt x="12" y="499"/>
                  </a:moveTo>
                  <a:cubicBezTo>
                    <a:pt x="6" y="499"/>
                    <a:pt x="0" y="493"/>
                    <a:pt x="0" y="48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487"/>
                    <a:pt x="24" y="487"/>
                    <a:pt x="24" y="487"/>
                  </a:cubicBezTo>
                  <a:cubicBezTo>
                    <a:pt x="24" y="493"/>
                    <a:pt x="19" y="499"/>
                    <a:pt x="12" y="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57" name="Group 11"/>
          <p:cNvGrpSpPr/>
          <p:nvPr/>
        </p:nvGrpSpPr>
        <p:grpSpPr>
          <a:xfrm>
            <a:off x="7423200" y="955800"/>
            <a:ext cx="76680" cy="4578840"/>
            <a:chOff x="7423200" y="955800"/>
            <a:chExt cx="76680" cy="4578840"/>
          </a:xfrm>
        </p:grpSpPr>
        <p:sp>
          <p:nvSpPr>
            <p:cNvPr id="958" name="Freeform 12"/>
            <p:cNvSpPr/>
            <p:nvPr/>
          </p:nvSpPr>
          <p:spPr>
            <a:xfrm>
              <a:off x="7423200" y="955800"/>
              <a:ext cx="76680" cy="4578840"/>
            </a:xfrm>
            <a:custGeom>
              <a:avLst/>
              <a:gdLst>
                <a:gd name="textAreaLeft" fmla="*/ 0 w 76680"/>
                <a:gd name="textAreaRight" fmla="*/ 85680 w 76680"/>
                <a:gd name="textAreaTop" fmla="*/ 0 h 4578840"/>
                <a:gd name="textAreaBottom" fmla="*/ 4587840 h 4578840"/>
              </a:gdLst>
              <a:ahLst/>
              <a:rect l="textAreaLeft" t="textAreaTop" r="textAreaRight" b="textAreaBottom"/>
              <a:pathLst>
                <a:path w="24" h="446">
                  <a:moveTo>
                    <a:pt x="12" y="446"/>
                  </a:moveTo>
                  <a:cubicBezTo>
                    <a:pt x="5" y="446"/>
                    <a:pt x="0" y="441"/>
                    <a:pt x="0" y="43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434"/>
                    <a:pt x="24" y="434"/>
                    <a:pt x="24" y="434"/>
                  </a:cubicBezTo>
                  <a:cubicBezTo>
                    <a:pt x="24" y="441"/>
                    <a:pt x="18" y="446"/>
                    <a:pt x="12" y="446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r="13200000" dist="50800">
                <a:schemeClr val="tx1">
                  <a:alpha val="50000"/>
                </a:schemeClr>
              </a:inn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59" name="Freeform 18"/>
            <p:cNvSpPr/>
            <p:nvPr/>
          </p:nvSpPr>
          <p:spPr>
            <a:xfrm>
              <a:off x="7423200" y="2684160"/>
              <a:ext cx="76680" cy="2850480"/>
            </a:xfrm>
            <a:custGeom>
              <a:avLst/>
              <a:gdLst>
                <a:gd name="textAreaLeft" fmla="*/ 0 w 76680"/>
                <a:gd name="textAreaRight" fmla="*/ 85680 w 76680"/>
                <a:gd name="textAreaTop" fmla="*/ 0 h 2850480"/>
                <a:gd name="textAreaBottom" fmla="*/ 2859480 h 2850480"/>
              </a:gdLst>
              <a:ahLst/>
              <a:rect l="textAreaLeft" t="textAreaTop" r="textAreaRight" b="textAreaBottom"/>
              <a:pathLst>
                <a:path w="24" h="782">
                  <a:moveTo>
                    <a:pt x="12" y="782"/>
                  </a:moveTo>
                  <a:cubicBezTo>
                    <a:pt x="5" y="782"/>
                    <a:pt x="0" y="776"/>
                    <a:pt x="0" y="77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18" y="0"/>
                    <a:pt x="24" y="6"/>
                    <a:pt x="24" y="12"/>
                  </a:cubicBezTo>
                  <a:cubicBezTo>
                    <a:pt x="24" y="770"/>
                    <a:pt x="24" y="770"/>
                    <a:pt x="24" y="770"/>
                  </a:cubicBezTo>
                  <a:cubicBezTo>
                    <a:pt x="24" y="776"/>
                    <a:pt x="18" y="782"/>
                    <a:pt x="12" y="782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60" name="Group 14"/>
          <p:cNvGrpSpPr/>
          <p:nvPr/>
        </p:nvGrpSpPr>
        <p:grpSpPr>
          <a:xfrm>
            <a:off x="8447040" y="955800"/>
            <a:ext cx="77760" cy="4578840"/>
            <a:chOff x="8447040" y="955800"/>
            <a:chExt cx="77760" cy="4578840"/>
          </a:xfrm>
        </p:grpSpPr>
        <p:sp>
          <p:nvSpPr>
            <p:cNvPr id="961" name="Freeform 13"/>
            <p:cNvSpPr/>
            <p:nvPr/>
          </p:nvSpPr>
          <p:spPr>
            <a:xfrm>
              <a:off x="8447040" y="955800"/>
              <a:ext cx="77760" cy="4414680"/>
            </a:xfrm>
            <a:custGeom>
              <a:avLst/>
              <a:gdLst>
                <a:gd name="textAreaLeft" fmla="*/ 0 w 77760"/>
                <a:gd name="textAreaRight" fmla="*/ 86760 w 77760"/>
                <a:gd name="textAreaTop" fmla="*/ 0 h 4414680"/>
                <a:gd name="textAreaBottom" fmla="*/ 4423680 h 4414680"/>
              </a:gdLst>
              <a:ahLst/>
              <a:rect l="textAreaLeft" t="textAreaTop" r="textAreaRight" b="textAreaBottom"/>
              <a:pathLst>
                <a:path w="24" h="334">
                  <a:moveTo>
                    <a:pt x="12" y="334"/>
                  </a:moveTo>
                  <a:cubicBezTo>
                    <a:pt x="6" y="334"/>
                    <a:pt x="0" y="329"/>
                    <a:pt x="0" y="32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322"/>
                    <a:pt x="24" y="322"/>
                    <a:pt x="24" y="322"/>
                  </a:cubicBezTo>
                  <a:cubicBezTo>
                    <a:pt x="24" y="329"/>
                    <a:pt x="19" y="334"/>
                    <a:pt x="12" y="33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r="13200000" dist="50800">
                <a:schemeClr val="tx1">
                  <a:alpha val="50000"/>
                </a:schemeClr>
              </a:inn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62" name="Freeform 19"/>
            <p:cNvSpPr/>
            <p:nvPr/>
          </p:nvSpPr>
          <p:spPr>
            <a:xfrm>
              <a:off x="8447040" y="2304720"/>
              <a:ext cx="77760" cy="3229920"/>
            </a:xfrm>
            <a:custGeom>
              <a:avLst/>
              <a:gdLst>
                <a:gd name="textAreaLeft" fmla="*/ 0 w 77760"/>
                <a:gd name="textAreaRight" fmla="*/ 86760 w 77760"/>
                <a:gd name="textAreaTop" fmla="*/ 0 h 3229920"/>
                <a:gd name="textAreaBottom" fmla="*/ 3238920 h 3229920"/>
              </a:gdLst>
              <a:ahLst/>
              <a:rect l="textAreaLeft" t="textAreaTop" r="textAreaRight" b="textAreaBottom"/>
              <a:pathLst>
                <a:path w="24" h="894">
                  <a:moveTo>
                    <a:pt x="12" y="894"/>
                  </a:moveTo>
                  <a:cubicBezTo>
                    <a:pt x="6" y="894"/>
                    <a:pt x="0" y="888"/>
                    <a:pt x="0" y="88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6" y="0"/>
                    <a:pt x="12" y="0"/>
                  </a:cubicBezTo>
                  <a:cubicBezTo>
                    <a:pt x="19" y="0"/>
                    <a:pt x="24" y="6"/>
                    <a:pt x="24" y="12"/>
                  </a:cubicBezTo>
                  <a:cubicBezTo>
                    <a:pt x="24" y="882"/>
                    <a:pt x="24" y="882"/>
                    <a:pt x="24" y="882"/>
                  </a:cubicBezTo>
                  <a:cubicBezTo>
                    <a:pt x="24" y="888"/>
                    <a:pt x="19" y="894"/>
                    <a:pt x="12" y="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63" name="Group 17"/>
          <p:cNvGrpSpPr/>
          <p:nvPr/>
        </p:nvGrpSpPr>
        <p:grpSpPr>
          <a:xfrm>
            <a:off x="9474120" y="955800"/>
            <a:ext cx="83160" cy="4578480"/>
            <a:chOff x="9474120" y="955800"/>
            <a:chExt cx="83160" cy="4578480"/>
          </a:xfrm>
        </p:grpSpPr>
        <p:sp>
          <p:nvSpPr>
            <p:cNvPr id="964" name="Freeform 14"/>
            <p:cNvSpPr/>
            <p:nvPr/>
          </p:nvSpPr>
          <p:spPr>
            <a:xfrm>
              <a:off x="9474120" y="955800"/>
              <a:ext cx="83160" cy="4335840"/>
            </a:xfrm>
            <a:custGeom>
              <a:avLst/>
              <a:gdLst>
                <a:gd name="textAreaLeft" fmla="*/ 0 w 83160"/>
                <a:gd name="textAreaRight" fmla="*/ 92160 w 83160"/>
                <a:gd name="textAreaTop" fmla="*/ 0 h 4335840"/>
                <a:gd name="textAreaBottom" fmla="*/ 4344840 h 4335840"/>
              </a:gdLst>
              <a:ahLst/>
              <a:rect l="textAreaLeft" t="textAreaTop" r="textAreaRight" b="textAreaBottom"/>
              <a:pathLst>
                <a:path w="24" h="825">
                  <a:moveTo>
                    <a:pt x="12" y="825"/>
                  </a:moveTo>
                  <a:cubicBezTo>
                    <a:pt x="5" y="825"/>
                    <a:pt x="0" y="820"/>
                    <a:pt x="0" y="8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813"/>
                    <a:pt x="24" y="813"/>
                    <a:pt x="24" y="813"/>
                  </a:cubicBezTo>
                  <a:cubicBezTo>
                    <a:pt x="24" y="820"/>
                    <a:pt x="19" y="825"/>
                    <a:pt x="12" y="825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r="13200000" dist="50800">
                <a:schemeClr val="tx1">
                  <a:alpha val="50000"/>
                </a:schemeClr>
              </a:inn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65" name="Freeform 20"/>
            <p:cNvSpPr/>
            <p:nvPr/>
          </p:nvSpPr>
          <p:spPr>
            <a:xfrm>
              <a:off x="9474120" y="4072320"/>
              <a:ext cx="83160" cy="1461960"/>
            </a:xfrm>
            <a:custGeom>
              <a:avLst/>
              <a:gdLst>
                <a:gd name="textAreaLeft" fmla="*/ 0 w 83160"/>
                <a:gd name="textAreaRight" fmla="*/ 92160 w 83160"/>
                <a:gd name="textAreaTop" fmla="*/ 0 h 1461960"/>
                <a:gd name="textAreaBottom" fmla="*/ 1470960 h 1461960"/>
              </a:gdLst>
              <a:ahLst/>
              <a:rect l="textAreaLeft" t="textAreaTop" r="textAreaRight" b="textAreaBottom"/>
              <a:pathLst>
                <a:path w="24" h="403">
                  <a:moveTo>
                    <a:pt x="12" y="403"/>
                  </a:moveTo>
                  <a:cubicBezTo>
                    <a:pt x="5" y="403"/>
                    <a:pt x="0" y="397"/>
                    <a:pt x="0" y="39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6"/>
                    <a:pt x="24" y="12"/>
                  </a:cubicBezTo>
                  <a:cubicBezTo>
                    <a:pt x="24" y="391"/>
                    <a:pt x="24" y="391"/>
                    <a:pt x="24" y="391"/>
                  </a:cubicBezTo>
                  <a:cubicBezTo>
                    <a:pt x="24" y="397"/>
                    <a:pt x="19" y="403"/>
                    <a:pt x="12" y="403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66" name="Group 20"/>
          <p:cNvGrpSpPr/>
          <p:nvPr/>
        </p:nvGrpSpPr>
        <p:grpSpPr>
          <a:xfrm>
            <a:off x="10503000" y="955800"/>
            <a:ext cx="81360" cy="4578840"/>
            <a:chOff x="10503000" y="955800"/>
            <a:chExt cx="81360" cy="4578840"/>
          </a:xfrm>
        </p:grpSpPr>
        <p:sp>
          <p:nvSpPr>
            <p:cNvPr id="967" name="Freeform 15"/>
            <p:cNvSpPr/>
            <p:nvPr/>
          </p:nvSpPr>
          <p:spPr>
            <a:xfrm>
              <a:off x="10503000" y="955800"/>
              <a:ext cx="81360" cy="4454640"/>
            </a:xfrm>
            <a:custGeom>
              <a:avLst/>
              <a:gdLst>
                <a:gd name="textAreaLeft" fmla="*/ 0 w 81360"/>
                <a:gd name="textAreaRight" fmla="*/ 90360 w 81360"/>
                <a:gd name="textAreaTop" fmla="*/ 0 h 4454640"/>
                <a:gd name="textAreaBottom" fmla="*/ 4463640 h 4454640"/>
              </a:gdLst>
              <a:ahLst/>
              <a:rect l="textAreaLeft" t="textAreaTop" r="textAreaRight" b="textAreaBottom"/>
              <a:pathLst>
                <a:path w="24" h="616">
                  <a:moveTo>
                    <a:pt x="12" y="616"/>
                  </a:moveTo>
                  <a:cubicBezTo>
                    <a:pt x="5" y="616"/>
                    <a:pt x="0" y="610"/>
                    <a:pt x="0" y="60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604"/>
                    <a:pt x="24" y="604"/>
                    <a:pt x="24" y="604"/>
                  </a:cubicBezTo>
                  <a:cubicBezTo>
                    <a:pt x="24" y="610"/>
                    <a:pt x="18" y="616"/>
                    <a:pt x="12" y="616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r="13200000" dist="50800">
                <a:schemeClr val="tx1">
                  <a:alpha val="50000"/>
                </a:schemeClr>
              </a:inn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68" name="Freeform 21"/>
            <p:cNvSpPr/>
            <p:nvPr/>
          </p:nvSpPr>
          <p:spPr>
            <a:xfrm>
              <a:off x="10503000" y="3309840"/>
              <a:ext cx="81360" cy="2224800"/>
            </a:xfrm>
            <a:custGeom>
              <a:avLst/>
              <a:gdLst>
                <a:gd name="textAreaLeft" fmla="*/ 0 w 81360"/>
                <a:gd name="textAreaRight" fmla="*/ 90360 w 81360"/>
                <a:gd name="textAreaTop" fmla="*/ 0 h 2224800"/>
                <a:gd name="textAreaBottom" fmla="*/ 2233800 h 2224800"/>
              </a:gdLst>
              <a:ahLst/>
              <a:rect l="textAreaLeft" t="textAreaTop" r="textAreaRight" b="textAreaBottom"/>
              <a:pathLst>
                <a:path w="24" h="612">
                  <a:moveTo>
                    <a:pt x="12" y="612"/>
                  </a:moveTo>
                  <a:cubicBezTo>
                    <a:pt x="5" y="612"/>
                    <a:pt x="0" y="606"/>
                    <a:pt x="0" y="60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600"/>
                    <a:pt x="24" y="600"/>
                    <a:pt x="24" y="600"/>
                  </a:cubicBezTo>
                  <a:cubicBezTo>
                    <a:pt x="24" y="606"/>
                    <a:pt x="18" y="612"/>
                    <a:pt x="12" y="612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sp>
        <p:nvSpPr>
          <p:cNvPr id="969" name="Rectangle 22"/>
          <p:cNvSpPr/>
          <p:nvPr/>
        </p:nvSpPr>
        <p:spPr>
          <a:xfrm>
            <a:off x="5205240" y="5878440"/>
            <a:ext cx="4323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1700" spc="-1" strike="noStrike">
                <a:solidFill>
                  <a:schemeClr val="accent1"/>
                </a:solidFill>
                <a:latin typeface="Open Sans Semibold"/>
              </a:rPr>
              <a:t>68%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0" name="Rectangle 23"/>
          <p:cNvSpPr/>
          <p:nvPr/>
        </p:nvSpPr>
        <p:spPr>
          <a:xfrm>
            <a:off x="6232320" y="5878440"/>
            <a:ext cx="4323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1700" spc="-1" strike="noStrike">
                <a:solidFill>
                  <a:schemeClr val="accent1"/>
                </a:solidFill>
                <a:latin typeface="Open Sans Semibold"/>
              </a:rPr>
              <a:t>30%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Rectangle 24"/>
          <p:cNvSpPr/>
          <p:nvPr/>
        </p:nvSpPr>
        <p:spPr>
          <a:xfrm>
            <a:off x="7256160" y="5878440"/>
            <a:ext cx="4323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1700" spc="-1" strike="noStrike">
                <a:solidFill>
                  <a:schemeClr val="accent1"/>
                </a:solidFill>
                <a:latin typeface="Open Sans Semibold"/>
              </a:rPr>
              <a:t>65%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Rectangle 25"/>
          <p:cNvSpPr/>
          <p:nvPr/>
        </p:nvSpPr>
        <p:spPr>
          <a:xfrm>
            <a:off x="8285040" y="5878440"/>
            <a:ext cx="4323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1700" spc="-1" strike="noStrike">
                <a:solidFill>
                  <a:schemeClr val="accent1"/>
                </a:solidFill>
                <a:latin typeface="Open Sans Semibold"/>
              </a:rPr>
              <a:t>70%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Rectangle 26"/>
          <p:cNvSpPr/>
          <p:nvPr/>
        </p:nvSpPr>
        <p:spPr>
          <a:xfrm>
            <a:off x="9308880" y="5878440"/>
            <a:ext cx="4323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1700" spc="-1" strike="noStrike">
                <a:solidFill>
                  <a:schemeClr val="accent1"/>
                </a:solidFill>
                <a:latin typeface="Open Sans Semibold"/>
              </a:rPr>
              <a:t>25%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Rectangle 27"/>
          <p:cNvSpPr/>
          <p:nvPr/>
        </p:nvSpPr>
        <p:spPr>
          <a:xfrm>
            <a:off x="10335960" y="5878440"/>
            <a:ext cx="4323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1700" spc="-1" strike="noStrike">
                <a:solidFill>
                  <a:schemeClr val="accent1"/>
                </a:solidFill>
                <a:latin typeface="Open Sans Semibold"/>
              </a:rPr>
              <a:t>35%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Oval 29"/>
          <p:cNvSpPr/>
          <p:nvPr/>
        </p:nvSpPr>
        <p:spPr>
          <a:xfrm>
            <a:off x="5168520" y="3993120"/>
            <a:ext cx="470160" cy="47016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76" name="Oval 30"/>
          <p:cNvSpPr/>
          <p:nvPr/>
        </p:nvSpPr>
        <p:spPr>
          <a:xfrm>
            <a:off x="6189480" y="3402720"/>
            <a:ext cx="470160" cy="47016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77" name="Oval 31"/>
          <p:cNvSpPr/>
          <p:nvPr/>
        </p:nvSpPr>
        <p:spPr>
          <a:xfrm>
            <a:off x="7231680" y="2304720"/>
            <a:ext cx="470160" cy="47016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78" name="Oval 32"/>
          <p:cNvSpPr/>
          <p:nvPr/>
        </p:nvSpPr>
        <p:spPr>
          <a:xfrm>
            <a:off x="8253720" y="1885680"/>
            <a:ext cx="470160" cy="47016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79" name="Oval 33"/>
          <p:cNvSpPr/>
          <p:nvPr/>
        </p:nvSpPr>
        <p:spPr>
          <a:xfrm>
            <a:off x="9279000" y="3753360"/>
            <a:ext cx="470160" cy="47016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80" name="Oval 34"/>
          <p:cNvSpPr/>
          <p:nvPr/>
        </p:nvSpPr>
        <p:spPr>
          <a:xfrm>
            <a:off x="10297800" y="2969640"/>
            <a:ext cx="470160" cy="47016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81" name="object 384"/>
          <p:cNvSpPr/>
          <p:nvPr/>
        </p:nvSpPr>
        <p:spPr>
          <a:xfrm flipV="1">
            <a:off x="356760" y="670968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2" name="object 4"/>
          <p:cNvSpPr/>
          <p:nvPr/>
        </p:nvSpPr>
        <p:spPr>
          <a:xfrm>
            <a:off x="10477800" y="663120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3" name="object 384"/>
          <p:cNvSpPr/>
          <p:nvPr/>
        </p:nvSpPr>
        <p:spPr>
          <a:xfrm flipV="1" rot="10800000">
            <a:off x="6105240" y="671868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4" name="object 386"/>
          <p:cNvSpPr/>
          <p:nvPr/>
        </p:nvSpPr>
        <p:spPr>
          <a:xfrm>
            <a:off x="5927400" y="651744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5" name="Freeform 44"/>
          <p:cNvSpPr/>
          <p:nvPr/>
        </p:nvSpPr>
        <p:spPr>
          <a:xfrm>
            <a:off x="-2063880" y="-1115280"/>
            <a:ext cx="7420680" cy="3798360"/>
          </a:xfrm>
          <a:custGeom>
            <a:avLst/>
            <a:gdLst>
              <a:gd name="textAreaLeft" fmla="*/ 0 w 7420680"/>
              <a:gd name="textAreaRight" fmla="*/ 7429680 w 7420680"/>
              <a:gd name="textAreaTop" fmla="*/ 0 h 3798360"/>
              <a:gd name="textAreaBottom" fmla="*/ 3807360 h 379836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986" name="Group 40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987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88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989" name="Rectangle 45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99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6132515E-2AF9-4EA0-84B3-85E3D73A553C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2" name="Freeform 13"/>
          <p:cNvSpPr/>
          <p:nvPr/>
        </p:nvSpPr>
        <p:spPr>
          <a:xfrm rot="370200">
            <a:off x="-1920240" y="-90504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93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4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5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6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97" name="Group 9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998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99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00" name="Rectangle 14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004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A5D4324A-D202-4504-B725-21EEA8AC0BCD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5" name="Freeform 13"/>
          <p:cNvSpPr/>
          <p:nvPr/>
        </p:nvSpPr>
        <p:spPr>
          <a:xfrm rot="370200">
            <a:off x="-1920240" y="-90504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06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7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8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9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10" name="Group 9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1011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12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13" name="Rectangle 14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01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8207877E-9A7B-4E2F-B65F-2E3FB840B5CE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8" name="Freeform 13"/>
          <p:cNvSpPr/>
          <p:nvPr/>
        </p:nvSpPr>
        <p:spPr>
          <a:xfrm rot="370200">
            <a:off x="-1920240" y="-90504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19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0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1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2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23" name="Group 9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1024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25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26" name="Rectangle 14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03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C91F0CF7-8AB7-488A-BEEB-114C065E8460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1" name="Freeform 13"/>
          <p:cNvSpPr/>
          <p:nvPr/>
        </p:nvSpPr>
        <p:spPr>
          <a:xfrm rot="370200">
            <a:off x="-1920240" y="-90504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32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3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4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5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36" name="Group 9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1037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38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39" name="Rectangle 14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043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2AFCE281-7CF4-4051-9B1F-506C936EEA51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4" name="Freeform 13"/>
          <p:cNvSpPr/>
          <p:nvPr/>
        </p:nvSpPr>
        <p:spPr>
          <a:xfrm rot="370200">
            <a:off x="-1920240" y="-90504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45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6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7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49" name="Group 9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1050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51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52" name="Rectangle 14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056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B37DE5B9-5348-409A-ACA6-C8956F308D2D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7" name="Freeform 13"/>
          <p:cNvSpPr/>
          <p:nvPr/>
        </p:nvSpPr>
        <p:spPr>
          <a:xfrm rot="370200">
            <a:off x="-1920240" y="-90504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58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9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0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1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62" name="Group 9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1063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64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65" name="Rectangle 14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06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C81470CF-F258-4E4B-ACAB-4A14D920BB12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0" name="Freeform 13"/>
          <p:cNvSpPr/>
          <p:nvPr/>
        </p:nvSpPr>
        <p:spPr>
          <a:xfrm rot="370200">
            <a:off x="-1920240" y="-90504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71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2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3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4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75" name="Group 9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1076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77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78" name="Rectangle 14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0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2440" cy="1006560"/>
          </a:xfrm>
          <a:prstGeom prst="rect">
            <a:avLst/>
          </a:prstGeom>
          <a:ln w="0">
            <a:noFill/>
          </a:ln>
        </p:spPr>
      </p:pic>
      <p:sp>
        <p:nvSpPr>
          <p:cNvPr id="10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PlaceHolder 3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0724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4" name="PlaceHolder 4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564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96339A3-3ECC-4E2A-B6FE-2133E1D2AD2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5" name="PlaceHolder 5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564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3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08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042BBBB2-7F32-45EB-B0D1-7FC515432455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0" name="Freeform 13"/>
          <p:cNvSpPr/>
          <p:nvPr/>
        </p:nvSpPr>
        <p:spPr>
          <a:xfrm rot="370200">
            <a:off x="-1920240" y="-90504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91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2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3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4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95" name="Group 9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1096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97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98" name="Rectangle 14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Oval 6"/>
          <p:cNvSpPr/>
          <p:nvPr/>
        </p:nvSpPr>
        <p:spPr>
          <a:xfrm>
            <a:off x="11513880" y="273600"/>
            <a:ext cx="340200" cy="338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10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7E12D324-AE47-45A4-9260-98FC45F7AC35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1" name="Freeform 13"/>
          <p:cNvSpPr/>
          <p:nvPr/>
        </p:nvSpPr>
        <p:spPr>
          <a:xfrm rot="370200">
            <a:off x="-1920240" y="-905040"/>
            <a:ext cx="12065040" cy="5603400"/>
          </a:xfrm>
          <a:custGeom>
            <a:avLst/>
            <a:gdLst>
              <a:gd name="textAreaLeft" fmla="*/ 0 w 12065040"/>
              <a:gd name="textAreaRight" fmla="*/ 12074040 w 12065040"/>
              <a:gd name="textAreaTop" fmla="*/ 0 h 5603400"/>
              <a:gd name="textAreaBottom" fmla="*/ 5612400 h 56034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102" name="object 384"/>
          <p:cNvSpPr/>
          <p:nvPr/>
        </p:nvSpPr>
        <p:spPr>
          <a:xfrm flipV="1">
            <a:off x="356760" y="6699600"/>
            <a:ext cx="5703120" cy="36720"/>
          </a:xfrm>
          <a:custGeom>
            <a:avLst/>
            <a:gdLst>
              <a:gd name="textAreaLeft" fmla="*/ 0 w 5703120"/>
              <a:gd name="textAreaRight" fmla="*/ 5712120 w 570312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3" name="object 4"/>
          <p:cNvSpPr/>
          <p:nvPr/>
        </p:nvSpPr>
        <p:spPr>
          <a:xfrm>
            <a:off x="10477800" y="6621120"/>
            <a:ext cx="1384920" cy="165240"/>
          </a:xfrm>
          <a:custGeom>
            <a:avLst/>
            <a:gdLst>
              <a:gd name="textAreaLeft" fmla="*/ 0 w 1384920"/>
              <a:gd name="textAreaRight" fmla="*/ 1393920 w 1384920"/>
              <a:gd name="textAreaTop" fmla="*/ 0 h 165240"/>
              <a:gd name="textAreaBottom" fmla="*/ 174240 h 16524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4" name="object 384"/>
          <p:cNvSpPr/>
          <p:nvPr/>
        </p:nvSpPr>
        <p:spPr>
          <a:xfrm flipV="1" rot="10800000">
            <a:off x="6105240" y="6708600"/>
            <a:ext cx="4309200" cy="36720"/>
          </a:xfrm>
          <a:custGeom>
            <a:avLst/>
            <a:gdLst>
              <a:gd name="textAreaLeft" fmla="*/ 0 w 4309200"/>
              <a:gd name="textAreaRight" fmla="*/ 4318200 w 4309200"/>
              <a:gd name="textAreaTop" fmla="*/ 4680 h 36720"/>
              <a:gd name="textAreaBottom" fmla="*/ 50400 h 3672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5" name="object 386"/>
          <p:cNvSpPr/>
          <p:nvPr/>
        </p:nvSpPr>
        <p:spPr>
          <a:xfrm>
            <a:off x="5927400" y="6507720"/>
            <a:ext cx="327960" cy="312840"/>
          </a:xfrm>
          <a:custGeom>
            <a:avLst/>
            <a:gdLst>
              <a:gd name="textAreaLeft" fmla="*/ 0 w 327960"/>
              <a:gd name="textAreaRight" fmla="*/ 336960 w 327960"/>
              <a:gd name="textAreaTop" fmla="*/ 0 h 312840"/>
              <a:gd name="textAreaBottom" fmla="*/ 321840 h 31284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106" name="Group 9"/>
          <p:cNvGrpSpPr/>
          <p:nvPr/>
        </p:nvGrpSpPr>
        <p:grpSpPr>
          <a:xfrm>
            <a:off x="556200" y="565200"/>
            <a:ext cx="1470600" cy="46800"/>
            <a:chOff x="556200" y="565200"/>
            <a:chExt cx="1470600" cy="46800"/>
          </a:xfrm>
        </p:grpSpPr>
        <p:sp>
          <p:nvSpPr>
            <p:cNvPr id="1107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108" name="Freeform 7"/>
            <p:cNvSpPr/>
            <p:nvPr/>
          </p:nvSpPr>
          <p:spPr>
            <a:xfrm flipV="1" rot="16200000">
              <a:off x="1267920" y="-146520"/>
              <a:ext cx="46800" cy="1470600"/>
            </a:xfrm>
            <a:custGeom>
              <a:avLst/>
              <a:gdLst>
                <a:gd name="textAreaLeft" fmla="*/ 0 w 46800"/>
                <a:gd name="textAreaRight" fmla="*/ 55800 w 46800"/>
                <a:gd name="textAreaTop" fmla="*/ -4680 h 1470600"/>
                <a:gd name="textAreaBottom" fmla="*/ 1474920 h 147060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54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109" name="Rectangle 14"/>
          <p:cNvSpPr/>
          <p:nvPr/>
        </p:nvSpPr>
        <p:spPr>
          <a:xfrm>
            <a:off x="11441880" y="168480"/>
            <a:ext cx="508320" cy="53244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3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8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TextBox 1"/>
          <p:cNvSpPr/>
          <p:nvPr/>
        </p:nvSpPr>
        <p:spPr>
          <a:xfrm>
            <a:off x="5482080" y="6479640"/>
            <a:ext cx="90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versiyon 3.2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7" name="Text Placeholder 10"/>
          <p:cNvSpPr/>
          <p:nvPr/>
        </p:nvSpPr>
        <p:spPr>
          <a:xfrm>
            <a:off x="228600" y="4454640"/>
            <a:ext cx="11959200" cy="12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7777"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tr-TR" sz="3200" spc="-1" strike="noStrike">
                <a:solidFill>
                  <a:srgbClr val="ebecf0"/>
                </a:solidFill>
                <a:latin typeface="Arial Black"/>
              </a:rPr>
              <a:t>AI for Software Engineers Course 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tr-TR" sz="2000" spc="-1" strike="noStrike">
                <a:solidFill>
                  <a:schemeClr val="lt1"/>
                </a:solidFill>
                <a:latin typeface="Arial Black"/>
              </a:rPr>
              <a:t>Core AI + Machine Learning Foundations (Engineer-Oriented)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tr-TR" sz="3200" spc="-1" strike="noStrike">
                <a:solidFill>
                  <a:srgbClr val="ebecf0"/>
                </a:solidFill>
                <a:latin typeface="Arial Black"/>
              </a:rPr>
              <a:t>Mehmet PEKMEZCİ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Breakthrough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9" name="Text 13"/>
          <p:cNvSpPr/>
          <p:nvPr/>
        </p:nvSpPr>
        <p:spPr>
          <a:xfrm>
            <a:off x="457200" y="831600"/>
            <a:ext cx="11424240" cy="547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0" name="Text 1"/>
          <p:cNvSpPr/>
          <p:nvPr/>
        </p:nvSpPr>
        <p:spPr>
          <a:xfrm>
            <a:off x="456480" y="831600"/>
            <a:ext cx="11424240" cy="547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 </a:t>
            </a:r>
            <a:r>
              <a:rPr b="1" i="1" lang="en-US" sz="2800" spc="-1" strike="noStrike">
                <a:solidFill>
                  <a:srgbClr val="ffffff"/>
                </a:solidFill>
                <a:latin typeface="arial"/>
                <a:ea typeface="Calibri"/>
              </a:rPr>
              <a:t>AlexNET - 2012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914400">
              <a:lnSpc>
                <a:spcPct val="100000"/>
              </a:lnSpc>
              <a:spcBef>
                <a:spcPts val="3600"/>
              </a:spcBef>
              <a:buClr>
                <a:srgbClr val="ffffff"/>
              </a:buClr>
              <a:buSzPct val="45000"/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Alex Krizhevsky, Ilya Sutskever and Geoffrey Hinton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914400">
              <a:lnSpc>
                <a:spcPct val="100000"/>
              </a:lnSpc>
              <a:spcBef>
                <a:spcPts val="3600"/>
              </a:spcBef>
              <a:buClr>
                <a:srgbClr val="ffffff"/>
              </a:buClr>
              <a:buSzPct val="45000"/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8 Layer CNN Architecture with 60M parameters,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914400">
              <a:lnSpc>
                <a:spcPct val="100000"/>
              </a:lnSpc>
              <a:spcBef>
                <a:spcPts val="3600"/>
              </a:spcBef>
              <a:buClr>
                <a:srgbClr val="ffffff"/>
              </a:buClr>
              <a:buSzPct val="45000"/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Used GPU to calculate the results faster.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914400">
              <a:lnSpc>
                <a:spcPct val="100000"/>
              </a:lnSpc>
              <a:spcBef>
                <a:spcPts val="3600"/>
              </a:spcBef>
              <a:buClr>
                <a:srgbClr val="ffffff"/>
              </a:buClr>
              <a:buSzPct val="45000"/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1800" spc="-1" strike="noStrike">
                <a:solidFill>
                  <a:srgbClr val="ffffff"/>
                </a:solidFill>
                <a:latin typeface="arial"/>
                <a:ea typeface="Calibri"/>
              </a:rPr>
              <a:t>More than 10.8% above the runner-up in ImageNet Large Scale Visual Recognition Challenge (ILSVRC)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Text 18"/>
          <p:cNvSpPr/>
          <p:nvPr/>
        </p:nvSpPr>
        <p:spPr>
          <a:xfrm>
            <a:off x="457200" y="831600"/>
            <a:ext cx="11424240" cy="547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AutoNum type="arabicPeriod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AI landscape for engineers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AutoNum type="arabicPeriod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How ML systems actually work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AutoNum type="arabicPeriod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Core ML types (practical framing) 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AutoNum type="arabicPeriod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Neural networks intuition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AutoNum type="arabicPeriod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Hands-on (important for engineers)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2" name="PlaceHolder 9"/>
          <p:cNvSpPr/>
          <p:nvPr/>
        </p:nvSpPr>
        <p:spPr>
          <a:xfrm>
            <a:off x="255600" y="228960"/>
            <a:ext cx="1162692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7777"/>
          </a:bodyPr>
          <a:p>
            <a:pPr defTabSz="914400"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Core AI + Machine Learning Foundations (Engineer-Oriented)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1 - AI Landscape for Engineers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4" name="Text 3"/>
          <p:cNvSpPr/>
          <p:nvPr/>
        </p:nvSpPr>
        <p:spPr>
          <a:xfrm>
            <a:off x="457200" y="831600"/>
            <a:ext cx="11424240" cy="547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AutoNum type="arabicPeriod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AI vs ML vs Deep Learning vs Generative AI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AutoNum type="arabicPeriod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Where classical software ends and ML systems begin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AutoNum type="arabicPeriod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Why ML is “data + optimization + models”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1.1 - AI vs ML vs Deep Learning vs Generative AI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6" name="Text 7"/>
          <p:cNvSpPr/>
          <p:nvPr/>
        </p:nvSpPr>
        <p:spPr>
          <a:xfrm>
            <a:off x="457200" y="831600"/>
            <a:ext cx="11424240" cy="547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3600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7" name=""/>
          <p:cNvSpPr/>
          <p:nvPr/>
        </p:nvSpPr>
        <p:spPr>
          <a:xfrm>
            <a:off x="91440" y="685800"/>
            <a:ext cx="5848560" cy="2739600"/>
          </a:xfrm>
          <a:prstGeom prst="rect">
            <a:avLst/>
          </a:prstGeom>
          <a:solidFill>
            <a:srgbClr val="99999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"/>
          <p:cNvSpPr/>
          <p:nvPr/>
        </p:nvSpPr>
        <p:spPr>
          <a:xfrm>
            <a:off x="6211440" y="685800"/>
            <a:ext cx="5848560" cy="2739600"/>
          </a:xfrm>
          <a:prstGeom prst="rect">
            <a:avLst/>
          </a:prstGeom>
          <a:solidFill>
            <a:srgbClr val="99999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"/>
          <p:cNvSpPr/>
          <p:nvPr/>
        </p:nvSpPr>
        <p:spPr>
          <a:xfrm>
            <a:off x="91440" y="3565800"/>
            <a:ext cx="5848560" cy="2739600"/>
          </a:xfrm>
          <a:prstGeom prst="rect">
            <a:avLst/>
          </a:prstGeom>
          <a:solidFill>
            <a:srgbClr val="99999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0" name=""/>
          <p:cNvSpPr/>
          <p:nvPr/>
        </p:nvSpPr>
        <p:spPr>
          <a:xfrm>
            <a:off x="6211440" y="3565800"/>
            <a:ext cx="5848560" cy="2739600"/>
          </a:xfrm>
          <a:prstGeom prst="rect">
            <a:avLst/>
          </a:prstGeom>
          <a:solidFill>
            <a:srgbClr val="99999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"/>
          <p:cNvSpPr/>
          <p:nvPr/>
        </p:nvSpPr>
        <p:spPr>
          <a:xfrm>
            <a:off x="91440" y="685800"/>
            <a:ext cx="81936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</a:rPr>
              <a:t>AI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2" name=""/>
          <p:cNvSpPr/>
          <p:nvPr/>
        </p:nvSpPr>
        <p:spPr>
          <a:xfrm>
            <a:off x="1828800" y="1371600"/>
            <a:ext cx="1825200" cy="1139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Rule Based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 Training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Prolog/Lisp/CV/MFCC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"/>
          <p:cNvSpPr/>
          <p:nvPr/>
        </p:nvSpPr>
        <p:spPr>
          <a:xfrm>
            <a:off x="722880" y="194292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4" name=""/>
          <p:cNvSpPr/>
          <p:nvPr/>
        </p:nvSpPr>
        <p:spPr>
          <a:xfrm>
            <a:off x="4127040" y="194292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5" name=""/>
          <p:cNvSpPr/>
          <p:nvPr/>
        </p:nvSpPr>
        <p:spPr>
          <a:xfrm>
            <a:off x="265680" y="1629000"/>
            <a:ext cx="1139400" cy="6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Input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6" name=""/>
          <p:cNvSpPr/>
          <p:nvPr/>
        </p:nvSpPr>
        <p:spPr>
          <a:xfrm>
            <a:off x="1600200" y="914400"/>
            <a:ext cx="2511360" cy="22827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MODEL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Code : Rule Based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No Training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Prolog/Lisp/CV/MFCC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Coded Human Experience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Directly Explainable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"/>
          <p:cNvSpPr/>
          <p:nvPr/>
        </p:nvSpPr>
        <p:spPr>
          <a:xfrm>
            <a:off x="723240" y="194292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8" name=""/>
          <p:cNvSpPr/>
          <p:nvPr/>
        </p:nvSpPr>
        <p:spPr>
          <a:xfrm>
            <a:off x="4127400" y="194292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9" name=""/>
          <p:cNvSpPr/>
          <p:nvPr/>
        </p:nvSpPr>
        <p:spPr>
          <a:xfrm>
            <a:off x="4198680" y="1629000"/>
            <a:ext cx="1139400" cy="6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Output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0" name=""/>
          <p:cNvSpPr/>
          <p:nvPr/>
        </p:nvSpPr>
        <p:spPr>
          <a:xfrm>
            <a:off x="6211440" y="685800"/>
            <a:ext cx="81936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</a:rPr>
              <a:t>ML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1" name=""/>
          <p:cNvSpPr/>
          <p:nvPr/>
        </p:nvSpPr>
        <p:spPr>
          <a:xfrm>
            <a:off x="7949160" y="1371600"/>
            <a:ext cx="1825200" cy="1139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Rule Based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 Training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Prolog/Lisp/CV/MFCC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"/>
          <p:cNvSpPr/>
          <p:nvPr/>
        </p:nvSpPr>
        <p:spPr>
          <a:xfrm>
            <a:off x="6843240" y="194292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3" name=""/>
          <p:cNvSpPr/>
          <p:nvPr/>
        </p:nvSpPr>
        <p:spPr>
          <a:xfrm>
            <a:off x="10247400" y="194292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4" name=""/>
          <p:cNvSpPr/>
          <p:nvPr/>
        </p:nvSpPr>
        <p:spPr>
          <a:xfrm>
            <a:off x="6386040" y="1629000"/>
            <a:ext cx="1139400" cy="6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Input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5" name=""/>
          <p:cNvSpPr/>
          <p:nvPr/>
        </p:nvSpPr>
        <p:spPr>
          <a:xfrm>
            <a:off x="7720560" y="914400"/>
            <a:ext cx="2511360" cy="22827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MODEL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Code : Parameter Based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Train Model Parameters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Python / SkLearn / ...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Human Experience + Data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Easy to Explain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"/>
          <p:cNvSpPr/>
          <p:nvPr/>
        </p:nvSpPr>
        <p:spPr>
          <a:xfrm>
            <a:off x="6843600" y="194292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7" name=""/>
          <p:cNvSpPr/>
          <p:nvPr/>
        </p:nvSpPr>
        <p:spPr>
          <a:xfrm>
            <a:off x="10247760" y="194292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8" name=""/>
          <p:cNvSpPr/>
          <p:nvPr/>
        </p:nvSpPr>
        <p:spPr>
          <a:xfrm>
            <a:off x="10319040" y="1629000"/>
            <a:ext cx="1139400" cy="6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Output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9" name=""/>
          <p:cNvSpPr/>
          <p:nvPr/>
        </p:nvSpPr>
        <p:spPr>
          <a:xfrm>
            <a:off x="91440" y="3565800"/>
            <a:ext cx="5848560" cy="2739600"/>
          </a:xfrm>
          <a:prstGeom prst="rect">
            <a:avLst/>
          </a:prstGeom>
          <a:solidFill>
            <a:srgbClr val="99999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"/>
          <p:cNvSpPr/>
          <p:nvPr/>
        </p:nvSpPr>
        <p:spPr>
          <a:xfrm>
            <a:off x="91440" y="3565800"/>
            <a:ext cx="81936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</a:rPr>
              <a:t>DL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1" name=""/>
          <p:cNvSpPr/>
          <p:nvPr/>
        </p:nvSpPr>
        <p:spPr>
          <a:xfrm>
            <a:off x="1828800" y="4251600"/>
            <a:ext cx="1825200" cy="1139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Rule Based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 Training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Prolog/Lisp/CV/MFCC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"/>
          <p:cNvSpPr/>
          <p:nvPr/>
        </p:nvSpPr>
        <p:spPr>
          <a:xfrm>
            <a:off x="722880" y="482292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3" name=""/>
          <p:cNvSpPr/>
          <p:nvPr/>
        </p:nvSpPr>
        <p:spPr>
          <a:xfrm>
            <a:off x="4127040" y="482292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4" name=""/>
          <p:cNvSpPr/>
          <p:nvPr/>
        </p:nvSpPr>
        <p:spPr>
          <a:xfrm>
            <a:off x="265680" y="4509000"/>
            <a:ext cx="1139400" cy="6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Input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5" name=""/>
          <p:cNvSpPr/>
          <p:nvPr/>
        </p:nvSpPr>
        <p:spPr>
          <a:xfrm>
            <a:off x="1600200" y="3794400"/>
            <a:ext cx="2511360" cy="22827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MODEL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Code : No Code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Train Model Parameters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Python / Torch / TensorFlow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Full Data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Hard to Explain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"/>
          <p:cNvSpPr/>
          <p:nvPr/>
        </p:nvSpPr>
        <p:spPr>
          <a:xfrm>
            <a:off x="723240" y="482292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7" name=""/>
          <p:cNvSpPr/>
          <p:nvPr/>
        </p:nvSpPr>
        <p:spPr>
          <a:xfrm>
            <a:off x="4127400" y="482292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8" name=""/>
          <p:cNvSpPr/>
          <p:nvPr/>
        </p:nvSpPr>
        <p:spPr>
          <a:xfrm>
            <a:off x="4198680" y="4509000"/>
            <a:ext cx="1139400" cy="6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Output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9" name=""/>
          <p:cNvSpPr/>
          <p:nvPr/>
        </p:nvSpPr>
        <p:spPr>
          <a:xfrm>
            <a:off x="6211440" y="3565800"/>
            <a:ext cx="5848560" cy="2739600"/>
          </a:xfrm>
          <a:prstGeom prst="rect">
            <a:avLst/>
          </a:prstGeom>
          <a:solidFill>
            <a:srgbClr val="99999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"/>
          <p:cNvSpPr/>
          <p:nvPr/>
        </p:nvSpPr>
        <p:spPr>
          <a:xfrm>
            <a:off x="6211440" y="3565800"/>
            <a:ext cx="5848560" cy="2739600"/>
          </a:xfrm>
          <a:prstGeom prst="rect">
            <a:avLst/>
          </a:prstGeom>
          <a:solidFill>
            <a:srgbClr val="99999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"/>
          <p:cNvSpPr/>
          <p:nvPr/>
        </p:nvSpPr>
        <p:spPr>
          <a:xfrm>
            <a:off x="6211440" y="3565800"/>
            <a:ext cx="110052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</a:rPr>
              <a:t>GEN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2" name=""/>
          <p:cNvSpPr/>
          <p:nvPr/>
        </p:nvSpPr>
        <p:spPr>
          <a:xfrm>
            <a:off x="7948800" y="4251600"/>
            <a:ext cx="1825200" cy="1139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Rule Based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 Training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Prolog/Lisp/CV/MFCC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"/>
          <p:cNvSpPr/>
          <p:nvPr/>
        </p:nvSpPr>
        <p:spPr>
          <a:xfrm>
            <a:off x="6842880" y="482292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4" name=""/>
          <p:cNvSpPr/>
          <p:nvPr/>
        </p:nvSpPr>
        <p:spPr>
          <a:xfrm>
            <a:off x="10247040" y="482292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5" name=""/>
          <p:cNvSpPr/>
          <p:nvPr/>
        </p:nvSpPr>
        <p:spPr>
          <a:xfrm>
            <a:off x="6385680" y="4509000"/>
            <a:ext cx="1139400" cy="6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Input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6" name=""/>
          <p:cNvSpPr/>
          <p:nvPr/>
        </p:nvSpPr>
        <p:spPr>
          <a:xfrm>
            <a:off x="7720200" y="3794400"/>
            <a:ext cx="2511360" cy="228276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MODEL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Code : No Code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Train Model Parameters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Python / Torch / TensorFlow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Full Data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51"/>
              </a:spcBef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Very Hard to Explain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"/>
          <p:cNvSpPr/>
          <p:nvPr/>
        </p:nvSpPr>
        <p:spPr>
          <a:xfrm>
            <a:off x="6843240" y="482292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8" name=""/>
          <p:cNvSpPr/>
          <p:nvPr/>
        </p:nvSpPr>
        <p:spPr>
          <a:xfrm>
            <a:off x="10247400" y="482292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9" name=""/>
          <p:cNvSpPr/>
          <p:nvPr/>
        </p:nvSpPr>
        <p:spPr>
          <a:xfrm>
            <a:off x="10318680" y="4509000"/>
            <a:ext cx="1139400" cy="6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Output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0" name=""/>
          <p:cNvSpPr/>
          <p:nvPr/>
        </p:nvSpPr>
        <p:spPr>
          <a:xfrm>
            <a:off x="6843240" y="5302080"/>
            <a:ext cx="9144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1" name=""/>
          <p:cNvSpPr/>
          <p:nvPr/>
        </p:nvSpPr>
        <p:spPr>
          <a:xfrm>
            <a:off x="6385680" y="5229000"/>
            <a:ext cx="1139400" cy="6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Random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Numbers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1.1 - AI vs ML vs Deep Learning vs Generative AI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3" name="Text 12"/>
          <p:cNvSpPr/>
          <p:nvPr/>
        </p:nvSpPr>
        <p:spPr>
          <a:xfrm>
            <a:off x="457200" y="831600"/>
            <a:ext cx="11424240" cy="547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4" name=""/>
          <p:cNvSpPr/>
          <p:nvPr/>
        </p:nvSpPr>
        <p:spPr>
          <a:xfrm>
            <a:off x="228600" y="1143000"/>
            <a:ext cx="11649240" cy="5248440"/>
          </a:xfrm>
          <a:prstGeom prst="rect">
            <a:avLst/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"/>
          <p:cNvSpPr/>
          <p:nvPr/>
        </p:nvSpPr>
        <p:spPr>
          <a:xfrm>
            <a:off x="4343400" y="1143000"/>
            <a:ext cx="387684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ARTIFICIAL INTELLIGENCE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6" name=""/>
          <p:cNvSpPr/>
          <p:nvPr/>
        </p:nvSpPr>
        <p:spPr>
          <a:xfrm>
            <a:off x="457200" y="1828800"/>
            <a:ext cx="8682840" cy="448200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"/>
          <p:cNvSpPr/>
          <p:nvPr/>
        </p:nvSpPr>
        <p:spPr>
          <a:xfrm>
            <a:off x="905760" y="1854360"/>
            <a:ext cx="319104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MACHINE LEARNING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8" name=""/>
          <p:cNvSpPr/>
          <p:nvPr/>
        </p:nvSpPr>
        <p:spPr>
          <a:xfrm>
            <a:off x="685800" y="2514600"/>
            <a:ext cx="5253840" cy="365364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"/>
          <p:cNvSpPr/>
          <p:nvPr/>
        </p:nvSpPr>
        <p:spPr>
          <a:xfrm>
            <a:off x="1834200" y="2520000"/>
            <a:ext cx="319104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NEURAL NETWORKS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0" name=""/>
          <p:cNvSpPr/>
          <p:nvPr/>
        </p:nvSpPr>
        <p:spPr>
          <a:xfrm>
            <a:off x="787320" y="2977200"/>
            <a:ext cx="2409120" cy="44784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1" name=""/>
          <p:cNvSpPr/>
          <p:nvPr/>
        </p:nvSpPr>
        <p:spPr>
          <a:xfrm>
            <a:off x="787320" y="2977200"/>
            <a:ext cx="24091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Fully Connected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2" name=""/>
          <p:cNvSpPr/>
          <p:nvPr/>
        </p:nvSpPr>
        <p:spPr>
          <a:xfrm>
            <a:off x="796680" y="4572000"/>
            <a:ext cx="5025240" cy="136764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3" name=""/>
          <p:cNvSpPr/>
          <p:nvPr/>
        </p:nvSpPr>
        <p:spPr>
          <a:xfrm>
            <a:off x="6221160" y="2514600"/>
            <a:ext cx="2643840" cy="39348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"/>
          <p:cNvSpPr/>
          <p:nvPr/>
        </p:nvSpPr>
        <p:spPr>
          <a:xfrm>
            <a:off x="6172200" y="2514600"/>
            <a:ext cx="264348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SVM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5" name=""/>
          <p:cNvSpPr/>
          <p:nvPr/>
        </p:nvSpPr>
        <p:spPr>
          <a:xfrm>
            <a:off x="6221880" y="3009960"/>
            <a:ext cx="2643840" cy="39348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"/>
          <p:cNvSpPr/>
          <p:nvPr/>
        </p:nvSpPr>
        <p:spPr>
          <a:xfrm>
            <a:off x="6172920" y="3009960"/>
            <a:ext cx="264348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DECISION TREE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7" name=""/>
          <p:cNvSpPr/>
          <p:nvPr/>
        </p:nvSpPr>
        <p:spPr>
          <a:xfrm>
            <a:off x="6222600" y="3522240"/>
            <a:ext cx="2643840" cy="39348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"/>
          <p:cNvSpPr/>
          <p:nvPr/>
        </p:nvSpPr>
        <p:spPr>
          <a:xfrm>
            <a:off x="6173640" y="3522240"/>
            <a:ext cx="264348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KNN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9" name=""/>
          <p:cNvSpPr/>
          <p:nvPr/>
        </p:nvSpPr>
        <p:spPr>
          <a:xfrm>
            <a:off x="6223320" y="4029840"/>
            <a:ext cx="2643480" cy="39348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"/>
          <p:cNvSpPr/>
          <p:nvPr/>
        </p:nvSpPr>
        <p:spPr>
          <a:xfrm>
            <a:off x="6174000" y="4029840"/>
            <a:ext cx="264348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PCA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1" name=""/>
          <p:cNvSpPr/>
          <p:nvPr/>
        </p:nvSpPr>
        <p:spPr>
          <a:xfrm>
            <a:off x="6223680" y="4537440"/>
            <a:ext cx="2643840" cy="39348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2" name=""/>
          <p:cNvSpPr/>
          <p:nvPr/>
        </p:nvSpPr>
        <p:spPr>
          <a:xfrm>
            <a:off x="6174360" y="4537440"/>
            <a:ext cx="264384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RANDOM FOREST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3" name=""/>
          <p:cNvSpPr/>
          <p:nvPr/>
        </p:nvSpPr>
        <p:spPr>
          <a:xfrm>
            <a:off x="6224400" y="5045040"/>
            <a:ext cx="2643480" cy="39348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"/>
          <p:cNvSpPr/>
          <p:nvPr/>
        </p:nvSpPr>
        <p:spPr>
          <a:xfrm>
            <a:off x="6175080" y="5045040"/>
            <a:ext cx="264384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CLUSTERING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5" name=""/>
          <p:cNvSpPr/>
          <p:nvPr/>
        </p:nvSpPr>
        <p:spPr>
          <a:xfrm>
            <a:off x="6225120" y="5518800"/>
            <a:ext cx="2643480" cy="39348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"/>
          <p:cNvSpPr/>
          <p:nvPr/>
        </p:nvSpPr>
        <p:spPr>
          <a:xfrm>
            <a:off x="6225120" y="5518800"/>
            <a:ext cx="264348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Reinforcement L.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7" name=""/>
          <p:cNvSpPr/>
          <p:nvPr/>
        </p:nvSpPr>
        <p:spPr>
          <a:xfrm>
            <a:off x="9416880" y="2514600"/>
            <a:ext cx="2381040" cy="39348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"/>
          <p:cNvSpPr/>
          <p:nvPr/>
        </p:nvSpPr>
        <p:spPr>
          <a:xfrm>
            <a:off x="9372600" y="2514600"/>
            <a:ext cx="2381040" cy="39348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Comp. Vision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" name=""/>
          <p:cNvSpPr/>
          <p:nvPr/>
        </p:nvSpPr>
        <p:spPr>
          <a:xfrm>
            <a:off x="9417600" y="3009960"/>
            <a:ext cx="2381040" cy="39348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"/>
          <p:cNvSpPr/>
          <p:nvPr/>
        </p:nvSpPr>
        <p:spPr>
          <a:xfrm>
            <a:off x="9373320" y="3009960"/>
            <a:ext cx="2381040" cy="39348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Automation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"/>
          <p:cNvSpPr/>
          <p:nvPr/>
        </p:nvSpPr>
        <p:spPr>
          <a:xfrm>
            <a:off x="9417960" y="3522240"/>
            <a:ext cx="2381400" cy="39348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" name=""/>
          <p:cNvSpPr/>
          <p:nvPr/>
        </p:nvSpPr>
        <p:spPr>
          <a:xfrm>
            <a:off x="9373680" y="3522240"/>
            <a:ext cx="2381040" cy="39348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Robotics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"/>
          <p:cNvSpPr/>
          <p:nvPr/>
        </p:nvSpPr>
        <p:spPr>
          <a:xfrm>
            <a:off x="9418680" y="4029840"/>
            <a:ext cx="2380680" cy="39348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"/>
          <p:cNvSpPr/>
          <p:nvPr/>
        </p:nvSpPr>
        <p:spPr>
          <a:xfrm>
            <a:off x="9374400" y="4029840"/>
            <a:ext cx="2380680" cy="39348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NLP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5" name=""/>
          <p:cNvSpPr/>
          <p:nvPr/>
        </p:nvSpPr>
        <p:spPr>
          <a:xfrm>
            <a:off x="9419400" y="4537440"/>
            <a:ext cx="2380680" cy="39348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" name=""/>
          <p:cNvSpPr/>
          <p:nvPr/>
        </p:nvSpPr>
        <p:spPr>
          <a:xfrm>
            <a:off x="9374760" y="4537440"/>
            <a:ext cx="2381040" cy="39348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...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"/>
          <p:cNvSpPr/>
          <p:nvPr/>
        </p:nvSpPr>
        <p:spPr>
          <a:xfrm>
            <a:off x="6225480" y="2003400"/>
            <a:ext cx="2643480" cy="39348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8" name=""/>
          <p:cNvSpPr/>
          <p:nvPr/>
        </p:nvSpPr>
        <p:spPr>
          <a:xfrm>
            <a:off x="6172200" y="2007360"/>
            <a:ext cx="264348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REGRESSION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9" name=""/>
          <p:cNvSpPr/>
          <p:nvPr/>
        </p:nvSpPr>
        <p:spPr>
          <a:xfrm>
            <a:off x="9417600" y="1983600"/>
            <a:ext cx="2381040" cy="39348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"/>
          <p:cNvSpPr/>
          <p:nvPr/>
        </p:nvSpPr>
        <p:spPr>
          <a:xfrm>
            <a:off x="9373320" y="1983600"/>
            <a:ext cx="2381040" cy="393480"/>
          </a:xfrm>
          <a:prstGeom prst="rect">
            <a:avLst/>
          </a:pr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Prolog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"/>
          <p:cNvSpPr/>
          <p:nvPr/>
        </p:nvSpPr>
        <p:spPr>
          <a:xfrm>
            <a:off x="787320" y="3518640"/>
            <a:ext cx="811440" cy="44784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2" name=""/>
          <p:cNvSpPr/>
          <p:nvPr/>
        </p:nvSpPr>
        <p:spPr>
          <a:xfrm>
            <a:off x="787320" y="3518640"/>
            <a:ext cx="81144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CNN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3" name=""/>
          <p:cNvSpPr/>
          <p:nvPr/>
        </p:nvSpPr>
        <p:spPr>
          <a:xfrm>
            <a:off x="3288240" y="2977200"/>
            <a:ext cx="1032120" cy="44784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4" name=""/>
          <p:cNvSpPr/>
          <p:nvPr/>
        </p:nvSpPr>
        <p:spPr>
          <a:xfrm>
            <a:off x="3288240" y="2977200"/>
            <a:ext cx="10375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RNN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5" name=""/>
          <p:cNvSpPr/>
          <p:nvPr/>
        </p:nvSpPr>
        <p:spPr>
          <a:xfrm>
            <a:off x="4417560" y="2977200"/>
            <a:ext cx="1037520" cy="44784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6" name=""/>
          <p:cNvSpPr/>
          <p:nvPr/>
        </p:nvSpPr>
        <p:spPr>
          <a:xfrm>
            <a:off x="4417560" y="2977200"/>
            <a:ext cx="10375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LSTM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7" name=""/>
          <p:cNvSpPr/>
          <p:nvPr/>
        </p:nvSpPr>
        <p:spPr>
          <a:xfrm>
            <a:off x="1690920" y="3518640"/>
            <a:ext cx="824040" cy="44784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8" name=""/>
          <p:cNvSpPr/>
          <p:nvPr/>
        </p:nvSpPr>
        <p:spPr>
          <a:xfrm>
            <a:off x="1690920" y="3518640"/>
            <a:ext cx="82404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GAN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9" name=""/>
          <p:cNvSpPr/>
          <p:nvPr/>
        </p:nvSpPr>
        <p:spPr>
          <a:xfrm>
            <a:off x="2658600" y="3518640"/>
            <a:ext cx="826560" cy="44784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0" name=""/>
          <p:cNvSpPr/>
          <p:nvPr/>
        </p:nvSpPr>
        <p:spPr>
          <a:xfrm>
            <a:off x="2658600" y="3518640"/>
            <a:ext cx="82656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DBN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1" name=""/>
          <p:cNvSpPr/>
          <p:nvPr/>
        </p:nvSpPr>
        <p:spPr>
          <a:xfrm>
            <a:off x="3562200" y="3518640"/>
            <a:ext cx="777960" cy="44784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2" name=""/>
          <p:cNvSpPr/>
          <p:nvPr/>
        </p:nvSpPr>
        <p:spPr>
          <a:xfrm>
            <a:off x="3468600" y="3518640"/>
            <a:ext cx="83916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VAE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3" name=""/>
          <p:cNvSpPr/>
          <p:nvPr/>
        </p:nvSpPr>
        <p:spPr>
          <a:xfrm>
            <a:off x="787320" y="4019760"/>
            <a:ext cx="1037520" cy="44784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4" name=""/>
          <p:cNvSpPr/>
          <p:nvPr/>
        </p:nvSpPr>
        <p:spPr>
          <a:xfrm>
            <a:off x="787320" y="4019760"/>
            <a:ext cx="10375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RBM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5" name=""/>
          <p:cNvSpPr/>
          <p:nvPr/>
        </p:nvSpPr>
        <p:spPr>
          <a:xfrm>
            <a:off x="1907640" y="4019760"/>
            <a:ext cx="1037520" cy="44784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6" name=""/>
          <p:cNvSpPr/>
          <p:nvPr/>
        </p:nvSpPr>
        <p:spPr>
          <a:xfrm>
            <a:off x="1907640" y="4019760"/>
            <a:ext cx="10375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GNN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7" name=""/>
          <p:cNvSpPr/>
          <p:nvPr/>
        </p:nvSpPr>
        <p:spPr>
          <a:xfrm>
            <a:off x="3038040" y="4019760"/>
            <a:ext cx="1037520" cy="44784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8" name=""/>
          <p:cNvSpPr/>
          <p:nvPr/>
        </p:nvSpPr>
        <p:spPr>
          <a:xfrm>
            <a:off x="3038040" y="4019760"/>
            <a:ext cx="10375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PINN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9" name=""/>
          <p:cNvSpPr/>
          <p:nvPr/>
        </p:nvSpPr>
        <p:spPr>
          <a:xfrm>
            <a:off x="4188600" y="4019760"/>
            <a:ext cx="1522440" cy="44784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0" name=""/>
          <p:cNvSpPr/>
          <p:nvPr/>
        </p:nvSpPr>
        <p:spPr>
          <a:xfrm>
            <a:off x="4178520" y="4019760"/>
            <a:ext cx="15325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Diffusion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1" name=""/>
          <p:cNvSpPr/>
          <p:nvPr/>
        </p:nvSpPr>
        <p:spPr>
          <a:xfrm>
            <a:off x="1834200" y="4559040"/>
            <a:ext cx="319104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TRANSFORMERS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2" name=""/>
          <p:cNvSpPr/>
          <p:nvPr/>
        </p:nvSpPr>
        <p:spPr>
          <a:xfrm>
            <a:off x="2971800" y="4964040"/>
            <a:ext cx="2739240" cy="90504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GPT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</a:rPr>
              <a:t>DEC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3" name=""/>
          <p:cNvSpPr/>
          <p:nvPr/>
        </p:nvSpPr>
        <p:spPr>
          <a:xfrm>
            <a:off x="3657600" y="5089680"/>
            <a:ext cx="2003040" cy="621360"/>
          </a:xfrm>
          <a:prstGeom prst="roundRect">
            <a:avLst>
              <a:gd name="adj" fmla="val 16667"/>
            </a:avLst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LLM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4" name=""/>
          <p:cNvSpPr/>
          <p:nvPr/>
        </p:nvSpPr>
        <p:spPr>
          <a:xfrm>
            <a:off x="1946520" y="4968720"/>
            <a:ext cx="910440" cy="910440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BART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</a:rPr>
              <a:t>ENC-DEC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5" name=""/>
          <p:cNvSpPr/>
          <p:nvPr/>
        </p:nvSpPr>
        <p:spPr>
          <a:xfrm>
            <a:off x="6225120" y="5518800"/>
            <a:ext cx="264348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Reinforcement L.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6" name=""/>
          <p:cNvSpPr/>
          <p:nvPr/>
        </p:nvSpPr>
        <p:spPr>
          <a:xfrm>
            <a:off x="6222600" y="5994000"/>
            <a:ext cx="1824840" cy="22464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……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"/>
          <p:cNvSpPr/>
          <p:nvPr/>
        </p:nvSpPr>
        <p:spPr>
          <a:xfrm>
            <a:off x="4323240" y="5197320"/>
            <a:ext cx="1159200" cy="44784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</a:rPr>
              <a:t>AGENTIC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8" name=""/>
          <p:cNvSpPr/>
          <p:nvPr/>
        </p:nvSpPr>
        <p:spPr>
          <a:xfrm>
            <a:off x="927360" y="4969080"/>
            <a:ext cx="910440" cy="910440"/>
          </a:xfrm>
          <a:prstGeom prst="roundRect">
            <a:avLst>
              <a:gd name="adj" fmla="val 0"/>
            </a:avLst>
          </a:prstGeom>
          <a:solidFill>
            <a:srgbClr val="333333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BERT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</a:rPr>
              <a:t>ENC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9" name=""/>
          <p:cNvSpPr/>
          <p:nvPr/>
        </p:nvSpPr>
        <p:spPr>
          <a:xfrm>
            <a:off x="4469760" y="3519000"/>
            <a:ext cx="777960" cy="44784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0" name=""/>
          <p:cNvSpPr/>
          <p:nvPr/>
        </p:nvSpPr>
        <p:spPr>
          <a:xfrm>
            <a:off x="4376160" y="3519000"/>
            <a:ext cx="83916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KAN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1.2 - Where classical software ends and ML systems begin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2" name="PlaceHolder 5"/>
          <p:cNvSpPr/>
          <p:nvPr/>
        </p:nvSpPr>
        <p:spPr>
          <a:xfrm>
            <a:off x="304920" y="685800"/>
            <a:ext cx="11885760" cy="58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417"/>
              </a:spcBef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Noto Sans CJK SC"/>
              </a:rPr>
              <a:t>Example : Fibonacci Numbers :  a</a:t>
            </a:r>
            <a:r>
              <a:rPr b="0" lang="en-US" sz="2800" spc="-1" strike="noStrike" baseline="-8000">
                <a:solidFill>
                  <a:srgbClr val="ffffff"/>
                </a:solidFill>
                <a:latin typeface="Calibri"/>
                <a:ea typeface="Noto Sans CJK SC"/>
              </a:rPr>
              <a:t>n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Noto Sans CJK SC"/>
              </a:rPr>
              <a:t>=a</a:t>
            </a:r>
            <a:r>
              <a:rPr b="0" lang="en-US" sz="2800" spc="-1" strike="noStrike" baseline="-8000">
                <a:solidFill>
                  <a:srgbClr val="ffffff"/>
                </a:solidFill>
                <a:latin typeface="Calibri"/>
                <a:ea typeface="Noto Sans CJK SC"/>
              </a:rPr>
              <a:t>n-1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Noto Sans CJK SC"/>
              </a:rPr>
              <a:t>+a</a:t>
            </a:r>
            <a:r>
              <a:rPr b="0" lang="en-US" sz="2800" spc="-1" strike="noStrike" baseline="-8000">
                <a:solidFill>
                  <a:srgbClr val="ffffff"/>
                </a:solidFill>
                <a:latin typeface="Calibri"/>
                <a:ea typeface="Noto Sans CJK SC"/>
              </a:rPr>
              <a:t>n-2         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Noto Sans CJK SC"/>
              </a:rPr>
              <a:t>a</a:t>
            </a:r>
            <a:r>
              <a:rPr b="0" lang="en-US" sz="2800" spc="-1" strike="noStrike" baseline="-8000">
                <a:solidFill>
                  <a:srgbClr val="ffffff"/>
                </a:solidFill>
                <a:latin typeface="Calibri"/>
                <a:ea typeface="Noto Sans CJK SC"/>
              </a:rPr>
              <a:t>100000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Noto Sans CJK SC"/>
              </a:rPr>
              <a:t>=?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417"/>
              </a:spcBef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Noto Sans CJK SC"/>
              </a:rPr>
              <a:t>Math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Noto Sans CJK SC"/>
              </a:rPr>
              <a:t> : Binet’s Formula (Generating Functions) </a:t>
            </a: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Noto Sans CJK SC"/>
              </a:rPr>
              <a:t>(De Moivre 1730)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Noto Sans CJK SC"/>
              </a:rPr>
              <a:t>Algorithm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Noto Sans CJK SC"/>
              </a:rPr>
              <a:t> : </a:t>
            </a: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Noto Sans CJK SC"/>
              </a:rPr>
              <a:t> 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Noto Sans CJK SC"/>
              </a:rPr>
              <a:t>Machine Learning :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Noto Sans CJK SC"/>
              </a:rPr>
              <a:t>   Generate 1000 data points , train model using these data, try to guess  a</a:t>
            </a:r>
            <a:r>
              <a:rPr b="0" lang="en-US" sz="2800" spc="-1" strike="noStrike" baseline="-8000">
                <a:solidFill>
                  <a:srgbClr val="ffffff"/>
                </a:solidFill>
                <a:latin typeface="Calibri"/>
                <a:ea typeface="Noto Sans CJK SC"/>
              </a:rPr>
              <a:t>100000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Noto Sans CJK SC"/>
              </a:rPr>
              <a:t>  (test the model).   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43" name="" descr=""/>
          <p:cNvPicPr/>
          <p:nvPr/>
        </p:nvPicPr>
        <p:blipFill>
          <a:blip r:embed="rId1"/>
          <a:stretch/>
        </p:blipFill>
        <p:spPr>
          <a:xfrm>
            <a:off x="5865840" y="1735560"/>
            <a:ext cx="2133720" cy="865800"/>
          </a:xfrm>
          <a:prstGeom prst="rect">
            <a:avLst/>
          </a:prstGeom>
          <a:ln w="0">
            <a:noFill/>
          </a:ln>
        </p:spPr>
      </p:pic>
      <p:pic>
        <p:nvPicPr>
          <p:cNvPr id="1244" name="" descr=""/>
          <p:cNvPicPr/>
          <p:nvPr/>
        </p:nvPicPr>
        <p:blipFill>
          <a:blip r:embed="rId2"/>
          <a:stretch/>
        </p:blipFill>
        <p:spPr>
          <a:xfrm>
            <a:off x="1590840" y="1706040"/>
            <a:ext cx="3208320" cy="897480"/>
          </a:xfrm>
          <a:prstGeom prst="rect">
            <a:avLst/>
          </a:prstGeom>
          <a:ln w="0">
            <a:noFill/>
          </a:ln>
        </p:spPr>
      </p:pic>
      <p:grpSp>
        <p:nvGrpSpPr>
          <p:cNvPr id="1245" name=""/>
          <p:cNvGrpSpPr/>
          <p:nvPr/>
        </p:nvGrpSpPr>
        <p:grpSpPr>
          <a:xfrm>
            <a:off x="2286000" y="2906640"/>
            <a:ext cx="2770920" cy="1892520"/>
            <a:chOff x="2286000" y="2906640"/>
            <a:chExt cx="2770920" cy="1892520"/>
          </a:xfrm>
        </p:grpSpPr>
        <p:sp>
          <p:nvSpPr>
            <p:cNvPr id="1246" name=""/>
            <p:cNvSpPr/>
            <p:nvPr/>
          </p:nvSpPr>
          <p:spPr>
            <a:xfrm>
              <a:off x="2286000" y="2906640"/>
              <a:ext cx="2770920" cy="1892520"/>
            </a:xfrm>
            <a:prstGeom prst="rect">
              <a:avLst/>
            </a:prstGeom>
            <a:noFill/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6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F_n=0 ; F_n_1=2; F_n_2=1</a:t>
              </a:r>
              <a:endParaRPr b="0" lang="en-US" sz="1600" spc="-1" strike="noStrike">
                <a:solidFill>
                  <a:srgbClr val="ffffff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6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n=5</a:t>
              </a:r>
              <a:endParaRPr b="0" lang="en-US" sz="1600" spc="-1" strike="noStrike">
                <a:solidFill>
                  <a:srgbClr val="ffffff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6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for  in range(n):</a:t>
              </a:r>
              <a:endParaRPr b="0" lang="en-US" sz="1600" spc="-1" strike="noStrike">
                <a:solidFill>
                  <a:srgbClr val="ffffff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6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  </a:t>
              </a:r>
              <a:r>
                <a:rPr b="0" lang="en-US" sz="16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F_n =  F_n_1 + F_n_2</a:t>
              </a:r>
              <a:endParaRPr b="0" lang="en-US" sz="1600" spc="-1" strike="noStrike">
                <a:solidFill>
                  <a:srgbClr val="ffffff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6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  </a:t>
              </a:r>
              <a:r>
                <a:rPr b="0" lang="en-US" sz="16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F_n_2=F_n_1</a:t>
              </a:r>
              <a:endParaRPr b="0" lang="en-US" sz="1600" spc="-1" strike="noStrike">
                <a:solidFill>
                  <a:srgbClr val="ffffff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6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  </a:t>
              </a:r>
              <a:r>
                <a:rPr b="0" lang="en-US" sz="16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F_n_1=F_n</a:t>
              </a:r>
              <a:endParaRPr b="0" lang="en-US" sz="1600" spc="-1" strike="noStrike">
                <a:solidFill>
                  <a:srgbClr val="ffffff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6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print(F_n)</a:t>
              </a:r>
              <a:endParaRPr b="0" lang="en-US" sz="16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7" name=""/>
            <p:cNvSpPr/>
            <p:nvPr/>
          </p:nvSpPr>
          <p:spPr>
            <a:xfrm>
              <a:off x="4377600" y="4286520"/>
              <a:ext cx="679320" cy="51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1" lang="en-US" sz="1800" spc="-1" strike="noStrike">
                  <a:solidFill>
                    <a:srgbClr val="c9211e"/>
                  </a:solidFill>
                  <a:latin typeface="Arial"/>
                  <a:ea typeface="DejaVu Sans"/>
                </a:rPr>
                <a:t>O(n)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1.2 - Where classical software ends and ML systems begin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49" name="" descr=""/>
          <p:cNvPicPr/>
          <p:nvPr/>
        </p:nvPicPr>
        <p:blipFill>
          <a:blip r:embed="rId1"/>
          <a:stretch/>
        </p:blipFill>
        <p:spPr>
          <a:xfrm>
            <a:off x="779040" y="680760"/>
            <a:ext cx="10631160" cy="5797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1.2 - Where classical software ends and ML systems begin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1" name=""/>
          <p:cNvSpPr/>
          <p:nvPr/>
        </p:nvSpPr>
        <p:spPr>
          <a:xfrm>
            <a:off x="457200" y="1143000"/>
            <a:ext cx="11427480" cy="228348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Solving problems with Classical Software 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Analyze the problem mathematically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Read previous works and try to generalize the previous solutions to cover your problem.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Test your solution on various input/output data of the problem.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Analytical proof exists BUT can not be easily generalized !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2" name=""/>
          <p:cNvSpPr/>
          <p:nvPr/>
        </p:nvSpPr>
        <p:spPr>
          <a:xfrm>
            <a:off x="457200" y="3663000"/>
            <a:ext cx="11427480" cy="228348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Solving problems with ML/DL 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Collect real data for the problem.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Choose the ML/DL Architecture to use. ( SVM, CNN, Transformer, …. 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Train, Validate and Test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Good generalization BUT no analytical proof and DEPENDS ON THE DATA QUALITY !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1.3 – Why ML is “data + optimization + models”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4" name=""/>
          <p:cNvSpPr/>
          <p:nvPr/>
        </p:nvSpPr>
        <p:spPr>
          <a:xfrm>
            <a:off x="142200" y="1661040"/>
            <a:ext cx="2741760" cy="36561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Provides examples for learning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Contains patterns and relationships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%90 of ML Project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Example: Images, text, audio, sensor readings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5" name=""/>
          <p:cNvSpPr/>
          <p:nvPr/>
        </p:nvSpPr>
        <p:spPr>
          <a:xfrm>
            <a:off x="4658400" y="1661040"/>
            <a:ext cx="2970360" cy="29703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MODEL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 mathematical function with adjustable parameters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Learns to represent patterns in the data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Example: Linear regression, neural networks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6" name=""/>
          <p:cNvSpPr/>
          <p:nvPr/>
        </p:nvSpPr>
        <p:spPr>
          <a:xfrm>
            <a:off x="9001800" y="1661040"/>
            <a:ext cx="2970360" cy="29703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OPTIMIZATION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Adjusts the model parameters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Reduces prediction errors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Example: Gradient Descent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" name=""/>
          <p:cNvSpPr/>
          <p:nvPr/>
        </p:nvSpPr>
        <p:spPr>
          <a:xfrm>
            <a:off x="7675200" y="3265200"/>
            <a:ext cx="18273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Adjust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Parameters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(Weights)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8" name=""/>
          <p:cNvSpPr/>
          <p:nvPr/>
        </p:nvSpPr>
        <p:spPr>
          <a:xfrm>
            <a:off x="7629840" y="1829160"/>
            <a:ext cx="20559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Loss Value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( Predicted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- Real)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9" name=""/>
          <p:cNvSpPr/>
          <p:nvPr/>
        </p:nvSpPr>
        <p:spPr>
          <a:xfrm>
            <a:off x="2971800" y="1661040"/>
            <a:ext cx="182772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Input and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Corresponding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Outputs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0" name=""/>
          <p:cNvSpPr/>
          <p:nvPr/>
        </p:nvSpPr>
        <p:spPr>
          <a:xfrm>
            <a:off x="2885040" y="2971800"/>
            <a:ext cx="1773360" cy="360"/>
          </a:xfrm>
          <a:prstGeom prst="line">
            <a:avLst/>
          </a:prstGeom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1" name=""/>
          <p:cNvSpPr/>
          <p:nvPr/>
        </p:nvSpPr>
        <p:spPr>
          <a:xfrm>
            <a:off x="7629840" y="3886200"/>
            <a:ext cx="1371960" cy="360"/>
          </a:xfrm>
          <a:prstGeom prst="line">
            <a:avLst/>
          </a:prstGeom>
          <a:ln w="0">
            <a:solidFill>
              <a:srgbClr val="ffffff"/>
            </a:solidFill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2" name=""/>
          <p:cNvSpPr/>
          <p:nvPr/>
        </p:nvSpPr>
        <p:spPr>
          <a:xfrm>
            <a:off x="7630200" y="2806200"/>
            <a:ext cx="1371960" cy="360"/>
          </a:xfrm>
          <a:prstGeom prst="line">
            <a:avLst/>
          </a:prstGeom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1.3 – Why ML is “data + optimization + models”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4" name=""/>
          <p:cNvSpPr/>
          <p:nvPr/>
        </p:nvSpPr>
        <p:spPr>
          <a:xfrm>
            <a:off x="685800" y="2286000"/>
            <a:ext cx="7542720" cy="27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Data provides training examples.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The model makes predictions.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The loss measures prediction error.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Optimization updates the model parameters.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The process repeats until the error is minimized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5" name=""/>
          <p:cNvSpPr/>
          <p:nvPr/>
        </p:nvSpPr>
        <p:spPr>
          <a:xfrm>
            <a:off x="325800" y="914400"/>
            <a:ext cx="22849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"/>
          <p:cNvSpPr/>
          <p:nvPr/>
        </p:nvSpPr>
        <p:spPr>
          <a:xfrm>
            <a:off x="3205800" y="914400"/>
            <a:ext cx="22849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MODEL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PREDICTS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"/>
          <p:cNvSpPr/>
          <p:nvPr/>
        </p:nvSpPr>
        <p:spPr>
          <a:xfrm>
            <a:off x="6085800" y="914400"/>
            <a:ext cx="22849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COMPARE WITH TRUTH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"/>
          <p:cNvSpPr/>
          <p:nvPr/>
        </p:nvSpPr>
        <p:spPr>
          <a:xfrm>
            <a:off x="8965800" y="914400"/>
            <a:ext cx="22849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COMPUTE THE LOSS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"/>
          <p:cNvSpPr/>
          <p:nvPr/>
        </p:nvSpPr>
        <p:spPr>
          <a:xfrm>
            <a:off x="2611800" y="1198800"/>
            <a:ext cx="588600" cy="360"/>
          </a:xfrm>
          <a:prstGeom prst="line">
            <a:avLst/>
          </a:prstGeom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0" name=""/>
          <p:cNvSpPr/>
          <p:nvPr/>
        </p:nvSpPr>
        <p:spPr>
          <a:xfrm>
            <a:off x="5491800" y="1198800"/>
            <a:ext cx="588600" cy="360"/>
          </a:xfrm>
          <a:prstGeom prst="line">
            <a:avLst/>
          </a:prstGeom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1" name=""/>
          <p:cNvSpPr/>
          <p:nvPr/>
        </p:nvSpPr>
        <p:spPr>
          <a:xfrm>
            <a:off x="8371800" y="1198800"/>
            <a:ext cx="588600" cy="360"/>
          </a:xfrm>
          <a:prstGeom prst="line">
            <a:avLst/>
          </a:prstGeom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2" name=""/>
          <p:cNvSpPr/>
          <p:nvPr/>
        </p:nvSpPr>
        <p:spPr>
          <a:xfrm>
            <a:off x="8965800" y="2235600"/>
            <a:ext cx="2284920" cy="10735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OPTIMIZATION UPDATES THE MODEL PARAMETERS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3" name=""/>
          <p:cNvSpPr/>
          <p:nvPr/>
        </p:nvSpPr>
        <p:spPr>
          <a:xfrm>
            <a:off x="8965800" y="3992400"/>
            <a:ext cx="22849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BETTER MODEL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"/>
          <p:cNvSpPr/>
          <p:nvPr/>
        </p:nvSpPr>
        <p:spPr>
          <a:xfrm>
            <a:off x="10094400" y="1623960"/>
            <a:ext cx="360" cy="588600"/>
          </a:xfrm>
          <a:prstGeom prst="line">
            <a:avLst/>
          </a:prstGeom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5" name=""/>
          <p:cNvSpPr/>
          <p:nvPr/>
        </p:nvSpPr>
        <p:spPr>
          <a:xfrm>
            <a:off x="10094760" y="3359160"/>
            <a:ext cx="360" cy="588600"/>
          </a:xfrm>
          <a:prstGeom prst="line">
            <a:avLst/>
          </a:prstGeom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1.3 – Why ML is “data + optimization + models”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7" name=""/>
          <p:cNvSpPr/>
          <p:nvPr/>
        </p:nvSpPr>
        <p:spPr>
          <a:xfrm>
            <a:off x="477720" y="3835080"/>
            <a:ext cx="6482520" cy="27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Data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 tells the algorithm what to learn.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Model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 defines how knowledge is represented.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Optimization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 determines how the model improves.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278" name=""/>
          <p:cNvGraphicFramePr/>
          <p:nvPr/>
        </p:nvGraphicFramePr>
        <p:xfrm>
          <a:off x="514800" y="1168920"/>
          <a:ext cx="8171640" cy="2260080"/>
        </p:xfrm>
        <a:graphic>
          <a:graphicData uri="http://schemas.openxmlformats.org/drawingml/2006/table">
            <a:tbl>
              <a:tblPr/>
              <a:tblGrid>
                <a:gridCol w="2148120"/>
                <a:gridCol w="6023880"/>
              </a:tblGrid>
              <a:tr h="5648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Without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What Happens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48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38"/>
                          </a:solidFill>
                          <a:latin typeface="Arial"/>
                        </a:rPr>
                        <a:t>Data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38"/>
                          </a:solidFill>
                          <a:latin typeface="Arial"/>
                        </a:rPr>
                        <a:t>No Information to learn from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48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No function to represent the solution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6556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Optimization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Model parameters never improve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79" name=""/>
          <p:cNvSpPr/>
          <p:nvPr/>
        </p:nvSpPr>
        <p:spPr>
          <a:xfrm>
            <a:off x="9144000" y="685800"/>
            <a:ext cx="2742480" cy="5485680"/>
          </a:xfrm>
          <a:prstGeom prst="rect">
            <a:avLst/>
          </a:prstGeom>
          <a:solidFill>
            <a:srgbClr val="808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0" name=""/>
          <p:cNvSpPr/>
          <p:nvPr/>
        </p:nvSpPr>
        <p:spPr>
          <a:xfrm>
            <a:off x="9514800" y="1143000"/>
            <a:ext cx="2056680" cy="4564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Cat Images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1" name=""/>
          <p:cNvSpPr/>
          <p:nvPr/>
        </p:nvSpPr>
        <p:spPr>
          <a:xfrm>
            <a:off x="9514800" y="1863000"/>
            <a:ext cx="2056680" cy="4564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Neural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"/>
          <p:cNvSpPr/>
          <p:nvPr/>
        </p:nvSpPr>
        <p:spPr>
          <a:xfrm>
            <a:off x="9514800" y="2583000"/>
            <a:ext cx="2056680" cy="4564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Prediction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3" name=""/>
          <p:cNvSpPr/>
          <p:nvPr/>
        </p:nvSpPr>
        <p:spPr>
          <a:xfrm>
            <a:off x="9514800" y="3303000"/>
            <a:ext cx="2056680" cy="4564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Error Loss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"/>
          <p:cNvSpPr/>
          <p:nvPr/>
        </p:nvSpPr>
        <p:spPr>
          <a:xfrm>
            <a:off x="9514800" y="4023000"/>
            <a:ext cx="2056680" cy="4564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Gradient Descent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"/>
          <p:cNvSpPr/>
          <p:nvPr/>
        </p:nvSpPr>
        <p:spPr>
          <a:xfrm>
            <a:off x="9514800" y="4743000"/>
            <a:ext cx="2056680" cy="7426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Improved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Neural 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" name=""/>
          <p:cNvSpPr/>
          <p:nvPr/>
        </p:nvSpPr>
        <p:spPr>
          <a:xfrm>
            <a:off x="9907200" y="347760"/>
            <a:ext cx="131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EXAMPLE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7" name=""/>
          <p:cNvSpPr/>
          <p:nvPr/>
        </p:nvSpPr>
        <p:spPr>
          <a:xfrm>
            <a:off x="10515600" y="1600200"/>
            <a:ext cx="360" cy="2628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8" name=""/>
          <p:cNvSpPr/>
          <p:nvPr/>
        </p:nvSpPr>
        <p:spPr>
          <a:xfrm>
            <a:off x="10515600" y="2320200"/>
            <a:ext cx="360" cy="2628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9" name=""/>
          <p:cNvSpPr/>
          <p:nvPr/>
        </p:nvSpPr>
        <p:spPr>
          <a:xfrm>
            <a:off x="10515600" y="3040200"/>
            <a:ext cx="360" cy="2628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0" name=""/>
          <p:cNvSpPr/>
          <p:nvPr/>
        </p:nvSpPr>
        <p:spPr>
          <a:xfrm>
            <a:off x="10515600" y="3760200"/>
            <a:ext cx="360" cy="2628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1" name=""/>
          <p:cNvSpPr/>
          <p:nvPr/>
        </p:nvSpPr>
        <p:spPr>
          <a:xfrm>
            <a:off x="10515600" y="4480200"/>
            <a:ext cx="360" cy="2628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2 - How ML Systems Actually Work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3" name="Text 2"/>
          <p:cNvSpPr/>
          <p:nvPr/>
        </p:nvSpPr>
        <p:spPr>
          <a:xfrm>
            <a:off x="457200" y="831600"/>
            <a:ext cx="11424240" cy="547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Dataset → training → model → inference pipeline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Train/test split, overfitting (intuition, not math-heavy)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Loss function intuition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Feature vs representation learning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ML Model Evaluation : False Positive, Precision, Recall, Accuracy, Cross Correlation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2.1 - Dataset → training → model → inference pipeline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5" name=""/>
          <p:cNvSpPr/>
          <p:nvPr/>
        </p:nvSpPr>
        <p:spPr>
          <a:xfrm>
            <a:off x="1143000" y="1371600"/>
            <a:ext cx="4109040" cy="39708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6" name=""/>
          <p:cNvSpPr/>
          <p:nvPr/>
        </p:nvSpPr>
        <p:spPr>
          <a:xfrm>
            <a:off x="685800" y="1371600"/>
            <a:ext cx="502344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PROBLEM DEFINITION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7" name=""/>
          <p:cNvSpPr/>
          <p:nvPr/>
        </p:nvSpPr>
        <p:spPr>
          <a:xfrm>
            <a:off x="1143000" y="2091600"/>
            <a:ext cx="4109040" cy="39708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8" name=""/>
          <p:cNvSpPr/>
          <p:nvPr/>
        </p:nvSpPr>
        <p:spPr>
          <a:xfrm>
            <a:off x="685800" y="2091600"/>
            <a:ext cx="502344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DATA COLLECTION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9" name=""/>
          <p:cNvSpPr/>
          <p:nvPr/>
        </p:nvSpPr>
        <p:spPr>
          <a:xfrm>
            <a:off x="1143000" y="2811600"/>
            <a:ext cx="4109040" cy="39708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"/>
          <p:cNvSpPr/>
          <p:nvPr/>
        </p:nvSpPr>
        <p:spPr>
          <a:xfrm>
            <a:off x="685800" y="2811600"/>
            <a:ext cx="502344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DATA CLEANING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1" name=""/>
          <p:cNvSpPr/>
          <p:nvPr/>
        </p:nvSpPr>
        <p:spPr>
          <a:xfrm>
            <a:off x="1143000" y="3531600"/>
            <a:ext cx="4109040" cy="39708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2" name=""/>
          <p:cNvSpPr/>
          <p:nvPr/>
        </p:nvSpPr>
        <p:spPr>
          <a:xfrm>
            <a:off x="685800" y="3531600"/>
            <a:ext cx="502344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FEATURE EXTRACTION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3" name=""/>
          <p:cNvSpPr/>
          <p:nvPr/>
        </p:nvSpPr>
        <p:spPr>
          <a:xfrm>
            <a:off x="1143000" y="4251600"/>
            <a:ext cx="4109040" cy="39708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4" name=""/>
          <p:cNvSpPr/>
          <p:nvPr/>
        </p:nvSpPr>
        <p:spPr>
          <a:xfrm>
            <a:off x="685800" y="4251600"/>
            <a:ext cx="502344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TRAINING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5" name=""/>
          <p:cNvSpPr/>
          <p:nvPr/>
        </p:nvSpPr>
        <p:spPr>
          <a:xfrm>
            <a:off x="1143000" y="4971600"/>
            <a:ext cx="4109040" cy="39708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" name=""/>
          <p:cNvSpPr/>
          <p:nvPr/>
        </p:nvSpPr>
        <p:spPr>
          <a:xfrm>
            <a:off x="685800" y="4971600"/>
            <a:ext cx="502344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VALIDATION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7" name=""/>
          <p:cNvSpPr/>
          <p:nvPr/>
        </p:nvSpPr>
        <p:spPr>
          <a:xfrm>
            <a:off x="1143000" y="4971600"/>
            <a:ext cx="4109040" cy="39708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8" name=""/>
          <p:cNvSpPr/>
          <p:nvPr/>
        </p:nvSpPr>
        <p:spPr>
          <a:xfrm>
            <a:off x="685800" y="4971600"/>
            <a:ext cx="502344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VALIDATION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9" name=""/>
          <p:cNvSpPr/>
          <p:nvPr/>
        </p:nvSpPr>
        <p:spPr>
          <a:xfrm>
            <a:off x="1143000" y="5691600"/>
            <a:ext cx="4109040" cy="39708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TESTING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0" name=""/>
          <p:cNvSpPr/>
          <p:nvPr/>
        </p:nvSpPr>
        <p:spPr>
          <a:xfrm>
            <a:off x="5463000" y="2451600"/>
            <a:ext cx="4109040" cy="39708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" name=""/>
          <p:cNvSpPr/>
          <p:nvPr/>
        </p:nvSpPr>
        <p:spPr>
          <a:xfrm>
            <a:off x="5005800" y="2451600"/>
            <a:ext cx="502344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DATA VISUALIZATION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2" name=""/>
          <p:cNvSpPr/>
          <p:nvPr/>
        </p:nvSpPr>
        <p:spPr>
          <a:xfrm>
            <a:off x="5463000" y="5331600"/>
            <a:ext cx="4109040" cy="397080"/>
          </a:xfrm>
          <a:prstGeom prst="roundRect">
            <a:avLst>
              <a:gd name="adj" fmla="val 16667"/>
            </a:avLst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3" name=""/>
          <p:cNvSpPr/>
          <p:nvPr/>
        </p:nvSpPr>
        <p:spPr>
          <a:xfrm>
            <a:off x="5005800" y="5331600"/>
            <a:ext cx="502344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REPORT GENERATION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2.1 - Dataset → training → model → inference pipeline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15" name="" descr=""/>
          <p:cNvPicPr/>
          <p:nvPr/>
        </p:nvPicPr>
        <p:blipFill>
          <a:blip r:embed="rId1"/>
          <a:stretch/>
        </p:blipFill>
        <p:spPr>
          <a:xfrm>
            <a:off x="457200" y="592200"/>
            <a:ext cx="10891440" cy="5940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2.2 - Train/test split, overfitting (intuition, not math-heavy)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17" name="" descr=""/>
          <p:cNvPicPr/>
          <p:nvPr/>
        </p:nvPicPr>
        <p:blipFill>
          <a:blip r:embed="rId1"/>
          <a:stretch/>
        </p:blipFill>
        <p:spPr>
          <a:xfrm>
            <a:off x="795600" y="703440"/>
            <a:ext cx="10599840" cy="578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2.2 - Train/test split, overfitting (intuition, not math-heavy)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19" name="" descr=""/>
          <p:cNvPicPr/>
          <p:nvPr/>
        </p:nvPicPr>
        <p:blipFill>
          <a:blip r:embed="rId1"/>
          <a:stretch/>
        </p:blipFill>
        <p:spPr>
          <a:xfrm>
            <a:off x="2665080" y="685800"/>
            <a:ext cx="6860880" cy="571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2.2 - Preventing overfitting 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1" name=""/>
          <p:cNvSpPr/>
          <p:nvPr/>
        </p:nvSpPr>
        <p:spPr>
          <a:xfrm>
            <a:off x="339120" y="1024920"/>
            <a:ext cx="11318760" cy="33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5185"/>
              </a:spcBef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Regularization : Constraining the Model, L1, L2, Dropout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185"/>
              </a:spcBef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Modifying the Data : Collect More Data, Augmentation, Feature Selection/Reduction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185"/>
              </a:spcBef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Adjusting Training Process : Early Stopping, Cross-Validation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185"/>
              </a:spcBef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Architectural Control and Ensembling : Reduce Model Capacity, Ensemble Methods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2.3 – Loss Function Intuition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323" name=""/>
          <p:cNvGraphicFramePr/>
          <p:nvPr/>
        </p:nvGraphicFramePr>
        <p:xfrm>
          <a:off x="246960" y="1210680"/>
          <a:ext cx="2963880" cy="2552760"/>
        </p:xfrm>
        <a:graphic>
          <a:graphicData uri="http://schemas.openxmlformats.org/drawingml/2006/table">
            <a:tbl>
              <a:tblPr/>
              <a:tblGrid>
                <a:gridCol w="383400"/>
                <a:gridCol w="546120"/>
                <a:gridCol w="504720"/>
                <a:gridCol w="765000"/>
                <a:gridCol w="765000"/>
              </a:tblGrid>
              <a:tr h="364680">
                <a:tc gridSpan="3"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X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Y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X1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X2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X3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Y1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Y2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11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12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13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14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15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21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22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23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24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25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31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32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33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34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35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41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42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43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44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45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24" name=""/>
          <p:cNvSpPr/>
          <p:nvPr/>
        </p:nvSpPr>
        <p:spPr>
          <a:xfrm>
            <a:off x="4800600" y="1828800"/>
            <a:ext cx="685440" cy="4568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X1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5" name=""/>
          <p:cNvSpPr/>
          <p:nvPr/>
        </p:nvSpPr>
        <p:spPr>
          <a:xfrm>
            <a:off x="4800600" y="2549160"/>
            <a:ext cx="685800" cy="4568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X2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6" name=""/>
          <p:cNvSpPr/>
          <p:nvPr/>
        </p:nvSpPr>
        <p:spPr>
          <a:xfrm>
            <a:off x="4800600" y="3269160"/>
            <a:ext cx="685800" cy="4568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X3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7" name=""/>
          <p:cNvSpPr/>
          <p:nvPr/>
        </p:nvSpPr>
        <p:spPr>
          <a:xfrm>
            <a:off x="273960" y="1829160"/>
            <a:ext cx="456840" cy="456840"/>
          </a:xfrm>
          <a:prstGeom prst="ellipse">
            <a:avLst/>
          </a:prstGeom>
          <a:noFill/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8" name=""/>
          <p:cNvSpPr/>
          <p:nvPr/>
        </p:nvSpPr>
        <p:spPr>
          <a:xfrm>
            <a:off x="634320" y="1829520"/>
            <a:ext cx="456840" cy="456840"/>
          </a:xfrm>
          <a:prstGeom prst="ellipse">
            <a:avLst/>
          </a:prstGeom>
          <a:noFill/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9" name=""/>
          <p:cNvSpPr/>
          <p:nvPr/>
        </p:nvSpPr>
        <p:spPr>
          <a:xfrm>
            <a:off x="1210320" y="1829520"/>
            <a:ext cx="456840" cy="456840"/>
          </a:xfrm>
          <a:prstGeom prst="ellipse">
            <a:avLst/>
          </a:prstGeom>
          <a:noFill/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0" name=""/>
          <p:cNvSpPr/>
          <p:nvPr/>
        </p:nvSpPr>
        <p:spPr>
          <a:xfrm>
            <a:off x="1930680" y="1829880"/>
            <a:ext cx="456840" cy="456840"/>
          </a:xfrm>
          <a:prstGeom prst="ellipse">
            <a:avLst/>
          </a:prstGeom>
          <a:noFill/>
          <a:ln w="0">
            <a:solidFill>
              <a:srgbClr val="e6e90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1" name=""/>
          <p:cNvSpPr/>
          <p:nvPr/>
        </p:nvSpPr>
        <p:spPr>
          <a:xfrm>
            <a:off x="2650680" y="1829880"/>
            <a:ext cx="456840" cy="456840"/>
          </a:xfrm>
          <a:prstGeom prst="ellipse">
            <a:avLst/>
          </a:prstGeom>
          <a:noFill/>
          <a:ln w="0">
            <a:solidFill>
              <a:srgbClr val="e6e905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32" name=""/>
          <p:cNvCxnSpPr>
            <a:stCxn id="1327" idx="0"/>
            <a:endCxn id="1324" idx="2"/>
          </p:cNvCxnSpPr>
          <p:nvPr/>
        </p:nvCxnSpPr>
        <p:spPr>
          <a:xfrm flipH="1" rot="16200000">
            <a:off x="2537280" y="-205920"/>
            <a:ext cx="228600" cy="4298400"/>
          </a:xfrm>
          <a:prstGeom prst="bentConnector4">
            <a:avLst>
              <a:gd name="adj1" fmla="val 300946"/>
              <a:gd name="adj2" fmla="val 70751"/>
            </a:avLst>
          </a:prstGeom>
          <a:ln w="0">
            <a:solidFill>
              <a:srgbClr val="ff0000"/>
            </a:solidFill>
            <a:tailEnd len="med" type="triangle" w="med"/>
          </a:ln>
        </p:spPr>
      </p:cxnSp>
      <p:cxnSp>
        <p:nvCxnSpPr>
          <p:cNvPr id="1333" name=""/>
          <p:cNvCxnSpPr>
            <a:stCxn id="1328" idx="4"/>
            <a:endCxn id="1325" idx="2"/>
          </p:cNvCxnSpPr>
          <p:nvPr/>
        </p:nvCxnSpPr>
        <p:spPr>
          <a:xfrm flipH="1" rot="16200000">
            <a:off x="2586240" y="563040"/>
            <a:ext cx="491760" cy="3938040"/>
          </a:xfrm>
          <a:prstGeom prst="bentConnector2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cxnSp>
        <p:nvCxnSpPr>
          <p:cNvPr id="1334" name=""/>
          <p:cNvCxnSpPr>
            <a:stCxn id="1329" idx="4"/>
            <a:endCxn id="1326" idx="2"/>
          </p:cNvCxnSpPr>
          <p:nvPr/>
        </p:nvCxnSpPr>
        <p:spPr>
          <a:xfrm flipH="1" rot="16200000">
            <a:off x="2514240" y="1211040"/>
            <a:ext cx="1211760" cy="3362040"/>
          </a:xfrm>
          <a:prstGeom prst="bentConnector2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1335" name=""/>
          <p:cNvSpPr/>
          <p:nvPr/>
        </p:nvSpPr>
        <p:spPr>
          <a:xfrm>
            <a:off x="6109560" y="1829160"/>
            <a:ext cx="456840" cy="4568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6" name=""/>
          <p:cNvSpPr/>
          <p:nvPr/>
        </p:nvSpPr>
        <p:spPr>
          <a:xfrm>
            <a:off x="6109560" y="2549160"/>
            <a:ext cx="456840" cy="4568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7" name=""/>
          <p:cNvSpPr/>
          <p:nvPr/>
        </p:nvSpPr>
        <p:spPr>
          <a:xfrm>
            <a:off x="6109560" y="3269160"/>
            <a:ext cx="456840" cy="4568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" name=""/>
          <p:cNvSpPr/>
          <p:nvPr/>
        </p:nvSpPr>
        <p:spPr>
          <a:xfrm>
            <a:off x="7189560" y="2189160"/>
            <a:ext cx="456840" cy="4568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9" name=""/>
          <p:cNvSpPr/>
          <p:nvPr/>
        </p:nvSpPr>
        <p:spPr>
          <a:xfrm>
            <a:off x="7189920" y="2909520"/>
            <a:ext cx="456840" cy="4568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0" name=""/>
          <p:cNvSpPr/>
          <p:nvPr/>
        </p:nvSpPr>
        <p:spPr>
          <a:xfrm>
            <a:off x="5486400" y="2057400"/>
            <a:ext cx="6231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1" name=""/>
          <p:cNvSpPr/>
          <p:nvPr/>
        </p:nvSpPr>
        <p:spPr>
          <a:xfrm>
            <a:off x="5486400" y="2057400"/>
            <a:ext cx="623160" cy="685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2" name=""/>
          <p:cNvSpPr/>
          <p:nvPr/>
        </p:nvSpPr>
        <p:spPr>
          <a:xfrm>
            <a:off x="5486400" y="2057400"/>
            <a:ext cx="685800" cy="12117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3" name=""/>
          <p:cNvSpPr/>
          <p:nvPr/>
        </p:nvSpPr>
        <p:spPr>
          <a:xfrm flipV="1">
            <a:off x="5486400" y="2057400"/>
            <a:ext cx="685800" cy="685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4" name=""/>
          <p:cNvSpPr/>
          <p:nvPr/>
        </p:nvSpPr>
        <p:spPr>
          <a:xfrm>
            <a:off x="5486400" y="2743200"/>
            <a:ext cx="6231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5" name=""/>
          <p:cNvSpPr/>
          <p:nvPr/>
        </p:nvSpPr>
        <p:spPr>
          <a:xfrm>
            <a:off x="5486400" y="2743200"/>
            <a:ext cx="685800" cy="5259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6" name=""/>
          <p:cNvSpPr/>
          <p:nvPr/>
        </p:nvSpPr>
        <p:spPr>
          <a:xfrm flipV="1">
            <a:off x="5486760" y="2057400"/>
            <a:ext cx="685440" cy="1371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7" name=""/>
          <p:cNvSpPr/>
          <p:nvPr/>
        </p:nvSpPr>
        <p:spPr>
          <a:xfrm>
            <a:off x="5486760" y="3429000"/>
            <a:ext cx="6228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8" name=""/>
          <p:cNvSpPr/>
          <p:nvPr/>
        </p:nvSpPr>
        <p:spPr>
          <a:xfrm flipV="1">
            <a:off x="5486400" y="2743200"/>
            <a:ext cx="623160" cy="685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9" name=""/>
          <p:cNvSpPr/>
          <p:nvPr/>
        </p:nvSpPr>
        <p:spPr>
          <a:xfrm>
            <a:off x="6566760" y="2057400"/>
            <a:ext cx="748440" cy="228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0" name=""/>
          <p:cNvSpPr/>
          <p:nvPr/>
        </p:nvSpPr>
        <p:spPr>
          <a:xfrm flipV="1">
            <a:off x="6566760" y="2514600"/>
            <a:ext cx="748440" cy="228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1" name=""/>
          <p:cNvSpPr/>
          <p:nvPr/>
        </p:nvSpPr>
        <p:spPr>
          <a:xfrm flipV="1">
            <a:off x="6400800" y="3200400"/>
            <a:ext cx="789120" cy="228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2" name=""/>
          <p:cNvSpPr/>
          <p:nvPr/>
        </p:nvSpPr>
        <p:spPr>
          <a:xfrm>
            <a:off x="6566760" y="2743200"/>
            <a:ext cx="748440" cy="228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3" name=""/>
          <p:cNvSpPr/>
          <p:nvPr/>
        </p:nvSpPr>
        <p:spPr>
          <a:xfrm>
            <a:off x="6566760" y="2057400"/>
            <a:ext cx="748440" cy="8521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4" name=""/>
          <p:cNvSpPr/>
          <p:nvPr/>
        </p:nvSpPr>
        <p:spPr>
          <a:xfrm flipH="1">
            <a:off x="6400800" y="2514600"/>
            <a:ext cx="914400" cy="914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5" name=""/>
          <p:cNvSpPr/>
          <p:nvPr/>
        </p:nvSpPr>
        <p:spPr>
          <a:xfrm>
            <a:off x="7646760" y="2417400"/>
            <a:ext cx="58284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6" name=""/>
          <p:cNvSpPr/>
          <p:nvPr/>
        </p:nvSpPr>
        <p:spPr>
          <a:xfrm>
            <a:off x="7647120" y="3137400"/>
            <a:ext cx="58284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7" name=""/>
          <p:cNvSpPr txBox="1"/>
          <p:nvPr/>
        </p:nvSpPr>
        <p:spPr>
          <a:xfrm>
            <a:off x="8229600" y="2286000"/>
            <a:ext cx="6858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Ŷ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Noto Sans CJK SC"/>
              </a:rPr>
              <a:t>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8" name=""/>
          <p:cNvSpPr txBox="1"/>
          <p:nvPr/>
        </p:nvSpPr>
        <p:spPr>
          <a:xfrm>
            <a:off x="8229600" y="2971800"/>
            <a:ext cx="6858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Ŷ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9" name=""/>
          <p:cNvSpPr txBox="1"/>
          <p:nvPr/>
        </p:nvSpPr>
        <p:spPr>
          <a:xfrm>
            <a:off x="228600" y="4114800"/>
            <a:ext cx="11963520" cy="290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Some of Loss Functions   n = output vector length (in this case 2):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  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Minkowski Distance :                                     ,  L</a:t>
            </a:r>
            <a:r>
              <a:rPr b="0" lang="en-US" sz="1800" spc="-1" strike="noStrike" baseline="-8000">
                <a:solidFill>
                  <a:srgbClr val="ffffff"/>
                </a:solidFill>
                <a:latin typeface="Arial"/>
              </a:rPr>
              <a:t>1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= MAE  ,   L</a:t>
            </a:r>
            <a:r>
              <a:rPr b="0" lang="en-US" sz="1600" spc="-1" strike="noStrike" baseline="-8000">
                <a:solidFill>
                  <a:srgbClr val="ffffff"/>
                </a:solidFill>
                <a:latin typeface="Arial"/>
              </a:rPr>
              <a:t>2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= RMSE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 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  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Cross Entropy :                                    ,  Softmax ,  Log Loss ,  n=number of classes  ,  output is one-hot encoded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  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  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Cosine Distance : 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3962520" y="685800"/>
            <a:ext cx="8229600" cy="14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Loss Function = Distance Function = Metric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Loss = Error = Distance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361" name=""/>
              <p:cNvSpPr txBox="1"/>
              <p:nvPr/>
            </p:nvSpPr>
            <p:spPr>
              <a:xfrm>
                <a:off x="2937960" y="4474800"/>
                <a:ext cx="1940760" cy="623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L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n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endChr m:val=")"/>
                          </m:dPr>
                          <m:e>
                            <m:nary>
                              <m:naryPr>
                                <m:chr m:val="∑"/>
                              </m:naryPr>
                              <m:sub>
                                <m:r>
                                  <m:t xml:space="preserve">i</m:t>
                                </m:r>
                                <m:r>
                                  <m:t xml:space="preserve">=</m:t>
                                </m:r>
                                <m:r>
                                  <m:t xml:space="preserve">0</m:t>
                                </m:r>
                              </m:sub>
                              <m:sup>
                                <m:r>
                                  <m:t xml:space="preserve">n</m:t>
                                </m:r>
                              </m:sup>
                              <m:e>
                                <m:d>
                                  <m:dPr>
                                    <m:begChr m:val="|"/>
                                    <m:endChr m:val="|"/>
                                  </m:dPr>
                                  <m:e>
                                    <m:sSup>
                                      <m:e>
                                        <m:sSub>
                                          <m:e>
                                            <m:r>
                                              <m:t xml:space="preserve">Ŷ</m:t>
                                            </m:r>
                                          </m:e>
                                          <m:sub>
                                            <m:r>
                                              <m:t xml:space="preserve">i</m:t>
                                            </m:r>
                                          </m:sub>
                                        </m:sSub>
                                        <m:r>
                                          <m:t xml:space="preserve">−</m:t>
                                        </m:r>
                                        <m:sSub>
                                          <m:e>
                                            <m:r>
                                              <m:t xml:space="preserve">Y</m:t>
                                            </m:r>
                                          </m:e>
                                          <m:sub>
                                            <m:r>
                                              <m:t xml:space="preserve">i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m:t xml:space="preserve">p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nary>
                          </m:e>
                        </m:d>
                      </m:e>
                      <m:sup>
                        <m:f>
                          <m:num>
                            <m:r>
                              <m:t xml:space="preserve">1</m:t>
                            </m:r>
                          </m:num>
                          <m:den>
                            <m:r>
                              <m:t xml:space="preserve">p</m:t>
                            </m:r>
                          </m:den>
                        </m:f>
                      </m:sup>
                    </m:sSup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362" name=""/>
              <p:cNvSpPr txBox="1"/>
              <p:nvPr/>
            </p:nvSpPr>
            <p:spPr>
              <a:xfrm>
                <a:off x="2297520" y="5270760"/>
                <a:ext cx="1895040" cy="617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L</m:t>
                    </m:r>
                    <m:r>
                      <m:t xml:space="preserve">=</m:t>
                    </m:r>
                    <m:r>
                      <m:t xml:space="preserve">−</m:t>
                    </m:r>
                    <m:d>
                      <m:dPr>
                        <m:begChr m:val="("/>
                        <m:endChr m:val=")"/>
                      </m:dPr>
                      <m:e>
                        <m:nary>
                          <m:naryPr>
                            <m:chr m:val="∑"/>
                          </m:naryPr>
                          <m:sub>
                            <m:r>
                              <m:t xml:space="preserve">i</m:t>
                            </m:r>
                            <m:r>
                              <m:t xml:space="preserve">=</m:t>
                            </m:r>
                            <m:r>
                              <m:t xml:space="preserve">0</m:t>
                            </m:r>
                          </m:sub>
                          <m:sup>
                            <m:r>
                              <m:t xml:space="preserve">n</m:t>
                            </m:r>
                          </m:sup>
                          <m:e>
                            <m:sSub>
                              <m:e>
                                <m:r>
                                  <m:t xml:space="preserve">Y</m:t>
                                </m:r>
                              </m:e>
                              <m:sub>
                                <m:r>
                                  <m:t xml:space="preserve">i</m:t>
                                </m:r>
                              </m:sub>
                            </m:sSub>
                            <m:r>
                              <m:t xml:space="preserve">log</m:t>
                            </m:r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sSub>
                                  <m:e>
                                    <m:r>
                                      <m:t xml:space="preserve">Ŷ</m:t>
                                    </m:r>
                                  </m:e>
                                  <m:sub>
                                    <m:r>
                                      <m:t xml:space="preserve"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363" name=""/>
              <p:cNvSpPr txBox="1"/>
              <p:nvPr/>
            </p:nvSpPr>
            <p:spPr>
              <a:xfrm>
                <a:off x="2481120" y="6091920"/>
                <a:ext cx="1257480" cy="541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L</m:t>
                    </m:r>
                    <m:r>
                      <m:t xml:space="preserve">=</m:t>
                    </m:r>
                    <m:r>
                      <m:t xml:space="preserve">1</m:t>
                    </m:r>
                    <m:r>
                      <m:t xml:space="preserve">−</m:t>
                    </m:r>
                    <m:f>
                      <m:num>
                        <m:r>
                          <m:t xml:space="preserve">Y</m:t>
                        </m:r>
                        <m:r>
                          <m:t xml:space="preserve">.</m:t>
                        </m:r>
                        <m:r>
                          <m:t xml:space="preserve">Ŷ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</m:dPr>
                          <m:e>
                            <m:r>
                              <m:t xml:space="preserve">Y</m:t>
                            </m:r>
                          </m:e>
                        </m:d>
                        <m:r>
                          <m:t xml:space="preserve">.</m:t>
                        </m:r>
                        <m:d>
                          <m:dPr>
                            <m:begChr m:val="|"/>
                            <m:endChr m:val="|"/>
                          </m:dPr>
                          <m:e>
                            <m:r>
                              <m:t xml:space="preserve">Ŷ</m:t>
                            </m:r>
                          </m:e>
                        </m:d>
                      </m:den>
                    </m:f>
                  </m:oMath>
                </a14:m>
              </a:p>
            </p:txBody>
          </p:sp>
        </mc:Choice>
        <mc:Fallback/>
      </mc:AlternateContent>
      <p:sp>
        <p:nvSpPr>
          <p:cNvPr id="1364" name=""/>
          <p:cNvSpPr txBox="1"/>
          <p:nvPr/>
        </p:nvSpPr>
        <p:spPr>
          <a:xfrm>
            <a:off x="8839080" y="2138040"/>
            <a:ext cx="3733920" cy="168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L</a:t>
            </a:r>
            <a:r>
              <a:rPr b="0" lang="en-US" sz="1200" spc="-1" strike="noStrike" baseline="-8000">
                <a:solidFill>
                  <a:srgbClr val="ffffff"/>
                </a:solidFill>
                <a:latin typeface="Arial"/>
                <a:ea typeface="Noto Sans CJK SC"/>
              </a:rPr>
              <a:t>1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= 1/2 * ( |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Ŷ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1 – 4| + |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Ŷ2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 – 5|)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L</a:t>
            </a:r>
            <a:r>
              <a:rPr b="0" lang="en-US" sz="1200" spc="-1" strike="noStrike" baseline="-8000">
                <a:solidFill>
                  <a:srgbClr val="ffffff"/>
                </a:solidFill>
                <a:latin typeface="Arial"/>
                <a:ea typeface="Noto Sans CJK SC"/>
              </a:rPr>
              <a:t>2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= 1/2 * sqrt( |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Ŷ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1 – 4|</a:t>
            </a:r>
            <a:r>
              <a:rPr b="0" lang="en-US" sz="1200" spc="-1" strike="noStrike" baseline="33000">
                <a:solidFill>
                  <a:srgbClr val="ffffff"/>
                </a:solidFill>
                <a:latin typeface="Arial"/>
                <a:ea typeface="Noto Sans CJK SC"/>
              </a:rPr>
              <a:t>2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 + |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Ŷ2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 – 5|</a:t>
            </a:r>
            <a:r>
              <a:rPr b="0" lang="en-US" sz="1200" spc="-1" strike="noStrike" baseline="33000">
                <a:solidFill>
                  <a:srgbClr val="ffffff"/>
                </a:solidFill>
                <a:latin typeface="Arial"/>
                <a:ea typeface="Noto Sans CJK SC"/>
              </a:rPr>
              <a:t>2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L = -( 4 log(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Ŷ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1) + 5 log(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Ŷ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2) 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L = 1 -  (4 . 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Ŷ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1 + 5. 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Ŷ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2) / (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√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(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4</a:t>
            </a:r>
            <a:r>
              <a:rPr b="0" lang="en-US" sz="1200" spc="-1" strike="noStrike" baseline="33000">
                <a:solidFill>
                  <a:srgbClr val="ffffff"/>
                </a:solidFill>
                <a:latin typeface="Arial"/>
                <a:ea typeface="Noto Sans CJK SC"/>
              </a:rPr>
              <a:t>2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+5</a:t>
            </a:r>
            <a:r>
              <a:rPr b="0" lang="en-US" sz="1200" spc="-1" strike="noStrike" baseline="33000">
                <a:solidFill>
                  <a:srgbClr val="ffffff"/>
                </a:solidFill>
                <a:latin typeface="Arial"/>
                <a:ea typeface="Noto Sans CJK SC"/>
              </a:rPr>
              <a:t>2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)+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√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(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Ŷ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1</a:t>
            </a:r>
            <a:r>
              <a:rPr b="0" lang="en-US" sz="1200" spc="-1" strike="noStrike" baseline="33000">
                <a:solidFill>
                  <a:srgbClr val="ffffff"/>
                </a:solidFill>
                <a:latin typeface="Arial"/>
                <a:ea typeface="Noto Sans CJK SC"/>
              </a:rPr>
              <a:t>2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+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Ŷ2</a:t>
            </a:r>
            <a:r>
              <a:rPr b="0" lang="en-US" sz="1200" spc="-1" strike="noStrike" baseline="33000">
                <a:solidFill>
                  <a:srgbClr val="ffffff"/>
                </a:solidFill>
                <a:latin typeface="Arial"/>
                <a:ea typeface="Noto Sans CJK SC"/>
              </a:rPr>
              <a:t>2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Noto Sans CJK SC"/>
              </a:rPr>
              <a:t>))</a:t>
            </a:r>
            <a:r>
              <a:rPr b="0" lang="en-US" sz="12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2.3 – Loss Function Intuition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228600" y="1143000"/>
            <a:ext cx="11658600" cy="392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KL Divergence : VAE, GAN ( Besides normal loss, this is distance from distribution)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Mahalonobis Distance :  Distance to a group of data points ( 1-N)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Hinge Loss :  Used in SVMs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SSIM ( Structural Similarity ) : Used to compare images, sound, …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PINN : Loss functions in physics informed neural network is physical formula like  wave equation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Dice, Perceptual, Total Variations,  …… ( Any Metric corresponding to problem nature)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2.3 – Loss Function Intuition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8" name=""/>
          <p:cNvSpPr txBox="1"/>
          <p:nvPr/>
        </p:nvSpPr>
        <p:spPr>
          <a:xfrm>
            <a:off x="228600" y="1143000"/>
            <a:ext cx="11658600" cy="290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69" name="" descr=""/>
          <p:cNvPicPr/>
          <p:nvPr/>
        </p:nvPicPr>
        <p:blipFill>
          <a:blip r:embed="rId1"/>
          <a:stretch/>
        </p:blipFill>
        <p:spPr>
          <a:xfrm>
            <a:off x="950400" y="785880"/>
            <a:ext cx="10290960" cy="5613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2 - How ML Systems Actually Work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1" name="Text 8"/>
          <p:cNvSpPr/>
          <p:nvPr/>
        </p:nvSpPr>
        <p:spPr>
          <a:xfrm>
            <a:off x="457200" y="831600"/>
            <a:ext cx="11424240" cy="547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Dataset → training → model → inference pipeline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Train/test split, overfitting (intuition, not math-heavy)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Loss function intuition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Feature vs representation learning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ML Model Evaluation : False Positive, Precision, Recall, Accuracy, Cross Correlation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2 - How ML Systems Actually Work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3" name="Text 10"/>
          <p:cNvSpPr/>
          <p:nvPr/>
        </p:nvSpPr>
        <p:spPr>
          <a:xfrm>
            <a:off x="457200" y="831600"/>
            <a:ext cx="11424240" cy="547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Dataset → training → model → inference pipeline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Train/test split, overfitting (intuition, not math-heavy)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Loss function intuition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Feature vs representation learning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ML Model Evaluation : False Positive, Precision, Recall, Accuracy, Cross Correlation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3 - Core ML Types (practical framing)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5" name="Text 4"/>
          <p:cNvSpPr/>
          <p:nvPr/>
        </p:nvSpPr>
        <p:spPr>
          <a:xfrm>
            <a:off x="457200" y="831600"/>
            <a:ext cx="11424240" cy="547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Supervised learning (classification/regression)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Unsupervised learning (clustering, embeddings idea)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Reinforcement learning (high-level only)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Classical ML Techniques : Regression, KNN, SVM, Decision Tree, Random Forest, PCA, XGBoost, Ensemble Learning, K-Means clustering DBScan Clustering,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4 - Neural Networks Intuition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7" name="Text 5"/>
          <p:cNvSpPr/>
          <p:nvPr/>
        </p:nvSpPr>
        <p:spPr>
          <a:xfrm>
            <a:off x="457200" y="831600"/>
            <a:ext cx="11424240" cy="547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Neurons, layers, activations (ReLU, softmax conceptually)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Why deep learning works better for perception/language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Classical DL Techniques : CNN, RNN, LSTM, GNN, RBM,  VAE, GAN, KAN, Transformers, Diffusion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Preventing Overfitting (Memorization) : Early Stop, Dropout, Weight Regularization, Data Augmentation (**Very important), Simplify Model, Batch Normalization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Preventing Vanishing Gradient : Residuals (Skip Connections), Use RELU/LaekyRELU Activation Fn., Batch Normalization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Bias/Vairance problem, Regularization and smooth learning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Cross Entropy, Learning Rate Momentum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6920" cy="41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Hands-on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9" name="Text 6"/>
          <p:cNvSpPr/>
          <p:nvPr/>
        </p:nvSpPr>
        <p:spPr>
          <a:xfrm>
            <a:off x="457200" y="831600"/>
            <a:ext cx="11424240" cy="547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kk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Rectangle 8"/>
          <p:cNvSpPr/>
          <p:nvPr/>
        </p:nvSpPr>
        <p:spPr>
          <a:xfrm>
            <a:off x="1786680" y="705240"/>
            <a:ext cx="10076040" cy="705960"/>
          </a:xfrm>
          <a:prstGeom prst="rect">
            <a:avLst/>
          </a:prstGeom>
          <a:solidFill>
            <a:srgbClr val="00b0f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381" name="Rectangle 21"/>
          <p:cNvSpPr/>
          <p:nvPr/>
        </p:nvSpPr>
        <p:spPr>
          <a:xfrm>
            <a:off x="1786680" y="4240800"/>
            <a:ext cx="2088720" cy="1222200"/>
          </a:xfrm>
          <a:prstGeom prst="rect">
            <a:avLst/>
          </a:prstGeom>
          <a:solidFill>
            <a:schemeClr val="accent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382" name="Rectangle 25"/>
          <p:cNvSpPr/>
          <p:nvPr/>
        </p:nvSpPr>
        <p:spPr>
          <a:xfrm>
            <a:off x="1786680" y="725760"/>
            <a:ext cx="2088720" cy="3365640"/>
          </a:xfrm>
          <a:prstGeom prst="rect">
            <a:avLst/>
          </a:prstGeom>
          <a:solidFill>
            <a:schemeClr val="accent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383" name="PlaceHolder 1"/>
          <p:cNvSpPr>
            <a:spLocks noGrp="1"/>
          </p:cNvSpPr>
          <p:nvPr>
            <p:ph/>
          </p:nvPr>
        </p:nvSpPr>
        <p:spPr>
          <a:xfrm>
            <a:off x="254160" y="323640"/>
            <a:ext cx="296604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1600" spc="-1" strike="noStrike">
                <a:solidFill>
                  <a:schemeClr val="lt1"/>
                </a:solidFill>
                <a:latin typeface="Arial Black"/>
              </a:rPr>
              <a:t>A R I – </a:t>
            </a:r>
            <a:r>
              <a:rPr b="1" lang="en-GB" sz="1600" spc="-1" strike="noStrike">
                <a:solidFill>
                  <a:schemeClr val="lt1"/>
                </a:solidFill>
                <a:latin typeface="Arial Black"/>
              </a:rPr>
              <a:t>ARCHITECTURE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4" name="Rectangle 28"/>
          <p:cNvSpPr/>
          <p:nvPr/>
        </p:nvSpPr>
        <p:spPr>
          <a:xfrm>
            <a:off x="415800" y="2967120"/>
            <a:ext cx="1208880" cy="823320"/>
          </a:xfrm>
          <a:prstGeom prst="rect">
            <a:avLst/>
          </a:prstGeom>
          <a:solidFill>
            <a:srgbClr val="6e8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chemeClr val="lt1"/>
                </a:solidFill>
                <a:latin typeface="Open Sans"/>
              </a:rPr>
              <a:t>PLANNER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chemeClr val="lt1"/>
                </a:solidFill>
                <a:latin typeface="Open Sans"/>
              </a:rPr>
              <a:t>AGENT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chemeClr val="lt1"/>
                </a:solidFill>
                <a:latin typeface="Open Sans"/>
              </a:rPr>
              <a:t>(AGENTIC WORKFLOW)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5" name="Rectangle 30"/>
          <p:cNvSpPr/>
          <p:nvPr/>
        </p:nvSpPr>
        <p:spPr>
          <a:xfrm>
            <a:off x="2210040" y="824040"/>
            <a:ext cx="1477440" cy="514440"/>
          </a:xfrm>
          <a:prstGeom prst="rect">
            <a:avLst/>
          </a:prstGeom>
          <a:solidFill>
            <a:srgbClr val="6e8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chemeClr val="lt1"/>
                </a:solidFill>
                <a:latin typeface="Open Sans"/>
              </a:rPr>
              <a:t>TRACK MANAGEMENT </a:t>
            </a:r>
            <a:r>
              <a:rPr b="1" lang="en-GB" sz="1200" spc="-1" strike="noStrike">
                <a:solidFill>
                  <a:srgbClr val="ff0000"/>
                </a:solidFill>
                <a:latin typeface="Open Sans"/>
              </a:rPr>
              <a:t>AGENT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86" name="Straight Arrow Connector 1"/>
          <p:cNvCxnSpPr>
            <a:endCxn id="1384" idx="1"/>
          </p:cNvCxnSpPr>
          <p:nvPr/>
        </p:nvCxnSpPr>
        <p:spPr>
          <a:xfrm flipV="1">
            <a:off x="92160" y="3378600"/>
            <a:ext cx="324000" cy="8280"/>
          </a:xfrm>
          <a:prstGeom prst="straightConnector1">
            <a:avLst/>
          </a:prstGeom>
          <a:ln w="0">
            <a:solidFill>
              <a:srgbClr val="ffffff"/>
            </a:solidFill>
            <a:tailEnd len="med" type="triangle" w="med"/>
          </a:ln>
        </p:spPr>
      </p:cxnSp>
      <p:cxnSp>
        <p:nvCxnSpPr>
          <p:cNvPr id="1387" name="Elbow Connector 1"/>
          <p:cNvCxnSpPr>
            <a:stCxn id="1384" idx="3"/>
            <a:endCxn id="1385" idx="1"/>
          </p:cNvCxnSpPr>
          <p:nvPr/>
        </p:nvCxnSpPr>
        <p:spPr>
          <a:xfrm flipV="1">
            <a:off x="1624680" y="1081080"/>
            <a:ext cx="585720" cy="2297880"/>
          </a:xfrm>
          <a:prstGeom prst="bentConnector3">
            <a:avLst>
              <a:gd name="adj1" fmla="val 100184"/>
            </a:avLst>
          </a:prstGeom>
          <a:ln w="0">
            <a:solidFill>
              <a:srgbClr val="ffffff"/>
            </a:solidFill>
            <a:tailEnd len="med" type="triangle" w="med"/>
          </a:ln>
        </p:spPr>
      </p:cxnSp>
      <p:cxnSp>
        <p:nvCxnSpPr>
          <p:cNvPr id="1388" name="Straight Connector 1"/>
          <p:cNvCxnSpPr/>
          <p:nvPr/>
        </p:nvCxnSpPr>
        <p:spPr>
          <a:xfrm>
            <a:off x="2946960" y="1431720"/>
            <a:ext cx="10080" cy="2097000"/>
          </a:xfrm>
          <a:prstGeom prst="straightConnector1">
            <a:avLst/>
          </a:prstGeom>
          <a:ln w="0">
            <a:solidFill>
              <a:srgbClr val="ffffff"/>
            </a:solidFill>
            <a:prstDash val="dash"/>
          </a:ln>
        </p:spPr>
      </p:cxnSp>
      <p:cxnSp>
        <p:nvCxnSpPr>
          <p:cNvPr id="1389" name="Elbow Connector 2"/>
          <p:cNvCxnSpPr>
            <a:stCxn id="1384" idx="3"/>
          </p:cNvCxnSpPr>
          <p:nvPr/>
        </p:nvCxnSpPr>
        <p:spPr>
          <a:xfrm>
            <a:off x="1624680" y="3378600"/>
            <a:ext cx="591120" cy="369720"/>
          </a:xfrm>
          <a:prstGeom prst="bentConnector3">
            <a:avLst>
              <a:gd name="adj1" fmla="val 100121"/>
            </a:avLst>
          </a:prstGeom>
          <a:ln w="0">
            <a:solidFill>
              <a:srgbClr val="ffffff"/>
            </a:solidFill>
            <a:tailEnd len="med" type="triangle" w="med"/>
          </a:ln>
        </p:spPr>
      </p:cxnSp>
      <p:sp>
        <p:nvSpPr>
          <p:cNvPr id="1390" name="TextBox 12"/>
          <p:cNvSpPr/>
          <p:nvPr/>
        </p:nvSpPr>
        <p:spPr>
          <a:xfrm>
            <a:off x="1920240" y="2036880"/>
            <a:ext cx="190620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lt1"/>
                </a:solidFill>
                <a:latin typeface="Open Sans"/>
              </a:rPr>
              <a:t>Agents for each CSCI (</a:t>
            </a:r>
            <a:r>
              <a:rPr b="0" lang="en-GB" sz="2000" spc="-1" strike="noStrike">
                <a:solidFill>
                  <a:schemeClr val="lt1"/>
                </a:solidFill>
                <a:latin typeface="Open Sans"/>
              </a:rPr>
              <a:t>~</a:t>
            </a:r>
            <a:r>
              <a:rPr b="0" lang="en-GB" sz="1800" spc="-1" strike="noStrike">
                <a:solidFill>
                  <a:schemeClr val="lt1"/>
                </a:solidFill>
                <a:latin typeface="Open Sans"/>
              </a:rPr>
              <a:t>180)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91" name="Elbow Connector 3"/>
          <p:cNvCxnSpPr>
            <a:stCxn id="1384" idx="3"/>
          </p:cNvCxnSpPr>
          <p:nvPr/>
        </p:nvCxnSpPr>
        <p:spPr>
          <a:xfrm>
            <a:off x="1624680" y="3378600"/>
            <a:ext cx="591120" cy="1449360"/>
          </a:xfrm>
          <a:prstGeom prst="bentConnector3">
            <a:avLst>
              <a:gd name="adj1" fmla="val 100121"/>
            </a:avLst>
          </a:prstGeom>
          <a:ln w="0">
            <a:solidFill>
              <a:srgbClr val="ffffff"/>
            </a:solidFill>
            <a:tailEnd len="med" type="triangle" w="med"/>
          </a:ln>
        </p:spPr>
      </p:cxnSp>
      <p:sp>
        <p:nvSpPr>
          <p:cNvPr id="1392" name="Rectangle 31"/>
          <p:cNvSpPr/>
          <p:nvPr/>
        </p:nvSpPr>
        <p:spPr>
          <a:xfrm>
            <a:off x="341640" y="5981400"/>
            <a:ext cx="11521080" cy="496800"/>
          </a:xfrm>
          <a:prstGeom prst="rect">
            <a:avLst/>
          </a:prstGeom>
          <a:solidFill>
            <a:srgbClr val="6e8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lt1"/>
                </a:solidFill>
                <a:latin typeface="Open Sans"/>
              </a:rPr>
              <a:t>GENERATIVE WORLD (VECTOR DB and MODELS)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93" name="Straight Arrow Connector 2"/>
          <p:cNvCxnSpPr/>
          <p:nvPr/>
        </p:nvCxnSpPr>
        <p:spPr>
          <a:xfrm flipH="1">
            <a:off x="960480" y="3962520"/>
            <a:ext cx="14760" cy="1917360"/>
          </a:xfrm>
          <a:prstGeom prst="straightConnector1">
            <a:avLst/>
          </a:prstGeom>
          <a:ln w="25400">
            <a:solidFill>
              <a:srgbClr val="ffffff"/>
            </a:solidFill>
            <a:round/>
            <a:headEnd len="med" type="triangle" w="med"/>
            <a:tailEnd len="med" type="triangle" w="med"/>
          </a:ln>
        </p:spPr>
      </p:cxnSp>
      <p:cxnSp>
        <p:nvCxnSpPr>
          <p:cNvPr id="1394" name="Straight Arrow Connector 3"/>
          <p:cNvCxnSpPr/>
          <p:nvPr/>
        </p:nvCxnSpPr>
        <p:spPr>
          <a:xfrm flipH="1">
            <a:off x="2946960" y="5575320"/>
            <a:ext cx="10080" cy="396720"/>
          </a:xfrm>
          <a:prstGeom prst="straightConnector1">
            <a:avLst/>
          </a:prstGeom>
          <a:ln w="25400">
            <a:solidFill>
              <a:srgbClr val="ffffff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1395" name="Rectangle 32"/>
          <p:cNvSpPr/>
          <p:nvPr/>
        </p:nvSpPr>
        <p:spPr>
          <a:xfrm>
            <a:off x="4094640" y="824040"/>
            <a:ext cx="1275120" cy="514440"/>
          </a:xfrm>
          <a:prstGeom prst="rect">
            <a:avLst/>
          </a:prstGeom>
          <a:solidFill>
            <a:srgbClr val="6e8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chemeClr val="lt1"/>
                </a:solidFill>
                <a:latin typeface="Open Sans"/>
              </a:rPr>
              <a:t>TRACK MANAGEMENT </a:t>
            </a:r>
            <a:r>
              <a:rPr b="1" lang="en-GB" sz="1200" spc="-1" strike="noStrike">
                <a:solidFill>
                  <a:srgbClr val="ff0000"/>
                </a:solidFill>
                <a:latin typeface="Open Sans"/>
              </a:rPr>
              <a:t>TOOLS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6" name="Rectangle 33"/>
          <p:cNvSpPr/>
          <p:nvPr/>
        </p:nvSpPr>
        <p:spPr>
          <a:xfrm>
            <a:off x="5776920" y="824040"/>
            <a:ext cx="1275120" cy="514440"/>
          </a:xfrm>
          <a:prstGeom prst="rect">
            <a:avLst/>
          </a:prstGeom>
          <a:solidFill>
            <a:srgbClr val="6e8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chemeClr val="lt1"/>
                </a:solidFill>
                <a:latin typeface="Open Sans"/>
              </a:rPr>
              <a:t>TRACK MANAGEMENT </a:t>
            </a:r>
            <a:r>
              <a:rPr b="1" lang="en-GB" sz="1200" spc="-1" strike="noStrike">
                <a:solidFill>
                  <a:srgbClr val="ff0000"/>
                </a:solidFill>
                <a:latin typeface="Open Sans"/>
              </a:rPr>
              <a:t>MCP CLIENT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7" name="Rectangle 34"/>
          <p:cNvSpPr/>
          <p:nvPr/>
        </p:nvSpPr>
        <p:spPr>
          <a:xfrm>
            <a:off x="7459560" y="824040"/>
            <a:ext cx="1275120" cy="514440"/>
          </a:xfrm>
          <a:prstGeom prst="rect">
            <a:avLst/>
          </a:prstGeom>
          <a:solidFill>
            <a:srgbClr val="6e8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chemeClr val="lt1"/>
                </a:solidFill>
                <a:latin typeface="Open Sans"/>
              </a:rPr>
              <a:t>TRACK MANAGEMENT </a:t>
            </a:r>
            <a:r>
              <a:rPr b="1" lang="en-GB" sz="1200" spc="-1" strike="noStrike">
                <a:solidFill>
                  <a:srgbClr val="ff0000"/>
                </a:solidFill>
                <a:latin typeface="Open Sans"/>
              </a:rPr>
              <a:t>MCP SERVER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8" name="Rectangle 35"/>
          <p:cNvSpPr/>
          <p:nvPr/>
        </p:nvSpPr>
        <p:spPr>
          <a:xfrm>
            <a:off x="9141840" y="824040"/>
            <a:ext cx="1275120" cy="514440"/>
          </a:xfrm>
          <a:prstGeom prst="rect">
            <a:avLst/>
          </a:prstGeom>
          <a:solidFill>
            <a:srgbClr val="6e84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200" spc="-1" strike="noStrike">
                <a:solidFill>
                  <a:schemeClr val="lt1"/>
                </a:solidFill>
                <a:latin typeface="Open Sans"/>
              </a:rPr>
              <a:t>TRACK MANAGEMENT </a:t>
            </a:r>
            <a:r>
              <a:rPr b="1" lang="en-GB" sz="1200" spc="-1" strike="noStrike">
                <a:solidFill>
                  <a:srgbClr val="ff0000"/>
                </a:solidFill>
                <a:latin typeface="Open Sans"/>
              </a:rPr>
              <a:t>ADAPTERS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99" name="Straight Arrow Connector 4"/>
          <p:cNvCxnSpPr>
            <a:stCxn id="1385" idx="3"/>
            <a:endCxn id="1395" idx="1"/>
          </p:cNvCxnSpPr>
          <p:nvPr/>
        </p:nvCxnSpPr>
        <p:spPr>
          <a:xfrm>
            <a:off x="3687480" y="1081080"/>
            <a:ext cx="407520" cy="360"/>
          </a:xfrm>
          <a:prstGeom prst="straightConnector1">
            <a:avLst/>
          </a:prstGeom>
          <a:ln w="0">
            <a:solidFill>
              <a:srgbClr val="ffffff"/>
            </a:solidFill>
            <a:tailEnd len="med" type="triangle" w="med"/>
          </a:ln>
        </p:spPr>
      </p:cxnSp>
      <p:cxnSp>
        <p:nvCxnSpPr>
          <p:cNvPr id="1400" name="Straight Arrow Connector 6"/>
          <p:cNvCxnSpPr>
            <a:stCxn id="1395" idx="3"/>
            <a:endCxn id="1396" idx="1"/>
          </p:cNvCxnSpPr>
          <p:nvPr/>
        </p:nvCxnSpPr>
        <p:spPr>
          <a:xfrm>
            <a:off x="5369760" y="1081080"/>
            <a:ext cx="407520" cy="360"/>
          </a:xfrm>
          <a:prstGeom prst="straightConnector1">
            <a:avLst/>
          </a:prstGeom>
          <a:ln w="0">
            <a:solidFill>
              <a:srgbClr val="ffffff"/>
            </a:solidFill>
            <a:tailEnd len="med" type="triangle" w="med"/>
          </a:ln>
        </p:spPr>
      </p:cxnSp>
      <p:cxnSp>
        <p:nvCxnSpPr>
          <p:cNvPr id="1401" name="Straight Arrow Connector 7"/>
          <p:cNvCxnSpPr>
            <a:stCxn id="1396" idx="3"/>
            <a:endCxn id="1397" idx="1"/>
          </p:cNvCxnSpPr>
          <p:nvPr/>
        </p:nvCxnSpPr>
        <p:spPr>
          <a:xfrm>
            <a:off x="7052040" y="1081080"/>
            <a:ext cx="407880" cy="360"/>
          </a:xfrm>
          <a:prstGeom prst="straightConnector1">
            <a:avLst/>
          </a:prstGeom>
          <a:ln w="0">
            <a:solidFill>
              <a:srgbClr val="ffffff"/>
            </a:solidFill>
            <a:tailEnd len="med" type="triangle" w="med"/>
          </a:ln>
        </p:spPr>
      </p:cxnSp>
      <p:cxnSp>
        <p:nvCxnSpPr>
          <p:cNvPr id="1402" name="Straight Arrow Connector 8"/>
          <p:cNvCxnSpPr>
            <a:stCxn id="1397" idx="3"/>
            <a:endCxn id="1398" idx="1"/>
          </p:cNvCxnSpPr>
          <p:nvPr/>
        </p:nvCxnSpPr>
        <p:spPr>
          <a:xfrm>
            <a:off x="8734680" y="1081080"/>
            <a:ext cx="407520" cy="360"/>
          </a:xfrm>
          <a:prstGeom prst="straightConnector1">
            <a:avLst/>
          </a:prstGeom>
          <a:ln w="0">
            <a:solidFill>
              <a:srgbClr val="ffffff"/>
            </a:solidFill>
            <a:tailEnd len="med" type="triangle" w="med"/>
          </a:ln>
        </p:spPr>
      </p:cxnSp>
      <p:sp>
        <p:nvSpPr>
          <p:cNvPr id="1403" name="Right Arrow 1"/>
          <p:cNvSpPr/>
          <p:nvPr/>
        </p:nvSpPr>
        <p:spPr>
          <a:xfrm>
            <a:off x="33120" y="3214800"/>
            <a:ext cx="382320" cy="3279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404" name="TextBox 13"/>
          <p:cNvSpPr/>
          <p:nvPr/>
        </p:nvSpPr>
        <p:spPr>
          <a:xfrm>
            <a:off x="10440360" y="723960"/>
            <a:ext cx="152928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GB" sz="1000" spc="-1" strike="noStrike">
                <a:solidFill>
                  <a:schemeClr val="accent5">
                    <a:lumMod val="75000"/>
                  </a:schemeClr>
                </a:solidFill>
                <a:latin typeface="Open Sans"/>
              </a:rPr>
              <a:t>TRACK MANAGEMENT DEV. TEAM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GB" sz="1000" spc="-1" strike="noStrike">
                <a:solidFill>
                  <a:schemeClr val="accent5">
                    <a:lumMod val="75000"/>
                  </a:schemeClr>
                </a:solidFill>
                <a:latin typeface="Open Sans"/>
              </a:rPr>
              <a:t>RESPONSIBILITY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405" name="Group 1"/>
          <p:cNvGrpSpPr/>
          <p:nvPr/>
        </p:nvGrpSpPr>
        <p:grpSpPr>
          <a:xfrm>
            <a:off x="1786680" y="4473360"/>
            <a:ext cx="10170360" cy="1004400"/>
            <a:chOff x="1786680" y="4473360"/>
            <a:chExt cx="10170360" cy="1004400"/>
          </a:xfrm>
        </p:grpSpPr>
        <p:sp>
          <p:nvSpPr>
            <p:cNvPr id="1406" name="Rectangle 36"/>
            <p:cNvSpPr/>
            <p:nvPr/>
          </p:nvSpPr>
          <p:spPr>
            <a:xfrm>
              <a:off x="1786680" y="4473360"/>
              <a:ext cx="10076040" cy="1004400"/>
            </a:xfrm>
            <a:prstGeom prst="rect">
              <a:avLst/>
            </a:prstGeom>
            <a:solidFill>
              <a:srgbClr val="00b0f0">
                <a:alpha val="1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407" name="Rectangle 37"/>
            <p:cNvSpPr/>
            <p:nvPr/>
          </p:nvSpPr>
          <p:spPr>
            <a:xfrm>
              <a:off x="2210040" y="4642200"/>
              <a:ext cx="1477440" cy="732240"/>
            </a:xfrm>
            <a:prstGeom prst="rect">
              <a:avLst/>
            </a:prstGeom>
            <a:solidFill>
              <a:srgbClr val="6e84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GB" sz="1200" spc="-1" strike="noStrike">
                  <a:solidFill>
                    <a:schemeClr val="lt1"/>
                  </a:solidFill>
                  <a:latin typeface="Open Sans"/>
                </a:rPr>
                <a:t>OTHER AI SYSTEMS  (BLUEVISION) </a:t>
              </a:r>
              <a:r>
                <a:rPr b="1" lang="en-GB" sz="1200" spc="-1" strike="noStrike">
                  <a:solidFill>
                    <a:srgbClr val="ff0000"/>
                  </a:solidFill>
                  <a:latin typeface="Open Sans"/>
                </a:rPr>
                <a:t>AGENTS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08" name="Rectangle 38"/>
            <p:cNvSpPr/>
            <p:nvPr/>
          </p:nvSpPr>
          <p:spPr>
            <a:xfrm>
              <a:off x="4094640" y="4642200"/>
              <a:ext cx="1275120" cy="732240"/>
            </a:xfrm>
            <a:prstGeom prst="rect">
              <a:avLst/>
            </a:prstGeom>
            <a:solidFill>
              <a:srgbClr val="6e84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GB" sz="1200" spc="-1" strike="noStrike">
                  <a:solidFill>
                    <a:schemeClr val="lt1"/>
                  </a:solidFill>
                  <a:latin typeface="Open Sans"/>
                </a:rPr>
                <a:t>OTHER AI SYSTEMS  (BLUEVISION) </a:t>
              </a:r>
              <a:r>
                <a:rPr b="1" lang="en-GB" sz="1200" spc="-1" strike="noStrike">
                  <a:solidFill>
                    <a:srgbClr val="ff0000"/>
                  </a:solidFill>
                  <a:latin typeface="Open Sans"/>
                </a:rPr>
                <a:t>TOOLS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09" name="Rectangle 40"/>
            <p:cNvSpPr/>
            <p:nvPr/>
          </p:nvSpPr>
          <p:spPr>
            <a:xfrm>
              <a:off x="5776920" y="4642200"/>
              <a:ext cx="1275120" cy="732240"/>
            </a:xfrm>
            <a:prstGeom prst="rect">
              <a:avLst/>
            </a:prstGeom>
            <a:solidFill>
              <a:srgbClr val="6e84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GB" sz="1200" spc="-1" strike="noStrike">
                  <a:solidFill>
                    <a:schemeClr val="lt1"/>
                  </a:solidFill>
                  <a:latin typeface="Open Sans"/>
                </a:rPr>
                <a:t>OTHER AI SYSTEMS  (BLUEVISION) </a:t>
              </a:r>
              <a:r>
                <a:rPr b="1" lang="en-GB" sz="1200" spc="-1" strike="noStrike">
                  <a:solidFill>
                    <a:srgbClr val="ff0000"/>
                  </a:solidFill>
                  <a:latin typeface="Open Sans"/>
                </a:rPr>
                <a:t>MCP CLIENT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0" name="Rectangle 41"/>
            <p:cNvSpPr/>
            <p:nvPr/>
          </p:nvSpPr>
          <p:spPr>
            <a:xfrm>
              <a:off x="7459560" y="4642200"/>
              <a:ext cx="1275120" cy="732240"/>
            </a:xfrm>
            <a:prstGeom prst="rect">
              <a:avLst/>
            </a:prstGeom>
            <a:solidFill>
              <a:srgbClr val="6e84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GB" sz="1200" spc="-1" strike="noStrike">
                  <a:solidFill>
                    <a:schemeClr val="lt1"/>
                  </a:solidFill>
                  <a:latin typeface="Open Sans"/>
                </a:rPr>
                <a:t>OTHER AI SYSTEMS  (BLUEVISION) </a:t>
              </a:r>
              <a:r>
                <a:rPr b="1" lang="en-GB" sz="1200" spc="-1" strike="noStrike">
                  <a:solidFill>
                    <a:srgbClr val="ff0000"/>
                  </a:solidFill>
                  <a:latin typeface="Open Sans"/>
                </a:rPr>
                <a:t>MCP SERVER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1" name="Rectangle 42"/>
            <p:cNvSpPr/>
            <p:nvPr/>
          </p:nvSpPr>
          <p:spPr>
            <a:xfrm>
              <a:off x="9141840" y="4642200"/>
              <a:ext cx="1275120" cy="732240"/>
            </a:xfrm>
            <a:prstGeom prst="rect">
              <a:avLst/>
            </a:prstGeom>
            <a:solidFill>
              <a:srgbClr val="6e84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GB" sz="1200" spc="-1" strike="noStrike">
                  <a:solidFill>
                    <a:schemeClr val="lt1"/>
                  </a:solidFill>
                  <a:latin typeface="Open Sans"/>
                </a:rPr>
                <a:t>OTHER AI SYSTEMS  (BLUEVISION) </a:t>
              </a:r>
              <a:r>
                <a:rPr b="1" lang="en-GB" sz="1200" spc="-1" strike="noStrike">
                  <a:solidFill>
                    <a:srgbClr val="ff0000"/>
                  </a:solidFill>
                  <a:latin typeface="Open Sans"/>
                </a:rPr>
                <a:t>ADAPTERS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cxnSp>
          <p:nvCxnSpPr>
            <p:cNvPr id="1412" name="Straight Arrow Connector 9"/>
            <p:cNvCxnSpPr>
              <a:stCxn id="1407" idx="3"/>
              <a:endCxn id="1408" idx="1"/>
            </p:cNvCxnSpPr>
            <p:nvPr/>
          </p:nvCxnSpPr>
          <p:spPr>
            <a:xfrm>
              <a:off x="3687480" y="5008320"/>
              <a:ext cx="407520" cy="360"/>
            </a:xfrm>
            <a:prstGeom prst="straightConnector1">
              <a:avLst/>
            </a:prstGeom>
            <a:ln w="0">
              <a:solidFill>
                <a:srgbClr val="ffffff"/>
              </a:solidFill>
              <a:tailEnd len="med" type="triangle" w="med"/>
            </a:ln>
          </p:spPr>
        </p:cxnSp>
        <p:cxnSp>
          <p:nvCxnSpPr>
            <p:cNvPr id="1413" name="Straight Arrow Connector 10"/>
            <p:cNvCxnSpPr>
              <a:stCxn id="1408" idx="3"/>
              <a:endCxn id="1409" idx="1"/>
            </p:cNvCxnSpPr>
            <p:nvPr/>
          </p:nvCxnSpPr>
          <p:spPr>
            <a:xfrm>
              <a:off x="5369760" y="5008320"/>
              <a:ext cx="407520" cy="360"/>
            </a:xfrm>
            <a:prstGeom prst="straightConnector1">
              <a:avLst/>
            </a:prstGeom>
            <a:ln w="0">
              <a:solidFill>
                <a:srgbClr val="ffffff"/>
              </a:solidFill>
              <a:tailEnd len="med" type="triangle" w="med"/>
            </a:ln>
          </p:spPr>
        </p:cxnSp>
        <p:cxnSp>
          <p:nvCxnSpPr>
            <p:cNvPr id="1414" name="Straight Arrow Connector 11"/>
            <p:cNvCxnSpPr>
              <a:stCxn id="1409" idx="3"/>
              <a:endCxn id="1410" idx="1"/>
            </p:cNvCxnSpPr>
            <p:nvPr/>
          </p:nvCxnSpPr>
          <p:spPr>
            <a:xfrm>
              <a:off x="7052040" y="5008320"/>
              <a:ext cx="407880" cy="360"/>
            </a:xfrm>
            <a:prstGeom prst="straightConnector1">
              <a:avLst/>
            </a:prstGeom>
            <a:ln w="0">
              <a:solidFill>
                <a:srgbClr val="ffffff"/>
              </a:solidFill>
              <a:tailEnd len="med" type="triangle" w="med"/>
            </a:ln>
          </p:spPr>
        </p:cxnSp>
        <p:cxnSp>
          <p:nvCxnSpPr>
            <p:cNvPr id="1415" name="Straight Arrow Connector 12"/>
            <p:cNvCxnSpPr>
              <a:stCxn id="1410" idx="3"/>
              <a:endCxn id="1411" idx="1"/>
            </p:cNvCxnSpPr>
            <p:nvPr/>
          </p:nvCxnSpPr>
          <p:spPr>
            <a:xfrm>
              <a:off x="8734680" y="5008320"/>
              <a:ext cx="407520" cy="360"/>
            </a:xfrm>
            <a:prstGeom prst="straightConnector1">
              <a:avLst/>
            </a:prstGeom>
            <a:ln w="0">
              <a:solidFill>
                <a:srgbClr val="ffffff"/>
              </a:solidFill>
              <a:tailEnd len="med" type="triangle" w="med"/>
            </a:ln>
          </p:spPr>
        </p:cxnSp>
        <p:sp>
          <p:nvSpPr>
            <p:cNvPr id="1416" name="TextBox 14"/>
            <p:cNvSpPr/>
            <p:nvPr/>
          </p:nvSpPr>
          <p:spPr>
            <a:xfrm>
              <a:off x="10427760" y="4721760"/>
              <a:ext cx="1529280" cy="54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GB" sz="1000" spc="-1" strike="noStrike">
                  <a:solidFill>
                    <a:schemeClr val="accent5">
                      <a:lumMod val="75000"/>
                    </a:schemeClr>
                  </a:solidFill>
                  <a:latin typeface="Open Sans"/>
                </a:rPr>
                <a:t>BLUEVISION DEV. TEAM</a:t>
              </a:r>
              <a:endParaRPr b="0" lang="en-US" sz="1000" spc="-1" strike="noStrike">
                <a:solidFill>
                  <a:srgbClr val="ffffff"/>
                </a:solidFill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1" lang="en-GB" sz="1000" spc="-1" strike="noStrike">
                  <a:solidFill>
                    <a:schemeClr val="accent5">
                      <a:lumMod val="75000"/>
                    </a:schemeClr>
                  </a:solidFill>
                  <a:latin typeface="Open Sans"/>
                </a:rPr>
                <a:t>RESPONSIBILITY </a:t>
              </a:r>
              <a:endParaRPr b="0" lang="en-US" sz="1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17" name="Group 2"/>
          <p:cNvGrpSpPr/>
          <p:nvPr/>
        </p:nvGrpSpPr>
        <p:grpSpPr>
          <a:xfrm>
            <a:off x="1786680" y="3373560"/>
            <a:ext cx="10182960" cy="705960"/>
            <a:chOff x="1786680" y="3373560"/>
            <a:chExt cx="10182960" cy="705960"/>
          </a:xfrm>
        </p:grpSpPr>
        <p:sp>
          <p:nvSpPr>
            <p:cNvPr id="1418" name="Rectangle 43"/>
            <p:cNvSpPr/>
            <p:nvPr/>
          </p:nvSpPr>
          <p:spPr>
            <a:xfrm>
              <a:off x="1786680" y="3373560"/>
              <a:ext cx="10076040" cy="705960"/>
            </a:xfrm>
            <a:prstGeom prst="rect">
              <a:avLst/>
            </a:prstGeom>
            <a:solidFill>
              <a:srgbClr val="00b0f0">
                <a:alpha val="1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419" name="Rectangle 44"/>
            <p:cNvSpPr/>
            <p:nvPr/>
          </p:nvSpPr>
          <p:spPr>
            <a:xfrm>
              <a:off x="2210040" y="3492360"/>
              <a:ext cx="1477440" cy="514440"/>
            </a:xfrm>
            <a:prstGeom prst="rect">
              <a:avLst/>
            </a:prstGeom>
            <a:solidFill>
              <a:srgbClr val="6e84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GB" sz="1200" spc="-1" strike="noStrike">
                  <a:solidFill>
                    <a:schemeClr val="lt1"/>
                  </a:solidFill>
                  <a:latin typeface="Open Sans"/>
                </a:rPr>
                <a:t>RADAR SMARTS </a:t>
              </a:r>
              <a:r>
                <a:rPr b="1" lang="en-GB" sz="1200" spc="-1" strike="noStrike">
                  <a:solidFill>
                    <a:srgbClr val="ff0000"/>
                  </a:solidFill>
                  <a:latin typeface="Open Sans"/>
                </a:rPr>
                <a:t>AGENT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0" name="Rectangle 45"/>
            <p:cNvSpPr/>
            <p:nvPr/>
          </p:nvSpPr>
          <p:spPr>
            <a:xfrm>
              <a:off x="4094640" y="3492360"/>
              <a:ext cx="1275120" cy="514440"/>
            </a:xfrm>
            <a:prstGeom prst="rect">
              <a:avLst/>
            </a:prstGeom>
            <a:solidFill>
              <a:srgbClr val="6e84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GB" sz="1200" spc="-1" strike="noStrike">
                  <a:solidFill>
                    <a:schemeClr val="lt1"/>
                  </a:solidFill>
                  <a:latin typeface="Open Sans"/>
                </a:rPr>
                <a:t>RADAR SMARTS </a:t>
              </a:r>
              <a:r>
                <a:rPr b="1" lang="en-GB" sz="1200" spc="-1" strike="noStrike">
                  <a:solidFill>
                    <a:srgbClr val="ff0000"/>
                  </a:solidFill>
                  <a:latin typeface="Open Sans"/>
                </a:rPr>
                <a:t>TOOLS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1" name="Rectangle 46"/>
            <p:cNvSpPr/>
            <p:nvPr/>
          </p:nvSpPr>
          <p:spPr>
            <a:xfrm>
              <a:off x="5776920" y="3492360"/>
              <a:ext cx="1275120" cy="514440"/>
            </a:xfrm>
            <a:prstGeom prst="rect">
              <a:avLst/>
            </a:prstGeom>
            <a:solidFill>
              <a:srgbClr val="6e84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GB" sz="1200" spc="-1" strike="noStrike">
                  <a:solidFill>
                    <a:schemeClr val="lt1"/>
                  </a:solidFill>
                  <a:latin typeface="Open Sans"/>
                </a:rPr>
                <a:t>RADAR SMARTS    </a:t>
              </a:r>
              <a:r>
                <a:rPr b="1" lang="en-GB" sz="1200" spc="-1" strike="noStrike">
                  <a:solidFill>
                    <a:srgbClr val="ff0000"/>
                  </a:solidFill>
                  <a:latin typeface="Open Sans"/>
                </a:rPr>
                <a:t>MCP CLIENT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2" name="Rectangle 47"/>
            <p:cNvSpPr/>
            <p:nvPr/>
          </p:nvSpPr>
          <p:spPr>
            <a:xfrm>
              <a:off x="7459560" y="3492360"/>
              <a:ext cx="1275120" cy="514440"/>
            </a:xfrm>
            <a:prstGeom prst="rect">
              <a:avLst/>
            </a:prstGeom>
            <a:solidFill>
              <a:srgbClr val="6e84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GB" sz="1200" spc="-1" strike="noStrike">
                  <a:solidFill>
                    <a:schemeClr val="lt1"/>
                  </a:solidFill>
                  <a:latin typeface="Open Sans"/>
                </a:rPr>
                <a:t>RADAR SMARTS    </a:t>
              </a:r>
              <a:r>
                <a:rPr b="1" lang="en-GB" sz="1200" spc="-1" strike="noStrike">
                  <a:solidFill>
                    <a:srgbClr val="ff0000"/>
                  </a:solidFill>
                  <a:latin typeface="Open Sans"/>
                </a:rPr>
                <a:t>MCP SERVER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3" name="Rectangle 48"/>
            <p:cNvSpPr/>
            <p:nvPr/>
          </p:nvSpPr>
          <p:spPr>
            <a:xfrm>
              <a:off x="9141840" y="3492360"/>
              <a:ext cx="1275120" cy="514440"/>
            </a:xfrm>
            <a:prstGeom prst="rect">
              <a:avLst/>
            </a:prstGeom>
            <a:solidFill>
              <a:srgbClr val="6e84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GB" sz="1200" spc="-1" strike="noStrike">
                  <a:solidFill>
                    <a:schemeClr val="lt1"/>
                  </a:solidFill>
                  <a:latin typeface="Open Sans"/>
                </a:rPr>
                <a:t>RADAR SMARTS </a:t>
              </a:r>
              <a:r>
                <a:rPr b="1" lang="en-GB" sz="1200" spc="-1" strike="noStrike">
                  <a:solidFill>
                    <a:srgbClr val="ff0000"/>
                  </a:solidFill>
                  <a:latin typeface="Open Sans"/>
                </a:rPr>
                <a:t>ADAPTERS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cxnSp>
          <p:nvCxnSpPr>
            <p:cNvPr id="1424" name="Straight Arrow Connector 13"/>
            <p:cNvCxnSpPr>
              <a:stCxn id="1419" idx="3"/>
              <a:endCxn id="1420" idx="1"/>
            </p:cNvCxnSpPr>
            <p:nvPr/>
          </p:nvCxnSpPr>
          <p:spPr>
            <a:xfrm>
              <a:off x="3687480" y="3749400"/>
              <a:ext cx="407520" cy="360"/>
            </a:xfrm>
            <a:prstGeom prst="straightConnector1">
              <a:avLst/>
            </a:prstGeom>
            <a:ln w="0">
              <a:solidFill>
                <a:srgbClr val="ffffff"/>
              </a:solidFill>
              <a:tailEnd len="med" type="triangle" w="med"/>
            </a:ln>
          </p:spPr>
        </p:cxnSp>
        <p:cxnSp>
          <p:nvCxnSpPr>
            <p:cNvPr id="1425" name="Straight Arrow Connector 14"/>
            <p:cNvCxnSpPr>
              <a:stCxn id="1420" idx="3"/>
              <a:endCxn id="1421" idx="1"/>
            </p:cNvCxnSpPr>
            <p:nvPr/>
          </p:nvCxnSpPr>
          <p:spPr>
            <a:xfrm>
              <a:off x="5369760" y="3749400"/>
              <a:ext cx="407520" cy="360"/>
            </a:xfrm>
            <a:prstGeom prst="straightConnector1">
              <a:avLst/>
            </a:prstGeom>
            <a:ln w="0">
              <a:solidFill>
                <a:srgbClr val="ffffff"/>
              </a:solidFill>
              <a:tailEnd len="med" type="triangle" w="med"/>
            </a:ln>
          </p:spPr>
        </p:cxnSp>
        <p:cxnSp>
          <p:nvCxnSpPr>
            <p:cNvPr id="1426" name="Straight Arrow Connector 15"/>
            <p:cNvCxnSpPr>
              <a:stCxn id="1421" idx="3"/>
              <a:endCxn id="1422" idx="1"/>
            </p:cNvCxnSpPr>
            <p:nvPr/>
          </p:nvCxnSpPr>
          <p:spPr>
            <a:xfrm>
              <a:off x="7052040" y="3749400"/>
              <a:ext cx="407880" cy="360"/>
            </a:xfrm>
            <a:prstGeom prst="straightConnector1">
              <a:avLst/>
            </a:prstGeom>
            <a:ln w="0">
              <a:solidFill>
                <a:srgbClr val="ffffff"/>
              </a:solidFill>
              <a:tailEnd len="med" type="triangle" w="med"/>
            </a:ln>
          </p:spPr>
        </p:cxnSp>
        <p:cxnSp>
          <p:nvCxnSpPr>
            <p:cNvPr id="1427" name="Straight Arrow Connector 16"/>
            <p:cNvCxnSpPr>
              <a:stCxn id="1422" idx="3"/>
              <a:endCxn id="1423" idx="1"/>
            </p:cNvCxnSpPr>
            <p:nvPr/>
          </p:nvCxnSpPr>
          <p:spPr>
            <a:xfrm>
              <a:off x="8734680" y="3749400"/>
              <a:ext cx="407520" cy="360"/>
            </a:xfrm>
            <a:prstGeom prst="straightConnector1">
              <a:avLst/>
            </a:prstGeom>
            <a:ln w="0">
              <a:solidFill>
                <a:srgbClr val="ffffff"/>
              </a:solidFill>
              <a:tailEnd len="med" type="triangle" w="med"/>
            </a:ln>
          </p:spPr>
        </p:cxnSp>
        <p:sp>
          <p:nvSpPr>
            <p:cNvPr id="1428" name="TextBox 15"/>
            <p:cNvSpPr/>
            <p:nvPr/>
          </p:nvSpPr>
          <p:spPr>
            <a:xfrm>
              <a:off x="10440360" y="3475440"/>
              <a:ext cx="1529280" cy="54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GB" sz="1000" spc="-1" strike="noStrike">
                  <a:solidFill>
                    <a:schemeClr val="accent5">
                      <a:lumMod val="75000"/>
                    </a:schemeClr>
                  </a:solidFill>
                  <a:latin typeface="Open Sans"/>
                </a:rPr>
                <a:t>RADAR SMARTS DEV. TEAM</a:t>
              </a:r>
              <a:endParaRPr b="0" lang="en-US" sz="1000" spc="-1" strike="noStrike">
                <a:solidFill>
                  <a:srgbClr val="ffffff"/>
                </a:solidFill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1" lang="en-GB" sz="1000" spc="-1" strike="noStrike">
                  <a:solidFill>
                    <a:schemeClr val="accent5">
                      <a:lumMod val="75000"/>
                    </a:schemeClr>
                  </a:solidFill>
                  <a:latin typeface="Open Sans"/>
                </a:rPr>
                <a:t>RESPONSIBILITY </a:t>
              </a:r>
              <a:endParaRPr b="0" lang="en-US" sz="1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HVL- TEMPLATE FOR PRODUCTS AND SOLUTIONS_VERSION  3.2</Template>
  <TotalTime>5011</TotalTime>
  <Application>LibreOffice/24.2.7.2$Linux_X86_64 LibreOffice_project/420$Build-2</Application>
  <AppVersion>15.0000</AppVersion>
  <Words>840</Words>
  <Paragraphs>249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2025-11-24T12:26:39Z</dcterms:created>
  <dc:creator>Mehmet PEKMEZCİ</dc:creator>
  <dc:description/>
  <dc:language>en-US</dc:language>
  <cp:lastModifiedBy/>
  <dcterms:modified xsi:type="dcterms:W3CDTF">2026-06-30T23:55:22Z</dcterms:modified>
  <cp:revision>135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0x010100800CEB18A79B964CA054DFDEE64EDA10</vt:lpwstr>
  </property>
  <property fmtid="{D5CDD505-2E9C-101B-9397-08002B2CF9AE}" pid="3" name="Notes">
    <vt:i4>4</vt:i4>
  </property>
  <property fmtid="{D5CDD505-2E9C-101B-9397-08002B2CF9AE}" pid="4" name="PresentationFormat">
    <vt:lpwstr>Widescreen</vt:lpwstr>
  </property>
  <property fmtid="{D5CDD505-2E9C-101B-9397-08002B2CF9AE}" pid="5" name="Slides">
    <vt:i4>10</vt:i4>
  </property>
  <property fmtid="{D5CDD505-2E9C-101B-9397-08002B2CF9AE}" pid="6" name="VeriketAuthor">
    <vt:lpwstr>3ZXl6zLEMop/T4ZOd8aL6mXiYVv8uu7BpPRD/QTH98Q=</vt:lpwstr>
  </property>
  <property fmtid="{D5CDD505-2E9C-101B-9397-08002B2CF9AE}" pid="7" name="VeriketClassification">
    <vt:lpwstr>A5BC3CFD-4D51-461E-B5F0-D84C6FA67A36</vt:lpwstr>
  </property>
</Properties>
</file>