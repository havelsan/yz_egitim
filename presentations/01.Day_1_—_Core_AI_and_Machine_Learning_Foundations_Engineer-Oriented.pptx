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35.xml" ContentType="application/vnd.openxmlformats-officedocument.theme+xml"/>
  <Override PartName="/ppt/theme/theme8.xml" ContentType="application/vnd.openxmlformats-officedocument.theme+xml"/>
  <Override PartName="/ppt/theme/theme44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22.xml" ContentType="application/vnd.openxmlformats-officedocument.presentationml.slideLayout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_rels/slide2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1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_rels/notesSlide30.xml.rels" ContentType="application/vnd.openxmlformats-package.relationships+xml"/>
  <Override PartName="/ppt/notesSlides/notesSlide3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</p:sldMasterIdLst>
  <p:notesMasterIdLst>
    <p:notesMasterId r:id="rId45"/>
  </p:notesMasterIdLst>
  <p:sldIdLst>
    <p:sldId id="256" r:id="rId46"/>
    <p:sldId id="257" r:id="rId47"/>
    <p:sldId id="258" r:id="rId48"/>
    <p:sldId id="259" r:id="rId49"/>
    <p:sldId id="260" r:id="rId50"/>
    <p:sldId id="261" r:id="rId51"/>
    <p:sldId id="262" r:id="rId52"/>
    <p:sldId id="263" r:id="rId53"/>
    <p:sldId id="264" r:id="rId54"/>
    <p:sldId id="265" r:id="rId55"/>
    <p:sldId id="266" r:id="rId56"/>
    <p:sldId id="267" r:id="rId57"/>
    <p:sldId id="268" r:id="rId58"/>
    <p:sldId id="269" r:id="rId59"/>
    <p:sldId id="270" r:id="rId60"/>
    <p:sldId id="271" r:id="rId61"/>
    <p:sldId id="272" r:id="rId62"/>
    <p:sldId id="273" r:id="rId63"/>
    <p:sldId id="274" r:id="rId64"/>
    <p:sldId id="275" r:id="rId65"/>
    <p:sldId id="276" r:id="rId66"/>
    <p:sldId id="277" r:id="rId67"/>
    <p:sldId id="278" r:id="rId68"/>
    <p:sldId id="279" r:id="rId69"/>
    <p:sldId id="280" r:id="rId70"/>
    <p:sldId id="281" r:id="rId71"/>
    <p:sldId id="282" r:id="rId72"/>
    <p:sldId id="283" r:id="rId73"/>
    <p:sldId id="284" r:id="rId74"/>
    <p:sldId id="285" r:id="rId75"/>
    <p:sldId id="286" r:id="rId7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notesMaster" Target="notesMasters/notesMaster1.xml"/><Relationship Id="rId46" Type="http://schemas.openxmlformats.org/officeDocument/2006/relationships/slide" Target="slides/slide1.xml"/><Relationship Id="rId47" Type="http://schemas.openxmlformats.org/officeDocument/2006/relationships/slide" Target="slides/slide2.xml"/><Relationship Id="rId48" Type="http://schemas.openxmlformats.org/officeDocument/2006/relationships/slide" Target="slides/slide3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7" Type="http://schemas.openxmlformats.org/officeDocument/2006/relationships/slide" Target="slides/slide12.xml"/><Relationship Id="rId58" Type="http://schemas.openxmlformats.org/officeDocument/2006/relationships/slide" Target="slides/slide13.xml"/><Relationship Id="rId59" Type="http://schemas.openxmlformats.org/officeDocument/2006/relationships/slide" Target="slides/slide14.xml"/><Relationship Id="rId60" Type="http://schemas.openxmlformats.org/officeDocument/2006/relationships/slide" Target="slides/slide15.xml"/><Relationship Id="rId61" Type="http://schemas.openxmlformats.org/officeDocument/2006/relationships/slide" Target="slides/slide16.xml"/><Relationship Id="rId62" Type="http://schemas.openxmlformats.org/officeDocument/2006/relationships/slide" Target="slides/slide17.xml"/><Relationship Id="rId63" Type="http://schemas.openxmlformats.org/officeDocument/2006/relationships/slide" Target="slides/slide18.xml"/><Relationship Id="rId64" Type="http://schemas.openxmlformats.org/officeDocument/2006/relationships/slide" Target="slides/slide19.xml"/><Relationship Id="rId65" Type="http://schemas.openxmlformats.org/officeDocument/2006/relationships/slide" Target="slides/slide20.xml"/><Relationship Id="rId66" Type="http://schemas.openxmlformats.org/officeDocument/2006/relationships/slide" Target="slides/slide21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6.xml"/><Relationship Id="rId72" Type="http://schemas.openxmlformats.org/officeDocument/2006/relationships/slide" Target="slides/slide27.xml"/><Relationship Id="rId73" Type="http://schemas.openxmlformats.org/officeDocument/2006/relationships/slide" Target="slides/slide28.xml"/><Relationship Id="rId74" Type="http://schemas.openxmlformats.org/officeDocument/2006/relationships/slide" Target="slides/slide29.xml"/><Relationship Id="rId75" Type="http://schemas.openxmlformats.org/officeDocument/2006/relationships/slide" Target="slides/slide30.xml"/><Relationship Id="rId76" Type="http://schemas.openxmlformats.org/officeDocument/2006/relationships/slide" Target="slides/slide31.xml"/><Relationship Id="rId77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330513988289"/>
          <c:y val="0.0483580553888365"/>
          <c:w val="0.590219041422685"/>
          <c:h val="0.930978307468061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5233E71-B8B2-4633-82CF-4F73ECDBB498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PlaceHolder 1"/>
          <p:cNvSpPr>
            <a:spLocks noGrp="1"/>
          </p:cNvSpPr>
          <p:nvPr>
            <p:ph type="sldImg"/>
          </p:nvPr>
        </p:nvSpPr>
        <p:spPr>
          <a:xfrm>
            <a:off x="573120" y="1336680"/>
            <a:ext cx="6406200" cy="3601080"/>
          </a:xfrm>
          <a:prstGeom prst="rect">
            <a:avLst/>
          </a:prstGeom>
          <a:ln w="0">
            <a:noFill/>
          </a:ln>
        </p:spPr>
      </p:sp>
      <p:sp>
        <p:nvSpPr>
          <p:cNvPr id="1444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1160" cy="420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PlaceHolder 3"/>
          <p:cNvSpPr>
            <a:spLocks noGrp="1"/>
          </p:cNvSpPr>
          <p:nvPr>
            <p:ph type="sldNum" idx="7"/>
          </p:nvPr>
        </p:nvSpPr>
        <p:spPr>
          <a:xfrm>
            <a:off x="4281480" y="10155240"/>
            <a:ext cx="3269520" cy="52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3A3FFC-0F14-48BB-A621-E0467016F6E0}" type="slidenum">
              <a:rPr b="0" lang="en-GB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8CFDDC-BA87-4F2F-A5D5-9952A9E2909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F4BC749-BACB-4111-AA9D-69A83690C66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4160" cy="1512000"/>
          </a:xfrm>
          <a:custGeom>
            <a:avLst/>
            <a:gdLst>
              <a:gd name="textAreaLeft" fmla="*/ 0 w 6464160"/>
              <a:gd name="textAreaRight" fmla="*/ 6474600 w 6464160"/>
              <a:gd name="textAreaTop" fmla="*/ 0 h 1512000"/>
              <a:gd name="textAreaBottom" fmla="*/ 1522440 h 15120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0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29640" cy="2604600"/>
          </a:xfrm>
          <a:custGeom>
            <a:avLst/>
            <a:gdLst>
              <a:gd name="textAreaLeft" fmla="*/ 0 w 2429640"/>
              <a:gd name="textAreaRight" fmla="*/ 2440080 w 2429640"/>
              <a:gd name="textAreaTop" fmla="*/ 0 h 2604600"/>
              <a:gd name="textAreaBottom" fmla="*/ 2615040 h 26046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76320" cy="9763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4440" cy="903600"/>
            <a:chOff x="4008600" y="3031920"/>
            <a:chExt cx="4114440" cy="90360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28400" cy="855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3280" cy="8550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3200" cy="485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897480" cy="190800"/>
            <a:chOff x="1717560" y="6498720"/>
            <a:chExt cx="897480" cy="19080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0400" cy="180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1600" cy="1800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25520" cy="24948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F7EC686-E58C-4A16-8CB9-84F62740CAE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3520" cy="3701160"/>
          </a:xfrm>
          <a:custGeom>
            <a:avLst/>
            <a:gdLst>
              <a:gd name="textAreaLeft" fmla="*/ 0 w 1343520"/>
              <a:gd name="textAreaRight" fmla="*/ 1353960 w 1343520"/>
              <a:gd name="textAreaTop" fmla="*/ 0 h 3701160"/>
              <a:gd name="textAreaBottom" fmla="*/ 3711600 h 370116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0720" cy="3701160"/>
          </a:xfrm>
          <a:custGeom>
            <a:avLst/>
            <a:gdLst>
              <a:gd name="textAreaLeft" fmla="*/ 0 w 1350720"/>
              <a:gd name="textAreaRight" fmla="*/ 1361160 w 1350720"/>
              <a:gd name="textAreaTop" fmla="*/ 0 h 3701160"/>
              <a:gd name="textAreaBottom" fmla="*/ 3711600 h 370116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2080" cy="3701160"/>
          </a:xfrm>
          <a:custGeom>
            <a:avLst/>
            <a:gdLst>
              <a:gd name="textAreaLeft" fmla="*/ 0 w 1342080"/>
              <a:gd name="textAreaRight" fmla="*/ 1352520 w 1342080"/>
              <a:gd name="textAreaTop" fmla="*/ 0 h 3701160"/>
              <a:gd name="textAreaBottom" fmla="*/ 3711600 h 370116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2160" cy="3701160"/>
          </a:xfrm>
          <a:custGeom>
            <a:avLst/>
            <a:gdLst>
              <a:gd name="textAreaLeft" fmla="*/ 0 w 1352160"/>
              <a:gd name="textAreaRight" fmla="*/ 1362600 w 1352160"/>
              <a:gd name="textAreaTop" fmla="*/ 0 h 3701160"/>
              <a:gd name="textAreaBottom" fmla="*/ 3711600 h 370116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4400" cy="10944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4400" cy="10944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4400" cy="10944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4400" cy="109440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0824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6680" y="671868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38080" y="-1067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435D0F6-AC90-47F4-8D7C-8864D758280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0040" cy="3378960"/>
            <a:chOff x="877320" y="2252880"/>
            <a:chExt cx="50040" cy="337896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0040" cy="3379320"/>
            <a:chOff x="3442320" y="2233800"/>
            <a:chExt cx="50040" cy="337932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0040" cy="3378960"/>
            <a:chOff x="6006960" y="2252880"/>
            <a:chExt cx="50040" cy="337896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0040" cy="3379320"/>
            <a:chOff x="8574480" y="2233800"/>
            <a:chExt cx="50040" cy="337932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0040" cy="3378960"/>
            <a:chOff x="11136960" y="2252880"/>
            <a:chExt cx="50040" cy="337896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0040" cy="3374280"/>
            </a:xfrm>
            <a:custGeom>
              <a:avLst/>
              <a:gdLst>
                <a:gd name="textAreaLeft" fmla="*/ 0 w 50040"/>
                <a:gd name="textAreaRight" fmla="*/ 60480 w 50040"/>
                <a:gd name="textAreaTop" fmla="*/ 0 h 3374280"/>
                <a:gd name="textAreaBottom" fmla="*/ 3384720 h 337428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322FCC5-C8B1-41BA-913A-A9F2E529B39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2160" cy="5326560"/>
            <a:chOff x="6215040" y="801720"/>
            <a:chExt cx="4682160" cy="532656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2160" cy="5326560"/>
            </a:xfrm>
            <a:custGeom>
              <a:avLst/>
              <a:gdLst>
                <a:gd name="textAreaLeft" fmla="*/ 0 w 4682160"/>
                <a:gd name="textAreaRight" fmla="*/ 4692600 w 4682160"/>
                <a:gd name="textAreaTop" fmla="*/ 0 h 5326560"/>
                <a:gd name="textAreaBottom" fmla="*/ 5337000 h 53265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2160" cy="5326560"/>
            </a:xfrm>
            <a:custGeom>
              <a:avLst/>
              <a:gdLst>
                <a:gd name="textAreaLeft" fmla="*/ 0 w 4682160"/>
                <a:gd name="textAreaRight" fmla="*/ 4692600 w 4682160"/>
                <a:gd name="textAreaTop" fmla="*/ 0 h 5326560"/>
                <a:gd name="textAreaBottom" fmla="*/ 5337000 h 53265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7080" y="-951480"/>
            <a:ext cx="7393680" cy="6137280"/>
          </a:xfrm>
          <a:custGeom>
            <a:avLst/>
            <a:gdLst>
              <a:gd name="textAreaLeft" fmla="*/ 0 w 7393680"/>
              <a:gd name="textAreaRight" fmla="*/ 7404120 w 7393680"/>
              <a:gd name="textAreaTop" fmla="*/ 0 h 6137280"/>
              <a:gd name="textAreaBottom" fmla="*/ 6147720 h 6137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4600" cy="532656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71BD4BC-AF4F-43FF-885F-F3372259CC7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2640" cy="2314800"/>
            <a:chOff x="9316080" y="1022400"/>
            <a:chExt cx="2312640" cy="231480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2640" cy="2314800"/>
            <a:chOff x="6627960" y="1022400"/>
            <a:chExt cx="2312640" cy="231480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2640" cy="2314800"/>
            <a:chOff x="9316080" y="3486960"/>
            <a:chExt cx="2312640" cy="231480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2640" cy="2314800"/>
            <a:chOff x="6627960" y="3486960"/>
            <a:chExt cx="2312640" cy="231480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2640" cy="2314800"/>
            </a:xfrm>
            <a:custGeom>
              <a:avLst/>
              <a:gdLst>
                <a:gd name="textAreaLeft" fmla="*/ 0 w 2312640"/>
                <a:gd name="textAreaRight" fmla="*/ 2323080 w 2312640"/>
                <a:gd name="textAreaTop" fmla="*/ 0 h 2314800"/>
                <a:gd name="textAreaBottom" fmla="*/ 2325240 h 23148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0200" y="-680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77560" cy="4781880"/>
            <a:chOff x="581400" y="1022400"/>
            <a:chExt cx="4777560" cy="478188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77560" cy="4781880"/>
            </a:xfrm>
            <a:custGeom>
              <a:avLst/>
              <a:gdLst>
                <a:gd name="textAreaLeft" fmla="*/ 0 w 4777560"/>
                <a:gd name="textAreaRight" fmla="*/ 4788000 w 4777560"/>
                <a:gd name="textAreaTop" fmla="*/ 0 h 4781880"/>
                <a:gd name="textAreaBottom" fmla="*/ 4792320 h 478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77560" cy="4781880"/>
            </a:xfrm>
            <a:custGeom>
              <a:avLst/>
              <a:gdLst>
                <a:gd name="textAreaLeft" fmla="*/ 0 w 4777560"/>
                <a:gd name="textAreaRight" fmla="*/ 4788000 w 4777560"/>
                <a:gd name="textAreaTop" fmla="*/ 0 h 4781880"/>
                <a:gd name="textAreaBottom" fmla="*/ 4792320 h 47818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07400" cy="426960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3D1690B-6E56-4C0D-A233-31B36ABD6F8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1520" cy="281520"/>
            <a:chOff x="1853640" y="3183480"/>
            <a:chExt cx="281520" cy="28152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1520" cy="281520"/>
            <a:chOff x="3190320" y="3183480"/>
            <a:chExt cx="281520" cy="28152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1520" cy="281520"/>
            <a:chOff x="4525560" y="3183480"/>
            <a:chExt cx="281520" cy="28152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1520" cy="281520"/>
            <a:chOff x="5863680" y="3183480"/>
            <a:chExt cx="281520" cy="28152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1520" cy="281520"/>
            <a:chOff x="7198920" y="3183480"/>
            <a:chExt cx="281520" cy="28152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1520" cy="281520"/>
            <a:chOff x="8547480" y="3183480"/>
            <a:chExt cx="281520" cy="28152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1520" cy="281520"/>
            <a:chOff x="9884880" y="3183480"/>
            <a:chExt cx="281520" cy="28152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1520" cy="281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0680" cy="1292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08080" cy="1261080"/>
            <a:chOff x="8135280" y="1762920"/>
            <a:chExt cx="1108080" cy="126108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2320" cy="126108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1080"/>
                <a:gd name="textAreaBottom" fmla="*/ 1271520 h 12610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2320" cy="126108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1080"/>
                <a:gd name="textAreaBottom" fmla="*/ 1271520 h 12610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08080" cy="1261080"/>
            <a:chOff x="5445720" y="1762920"/>
            <a:chExt cx="1108080" cy="126108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2320" cy="126108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1080"/>
                <a:gd name="textAreaBottom" fmla="*/ 1271520 h 12610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2320" cy="126108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1080"/>
                <a:gd name="textAreaBottom" fmla="*/ 1271520 h 12610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2320" cy="1265760"/>
            <a:chOff x="6789240" y="3629520"/>
            <a:chExt cx="1102320" cy="126576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2320" cy="1265760"/>
            <a:chOff x="1449000" y="3629520"/>
            <a:chExt cx="1102320" cy="126576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2320" cy="1265760"/>
            <a:chOff x="4109400" y="3629520"/>
            <a:chExt cx="1102320" cy="126576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08080" cy="1261080"/>
            <a:chOff x="2772000" y="1762920"/>
            <a:chExt cx="1108080" cy="126108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2320" cy="126108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1080"/>
                <a:gd name="textAreaBottom" fmla="*/ 1271520 h 12610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2320" cy="126108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1080"/>
                <a:gd name="textAreaBottom" fmla="*/ 1271520 h 126108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2320" cy="1265760"/>
            <a:chOff x="9475200" y="3629520"/>
            <a:chExt cx="1102320" cy="126576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2320" cy="1265760"/>
            </a:xfrm>
            <a:custGeom>
              <a:avLst/>
              <a:gdLst>
                <a:gd name="textAreaLeft" fmla="*/ 0 w 1102320"/>
                <a:gd name="textAreaRight" fmla="*/ 1112760 w 1102320"/>
                <a:gd name="textAreaTop" fmla="*/ 0 h 1265760"/>
                <a:gd name="textAreaBottom" fmla="*/ 1276200 h 126576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F947F1D-E158-4831-85E2-E96F6653D74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2720" cy="1553400"/>
          </a:xfrm>
          <a:custGeom>
            <a:avLst/>
            <a:gdLst>
              <a:gd name="textAreaLeft" fmla="*/ 0 w 1962720"/>
              <a:gd name="textAreaRight" fmla="*/ 1973160 w 1962720"/>
              <a:gd name="textAreaTop" fmla="*/ 0 h 1553400"/>
              <a:gd name="textAreaBottom" fmla="*/ 1563840 h 155340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75600" cy="1324800"/>
          </a:xfrm>
          <a:custGeom>
            <a:avLst/>
            <a:gdLst>
              <a:gd name="textAreaLeft" fmla="*/ 0 w 1875600"/>
              <a:gd name="textAreaRight" fmla="*/ 1886040 w 1875600"/>
              <a:gd name="textAreaTop" fmla="*/ 0 h 1324800"/>
              <a:gd name="textAreaBottom" fmla="*/ 1335240 h 132480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75440" cy="2253240"/>
          </a:xfrm>
          <a:custGeom>
            <a:avLst/>
            <a:gdLst>
              <a:gd name="textAreaLeft" fmla="*/ 0 w 1675440"/>
              <a:gd name="textAreaRight" fmla="*/ 1685880 w 1675440"/>
              <a:gd name="textAreaTop" fmla="*/ 0 h 2253240"/>
              <a:gd name="textAreaBottom" fmla="*/ 2263680 h 225324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4720" cy="2219400"/>
            <a:chOff x="5927400" y="580320"/>
            <a:chExt cx="2214720" cy="221940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4720" cy="2219400"/>
            <a:chOff x="8552520" y="3053520"/>
            <a:chExt cx="2214720" cy="221940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4720" cy="2219400"/>
            <a:chOff x="4307040" y="4130640"/>
            <a:chExt cx="2214720" cy="221940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4720" cy="2219400"/>
            <a:chOff x="970200" y="1405440"/>
            <a:chExt cx="2214720" cy="221940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B8B8D5B-FC6F-4DFD-BED7-3F8B9B3A2BB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2720" cy="1553400"/>
          </a:xfrm>
          <a:custGeom>
            <a:avLst/>
            <a:gdLst>
              <a:gd name="textAreaLeft" fmla="*/ 0 w 1962720"/>
              <a:gd name="textAreaRight" fmla="*/ 1973160 w 1962720"/>
              <a:gd name="textAreaTop" fmla="*/ 0 h 1553400"/>
              <a:gd name="textAreaBottom" fmla="*/ 1563840 h 155340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75600" cy="1324800"/>
          </a:xfrm>
          <a:custGeom>
            <a:avLst/>
            <a:gdLst>
              <a:gd name="textAreaLeft" fmla="*/ 0 w 1875600"/>
              <a:gd name="textAreaRight" fmla="*/ 1886040 w 1875600"/>
              <a:gd name="textAreaTop" fmla="*/ 0 h 1324800"/>
              <a:gd name="textAreaBottom" fmla="*/ 1335240 h 132480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75440" cy="2253240"/>
          </a:xfrm>
          <a:custGeom>
            <a:avLst/>
            <a:gdLst>
              <a:gd name="textAreaLeft" fmla="*/ 0 w 1675440"/>
              <a:gd name="textAreaRight" fmla="*/ 1685880 w 1675440"/>
              <a:gd name="textAreaTop" fmla="*/ 0 h 2253240"/>
              <a:gd name="textAreaBottom" fmla="*/ 2263680 h 225324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4720" cy="2219400"/>
            <a:chOff x="5955120" y="495360"/>
            <a:chExt cx="2214720" cy="221940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4720" cy="2219400"/>
            <a:chOff x="8549280" y="3029760"/>
            <a:chExt cx="2214720" cy="221940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4720" cy="2219400"/>
            <a:chOff x="4201200" y="4067280"/>
            <a:chExt cx="2214720" cy="221940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69200" cy="19929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69200" cy="19929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69200" cy="19929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88800" y="-122040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4720" cy="2219400"/>
            <a:chOff x="970200" y="1238040"/>
            <a:chExt cx="2214720" cy="221940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4720" cy="2219400"/>
            </a:xfrm>
            <a:custGeom>
              <a:avLst/>
              <a:gdLst>
                <a:gd name="textAreaLeft" fmla="*/ 0 w 2214720"/>
                <a:gd name="textAreaRight" fmla="*/ 2225160 w 2214720"/>
                <a:gd name="textAreaTop" fmla="*/ 0 h 2219400"/>
                <a:gd name="textAreaBottom" fmla="*/ 2229840 h 22194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69200" cy="199296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4030E90-CA9A-4D0A-B1DA-93ABCE506F4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29800" cy="1640520"/>
            <a:chOff x="5057280" y="834120"/>
            <a:chExt cx="1729800" cy="164052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2960" cy="1640520"/>
            </a:xfrm>
            <a:custGeom>
              <a:avLst/>
              <a:gdLst>
                <a:gd name="textAreaLeft" fmla="*/ 0 w 1722960"/>
                <a:gd name="textAreaRight" fmla="*/ 1733400 w 1722960"/>
                <a:gd name="textAreaTop" fmla="*/ 0 h 1640520"/>
                <a:gd name="textAreaBottom" fmla="*/ 1650960 h 16405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2960" cy="1640520"/>
            </a:xfrm>
            <a:custGeom>
              <a:avLst/>
              <a:gdLst>
                <a:gd name="textAreaLeft" fmla="*/ 0 w 1722960"/>
                <a:gd name="textAreaRight" fmla="*/ 1733400 w 1722960"/>
                <a:gd name="textAreaTop" fmla="*/ 0 h 1640520"/>
                <a:gd name="textAreaBottom" fmla="*/ 1650960 h 164052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25480" cy="1635840"/>
            <a:chOff x="6671520" y="2019960"/>
            <a:chExt cx="1725480" cy="163584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18280" cy="1635840"/>
            </a:xfrm>
            <a:custGeom>
              <a:avLst/>
              <a:gdLst>
                <a:gd name="textAreaLeft" fmla="*/ 0 w 1718280"/>
                <a:gd name="textAreaRight" fmla="*/ 1728720 w 1718280"/>
                <a:gd name="textAreaTop" fmla="*/ 0 h 1635840"/>
                <a:gd name="textAreaBottom" fmla="*/ 1646280 h 163584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18280" cy="1635840"/>
            </a:xfrm>
            <a:custGeom>
              <a:avLst/>
              <a:gdLst>
                <a:gd name="textAreaLeft" fmla="*/ 0 w 1718280"/>
                <a:gd name="textAreaRight" fmla="*/ 1728720 w 1718280"/>
                <a:gd name="textAreaTop" fmla="*/ 0 h 1635840"/>
                <a:gd name="textAreaBottom" fmla="*/ 1646280 h 163584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28360" cy="1635840"/>
            <a:chOff x="3398400" y="2019960"/>
            <a:chExt cx="1728360" cy="163584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1520" cy="1635840"/>
            </a:xfrm>
            <a:custGeom>
              <a:avLst/>
              <a:gdLst>
                <a:gd name="textAreaLeft" fmla="*/ 0 w 1721520"/>
                <a:gd name="textAreaRight" fmla="*/ 1731960 w 1721520"/>
                <a:gd name="textAreaTop" fmla="*/ 0 h 1635840"/>
                <a:gd name="textAreaBottom" fmla="*/ 1646280 h 163584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1520" cy="1635840"/>
            </a:xfrm>
            <a:custGeom>
              <a:avLst/>
              <a:gdLst>
                <a:gd name="textAreaLeft" fmla="*/ 0 w 1721520"/>
                <a:gd name="textAreaRight" fmla="*/ 1731960 w 1721520"/>
                <a:gd name="textAreaTop" fmla="*/ 0 h 1635840"/>
                <a:gd name="textAreaBottom" fmla="*/ 1646280 h 163584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28360" cy="1639080"/>
            <a:chOff x="4038120" y="3927960"/>
            <a:chExt cx="1728360" cy="163908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1520" cy="1639080"/>
            </a:xfrm>
            <a:custGeom>
              <a:avLst/>
              <a:gdLst>
                <a:gd name="textAreaLeft" fmla="*/ 0 w 1721520"/>
                <a:gd name="textAreaRight" fmla="*/ 1731960 w 1721520"/>
                <a:gd name="textAreaTop" fmla="*/ 0 h 1639080"/>
                <a:gd name="textAreaBottom" fmla="*/ 1649520 h 16390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1520" cy="1639080"/>
            </a:xfrm>
            <a:custGeom>
              <a:avLst/>
              <a:gdLst>
                <a:gd name="textAreaLeft" fmla="*/ 0 w 1721520"/>
                <a:gd name="textAreaRight" fmla="*/ 1731960 w 1721520"/>
                <a:gd name="textAreaTop" fmla="*/ 0 h 1639080"/>
                <a:gd name="textAreaBottom" fmla="*/ 1649520 h 16390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28720" cy="1639080"/>
            <a:chOff x="6055560" y="3927960"/>
            <a:chExt cx="1728720" cy="163908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1520" cy="1639080"/>
            </a:xfrm>
            <a:custGeom>
              <a:avLst/>
              <a:gdLst>
                <a:gd name="textAreaLeft" fmla="*/ 0 w 1721520"/>
                <a:gd name="textAreaRight" fmla="*/ 1731960 w 1721520"/>
                <a:gd name="textAreaTop" fmla="*/ 0 h 1639080"/>
                <a:gd name="textAreaBottom" fmla="*/ 1649520 h 16390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1520" cy="1639080"/>
            </a:xfrm>
            <a:custGeom>
              <a:avLst/>
              <a:gdLst>
                <a:gd name="textAreaLeft" fmla="*/ 0 w 1721520"/>
                <a:gd name="textAreaRight" fmla="*/ 1731960 w 1721520"/>
                <a:gd name="textAreaTop" fmla="*/ 0 h 1639080"/>
                <a:gd name="textAreaBottom" fmla="*/ 1649520 h 163908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28600" cy="99144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1EA15FB-E87E-4E11-A6DC-ADE970ECA44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5400" y="-131472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2880" cy="1894680"/>
          </a:xfrm>
          <a:custGeom>
            <a:avLst/>
            <a:gdLst>
              <a:gd name="textAreaLeft" fmla="*/ 0 w 1892880"/>
              <a:gd name="textAreaRight" fmla="*/ 1903320 w 1892880"/>
              <a:gd name="textAreaTop" fmla="*/ 0 h 1894680"/>
              <a:gd name="textAreaBottom" fmla="*/ 1905120 h 1894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899720" cy="1894680"/>
            <a:chOff x="6915960" y="1239120"/>
            <a:chExt cx="1899720" cy="189468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0440" cy="1895400"/>
            <a:chOff x="9161280" y="3479760"/>
            <a:chExt cx="1900440" cy="189540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2880" cy="1894680"/>
          </a:xfrm>
          <a:custGeom>
            <a:avLst/>
            <a:gdLst>
              <a:gd name="textAreaLeft" fmla="*/ 0 w 1892880"/>
              <a:gd name="textAreaRight" fmla="*/ 1903320 w 1892880"/>
              <a:gd name="textAreaTop" fmla="*/ 0 h 1894680"/>
              <a:gd name="textAreaBottom" fmla="*/ 1905120 h 1894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4320" cy="4417920"/>
          </a:xfrm>
          <a:custGeom>
            <a:avLst/>
            <a:gdLst>
              <a:gd name="textAreaLeft" fmla="*/ 0 w 4414320"/>
              <a:gd name="textAreaRight" fmla="*/ 4424760 w 4414320"/>
              <a:gd name="textAreaTop" fmla="*/ 0 h 4417920"/>
              <a:gd name="textAreaBottom" fmla="*/ 4428360 h 44179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3960" cy="441864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5FFF861-FD83-4325-A5E6-F34660C50A0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4560" y="-156312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2880" cy="1894680"/>
          </a:xfrm>
          <a:custGeom>
            <a:avLst/>
            <a:gdLst>
              <a:gd name="textAreaLeft" fmla="*/ 0 w 1892880"/>
              <a:gd name="textAreaRight" fmla="*/ 1903320 w 1892880"/>
              <a:gd name="textAreaTop" fmla="*/ 0 h 1894680"/>
              <a:gd name="textAreaBottom" fmla="*/ 1905120 h 1894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899720" cy="1894680"/>
            <a:chOff x="6915960" y="1239120"/>
            <a:chExt cx="1899720" cy="189468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0440" cy="1895400"/>
            <a:chOff x="9161280" y="3479760"/>
            <a:chExt cx="1900440" cy="189540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2880" cy="1894680"/>
            </a:xfrm>
            <a:custGeom>
              <a:avLst/>
              <a:gdLst>
                <a:gd name="textAreaLeft" fmla="*/ 0 w 1892880"/>
                <a:gd name="textAreaRight" fmla="*/ 1903320 w 1892880"/>
                <a:gd name="textAreaTop" fmla="*/ 0 h 1894680"/>
                <a:gd name="textAreaBottom" fmla="*/ 1905120 h 189468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2880" cy="1894680"/>
          </a:xfrm>
          <a:custGeom>
            <a:avLst/>
            <a:gdLst>
              <a:gd name="textAreaLeft" fmla="*/ 0 w 1892880"/>
              <a:gd name="textAreaRight" fmla="*/ 1903320 w 1892880"/>
              <a:gd name="textAreaTop" fmla="*/ 0 h 1894680"/>
              <a:gd name="textAreaBottom" fmla="*/ 1905120 h 189468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4320" cy="4417920"/>
          </a:xfrm>
          <a:custGeom>
            <a:avLst/>
            <a:gdLst>
              <a:gd name="textAreaLeft" fmla="*/ 0 w 4414320"/>
              <a:gd name="textAreaRight" fmla="*/ 4424760 w 4414320"/>
              <a:gd name="textAreaTop" fmla="*/ 0 h 4417920"/>
              <a:gd name="textAreaBottom" fmla="*/ 4428360 h 44179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3960" cy="441864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99F1F16-0F87-4836-AB8C-73EDE689FD6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4160" cy="1512000"/>
          </a:xfrm>
          <a:custGeom>
            <a:avLst/>
            <a:gdLst>
              <a:gd name="textAreaLeft" fmla="*/ 0 w 6464160"/>
              <a:gd name="textAreaRight" fmla="*/ 6474600 w 6464160"/>
              <a:gd name="textAreaTop" fmla="*/ 0 h 1512000"/>
              <a:gd name="textAreaBottom" fmla="*/ 1522440 h 15120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29640" cy="2604600"/>
          </a:xfrm>
          <a:custGeom>
            <a:avLst/>
            <a:gdLst>
              <a:gd name="textAreaLeft" fmla="*/ 0 w 2429640"/>
              <a:gd name="textAreaRight" fmla="*/ 2440080 w 2429640"/>
              <a:gd name="textAreaTop" fmla="*/ 0 h 2604600"/>
              <a:gd name="textAreaBottom" fmla="*/ 2615040 h 26046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76320" cy="9763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786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897480" cy="190800"/>
            <a:chOff x="1717560" y="6498720"/>
            <a:chExt cx="897480" cy="19080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0400" cy="180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1600" cy="1800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5520" cy="24948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0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3200" cy="485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the title text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51C4886-0506-47B6-B481-DF74574C025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5B800DD-C138-4A32-B7DB-9AEF06CF74C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26120" cy="1421640"/>
          </a:xfrm>
          <a:custGeom>
            <a:avLst/>
            <a:gdLst>
              <a:gd name="textAreaLeft" fmla="*/ 0 w 1626120"/>
              <a:gd name="textAreaRight" fmla="*/ 1636560 w 1626120"/>
              <a:gd name="textAreaTop" fmla="*/ 0 h 1421640"/>
              <a:gd name="textAreaBottom" fmla="*/ 1432080 h 142164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26120" cy="1421640"/>
          </a:xfrm>
          <a:custGeom>
            <a:avLst/>
            <a:gdLst>
              <a:gd name="textAreaLeft" fmla="*/ 0 w 1626120"/>
              <a:gd name="textAreaRight" fmla="*/ 1636560 w 1626120"/>
              <a:gd name="textAreaTop" fmla="*/ 0 h 1421640"/>
              <a:gd name="textAreaBottom" fmla="*/ 1432080 h 142164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26120" cy="1421640"/>
          </a:xfrm>
          <a:custGeom>
            <a:avLst/>
            <a:gdLst>
              <a:gd name="textAreaLeft" fmla="*/ 0 w 1626120"/>
              <a:gd name="textAreaRight" fmla="*/ 1636560 w 1626120"/>
              <a:gd name="textAreaTop" fmla="*/ 0 h 1421640"/>
              <a:gd name="textAreaBottom" fmla="*/ 1432080 h 142164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26120" cy="1421640"/>
          </a:xfrm>
          <a:custGeom>
            <a:avLst/>
            <a:gdLst>
              <a:gd name="textAreaLeft" fmla="*/ 0 w 1626120"/>
              <a:gd name="textAreaRight" fmla="*/ 1636560 w 1626120"/>
              <a:gd name="textAreaTop" fmla="*/ 0 h 1421640"/>
              <a:gd name="textAreaBottom" fmla="*/ 1432080 h 142164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26120" cy="1421640"/>
          </a:xfrm>
          <a:custGeom>
            <a:avLst/>
            <a:gdLst>
              <a:gd name="textAreaLeft" fmla="*/ 0 w 1626120"/>
              <a:gd name="textAreaRight" fmla="*/ 1636560 w 1626120"/>
              <a:gd name="textAreaTop" fmla="*/ 0 h 1421640"/>
              <a:gd name="textAreaBottom" fmla="*/ 1432080 h 142164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10960" cy="210960"/>
            <a:chOff x="1544400" y="2684880"/>
            <a:chExt cx="210960" cy="21096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10960" cy="21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96840" cy="95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840" bIns="33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10960" cy="210960"/>
            <a:chOff x="3807720" y="3997800"/>
            <a:chExt cx="210960" cy="21096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10960" cy="21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96840" cy="95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840" bIns="33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10960" cy="210960"/>
            <a:chOff x="6057360" y="2685960"/>
            <a:chExt cx="210960" cy="21096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10960" cy="21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96840" cy="95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840" bIns="33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10960" cy="210960"/>
            <a:chOff x="8325360" y="3995280"/>
            <a:chExt cx="210960" cy="21096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10960" cy="21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96840" cy="95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840" bIns="33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10960" cy="210960"/>
            <a:chOff x="10582560" y="2683080"/>
            <a:chExt cx="210960" cy="21096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10960" cy="2109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96840" cy="95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3840" bIns="338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25920" cy="925920"/>
            <a:chOff x="10225080" y="2946600"/>
            <a:chExt cx="925920" cy="92592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25920" cy="925920"/>
            <a:chOff x="1195560" y="2946600"/>
            <a:chExt cx="925920" cy="92592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25920" cy="925920"/>
            <a:chOff x="3443400" y="2946600"/>
            <a:chExt cx="925920" cy="92592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25920" cy="925920"/>
            <a:chOff x="5710320" y="2946600"/>
            <a:chExt cx="925920" cy="92592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25920" cy="925920"/>
            <a:chOff x="7970400" y="2946600"/>
            <a:chExt cx="925920" cy="92592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25920" cy="92592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EE15D56-1FCC-46BE-9E4D-35F7BDF593F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18320" cy="1319760"/>
            <a:chOff x="8416800" y="2606400"/>
            <a:chExt cx="1318320" cy="131976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18320" cy="1319760"/>
            </a:xfrm>
            <a:custGeom>
              <a:avLst/>
              <a:gdLst>
                <a:gd name="textAreaLeft" fmla="*/ 0 w 1318320"/>
                <a:gd name="textAreaRight" fmla="*/ 1328760 w 1318320"/>
                <a:gd name="textAreaTop" fmla="*/ 0 h 1319760"/>
                <a:gd name="textAreaBottom" fmla="*/ 1330200 h 13197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18320" cy="1319760"/>
            </a:xfrm>
            <a:custGeom>
              <a:avLst/>
              <a:gdLst>
                <a:gd name="textAreaLeft" fmla="*/ 0 w 1318320"/>
                <a:gd name="textAreaRight" fmla="*/ 1328760 w 1318320"/>
                <a:gd name="textAreaTop" fmla="*/ 0 h 1319760"/>
                <a:gd name="textAreaBottom" fmla="*/ 1330200 h 131976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30920" cy="1332360"/>
            <a:chOff x="6778800" y="986040"/>
            <a:chExt cx="1330920" cy="133236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30920" cy="1332360"/>
            <a:chOff x="8404200" y="986040"/>
            <a:chExt cx="1330920" cy="133236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30920" cy="1332360"/>
            <a:chOff x="10012320" y="986040"/>
            <a:chExt cx="1330920" cy="133236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30920" cy="1332360"/>
            <a:chOff x="6778800" y="4192920"/>
            <a:chExt cx="1330920" cy="133236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30920" cy="1332360"/>
            <a:chOff x="8404200" y="4192920"/>
            <a:chExt cx="1330920" cy="133236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30920" cy="1332360"/>
            <a:chOff x="10012320" y="4192920"/>
            <a:chExt cx="1330920" cy="133236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30920" cy="1332360"/>
            <a:chOff x="6778800" y="2602440"/>
            <a:chExt cx="1330920" cy="133236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30920" cy="1332360"/>
            <a:chOff x="10012320" y="2602440"/>
            <a:chExt cx="1330920" cy="133236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30920" cy="1332360"/>
            </a:xfrm>
            <a:custGeom>
              <a:avLst/>
              <a:gdLst>
                <a:gd name="textAreaLeft" fmla="*/ 0 w 1330920"/>
                <a:gd name="textAreaRight" fmla="*/ 1341360 w 1330920"/>
                <a:gd name="textAreaTop" fmla="*/ 0 h 1332360"/>
                <a:gd name="textAreaBottom" fmla="*/ 1342800 h 133236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28600" cy="99144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2008080-9E9A-4FB1-B4B1-4F35FE7D913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3160" y="4887000"/>
            <a:ext cx="7437600" cy="2419560"/>
          </a:xfrm>
          <a:custGeom>
            <a:avLst/>
            <a:gdLst>
              <a:gd name="textAreaLeft" fmla="*/ 0 w 7437600"/>
              <a:gd name="textAreaRight" fmla="*/ 7448040 w 7437600"/>
              <a:gd name="textAreaTop" fmla="*/ 0 h 2419560"/>
              <a:gd name="textAreaBottom" fmla="*/ 2430000 h 241956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6760" y="924840"/>
            <a:ext cx="6384240" cy="2340360"/>
          </a:xfrm>
          <a:custGeom>
            <a:avLst/>
            <a:gdLst>
              <a:gd name="textAreaLeft" fmla="*/ 0 w 6384240"/>
              <a:gd name="textAreaRight" fmla="*/ 6394680 w 6384240"/>
              <a:gd name="textAreaTop" fmla="*/ 0 h 2340360"/>
              <a:gd name="textAreaBottom" fmla="*/ 2350800 h 234036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299360" cy="733572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5131414-6E56-4595-A69C-47C9D4449C5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61400" y="-120528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49240" cy="1205640"/>
          </a:xfrm>
          <a:custGeom>
            <a:avLst/>
            <a:gdLst>
              <a:gd name="textAreaLeft" fmla="*/ 0 w 8049240"/>
              <a:gd name="textAreaRight" fmla="*/ 8059680 w 8049240"/>
              <a:gd name="textAreaTop" fmla="*/ 0 h 1205640"/>
              <a:gd name="textAreaBottom" fmla="*/ 1216080 h 120564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69920" cy="1789920"/>
          </a:xfrm>
          <a:custGeom>
            <a:avLst/>
            <a:gdLst>
              <a:gd name="textAreaLeft" fmla="*/ 0 w 8269920"/>
              <a:gd name="textAreaRight" fmla="*/ 8280360 w 8269920"/>
              <a:gd name="textAreaTop" fmla="*/ 0 h 1789920"/>
              <a:gd name="textAreaBottom" fmla="*/ 1800360 h 178992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20600" cy="1526400"/>
          </a:xfrm>
          <a:custGeom>
            <a:avLst/>
            <a:gdLst>
              <a:gd name="textAreaLeft" fmla="*/ 0 w 8220600"/>
              <a:gd name="textAreaRight" fmla="*/ 8231040 w 8220600"/>
              <a:gd name="textAreaTop" fmla="*/ 0 h 1526400"/>
              <a:gd name="textAreaBottom" fmla="*/ 1536840 h 152640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295200" cy="295200"/>
            <a:chOff x="3841200" y="4700880"/>
            <a:chExt cx="295200" cy="29520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295200" cy="295200"/>
            <a:chOff x="5922360" y="4700880"/>
            <a:chExt cx="295200" cy="29520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295200" cy="295200"/>
            <a:chOff x="7984080" y="4700880"/>
            <a:chExt cx="295200" cy="29520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295200" cy="295200"/>
            <a:chOff x="10055520" y="3793320"/>
            <a:chExt cx="295200" cy="29520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295200" cy="295200"/>
            <a:chOff x="3847680" y="2889360"/>
            <a:chExt cx="295200" cy="29520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295200" cy="295200"/>
            <a:chOff x="5912640" y="2895480"/>
            <a:chExt cx="295200" cy="29520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295200" cy="295200"/>
            <a:chOff x="7974360" y="2895480"/>
            <a:chExt cx="295200" cy="29520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295200" cy="295200"/>
            <a:chOff x="3847680" y="1094760"/>
            <a:chExt cx="295200" cy="29520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295200" cy="295200"/>
            <a:chOff x="5912640" y="1101240"/>
            <a:chExt cx="295200" cy="29520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295200" cy="295200"/>
            <a:chOff x="7974360" y="1101240"/>
            <a:chExt cx="295200" cy="29520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295200" cy="295200"/>
            <a:chOff x="1781280" y="1999080"/>
            <a:chExt cx="295200" cy="29520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295200" cy="295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37520" cy="135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19B7FFE-12B8-4F49-B6F4-BD65FDF0D16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698200" cy="2700720"/>
            <a:chOff x="278280" y="1993320"/>
            <a:chExt cx="2698200" cy="270072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698200" cy="2700720"/>
            <a:chOff x="3215520" y="1993320"/>
            <a:chExt cx="2698200" cy="270072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698200" cy="2700720"/>
            <a:chOff x="6266880" y="1993320"/>
            <a:chExt cx="2698200" cy="270072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698200" cy="2700720"/>
            <a:chOff x="9318240" y="1993320"/>
            <a:chExt cx="2698200" cy="270072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698200" cy="2700720"/>
            </a:xfrm>
            <a:custGeom>
              <a:avLst/>
              <a:gdLst>
                <a:gd name="textAreaLeft" fmla="*/ 0 w 2698200"/>
                <a:gd name="textAreaRight" fmla="*/ 2708640 w 2698200"/>
                <a:gd name="textAreaTop" fmla="*/ 0 h 2700720"/>
                <a:gd name="textAreaBottom" fmla="*/ 2711160 h 2700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3D4ED9E-50F4-4136-B60A-F1667B16AFF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76920" y="-152316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24480" cy="3591000"/>
            <a:chOff x="228600" y="1959840"/>
            <a:chExt cx="11724480" cy="359100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78440" cy="3591000"/>
              <a:chOff x="228600" y="1959840"/>
              <a:chExt cx="2278440" cy="359100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78440" cy="3591000"/>
                <a:chOff x="228600" y="1959840"/>
                <a:chExt cx="2278440" cy="359100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78440" cy="3591000"/>
                </a:xfrm>
                <a:custGeom>
                  <a:avLst/>
                  <a:gdLst>
                    <a:gd name="textAreaLeft" fmla="*/ 0 w 2278440"/>
                    <a:gd name="textAreaRight" fmla="*/ 2288880 w 227844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78440" cy="3591000"/>
                </a:xfrm>
                <a:custGeom>
                  <a:avLst/>
                  <a:gdLst>
                    <a:gd name="textAreaLeft" fmla="*/ 0 w 2278440"/>
                    <a:gd name="textAreaRight" fmla="*/ 2288880 w 227844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32800" cy="14328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82400" cy="3591000"/>
              <a:chOff x="3373200" y="1959840"/>
              <a:chExt cx="2282400" cy="359100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82400" cy="3591000"/>
                <a:chOff x="3373200" y="1959840"/>
                <a:chExt cx="2282400" cy="359100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82400" cy="3591000"/>
                </a:xfrm>
                <a:custGeom>
                  <a:avLst/>
                  <a:gdLst>
                    <a:gd name="textAreaLeft" fmla="*/ 0 w 2282400"/>
                    <a:gd name="textAreaRight" fmla="*/ 2292840 w 228240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82400" cy="3591000"/>
                </a:xfrm>
                <a:custGeom>
                  <a:avLst/>
                  <a:gdLst>
                    <a:gd name="textAreaLeft" fmla="*/ 0 w 2282400"/>
                    <a:gd name="textAreaRight" fmla="*/ 2292840 w 228240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32800" cy="14328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80600" cy="3591000"/>
              <a:chOff x="6523920" y="1959840"/>
              <a:chExt cx="2280600" cy="359100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80600" cy="3591000"/>
                <a:chOff x="6523920" y="1959840"/>
                <a:chExt cx="2280600" cy="359100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80600" cy="3591000"/>
                </a:xfrm>
                <a:custGeom>
                  <a:avLst/>
                  <a:gdLst>
                    <a:gd name="textAreaLeft" fmla="*/ 0 w 2280600"/>
                    <a:gd name="textAreaRight" fmla="*/ 2291040 w 228060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80600" cy="3591000"/>
                </a:xfrm>
                <a:custGeom>
                  <a:avLst/>
                  <a:gdLst>
                    <a:gd name="textAreaLeft" fmla="*/ 0 w 2280600"/>
                    <a:gd name="textAreaRight" fmla="*/ 2291040 w 228060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32800" cy="14328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80600" cy="3591000"/>
              <a:chOff x="9672480" y="1959840"/>
              <a:chExt cx="2280600" cy="359100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80600" cy="3591000"/>
                <a:chOff x="9672480" y="1959840"/>
                <a:chExt cx="2280600" cy="359100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80600" cy="3591000"/>
                </a:xfrm>
                <a:custGeom>
                  <a:avLst/>
                  <a:gdLst>
                    <a:gd name="textAreaLeft" fmla="*/ 0 w 2280600"/>
                    <a:gd name="textAreaRight" fmla="*/ 2291040 w 228060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80600" cy="3591000"/>
                </a:xfrm>
                <a:custGeom>
                  <a:avLst/>
                  <a:gdLst>
                    <a:gd name="textAreaLeft" fmla="*/ 0 w 2280600"/>
                    <a:gd name="textAreaRight" fmla="*/ 2291040 w 2280600"/>
                    <a:gd name="textAreaTop" fmla="*/ 0 h 3591000"/>
                    <a:gd name="textAreaBottom" fmla="*/ 3601440 h 359100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32800" cy="143280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4C75A98-1FFD-4520-B186-4B886AF50B5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87920" cy="4024440"/>
            <a:chOff x="811800" y="1545120"/>
            <a:chExt cx="2887920" cy="402444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87920" cy="4024440"/>
            </a:xfrm>
            <a:custGeom>
              <a:avLst/>
              <a:gdLst>
                <a:gd name="textAreaLeft" fmla="*/ 0 w 2887920"/>
                <a:gd name="textAreaRight" fmla="*/ 2898360 w 2887920"/>
                <a:gd name="textAreaTop" fmla="*/ 0 h 4024440"/>
                <a:gd name="textAreaBottom" fmla="*/ 4034880 h 40244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87920" cy="4024440"/>
            </a:xfrm>
            <a:custGeom>
              <a:avLst/>
              <a:gdLst>
                <a:gd name="textAreaLeft" fmla="*/ 0 w 2887920"/>
                <a:gd name="textAreaRight" fmla="*/ 2898360 w 2887920"/>
                <a:gd name="textAreaTop" fmla="*/ 0 h 4024440"/>
                <a:gd name="textAreaBottom" fmla="*/ 4034880 h 40244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87920" cy="402444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87920" cy="4024440"/>
            <a:chOff x="4573440" y="1545120"/>
            <a:chExt cx="2887920" cy="402444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87920" cy="4024440"/>
            </a:xfrm>
            <a:custGeom>
              <a:avLst/>
              <a:gdLst>
                <a:gd name="textAreaLeft" fmla="*/ 0 w 2887920"/>
                <a:gd name="textAreaRight" fmla="*/ 2898360 w 2887920"/>
                <a:gd name="textAreaTop" fmla="*/ 0 h 4024440"/>
                <a:gd name="textAreaBottom" fmla="*/ 4034880 h 40244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87920" cy="4024440"/>
            </a:xfrm>
            <a:custGeom>
              <a:avLst/>
              <a:gdLst>
                <a:gd name="textAreaLeft" fmla="*/ 0 w 2887920"/>
                <a:gd name="textAreaRight" fmla="*/ 2898360 w 2887920"/>
                <a:gd name="textAreaTop" fmla="*/ 0 h 4024440"/>
                <a:gd name="textAreaBottom" fmla="*/ 4034880 h 40244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87920" cy="402444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87920" cy="4024440"/>
            <a:chOff x="8362080" y="1545120"/>
            <a:chExt cx="2887920" cy="402444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87920" cy="4024440"/>
            </a:xfrm>
            <a:custGeom>
              <a:avLst/>
              <a:gdLst>
                <a:gd name="textAreaLeft" fmla="*/ 0 w 2887920"/>
                <a:gd name="textAreaRight" fmla="*/ 2898360 w 2887920"/>
                <a:gd name="textAreaTop" fmla="*/ 0 h 4024440"/>
                <a:gd name="textAreaBottom" fmla="*/ 4034880 h 40244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87920" cy="4024440"/>
            </a:xfrm>
            <a:custGeom>
              <a:avLst/>
              <a:gdLst>
                <a:gd name="textAreaLeft" fmla="*/ 0 w 2887920"/>
                <a:gd name="textAreaRight" fmla="*/ 2898360 w 2887920"/>
                <a:gd name="textAreaTop" fmla="*/ 0 h 4024440"/>
                <a:gd name="textAreaBottom" fmla="*/ 4034880 h 402444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87920" cy="402444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F0A2DCC-3504-43DF-B5CA-27554BB9E71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42000" cy="347400"/>
            <a:chOff x="10181520" y="3993840"/>
            <a:chExt cx="342000" cy="34740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54800" cy="1548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42000" cy="3474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42000" cy="347400"/>
            <a:chOff x="7273080" y="3992760"/>
            <a:chExt cx="342000" cy="34740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60200" cy="1548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42000" cy="3474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47400" cy="347400"/>
            <a:chOff x="4402440" y="3992760"/>
            <a:chExt cx="347400" cy="34740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54800" cy="1548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47400" cy="3474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47400" cy="347400"/>
            <a:chOff x="1364760" y="3992760"/>
            <a:chExt cx="347400" cy="34740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56600" cy="15480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47400" cy="34740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60480" cy="845280"/>
          </a:xfrm>
          <a:custGeom>
            <a:avLst/>
            <a:gdLst>
              <a:gd name="textAreaLeft" fmla="*/ 0 w 60480"/>
              <a:gd name="textAreaRight" fmla="*/ 70920 w 60480"/>
              <a:gd name="textAreaTop" fmla="*/ 0 h 845280"/>
              <a:gd name="textAreaBottom" fmla="*/ 855720 h 8452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60480" cy="845280"/>
          </a:xfrm>
          <a:custGeom>
            <a:avLst/>
            <a:gdLst>
              <a:gd name="textAreaLeft" fmla="*/ 0 w 60480"/>
              <a:gd name="textAreaRight" fmla="*/ 70920 w 60480"/>
              <a:gd name="textAreaTop" fmla="*/ 0 h 845280"/>
              <a:gd name="textAreaBottom" fmla="*/ 855720 h 8452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58680" cy="845280"/>
          </a:xfrm>
          <a:custGeom>
            <a:avLst/>
            <a:gdLst>
              <a:gd name="textAreaLeft" fmla="*/ 0 w 58680"/>
              <a:gd name="textAreaRight" fmla="*/ 69120 w 58680"/>
              <a:gd name="textAreaTop" fmla="*/ 0 h 845280"/>
              <a:gd name="textAreaBottom" fmla="*/ 855720 h 8452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58680" cy="845280"/>
          </a:xfrm>
          <a:custGeom>
            <a:avLst/>
            <a:gdLst>
              <a:gd name="textAreaLeft" fmla="*/ 0 w 58680"/>
              <a:gd name="textAreaRight" fmla="*/ 69120 w 58680"/>
              <a:gd name="textAreaTop" fmla="*/ 0 h 845280"/>
              <a:gd name="textAreaBottom" fmla="*/ 855720 h 84528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66120" cy="2167920"/>
            <a:chOff x="524520" y="986040"/>
            <a:chExt cx="2166120" cy="216792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66120" cy="2167920"/>
            <a:chOff x="3493080" y="979920"/>
            <a:chExt cx="2166120" cy="216792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66120" cy="2167920"/>
            <a:chOff x="6459120" y="979920"/>
            <a:chExt cx="2166120" cy="216792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66120" cy="2167920"/>
            <a:chOff x="9425160" y="979920"/>
            <a:chExt cx="2166120" cy="216792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66120" cy="2167920"/>
            </a:xfrm>
            <a:custGeom>
              <a:avLst/>
              <a:gdLst>
                <a:gd name="textAreaLeft" fmla="*/ 0 w 2166120"/>
                <a:gd name="textAreaRight" fmla="*/ 2176560 w 2166120"/>
                <a:gd name="textAreaTop" fmla="*/ 0 h 2167920"/>
                <a:gd name="textAreaBottom" fmla="*/ 2178360 h 2167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EE5E79A-90BC-4BE0-A392-8CD8A61FA44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3920" y="-153108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73800" cy="87840"/>
          </a:xfrm>
          <a:custGeom>
            <a:avLst/>
            <a:gdLst>
              <a:gd name="textAreaLeft" fmla="*/ 0 w 973800"/>
              <a:gd name="textAreaRight" fmla="*/ 984240 w 973800"/>
              <a:gd name="textAreaTop" fmla="*/ 0 h 87840"/>
              <a:gd name="textAreaBottom" fmla="*/ 98280 h 8784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59200" cy="1069200"/>
            <a:chOff x="1744560" y="2349360"/>
            <a:chExt cx="1159200" cy="106920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78560" cy="977040"/>
            </a:xfrm>
            <a:custGeom>
              <a:avLst/>
              <a:gdLst>
                <a:gd name="textAreaLeft" fmla="*/ 0 w 1078560"/>
                <a:gd name="textAreaRight" fmla="*/ 1089000 w 107856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60200" cy="160200"/>
              <a:chOff x="2743560" y="2349360"/>
              <a:chExt cx="160200" cy="16020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63880" cy="1069200"/>
            <a:chOff x="3921120" y="2349360"/>
            <a:chExt cx="1163880" cy="106920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78560" cy="977040"/>
            </a:xfrm>
            <a:custGeom>
              <a:avLst/>
              <a:gdLst>
                <a:gd name="textAreaLeft" fmla="*/ 0 w 1078560"/>
                <a:gd name="textAreaRight" fmla="*/ 1089000 w 107856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60200" cy="160200"/>
              <a:chOff x="4924800" y="2349360"/>
              <a:chExt cx="160200" cy="16020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55240" cy="1069200"/>
            <a:chOff x="6097680" y="2349360"/>
            <a:chExt cx="1155240" cy="106920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78560" cy="977040"/>
            </a:xfrm>
            <a:custGeom>
              <a:avLst/>
              <a:gdLst>
                <a:gd name="textAreaLeft" fmla="*/ 0 w 1078560"/>
                <a:gd name="textAreaRight" fmla="*/ 1089000 w 107856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60200" cy="160200"/>
              <a:chOff x="7092720" y="2349360"/>
              <a:chExt cx="160200" cy="16020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53080" cy="1069200"/>
            <a:chOff x="8273880" y="2349360"/>
            <a:chExt cx="1153080" cy="106920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78560" cy="977040"/>
            </a:xfrm>
            <a:custGeom>
              <a:avLst/>
              <a:gdLst>
                <a:gd name="textAreaLeft" fmla="*/ 0 w 1078560"/>
                <a:gd name="textAreaRight" fmla="*/ 1089000 w 107856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60200" cy="160200"/>
              <a:chOff x="9266760" y="2349360"/>
              <a:chExt cx="160200" cy="16020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58040" cy="1059480"/>
            <a:chOff x="758880" y="3429000"/>
            <a:chExt cx="1058040" cy="105948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75240" cy="980280"/>
            </a:xfrm>
            <a:custGeom>
              <a:avLst/>
              <a:gdLst>
                <a:gd name="textAreaLeft" fmla="*/ 0 w 975240"/>
                <a:gd name="textAreaRight" fmla="*/ 985680 w 975240"/>
                <a:gd name="textAreaTop" fmla="*/ 0 h 980280"/>
                <a:gd name="textAreaBottom" fmla="*/ 990720 h 98028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60200" cy="160200"/>
              <a:chOff x="1656720" y="4328280"/>
              <a:chExt cx="160200" cy="16020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64600" cy="1056240"/>
            <a:chOff x="2833560" y="3432240"/>
            <a:chExt cx="1164600" cy="105624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77120" cy="977040"/>
            </a:xfrm>
            <a:custGeom>
              <a:avLst/>
              <a:gdLst>
                <a:gd name="textAreaLeft" fmla="*/ 0 w 1077120"/>
                <a:gd name="textAreaRight" fmla="*/ 1087560 w 107712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60200" cy="160200"/>
              <a:chOff x="3837960" y="4328280"/>
              <a:chExt cx="160200" cy="16020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55600" cy="1056240"/>
            <a:chOff x="5010120" y="3432240"/>
            <a:chExt cx="1155600" cy="105624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77120" cy="977040"/>
            </a:xfrm>
            <a:custGeom>
              <a:avLst/>
              <a:gdLst>
                <a:gd name="textAreaLeft" fmla="*/ 0 w 1077120"/>
                <a:gd name="textAreaRight" fmla="*/ 1087560 w 107712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60200" cy="160200"/>
              <a:chOff x="6005520" y="4328280"/>
              <a:chExt cx="160200" cy="16020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53080" cy="1056240"/>
            <a:chOff x="7186680" y="3432240"/>
            <a:chExt cx="1153080" cy="105624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77120" cy="977040"/>
            </a:xfrm>
            <a:custGeom>
              <a:avLst/>
              <a:gdLst>
                <a:gd name="textAreaLeft" fmla="*/ 0 w 1077120"/>
                <a:gd name="textAreaRight" fmla="*/ 1087560 w 107712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60200" cy="160200"/>
              <a:chOff x="8179560" y="4328280"/>
              <a:chExt cx="160200" cy="16020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60200" cy="160200"/>
            <a:chOff x="1656720" y="3344760"/>
            <a:chExt cx="160200" cy="16020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60200" cy="160200"/>
            <a:chOff x="2746800" y="3344760"/>
            <a:chExt cx="160200" cy="16020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60200" cy="160200"/>
            <a:chOff x="3832200" y="3344760"/>
            <a:chExt cx="160200" cy="16020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60200" cy="160200"/>
            <a:chOff x="4921200" y="3344760"/>
            <a:chExt cx="160200" cy="16020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60200" cy="160200"/>
            <a:chOff x="6014880" y="3344760"/>
            <a:chExt cx="160200" cy="16020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60200" cy="160200"/>
            <a:chOff x="7098840" y="3344760"/>
            <a:chExt cx="160200" cy="16020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60200" cy="160200"/>
            <a:chOff x="8182800" y="3344760"/>
            <a:chExt cx="160200" cy="16020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56680" cy="1056240"/>
            <a:chOff x="9363240" y="3432240"/>
            <a:chExt cx="1156680" cy="105624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78560" cy="977040"/>
            </a:xfrm>
            <a:custGeom>
              <a:avLst/>
              <a:gdLst>
                <a:gd name="textAreaLeft" fmla="*/ 0 w 1078560"/>
                <a:gd name="textAreaRight" fmla="*/ 1089000 w 1078560"/>
                <a:gd name="textAreaTop" fmla="*/ 0 h 977040"/>
                <a:gd name="textAreaBottom" fmla="*/ 987480 h 97704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60200" cy="160200"/>
              <a:chOff x="10359720" y="4328280"/>
              <a:chExt cx="160200" cy="16020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60200" cy="16020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72000" cy="7128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5200" bIns="252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60200" cy="160200"/>
            <a:chOff x="9272880" y="3344760"/>
            <a:chExt cx="160200" cy="16020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60200" cy="160200"/>
            <a:chOff x="10358640" y="3344760"/>
            <a:chExt cx="160200" cy="16020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60200" cy="160200"/>
            <a:chOff x="11351880" y="3344760"/>
            <a:chExt cx="160200" cy="16020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60200" cy="160200"/>
            <a:chOff x="673560" y="3344760"/>
            <a:chExt cx="160200" cy="16020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60200" cy="16020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72000" cy="71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5200" bIns="252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1F810D9-E387-4310-8F14-AE18FDB8C01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7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64160" cy="1512000"/>
          </a:xfrm>
          <a:custGeom>
            <a:avLst/>
            <a:gdLst>
              <a:gd name="textAreaLeft" fmla="*/ 0 w 6464160"/>
              <a:gd name="textAreaRight" fmla="*/ 6474600 w 6464160"/>
              <a:gd name="textAreaTop" fmla="*/ 0 h 1512000"/>
              <a:gd name="textAreaBottom" fmla="*/ 1522440 h 15120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29640" cy="2604600"/>
          </a:xfrm>
          <a:custGeom>
            <a:avLst/>
            <a:gdLst>
              <a:gd name="textAreaLeft" fmla="*/ 0 w 2429640"/>
              <a:gd name="textAreaRight" fmla="*/ 2440080 w 2429640"/>
              <a:gd name="textAreaTop" fmla="*/ 0 h 2604600"/>
              <a:gd name="textAreaBottom" fmla="*/ 2615040 h 26046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76320" cy="9763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394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897480" cy="190800"/>
            <a:chOff x="1717560" y="6498720"/>
            <a:chExt cx="897480" cy="19080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0400" cy="180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1600" cy="1800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5520" cy="24948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700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C0CD6ED-72E0-41C7-AE8E-0877B5FFDE1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4999680" cy="1190880"/>
            <a:chOff x="837360" y="1394280"/>
            <a:chExt cx="4999680" cy="119088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4999680" cy="1188000"/>
            </a:xfrm>
            <a:custGeom>
              <a:avLst/>
              <a:gdLst>
                <a:gd name="textAreaLeft" fmla="*/ 0 w 4999680"/>
                <a:gd name="textAreaRight" fmla="*/ 5010120 w 4999680"/>
                <a:gd name="textAreaTop" fmla="*/ 0 h 1188000"/>
                <a:gd name="textAreaBottom" fmla="*/ 1198440 h 11880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4999680" cy="1188000"/>
            </a:xfrm>
            <a:custGeom>
              <a:avLst/>
              <a:gdLst>
                <a:gd name="textAreaLeft" fmla="*/ 0 w 4999680"/>
                <a:gd name="textAreaRight" fmla="*/ 5010120 w 4999680"/>
                <a:gd name="textAreaTop" fmla="*/ 0 h 1188000"/>
                <a:gd name="textAreaBottom" fmla="*/ 1198440 h 11880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4999680" cy="1190880"/>
            <a:chOff x="837360" y="2912040"/>
            <a:chExt cx="4999680" cy="119088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4999680" cy="1188000"/>
            </a:xfrm>
            <a:custGeom>
              <a:avLst/>
              <a:gdLst>
                <a:gd name="textAreaLeft" fmla="*/ 0 w 4999680"/>
                <a:gd name="textAreaRight" fmla="*/ 5010120 w 4999680"/>
                <a:gd name="textAreaTop" fmla="*/ 0 h 1188000"/>
                <a:gd name="textAreaBottom" fmla="*/ 1198440 h 11880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4999680" cy="1188000"/>
            </a:xfrm>
            <a:custGeom>
              <a:avLst/>
              <a:gdLst>
                <a:gd name="textAreaLeft" fmla="*/ 0 w 4999680"/>
                <a:gd name="textAreaRight" fmla="*/ 5010120 w 4999680"/>
                <a:gd name="textAreaTop" fmla="*/ 0 h 1188000"/>
                <a:gd name="textAreaBottom" fmla="*/ 1198440 h 11880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4999680" cy="1191240"/>
            <a:chOff x="837360" y="4462200"/>
            <a:chExt cx="4999680" cy="119124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4999680" cy="1188000"/>
            </a:xfrm>
            <a:custGeom>
              <a:avLst/>
              <a:gdLst>
                <a:gd name="textAreaLeft" fmla="*/ 0 w 4999680"/>
                <a:gd name="textAreaRight" fmla="*/ 5010120 w 4999680"/>
                <a:gd name="textAreaTop" fmla="*/ 0 h 1188000"/>
                <a:gd name="textAreaBottom" fmla="*/ 1198440 h 11880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4999680" cy="1188000"/>
            </a:xfrm>
            <a:custGeom>
              <a:avLst/>
              <a:gdLst>
                <a:gd name="textAreaLeft" fmla="*/ 0 w 4999680"/>
                <a:gd name="textAreaRight" fmla="*/ 5010120 w 4999680"/>
                <a:gd name="textAreaTop" fmla="*/ 0 h 1188000"/>
                <a:gd name="textAreaBottom" fmla="*/ 1198440 h 118800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82160" cy="4298040"/>
            <a:chOff x="6685200" y="1352160"/>
            <a:chExt cx="4682160" cy="429804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82160" cy="4298040"/>
            </a:xfrm>
            <a:custGeom>
              <a:avLst/>
              <a:gdLst>
                <a:gd name="textAreaLeft" fmla="*/ 0 w 4682160"/>
                <a:gd name="textAreaRight" fmla="*/ 4692600 w 4682160"/>
                <a:gd name="textAreaTop" fmla="*/ 0 h 4298040"/>
                <a:gd name="textAreaBottom" fmla="*/ 4308480 h 429804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82160" cy="4298040"/>
            </a:xfrm>
            <a:custGeom>
              <a:avLst/>
              <a:gdLst>
                <a:gd name="textAreaLeft" fmla="*/ 0 w 4682160"/>
                <a:gd name="textAreaRight" fmla="*/ 4692600 w 4682160"/>
                <a:gd name="textAreaTop" fmla="*/ 0 h 4298040"/>
                <a:gd name="textAreaBottom" fmla="*/ 4308480 h 429804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82160" cy="429804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9149ACD-0745-4CD1-884A-46981242902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45160" cy="245160"/>
            <a:chOff x="2272320" y="3737520"/>
            <a:chExt cx="245160" cy="24516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45160" cy="245160"/>
            <a:chOff x="4667040" y="3737520"/>
            <a:chExt cx="245160" cy="24516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45160" cy="245160"/>
            <a:chOff x="7063200" y="3737520"/>
            <a:chExt cx="245160" cy="24516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45160" cy="245160"/>
            <a:chOff x="9452520" y="3737520"/>
            <a:chExt cx="245160" cy="24516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86760" cy="1888920"/>
            <a:chOff x="1460880" y="1296720"/>
            <a:chExt cx="1886760" cy="188892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86760" cy="1888920"/>
            <a:chOff x="3823920" y="1296720"/>
            <a:chExt cx="1886760" cy="188892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86760" cy="1888920"/>
            <a:chOff x="6215760" y="1296720"/>
            <a:chExt cx="1886760" cy="188892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86760" cy="1888920"/>
            <a:chOff x="8571240" y="1296720"/>
            <a:chExt cx="1886760" cy="188892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86040" cy="16372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86040" cy="16372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86040" cy="16372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86040" cy="163728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EFE6C5D-245B-4291-918E-F3ED76A0DE0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61000" y="-133056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45160" cy="245160"/>
            <a:chOff x="2378160" y="5424480"/>
            <a:chExt cx="245160" cy="24516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45160" cy="245160"/>
            <a:chOff x="4772880" y="5424480"/>
            <a:chExt cx="245160" cy="24516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45160" cy="245160"/>
            <a:chOff x="7169040" y="5424480"/>
            <a:chExt cx="245160" cy="24516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45160" cy="245160"/>
            <a:chOff x="9558360" y="5424480"/>
            <a:chExt cx="245160" cy="24516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45160" cy="24516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13040" cy="1119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9600" bIns="396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86760" cy="1888920"/>
            <a:chOff x="1566720" y="2983680"/>
            <a:chExt cx="1886760" cy="188892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86760" cy="1888920"/>
            <a:chOff x="3929760" y="2983680"/>
            <a:chExt cx="1886760" cy="188892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86760" cy="1888920"/>
            <a:chOff x="6321600" y="2983680"/>
            <a:chExt cx="1886760" cy="188892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86760" cy="1888920"/>
            <a:chOff x="8677080" y="2983680"/>
            <a:chExt cx="1886760" cy="188892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86760" cy="1888920"/>
            </a:xfrm>
            <a:custGeom>
              <a:avLst/>
              <a:gdLst>
                <a:gd name="textAreaLeft" fmla="*/ 0 w 1886760"/>
                <a:gd name="textAreaRight" fmla="*/ 1897200 w 1886760"/>
                <a:gd name="textAreaTop" fmla="*/ 0 h 1888920"/>
                <a:gd name="textAreaBottom" fmla="*/ 1899360 h 188892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86760" cy="18882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86760" cy="18882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86760" cy="18882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86760" cy="188820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67B1AE9-0AB3-424A-9BBE-58752C16F80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17600" y="-101772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13960" cy="4440240"/>
          </a:xfrm>
          <a:custGeom>
            <a:avLst/>
            <a:gdLst>
              <a:gd name="textAreaLeft" fmla="*/ 0 w 4413960"/>
              <a:gd name="textAreaRight" fmla="*/ 4424400 w 4413960"/>
              <a:gd name="textAreaTop" fmla="*/ 0 h 4440240"/>
              <a:gd name="textAreaBottom" fmla="*/ 4450680 h 4440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14320" cy="4417920"/>
          </a:xfrm>
          <a:custGeom>
            <a:avLst/>
            <a:gdLst>
              <a:gd name="textAreaLeft" fmla="*/ 0 w 4414320"/>
              <a:gd name="textAreaRight" fmla="*/ 4424760 w 4414320"/>
              <a:gd name="textAreaTop" fmla="*/ 0 h 4417920"/>
              <a:gd name="textAreaBottom" fmla="*/ 4428360 h 441792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66440" cy="441864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8E8D094-5101-4D42-BF0A-6A50018F33E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64160" cy="1512000"/>
          </a:xfrm>
          <a:custGeom>
            <a:avLst/>
            <a:gdLst>
              <a:gd name="textAreaLeft" fmla="*/ 0 w 6464160"/>
              <a:gd name="textAreaRight" fmla="*/ 6474600 w 6464160"/>
              <a:gd name="textAreaTop" fmla="*/ 0 h 1512000"/>
              <a:gd name="textAreaBottom" fmla="*/ 1522440 h 15120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29640" cy="2604600"/>
          </a:xfrm>
          <a:custGeom>
            <a:avLst/>
            <a:gdLst>
              <a:gd name="textAreaLeft" fmla="*/ 0 w 2429640"/>
              <a:gd name="textAreaRight" fmla="*/ 2440080 w 2429640"/>
              <a:gd name="textAreaTop" fmla="*/ 0 h 2604600"/>
              <a:gd name="textAreaBottom" fmla="*/ 2615040 h 26046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76320" cy="9763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14440" cy="903600"/>
            <a:chOff x="4008600" y="3031920"/>
            <a:chExt cx="4114440" cy="90360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28400" cy="855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3280" cy="8550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73200" cy="48528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897480" cy="190800"/>
            <a:chOff x="1527120" y="6498720"/>
            <a:chExt cx="897480" cy="19080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0400" cy="180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1600" cy="1800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700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49120" cy="28116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572B542-63BF-4DC1-8CF3-442B7DBF1D9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7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64160" cy="1512000"/>
          </a:xfrm>
          <a:custGeom>
            <a:avLst/>
            <a:gdLst>
              <a:gd name="textAreaLeft" fmla="*/ 0 w 6464160"/>
              <a:gd name="textAreaRight" fmla="*/ 6474600 w 6464160"/>
              <a:gd name="textAreaTop" fmla="*/ 0 h 1512000"/>
              <a:gd name="textAreaBottom" fmla="*/ 1522440 h 151200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29640" cy="2604600"/>
          </a:xfrm>
          <a:custGeom>
            <a:avLst/>
            <a:gdLst>
              <a:gd name="textAreaLeft" fmla="*/ 0 w 2429640"/>
              <a:gd name="textAreaRight" fmla="*/ 2440080 w 2429640"/>
              <a:gd name="textAreaTop" fmla="*/ 0 h 2604600"/>
              <a:gd name="textAreaBottom" fmla="*/ 2615040 h 260460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76320" cy="9763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786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897480" cy="190800"/>
            <a:chOff x="1527120" y="6498720"/>
            <a:chExt cx="897480" cy="19080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0400" cy="18000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1600" cy="18000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36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700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49120" cy="28116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4914735-8B44-4389-B6DB-211FFBB1C30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70000" cy="4775040"/>
            <a:chOff x="5942880" y="1173240"/>
            <a:chExt cx="4770000" cy="477504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70000" cy="477504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3999960" cy="3999960"/>
              <a:chOff x="6314040" y="1564200"/>
              <a:chExt cx="3999960" cy="399996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3999960" cy="39999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3999960" cy="399996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39480" cy="4198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0824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06680" y="671868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298AD64-A117-41DE-B7B6-EA29D8FF37D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35800" cy="2939040"/>
            <a:chOff x="4579920" y="1447920"/>
            <a:chExt cx="2935800" cy="293904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35800" cy="293904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61320" cy="2461320"/>
              <a:chOff x="4808880" y="1688760"/>
              <a:chExt cx="2461320" cy="246132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61320" cy="24613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61320" cy="24613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35800" cy="2939040"/>
            <a:chOff x="1096920" y="1447920"/>
            <a:chExt cx="2935800" cy="293904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35800" cy="293904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61320" cy="2461320"/>
              <a:chOff x="1325880" y="1688760"/>
              <a:chExt cx="2461320" cy="246132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61320" cy="24613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61320" cy="24613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85640" cy="258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85640" cy="258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77240" cy="438840"/>
          </a:xfrm>
          <a:custGeom>
            <a:avLst/>
            <a:gdLst>
              <a:gd name="textAreaLeft" fmla="*/ 0 w 1677240"/>
              <a:gd name="textAreaRight" fmla="*/ 1687680 w 1677240"/>
              <a:gd name="textAreaTop" fmla="*/ 0 h 438840"/>
              <a:gd name="textAreaBottom" fmla="*/ 449280 h 43884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75440" cy="438840"/>
          </a:xfrm>
          <a:custGeom>
            <a:avLst/>
            <a:gdLst>
              <a:gd name="textAreaLeft" fmla="*/ 0 w 1675440"/>
              <a:gd name="textAreaRight" fmla="*/ 1685880 w 1675440"/>
              <a:gd name="textAreaTop" fmla="*/ 0 h 438840"/>
              <a:gd name="textAreaBottom" fmla="*/ 449280 h 43884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75440" cy="438840"/>
          </a:xfrm>
          <a:custGeom>
            <a:avLst/>
            <a:gdLst>
              <a:gd name="textAreaLeft" fmla="*/ 0 w 1675440"/>
              <a:gd name="textAreaRight" fmla="*/ 1685880 w 1675440"/>
              <a:gd name="textAreaTop" fmla="*/ 0 h 438840"/>
              <a:gd name="textAreaBottom" fmla="*/ 449280 h 43884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7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92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7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35800" cy="2939040"/>
            <a:chOff x="8104680" y="1447920"/>
            <a:chExt cx="2935800" cy="293904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35800" cy="293904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61320" cy="2461320"/>
              <a:chOff x="8333640" y="1688760"/>
              <a:chExt cx="2461320" cy="246132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61320" cy="24613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61320" cy="246132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85640" cy="258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0824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06680" y="671868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41720" y="-918720"/>
            <a:ext cx="7393680" cy="6137280"/>
          </a:xfrm>
          <a:custGeom>
            <a:avLst/>
            <a:gdLst>
              <a:gd name="textAreaLeft" fmla="*/ 0 w 7393680"/>
              <a:gd name="textAreaRight" fmla="*/ 7404120 w 7393680"/>
              <a:gd name="textAreaTop" fmla="*/ 0 h 6137280"/>
              <a:gd name="textAreaBottom" fmla="*/ 6147720 h 6137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5A8C6D7-61EB-42A6-988C-6B1CCAE6D63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34240" cy="4593240"/>
          </a:xfrm>
          <a:custGeom>
            <a:avLst/>
            <a:gdLst>
              <a:gd name="textAreaLeft" fmla="*/ 0 w 534240"/>
              <a:gd name="textAreaRight" fmla="*/ 544680 w 534240"/>
              <a:gd name="textAreaTop" fmla="*/ 0 h 4593240"/>
              <a:gd name="textAreaBottom" fmla="*/ 4603680 h 459324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34240" cy="2291400"/>
          </a:xfrm>
          <a:custGeom>
            <a:avLst/>
            <a:gdLst>
              <a:gd name="textAreaLeft" fmla="*/ 0 w 534240"/>
              <a:gd name="textAreaRight" fmla="*/ 544680 w 534240"/>
              <a:gd name="textAreaTop" fmla="*/ 0 h 2291400"/>
              <a:gd name="textAreaBottom" fmla="*/ 2301840 h 229140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29200" cy="4593240"/>
          </a:xfrm>
          <a:custGeom>
            <a:avLst/>
            <a:gdLst>
              <a:gd name="textAreaLeft" fmla="*/ 0 w 529200"/>
              <a:gd name="textAreaRight" fmla="*/ 539640 w 529200"/>
              <a:gd name="textAreaTop" fmla="*/ 0 h 4593240"/>
              <a:gd name="textAreaBottom" fmla="*/ 4603680 h 459324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29200" cy="2832840"/>
          </a:xfrm>
          <a:custGeom>
            <a:avLst/>
            <a:gdLst>
              <a:gd name="textAreaLeft" fmla="*/ 0 w 529200"/>
              <a:gd name="textAreaRight" fmla="*/ 539640 w 529200"/>
              <a:gd name="textAreaTop" fmla="*/ 0 h 2832840"/>
              <a:gd name="textAreaBottom" fmla="*/ 2843280 h 283284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34240" cy="4593240"/>
          </a:xfrm>
          <a:custGeom>
            <a:avLst/>
            <a:gdLst>
              <a:gd name="textAreaLeft" fmla="*/ 0 w 534240"/>
              <a:gd name="textAreaRight" fmla="*/ 544680 w 534240"/>
              <a:gd name="textAreaTop" fmla="*/ 0 h 4593240"/>
              <a:gd name="textAreaBottom" fmla="*/ 4603680 h 459324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34240" cy="1907280"/>
          </a:xfrm>
          <a:custGeom>
            <a:avLst/>
            <a:gdLst>
              <a:gd name="textAreaLeft" fmla="*/ 0 w 534240"/>
              <a:gd name="textAreaRight" fmla="*/ 544680 w 534240"/>
              <a:gd name="textAreaTop" fmla="*/ 0 h 1907280"/>
              <a:gd name="textAreaBottom" fmla="*/ 1917720 h 190728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34240" cy="4593240"/>
          </a:xfrm>
          <a:custGeom>
            <a:avLst/>
            <a:gdLst>
              <a:gd name="textAreaLeft" fmla="*/ 0 w 534240"/>
              <a:gd name="textAreaRight" fmla="*/ 544680 w 534240"/>
              <a:gd name="textAreaTop" fmla="*/ 0 h 4593240"/>
              <a:gd name="textAreaBottom" fmla="*/ 4603680 h 459324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34240" cy="2832840"/>
          </a:xfrm>
          <a:custGeom>
            <a:avLst/>
            <a:gdLst>
              <a:gd name="textAreaLeft" fmla="*/ 0 w 534240"/>
              <a:gd name="textAreaRight" fmla="*/ 544680 w 534240"/>
              <a:gd name="textAreaTop" fmla="*/ 0 h 2832840"/>
              <a:gd name="textAreaBottom" fmla="*/ 2843280 h 283284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31000" cy="4593240"/>
          </a:xfrm>
          <a:custGeom>
            <a:avLst/>
            <a:gdLst>
              <a:gd name="textAreaLeft" fmla="*/ 0 w 531000"/>
              <a:gd name="textAreaRight" fmla="*/ 541440 w 531000"/>
              <a:gd name="textAreaTop" fmla="*/ 0 h 4593240"/>
              <a:gd name="textAreaBottom" fmla="*/ 4603680 h 459324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31000" cy="4109040"/>
          </a:xfrm>
          <a:custGeom>
            <a:avLst/>
            <a:gdLst>
              <a:gd name="textAreaLeft" fmla="*/ 0 w 531000"/>
              <a:gd name="textAreaRight" fmla="*/ 541440 w 531000"/>
              <a:gd name="textAreaTop" fmla="*/ 0 h 4109040"/>
              <a:gd name="textAreaBottom" fmla="*/ 4119480 h 410904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0824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06680" y="671868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56520" y="-110448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F0CE484-E275-4E4B-8C84-7CB7B655000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93240" cy="4577400"/>
            <a:chOff x="5370480" y="955800"/>
            <a:chExt cx="93240" cy="457740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88560" cy="4577400"/>
            </a:xfrm>
            <a:custGeom>
              <a:avLst/>
              <a:gdLst>
                <a:gd name="textAreaLeft" fmla="*/ 0 w 88560"/>
                <a:gd name="textAreaRight" fmla="*/ 99000 w 88560"/>
                <a:gd name="textAreaTop" fmla="*/ 0 h 4577400"/>
                <a:gd name="textAreaBottom" fmla="*/ 4587840 h 457740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93240" cy="1300680"/>
            </a:xfrm>
            <a:custGeom>
              <a:avLst/>
              <a:gdLst>
                <a:gd name="textAreaLeft" fmla="*/ 0 w 93240"/>
                <a:gd name="textAreaRight" fmla="*/ 103680 w 93240"/>
                <a:gd name="textAreaTop" fmla="*/ 0 h 1300680"/>
                <a:gd name="textAreaBottom" fmla="*/ 1311120 h 130068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100080" cy="4577040"/>
            <a:chOff x="6394320" y="955800"/>
            <a:chExt cx="100080" cy="457704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100080" cy="4534920"/>
            </a:xfrm>
            <a:custGeom>
              <a:avLst/>
              <a:gdLst>
                <a:gd name="textAreaLeft" fmla="*/ 0 w 100080"/>
                <a:gd name="textAreaRight" fmla="*/ 110520 w 100080"/>
                <a:gd name="textAreaTop" fmla="*/ 0 h 4534920"/>
                <a:gd name="textAreaBottom" fmla="*/ 4545360 h 453492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100080" cy="1779480"/>
            </a:xfrm>
            <a:custGeom>
              <a:avLst/>
              <a:gdLst>
                <a:gd name="textAreaLeft" fmla="*/ 0 w 100080"/>
                <a:gd name="textAreaRight" fmla="*/ 110520 w 100080"/>
                <a:gd name="textAreaTop" fmla="*/ 0 h 1779480"/>
                <a:gd name="textAreaBottom" fmla="*/ 1789920 h 177948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75240" cy="4577400"/>
            <a:chOff x="7423200" y="955800"/>
            <a:chExt cx="75240" cy="457740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75240" cy="4577400"/>
            </a:xfrm>
            <a:custGeom>
              <a:avLst/>
              <a:gdLst>
                <a:gd name="textAreaLeft" fmla="*/ 0 w 75240"/>
                <a:gd name="textAreaRight" fmla="*/ 85680 w 75240"/>
                <a:gd name="textAreaTop" fmla="*/ 0 h 4577400"/>
                <a:gd name="textAreaBottom" fmla="*/ 4587840 h 457740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75240" cy="2849040"/>
            </a:xfrm>
            <a:custGeom>
              <a:avLst/>
              <a:gdLst>
                <a:gd name="textAreaLeft" fmla="*/ 0 w 75240"/>
                <a:gd name="textAreaRight" fmla="*/ 85680 w 75240"/>
                <a:gd name="textAreaTop" fmla="*/ 0 h 2849040"/>
                <a:gd name="textAreaBottom" fmla="*/ 2859480 h 284904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76320" cy="4577400"/>
            <a:chOff x="8447040" y="955800"/>
            <a:chExt cx="76320" cy="457740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76320" cy="4413240"/>
            </a:xfrm>
            <a:custGeom>
              <a:avLst/>
              <a:gdLst>
                <a:gd name="textAreaLeft" fmla="*/ 0 w 76320"/>
                <a:gd name="textAreaRight" fmla="*/ 86760 w 76320"/>
                <a:gd name="textAreaTop" fmla="*/ 0 h 4413240"/>
                <a:gd name="textAreaBottom" fmla="*/ 4423680 h 441324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76320" cy="3228480"/>
            </a:xfrm>
            <a:custGeom>
              <a:avLst/>
              <a:gdLst>
                <a:gd name="textAreaLeft" fmla="*/ 0 w 76320"/>
                <a:gd name="textAreaRight" fmla="*/ 86760 w 76320"/>
                <a:gd name="textAreaTop" fmla="*/ 0 h 3228480"/>
                <a:gd name="textAreaBottom" fmla="*/ 3238920 h 322848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81720" cy="4577040"/>
            <a:chOff x="9474120" y="955800"/>
            <a:chExt cx="81720" cy="457704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81720" cy="4334400"/>
            </a:xfrm>
            <a:custGeom>
              <a:avLst/>
              <a:gdLst>
                <a:gd name="textAreaLeft" fmla="*/ 0 w 81720"/>
                <a:gd name="textAreaRight" fmla="*/ 92160 w 81720"/>
                <a:gd name="textAreaTop" fmla="*/ 0 h 4334400"/>
                <a:gd name="textAreaBottom" fmla="*/ 4344840 h 433440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81720" cy="1460520"/>
            </a:xfrm>
            <a:custGeom>
              <a:avLst/>
              <a:gdLst>
                <a:gd name="textAreaLeft" fmla="*/ 0 w 81720"/>
                <a:gd name="textAreaRight" fmla="*/ 92160 w 81720"/>
                <a:gd name="textAreaTop" fmla="*/ 0 h 1460520"/>
                <a:gd name="textAreaBottom" fmla="*/ 1470960 h 146052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79920" cy="4577400"/>
            <a:chOff x="10503000" y="955800"/>
            <a:chExt cx="79920" cy="457740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79920" cy="4453200"/>
            </a:xfrm>
            <a:custGeom>
              <a:avLst/>
              <a:gdLst>
                <a:gd name="textAreaLeft" fmla="*/ 0 w 79920"/>
                <a:gd name="textAreaRight" fmla="*/ 90360 w 79920"/>
                <a:gd name="textAreaTop" fmla="*/ 0 h 4453200"/>
                <a:gd name="textAreaBottom" fmla="*/ 4463640 h 445320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79920" cy="2223360"/>
            </a:xfrm>
            <a:custGeom>
              <a:avLst/>
              <a:gdLst>
                <a:gd name="textAreaLeft" fmla="*/ 0 w 79920"/>
                <a:gd name="textAreaRight" fmla="*/ 90360 w 79920"/>
                <a:gd name="textAreaTop" fmla="*/ 0 h 2223360"/>
                <a:gd name="textAreaBottom" fmla="*/ 2233800 h 222336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68720" cy="46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68720" cy="46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68720" cy="46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68720" cy="46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68720" cy="46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68720" cy="46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0824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06680" y="671868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19240" cy="3796920"/>
          </a:xfrm>
          <a:custGeom>
            <a:avLst/>
            <a:gdLst>
              <a:gd name="textAreaLeft" fmla="*/ 0 w 7419240"/>
              <a:gd name="textAreaRight" fmla="*/ 7429680 w 7419240"/>
              <a:gd name="textAreaTop" fmla="*/ 0 h 3796920"/>
              <a:gd name="textAreaBottom" fmla="*/ 3807360 h 379692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FA1AB8D-A0A6-44EF-A7D3-C1CFC8F3624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994533A-8C6D-4348-95E8-88591101699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6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7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8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9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0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11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12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3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480D1B1-E272-4D88-A210-6D7B587F115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9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0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1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2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23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24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5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6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DE28A88-DA53-46BE-A4E8-AFD38076ECD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2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3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4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5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6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3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9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10C6486-43BC-4836-BFA0-BBACDB0F563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5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6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7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8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9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50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51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2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the title text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5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F6CC518-A7FB-424E-BE8C-76C7F3DFFE2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8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9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0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1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62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63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64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65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A7AE107-BE64-4ED0-95DC-9800E348B99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1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2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3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4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75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76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77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78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TextBox 6"/>
          <p:cNvSpPr/>
          <p:nvPr/>
        </p:nvSpPr>
        <p:spPr>
          <a:xfrm>
            <a:off x="41400" y="6539040"/>
            <a:ext cx="5149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chemeClr val="dk1"/>
                </a:solidFill>
                <a:latin typeface="Calibri"/>
                <a:ea typeface="DejaVu Sans"/>
              </a:rPr>
              <a:t>ENG 346 – Data Structures and Algorithms for Artificial Intelligence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2" name="Picture 4" descr="Gebze Technical University"/>
          <p:cNvPicPr/>
          <p:nvPr/>
        </p:nvPicPr>
        <p:blipFill>
          <a:blip r:embed="rId2"/>
          <a:stretch/>
        </p:blipFill>
        <p:spPr>
          <a:xfrm>
            <a:off x="10150560" y="-89640"/>
            <a:ext cx="2151000" cy="1005120"/>
          </a:xfrm>
          <a:prstGeom prst="rect">
            <a:avLst/>
          </a:prstGeom>
          <a:ln w="0">
            <a:noFill/>
          </a:ln>
        </p:spPr>
      </p:pic>
      <p:sp>
        <p:nvSpPr>
          <p:cNvPr id="10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580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PlaceHolder 4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420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54D2185-DB6B-42F4-8643-32F44E59EFE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PlaceHolder 5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4200" cy="35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3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19B157C-9AA8-4F02-A8BC-D561164D814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2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93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4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5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96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97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098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99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00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the title text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Oval 6"/>
          <p:cNvSpPr/>
          <p:nvPr/>
        </p:nvSpPr>
        <p:spPr>
          <a:xfrm>
            <a:off x="11513880" y="273600"/>
            <a:ext cx="338760" cy="33696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AD3B74C-9440-4712-BC45-12EE9C39C45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Freeform 13"/>
          <p:cNvSpPr/>
          <p:nvPr/>
        </p:nvSpPr>
        <p:spPr>
          <a:xfrm rot="370200">
            <a:off x="-1919880" y="-905040"/>
            <a:ext cx="12063600" cy="5601960"/>
          </a:xfrm>
          <a:custGeom>
            <a:avLst/>
            <a:gdLst>
              <a:gd name="textAreaLeft" fmla="*/ 0 w 12063600"/>
              <a:gd name="textAreaRight" fmla="*/ 12074040 w 12063600"/>
              <a:gd name="textAreaTop" fmla="*/ 0 h 5601960"/>
              <a:gd name="textAreaBottom" fmla="*/ 5612400 h 560196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06" name="object 384"/>
          <p:cNvSpPr/>
          <p:nvPr/>
        </p:nvSpPr>
        <p:spPr>
          <a:xfrm flipV="1">
            <a:off x="356760" y="6698160"/>
            <a:ext cx="5701680" cy="35280"/>
          </a:xfrm>
          <a:custGeom>
            <a:avLst/>
            <a:gdLst>
              <a:gd name="textAreaLeft" fmla="*/ 0 w 5701680"/>
              <a:gd name="textAreaRight" fmla="*/ 5712120 w 570168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7" name="object 4"/>
          <p:cNvSpPr/>
          <p:nvPr/>
        </p:nvSpPr>
        <p:spPr>
          <a:xfrm>
            <a:off x="10477800" y="6621120"/>
            <a:ext cx="1383480" cy="163800"/>
          </a:xfrm>
          <a:custGeom>
            <a:avLst/>
            <a:gdLst>
              <a:gd name="textAreaLeft" fmla="*/ 0 w 1383480"/>
              <a:gd name="textAreaRight" fmla="*/ 1393920 w 1383480"/>
              <a:gd name="textAreaTop" fmla="*/ 0 h 163800"/>
              <a:gd name="textAreaBottom" fmla="*/ 174240 h 16380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8" name="object 384"/>
          <p:cNvSpPr/>
          <p:nvPr/>
        </p:nvSpPr>
        <p:spPr>
          <a:xfrm flipV="1" rot="10800000">
            <a:off x="6106680" y="6708600"/>
            <a:ext cx="4307760" cy="35280"/>
          </a:xfrm>
          <a:custGeom>
            <a:avLst/>
            <a:gdLst>
              <a:gd name="textAreaLeft" fmla="*/ 0 w 4307760"/>
              <a:gd name="textAreaRight" fmla="*/ 4318200 w 4307760"/>
              <a:gd name="textAreaTop" fmla="*/ 5400 h 35280"/>
              <a:gd name="textAreaBottom" fmla="*/ 51120 h 3528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9" name="object 386"/>
          <p:cNvSpPr/>
          <p:nvPr/>
        </p:nvSpPr>
        <p:spPr>
          <a:xfrm>
            <a:off x="5927400" y="6507720"/>
            <a:ext cx="326520" cy="311400"/>
          </a:xfrm>
          <a:custGeom>
            <a:avLst/>
            <a:gdLst>
              <a:gd name="textAreaLeft" fmla="*/ 0 w 326520"/>
              <a:gd name="textAreaRight" fmla="*/ 336960 w 326520"/>
              <a:gd name="textAreaTop" fmla="*/ 0 h 311400"/>
              <a:gd name="textAreaBottom" fmla="*/ 321840 h 31140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110" name="Group 9"/>
          <p:cNvGrpSpPr/>
          <p:nvPr/>
        </p:nvGrpSpPr>
        <p:grpSpPr>
          <a:xfrm>
            <a:off x="557640" y="565200"/>
            <a:ext cx="1469160" cy="45360"/>
            <a:chOff x="557640" y="565200"/>
            <a:chExt cx="1469160" cy="45360"/>
          </a:xfrm>
        </p:grpSpPr>
        <p:sp>
          <p:nvSpPr>
            <p:cNvPr id="1111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12" name="Freeform 7"/>
            <p:cNvSpPr/>
            <p:nvPr/>
          </p:nvSpPr>
          <p:spPr>
            <a:xfrm flipV="1" rot="16200000">
              <a:off x="1269360" y="-146520"/>
              <a:ext cx="45360" cy="1469160"/>
            </a:xfrm>
            <a:custGeom>
              <a:avLst/>
              <a:gdLst>
                <a:gd name="textAreaLeft" fmla="*/ 0 w 45360"/>
                <a:gd name="textAreaRight" fmla="*/ 55800 w 45360"/>
                <a:gd name="textAreaTop" fmla="*/ -5400 h 1469160"/>
                <a:gd name="textAreaBottom" fmla="*/ 1474200 h 146916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113" name="Rectangle 14"/>
          <p:cNvSpPr/>
          <p:nvPr/>
        </p:nvSpPr>
        <p:spPr>
          <a:xfrm>
            <a:off x="11441880" y="168480"/>
            <a:ext cx="506880" cy="5310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8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0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4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4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4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TextBox 1"/>
          <p:cNvSpPr/>
          <p:nvPr/>
        </p:nvSpPr>
        <p:spPr>
          <a:xfrm>
            <a:off x="5482080" y="6479640"/>
            <a:ext cx="9079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3" name="Text Placeholder 10"/>
          <p:cNvSpPr/>
          <p:nvPr/>
        </p:nvSpPr>
        <p:spPr>
          <a:xfrm>
            <a:off x="228600" y="4454640"/>
            <a:ext cx="11957760" cy="12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7777"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2000" spc="-1" strike="noStrike">
                <a:solidFill>
                  <a:schemeClr val="lt1"/>
                </a:solidFill>
                <a:latin typeface="Arial Black"/>
              </a:rPr>
              <a:t>Core AI + Machine Learning Foundations (Engineer-Oriented)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Breakthrough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 13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Text 1"/>
          <p:cNvSpPr/>
          <p:nvPr/>
        </p:nvSpPr>
        <p:spPr>
          <a:xfrm>
            <a:off x="45648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1" i="1" lang="en-US" sz="2800" spc="-1" strike="noStrike">
                <a:solidFill>
                  <a:srgbClr val="ffffff"/>
                </a:solidFill>
                <a:latin typeface="arial"/>
                <a:ea typeface="Calibri"/>
              </a:rPr>
              <a:t>AlexNET - 2012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Alex Krizhevsky, Ilya Sutskever and Geoffrey Hinton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8 Layer CNN Architecture with 60M parameters,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Used GPU to calculate the results faster.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1800" spc="-1" strike="noStrike">
                <a:solidFill>
                  <a:srgbClr val="ffffff"/>
                </a:solidFill>
                <a:latin typeface="arial"/>
                <a:ea typeface="Calibri"/>
              </a:rPr>
              <a:t>More than 10.8% above the runner-up in ImageNet Large Scale Visual Recognition Challenge (ILSVRC)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Text 18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landscape for engineers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How ML systems actually work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Core ML types (practical framing) 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Neural networks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Hands-on (important for engineers)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PlaceHolder 9"/>
          <p:cNvSpPr/>
          <p:nvPr/>
        </p:nvSpPr>
        <p:spPr>
          <a:xfrm>
            <a:off x="255600" y="228960"/>
            <a:ext cx="11625480" cy="41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77777"/>
          </a:bodyPr>
          <a:p>
            <a:pPr defTabSz="914400"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Core AI + Machine Learning Foundations (Engineer-Oriented)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1 - AI Landscape for Engineers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Text 3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AI vs ML vs Deep Learning vs Generative AI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Where classical software ends and ML systems begin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AutoNum type="arabicPeriod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Why ML is “data + optimization + models”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1.1 - AI vs ML vs Deep Learning vs Generative AI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Text 7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3600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"/>
          <p:cNvSpPr/>
          <p:nvPr/>
        </p:nvSpPr>
        <p:spPr>
          <a:xfrm>
            <a:off x="91440" y="68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"/>
          <p:cNvSpPr/>
          <p:nvPr/>
        </p:nvSpPr>
        <p:spPr>
          <a:xfrm>
            <a:off x="6211440" y="68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"/>
          <p:cNvSpPr/>
          <p:nvPr/>
        </p:nvSpPr>
        <p:spPr>
          <a:xfrm>
            <a:off x="91440" y="356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"/>
          <p:cNvSpPr/>
          <p:nvPr/>
        </p:nvSpPr>
        <p:spPr>
          <a:xfrm>
            <a:off x="6211440" y="356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"/>
          <p:cNvSpPr/>
          <p:nvPr/>
        </p:nvSpPr>
        <p:spPr>
          <a:xfrm>
            <a:off x="91440" y="685800"/>
            <a:ext cx="8179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AI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" name=""/>
          <p:cNvSpPr/>
          <p:nvPr/>
        </p:nvSpPr>
        <p:spPr>
          <a:xfrm>
            <a:off x="1828800" y="1371600"/>
            <a:ext cx="1823760" cy="11379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"/>
          <p:cNvSpPr/>
          <p:nvPr/>
        </p:nvSpPr>
        <p:spPr>
          <a:xfrm>
            <a:off x="72288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"/>
          <p:cNvSpPr/>
          <p:nvPr/>
        </p:nvSpPr>
        <p:spPr>
          <a:xfrm>
            <a:off x="412704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"/>
          <p:cNvSpPr/>
          <p:nvPr/>
        </p:nvSpPr>
        <p:spPr>
          <a:xfrm>
            <a:off x="265680" y="162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" name=""/>
          <p:cNvSpPr/>
          <p:nvPr/>
        </p:nvSpPr>
        <p:spPr>
          <a:xfrm>
            <a:off x="1600200" y="914400"/>
            <a:ext cx="2509920" cy="2281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Rule Based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Coded Human Experience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Directly Explainable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"/>
          <p:cNvSpPr/>
          <p:nvPr/>
        </p:nvSpPr>
        <p:spPr>
          <a:xfrm>
            <a:off x="72324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4" name=""/>
          <p:cNvSpPr/>
          <p:nvPr/>
        </p:nvSpPr>
        <p:spPr>
          <a:xfrm>
            <a:off x="412740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5" name=""/>
          <p:cNvSpPr/>
          <p:nvPr/>
        </p:nvSpPr>
        <p:spPr>
          <a:xfrm>
            <a:off x="4198680" y="162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6" name=""/>
          <p:cNvSpPr/>
          <p:nvPr/>
        </p:nvSpPr>
        <p:spPr>
          <a:xfrm>
            <a:off x="6211440" y="685800"/>
            <a:ext cx="8179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ML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7" name=""/>
          <p:cNvSpPr/>
          <p:nvPr/>
        </p:nvSpPr>
        <p:spPr>
          <a:xfrm>
            <a:off x="7949160" y="1371600"/>
            <a:ext cx="1823760" cy="11379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684324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"/>
          <p:cNvSpPr/>
          <p:nvPr/>
        </p:nvSpPr>
        <p:spPr>
          <a:xfrm>
            <a:off x="1024740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"/>
          <p:cNvSpPr/>
          <p:nvPr/>
        </p:nvSpPr>
        <p:spPr>
          <a:xfrm>
            <a:off x="6386040" y="162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"/>
          <p:cNvSpPr/>
          <p:nvPr/>
        </p:nvSpPr>
        <p:spPr>
          <a:xfrm>
            <a:off x="7720560" y="914400"/>
            <a:ext cx="2509920" cy="2281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Parameter Based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Train Model Parameters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Python / SkLearn / ...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Human Experience +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Easy to Explain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"/>
          <p:cNvSpPr/>
          <p:nvPr/>
        </p:nvSpPr>
        <p:spPr>
          <a:xfrm>
            <a:off x="684360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3" name=""/>
          <p:cNvSpPr/>
          <p:nvPr/>
        </p:nvSpPr>
        <p:spPr>
          <a:xfrm>
            <a:off x="10247760" y="194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"/>
          <p:cNvSpPr/>
          <p:nvPr/>
        </p:nvSpPr>
        <p:spPr>
          <a:xfrm>
            <a:off x="10319040" y="162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"/>
          <p:cNvSpPr/>
          <p:nvPr/>
        </p:nvSpPr>
        <p:spPr>
          <a:xfrm>
            <a:off x="91440" y="356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"/>
          <p:cNvSpPr/>
          <p:nvPr/>
        </p:nvSpPr>
        <p:spPr>
          <a:xfrm>
            <a:off x="91440" y="3565800"/>
            <a:ext cx="81792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DL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" name=""/>
          <p:cNvSpPr/>
          <p:nvPr/>
        </p:nvSpPr>
        <p:spPr>
          <a:xfrm>
            <a:off x="1828800" y="4251600"/>
            <a:ext cx="1823760" cy="11379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"/>
          <p:cNvSpPr/>
          <p:nvPr/>
        </p:nvSpPr>
        <p:spPr>
          <a:xfrm>
            <a:off x="72288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"/>
          <p:cNvSpPr/>
          <p:nvPr/>
        </p:nvSpPr>
        <p:spPr>
          <a:xfrm>
            <a:off x="41270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"/>
          <p:cNvSpPr/>
          <p:nvPr/>
        </p:nvSpPr>
        <p:spPr>
          <a:xfrm>
            <a:off x="265680" y="450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"/>
          <p:cNvSpPr/>
          <p:nvPr/>
        </p:nvSpPr>
        <p:spPr>
          <a:xfrm>
            <a:off x="1600200" y="3794400"/>
            <a:ext cx="2509920" cy="2281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No Code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Train Model Parameters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Python / Torch / TensorFlow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Full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Hard to Explain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"/>
          <p:cNvSpPr/>
          <p:nvPr/>
        </p:nvSpPr>
        <p:spPr>
          <a:xfrm>
            <a:off x="7232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"/>
          <p:cNvSpPr/>
          <p:nvPr/>
        </p:nvSpPr>
        <p:spPr>
          <a:xfrm>
            <a:off x="412740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"/>
          <p:cNvSpPr/>
          <p:nvPr/>
        </p:nvSpPr>
        <p:spPr>
          <a:xfrm>
            <a:off x="4198680" y="450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"/>
          <p:cNvSpPr/>
          <p:nvPr/>
        </p:nvSpPr>
        <p:spPr>
          <a:xfrm>
            <a:off x="6211440" y="356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"/>
          <p:cNvSpPr/>
          <p:nvPr/>
        </p:nvSpPr>
        <p:spPr>
          <a:xfrm>
            <a:off x="6211440" y="3565800"/>
            <a:ext cx="5847120" cy="2738160"/>
          </a:xfrm>
          <a:prstGeom prst="rect">
            <a:avLst/>
          </a:prstGeom>
          <a:solidFill>
            <a:srgbClr val="999999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"/>
          <p:cNvSpPr/>
          <p:nvPr/>
        </p:nvSpPr>
        <p:spPr>
          <a:xfrm>
            <a:off x="6211440" y="3565800"/>
            <a:ext cx="1099080" cy="68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</a:rPr>
              <a:t>GEN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"/>
          <p:cNvSpPr/>
          <p:nvPr/>
        </p:nvSpPr>
        <p:spPr>
          <a:xfrm>
            <a:off x="7948800" y="4251600"/>
            <a:ext cx="1823760" cy="11379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Rule Based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No Training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Prolog/Lisp/CV/MFCC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"/>
          <p:cNvSpPr/>
          <p:nvPr/>
        </p:nvSpPr>
        <p:spPr>
          <a:xfrm>
            <a:off x="684288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" name=""/>
          <p:cNvSpPr/>
          <p:nvPr/>
        </p:nvSpPr>
        <p:spPr>
          <a:xfrm>
            <a:off x="102470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1" name=""/>
          <p:cNvSpPr/>
          <p:nvPr/>
        </p:nvSpPr>
        <p:spPr>
          <a:xfrm>
            <a:off x="6385680" y="450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2" name=""/>
          <p:cNvSpPr/>
          <p:nvPr/>
        </p:nvSpPr>
        <p:spPr>
          <a:xfrm>
            <a:off x="7720200" y="3794400"/>
            <a:ext cx="2509920" cy="22813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1" lang="en-US" sz="14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Code : No Code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Train Model Parameters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Python / Torch / TensorFlow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Full Data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51"/>
              </a:spcBef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Very Hard to Explain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"/>
          <p:cNvSpPr/>
          <p:nvPr/>
        </p:nvSpPr>
        <p:spPr>
          <a:xfrm>
            <a:off x="684324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"/>
          <p:cNvSpPr/>
          <p:nvPr/>
        </p:nvSpPr>
        <p:spPr>
          <a:xfrm>
            <a:off x="10247400" y="482292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5" name=""/>
          <p:cNvSpPr/>
          <p:nvPr/>
        </p:nvSpPr>
        <p:spPr>
          <a:xfrm>
            <a:off x="10318680" y="450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>
            <a:off x="6843240" y="5302080"/>
            <a:ext cx="91440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7" name=""/>
          <p:cNvSpPr/>
          <p:nvPr/>
        </p:nvSpPr>
        <p:spPr>
          <a:xfrm>
            <a:off x="6385680" y="5229000"/>
            <a:ext cx="1137960" cy="65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Random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Numbers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1.1 - AI vs ML vs Deep Learning vs Generative AI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9" name="Text 12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"/>
          <p:cNvSpPr/>
          <p:nvPr/>
        </p:nvSpPr>
        <p:spPr>
          <a:xfrm>
            <a:off x="228600" y="1143000"/>
            <a:ext cx="11647800" cy="5247000"/>
          </a:xfrm>
          <a:prstGeom prst="rect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"/>
          <p:cNvSpPr/>
          <p:nvPr/>
        </p:nvSpPr>
        <p:spPr>
          <a:xfrm>
            <a:off x="4343400" y="1143000"/>
            <a:ext cx="387540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ARTIFICIAL INTELLIGENCE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457200" y="1828800"/>
            <a:ext cx="8681400" cy="448056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"/>
          <p:cNvSpPr/>
          <p:nvPr/>
        </p:nvSpPr>
        <p:spPr>
          <a:xfrm>
            <a:off x="905760" y="1854360"/>
            <a:ext cx="318960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MACHINE LEARNING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4" name=""/>
          <p:cNvSpPr/>
          <p:nvPr/>
        </p:nvSpPr>
        <p:spPr>
          <a:xfrm>
            <a:off x="685800" y="2514600"/>
            <a:ext cx="5252400" cy="365220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"/>
          <p:cNvSpPr/>
          <p:nvPr/>
        </p:nvSpPr>
        <p:spPr>
          <a:xfrm>
            <a:off x="1834200" y="2520000"/>
            <a:ext cx="3189600" cy="90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NEURAL NETWORKS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6" name=""/>
          <p:cNvSpPr/>
          <p:nvPr/>
        </p:nvSpPr>
        <p:spPr>
          <a:xfrm>
            <a:off x="787320" y="2977200"/>
            <a:ext cx="240768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787320" y="2977200"/>
            <a:ext cx="24076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Fully Connected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"/>
          <p:cNvSpPr/>
          <p:nvPr/>
        </p:nvSpPr>
        <p:spPr>
          <a:xfrm>
            <a:off x="796680" y="4572000"/>
            <a:ext cx="5023800" cy="13662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9" name=""/>
          <p:cNvSpPr/>
          <p:nvPr/>
        </p:nvSpPr>
        <p:spPr>
          <a:xfrm>
            <a:off x="6221160" y="2514600"/>
            <a:ext cx="264240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"/>
          <p:cNvSpPr/>
          <p:nvPr/>
        </p:nvSpPr>
        <p:spPr>
          <a:xfrm>
            <a:off x="6172200" y="251460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SVM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1" name=""/>
          <p:cNvSpPr/>
          <p:nvPr/>
        </p:nvSpPr>
        <p:spPr>
          <a:xfrm>
            <a:off x="6221880" y="3009960"/>
            <a:ext cx="264240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"/>
          <p:cNvSpPr/>
          <p:nvPr/>
        </p:nvSpPr>
        <p:spPr>
          <a:xfrm>
            <a:off x="6172920" y="300996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DECISION TREE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3" name=""/>
          <p:cNvSpPr/>
          <p:nvPr/>
        </p:nvSpPr>
        <p:spPr>
          <a:xfrm>
            <a:off x="6222600" y="3522240"/>
            <a:ext cx="264240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"/>
          <p:cNvSpPr/>
          <p:nvPr/>
        </p:nvSpPr>
        <p:spPr>
          <a:xfrm>
            <a:off x="6173640" y="352224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KNN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5" name=""/>
          <p:cNvSpPr/>
          <p:nvPr/>
        </p:nvSpPr>
        <p:spPr>
          <a:xfrm>
            <a:off x="6223320" y="4029840"/>
            <a:ext cx="264204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"/>
          <p:cNvSpPr/>
          <p:nvPr/>
        </p:nvSpPr>
        <p:spPr>
          <a:xfrm>
            <a:off x="6174000" y="402984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PCA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7" name=""/>
          <p:cNvSpPr/>
          <p:nvPr/>
        </p:nvSpPr>
        <p:spPr>
          <a:xfrm>
            <a:off x="6223680" y="4537440"/>
            <a:ext cx="264240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"/>
          <p:cNvSpPr/>
          <p:nvPr/>
        </p:nvSpPr>
        <p:spPr>
          <a:xfrm>
            <a:off x="6174360" y="4537440"/>
            <a:ext cx="264240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RANDOM FOREST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9" name=""/>
          <p:cNvSpPr/>
          <p:nvPr/>
        </p:nvSpPr>
        <p:spPr>
          <a:xfrm>
            <a:off x="6224400" y="5045040"/>
            <a:ext cx="264204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"/>
          <p:cNvSpPr/>
          <p:nvPr/>
        </p:nvSpPr>
        <p:spPr>
          <a:xfrm>
            <a:off x="6175080" y="5045040"/>
            <a:ext cx="264240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CLUSTERING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" name=""/>
          <p:cNvSpPr/>
          <p:nvPr/>
        </p:nvSpPr>
        <p:spPr>
          <a:xfrm>
            <a:off x="6225120" y="5518800"/>
            <a:ext cx="264204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"/>
          <p:cNvSpPr/>
          <p:nvPr/>
        </p:nvSpPr>
        <p:spPr>
          <a:xfrm>
            <a:off x="6225120" y="551880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Reinforcement L.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3" name=""/>
          <p:cNvSpPr/>
          <p:nvPr/>
        </p:nvSpPr>
        <p:spPr>
          <a:xfrm>
            <a:off x="9416880" y="2514600"/>
            <a:ext cx="2379600" cy="3920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"/>
          <p:cNvSpPr/>
          <p:nvPr/>
        </p:nvSpPr>
        <p:spPr>
          <a:xfrm>
            <a:off x="9372600" y="2514600"/>
            <a:ext cx="2379600" cy="39204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Comp. Vision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"/>
          <p:cNvSpPr/>
          <p:nvPr/>
        </p:nvSpPr>
        <p:spPr>
          <a:xfrm>
            <a:off x="9417600" y="3009960"/>
            <a:ext cx="2379600" cy="3920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>
            <a:off x="9373320" y="3009960"/>
            <a:ext cx="2379600" cy="39204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Automation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"/>
          <p:cNvSpPr/>
          <p:nvPr/>
        </p:nvSpPr>
        <p:spPr>
          <a:xfrm>
            <a:off x="9417960" y="3522240"/>
            <a:ext cx="2379960" cy="3920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"/>
          <p:cNvSpPr/>
          <p:nvPr/>
        </p:nvSpPr>
        <p:spPr>
          <a:xfrm>
            <a:off x="9373680" y="3522240"/>
            <a:ext cx="2379600" cy="39204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Robotics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"/>
          <p:cNvSpPr/>
          <p:nvPr/>
        </p:nvSpPr>
        <p:spPr>
          <a:xfrm>
            <a:off x="9418680" y="4029840"/>
            <a:ext cx="2379240" cy="3920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9374400" y="4029840"/>
            <a:ext cx="2379240" cy="39204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NLP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"/>
          <p:cNvSpPr/>
          <p:nvPr/>
        </p:nvSpPr>
        <p:spPr>
          <a:xfrm>
            <a:off x="9419400" y="4537440"/>
            <a:ext cx="2379240" cy="3920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"/>
          <p:cNvSpPr/>
          <p:nvPr/>
        </p:nvSpPr>
        <p:spPr>
          <a:xfrm>
            <a:off x="9374760" y="4537440"/>
            <a:ext cx="2379600" cy="39204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...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"/>
          <p:cNvSpPr/>
          <p:nvPr/>
        </p:nvSpPr>
        <p:spPr>
          <a:xfrm>
            <a:off x="6225480" y="2003400"/>
            <a:ext cx="2642040" cy="3920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"/>
          <p:cNvSpPr/>
          <p:nvPr/>
        </p:nvSpPr>
        <p:spPr>
          <a:xfrm>
            <a:off x="6172200" y="200736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REGRESSION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" name=""/>
          <p:cNvSpPr/>
          <p:nvPr/>
        </p:nvSpPr>
        <p:spPr>
          <a:xfrm>
            <a:off x="9417600" y="1983600"/>
            <a:ext cx="2379600" cy="392040"/>
          </a:xfrm>
          <a:prstGeom prst="roundRect">
            <a:avLst>
              <a:gd name="adj" fmla="val 16667"/>
            </a:avLst>
          </a:prstGeom>
          <a:solidFill>
            <a:srgbClr val="ccccc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"/>
          <p:cNvSpPr/>
          <p:nvPr/>
        </p:nvSpPr>
        <p:spPr>
          <a:xfrm>
            <a:off x="9373320" y="1983600"/>
            <a:ext cx="2379600" cy="392040"/>
          </a:xfrm>
          <a:prstGeom prst="rect">
            <a:avLst/>
          </a:prstGeom>
          <a:solidFill>
            <a:srgbClr val="cccc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Prolog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"/>
          <p:cNvSpPr/>
          <p:nvPr/>
        </p:nvSpPr>
        <p:spPr>
          <a:xfrm>
            <a:off x="787320" y="3518640"/>
            <a:ext cx="81000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8" name=""/>
          <p:cNvSpPr/>
          <p:nvPr/>
        </p:nvSpPr>
        <p:spPr>
          <a:xfrm>
            <a:off x="787320" y="3518640"/>
            <a:ext cx="8100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CNN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" name=""/>
          <p:cNvSpPr/>
          <p:nvPr/>
        </p:nvSpPr>
        <p:spPr>
          <a:xfrm>
            <a:off x="3288240" y="2977200"/>
            <a:ext cx="103068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0" name=""/>
          <p:cNvSpPr/>
          <p:nvPr/>
        </p:nvSpPr>
        <p:spPr>
          <a:xfrm>
            <a:off x="3288240" y="2977200"/>
            <a:ext cx="10360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4417560" y="2977200"/>
            <a:ext cx="103608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2" name=""/>
          <p:cNvSpPr/>
          <p:nvPr/>
        </p:nvSpPr>
        <p:spPr>
          <a:xfrm>
            <a:off x="4417560" y="2977200"/>
            <a:ext cx="10360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LSTM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3" name=""/>
          <p:cNvSpPr/>
          <p:nvPr/>
        </p:nvSpPr>
        <p:spPr>
          <a:xfrm>
            <a:off x="1690920" y="3518640"/>
            <a:ext cx="82260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" name=""/>
          <p:cNvSpPr/>
          <p:nvPr/>
        </p:nvSpPr>
        <p:spPr>
          <a:xfrm>
            <a:off x="1690920" y="3518640"/>
            <a:ext cx="8226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GAN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5" name=""/>
          <p:cNvSpPr/>
          <p:nvPr/>
        </p:nvSpPr>
        <p:spPr>
          <a:xfrm>
            <a:off x="2658600" y="3518640"/>
            <a:ext cx="82512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6" name=""/>
          <p:cNvSpPr/>
          <p:nvPr/>
        </p:nvSpPr>
        <p:spPr>
          <a:xfrm>
            <a:off x="2658600" y="3518640"/>
            <a:ext cx="82512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DBN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7" name=""/>
          <p:cNvSpPr/>
          <p:nvPr/>
        </p:nvSpPr>
        <p:spPr>
          <a:xfrm>
            <a:off x="3562200" y="3518640"/>
            <a:ext cx="77652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8" name=""/>
          <p:cNvSpPr/>
          <p:nvPr/>
        </p:nvSpPr>
        <p:spPr>
          <a:xfrm>
            <a:off x="3468600" y="3518640"/>
            <a:ext cx="83772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VAE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" name=""/>
          <p:cNvSpPr/>
          <p:nvPr/>
        </p:nvSpPr>
        <p:spPr>
          <a:xfrm>
            <a:off x="787320" y="4019760"/>
            <a:ext cx="103608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"/>
          <p:cNvSpPr/>
          <p:nvPr/>
        </p:nvSpPr>
        <p:spPr>
          <a:xfrm>
            <a:off x="787320" y="4019760"/>
            <a:ext cx="10360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RBM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1" name=""/>
          <p:cNvSpPr/>
          <p:nvPr/>
        </p:nvSpPr>
        <p:spPr>
          <a:xfrm>
            <a:off x="1907640" y="4019760"/>
            <a:ext cx="103608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"/>
          <p:cNvSpPr/>
          <p:nvPr/>
        </p:nvSpPr>
        <p:spPr>
          <a:xfrm>
            <a:off x="1907640" y="4019760"/>
            <a:ext cx="10360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GNN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3" name=""/>
          <p:cNvSpPr/>
          <p:nvPr/>
        </p:nvSpPr>
        <p:spPr>
          <a:xfrm>
            <a:off x="3038040" y="4019760"/>
            <a:ext cx="103608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4" name=""/>
          <p:cNvSpPr/>
          <p:nvPr/>
        </p:nvSpPr>
        <p:spPr>
          <a:xfrm>
            <a:off x="3038040" y="4019760"/>
            <a:ext cx="10360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PINN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5" name=""/>
          <p:cNvSpPr/>
          <p:nvPr/>
        </p:nvSpPr>
        <p:spPr>
          <a:xfrm>
            <a:off x="4188600" y="4019760"/>
            <a:ext cx="152100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6" name=""/>
          <p:cNvSpPr/>
          <p:nvPr/>
        </p:nvSpPr>
        <p:spPr>
          <a:xfrm>
            <a:off x="4178520" y="4019760"/>
            <a:ext cx="153108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Diffusion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7" name=""/>
          <p:cNvSpPr/>
          <p:nvPr/>
        </p:nvSpPr>
        <p:spPr>
          <a:xfrm>
            <a:off x="1834200" y="4559040"/>
            <a:ext cx="3189600" cy="46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TRANSFORMERS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8" name=""/>
          <p:cNvSpPr/>
          <p:nvPr/>
        </p:nvSpPr>
        <p:spPr>
          <a:xfrm>
            <a:off x="2971800" y="4964040"/>
            <a:ext cx="2737800" cy="903600"/>
          </a:xfrm>
          <a:prstGeom prst="roundRect">
            <a:avLst>
              <a:gd name="adj" fmla="val 16667"/>
            </a:avLst>
          </a:prstGeom>
          <a:solidFill>
            <a:srgbClr val="3333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GPT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</a:rPr>
              <a:t>DEC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" name=""/>
          <p:cNvSpPr/>
          <p:nvPr/>
        </p:nvSpPr>
        <p:spPr>
          <a:xfrm>
            <a:off x="3657600" y="5089680"/>
            <a:ext cx="2001600" cy="619920"/>
          </a:xfrm>
          <a:prstGeom prst="roundRect">
            <a:avLst>
              <a:gd name="adj" fmla="val 16667"/>
            </a:avLst>
          </a:prstGeom>
          <a:solidFill>
            <a:srgbClr val="1c1c1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LLM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0" name=""/>
          <p:cNvSpPr/>
          <p:nvPr/>
        </p:nvSpPr>
        <p:spPr>
          <a:xfrm>
            <a:off x="1946520" y="4968720"/>
            <a:ext cx="909000" cy="909000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</a:rPr>
              <a:t>ENC-DEC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1" name=""/>
          <p:cNvSpPr/>
          <p:nvPr/>
        </p:nvSpPr>
        <p:spPr>
          <a:xfrm>
            <a:off x="6225120" y="5518800"/>
            <a:ext cx="264204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Reinforcement L.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" name=""/>
          <p:cNvSpPr/>
          <p:nvPr/>
        </p:nvSpPr>
        <p:spPr>
          <a:xfrm>
            <a:off x="6222600" y="5994000"/>
            <a:ext cx="1823400" cy="22320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……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"/>
          <p:cNvSpPr/>
          <p:nvPr/>
        </p:nvSpPr>
        <p:spPr>
          <a:xfrm>
            <a:off x="4323240" y="5197320"/>
            <a:ext cx="115776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</a:rPr>
              <a:t>AGENTIC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4" name=""/>
          <p:cNvSpPr/>
          <p:nvPr/>
        </p:nvSpPr>
        <p:spPr>
          <a:xfrm>
            <a:off x="927360" y="4969080"/>
            <a:ext cx="909000" cy="909000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BERT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</a:rPr>
              <a:t>ENC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" name=""/>
          <p:cNvSpPr/>
          <p:nvPr/>
        </p:nvSpPr>
        <p:spPr>
          <a:xfrm>
            <a:off x="4469760" y="3519000"/>
            <a:ext cx="776520" cy="446400"/>
          </a:xfrm>
          <a:prstGeom prst="roundRect">
            <a:avLst>
              <a:gd name="adj" fmla="val 16667"/>
            </a:avLst>
          </a:prstGeom>
          <a:solidFill>
            <a:srgbClr val="66666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6" name=""/>
          <p:cNvSpPr/>
          <p:nvPr/>
        </p:nvSpPr>
        <p:spPr>
          <a:xfrm>
            <a:off x="4376160" y="3519000"/>
            <a:ext cx="83772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KAN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1.2 - Where classical software ends and ML systems begin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8" name="PlaceHolder 5"/>
          <p:cNvSpPr/>
          <p:nvPr/>
        </p:nvSpPr>
        <p:spPr>
          <a:xfrm>
            <a:off x="304920" y="685800"/>
            <a:ext cx="11884320" cy="58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Example : Fibonacci Numbers :  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n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=a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n-1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+a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n-2         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100000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=?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417"/>
              </a:spcBef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Math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: Binet’s Formula (Generating Functions) 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(De Moivre 1730)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Algorithm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: </a:t>
            </a: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Machine Learning :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  Generate 1000 data points , train model using these data, try to guess  a</a:t>
            </a:r>
            <a:r>
              <a:rPr b="0" lang="en-US" sz="2800" spc="-1" strike="noStrike" baseline="-8000">
                <a:solidFill>
                  <a:srgbClr val="ffffff"/>
                </a:solidFill>
                <a:latin typeface="Calibri"/>
                <a:ea typeface="Noto Sans CJK SC"/>
              </a:rPr>
              <a:t>100000</a:t>
            </a:r>
            <a:r>
              <a:rPr b="0" lang="en-US" sz="2800" spc="-1" strike="noStrike">
                <a:solidFill>
                  <a:srgbClr val="ffffff"/>
                </a:solidFill>
                <a:latin typeface="Calibri"/>
                <a:ea typeface="Noto Sans CJK SC"/>
              </a:rPr>
              <a:t>  (test the model).   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5865840" y="1735560"/>
            <a:ext cx="2132280" cy="864360"/>
          </a:xfrm>
          <a:prstGeom prst="rect">
            <a:avLst/>
          </a:prstGeom>
          <a:ln w="0">
            <a:noFill/>
          </a:ln>
        </p:spPr>
      </p:pic>
      <p:pic>
        <p:nvPicPr>
          <p:cNvPr id="1250" name="" descr=""/>
          <p:cNvPicPr/>
          <p:nvPr/>
        </p:nvPicPr>
        <p:blipFill>
          <a:blip r:embed="rId2"/>
          <a:stretch/>
        </p:blipFill>
        <p:spPr>
          <a:xfrm>
            <a:off x="1590840" y="1706040"/>
            <a:ext cx="3206880" cy="896040"/>
          </a:xfrm>
          <a:prstGeom prst="rect">
            <a:avLst/>
          </a:prstGeom>
          <a:ln w="0">
            <a:noFill/>
          </a:ln>
        </p:spPr>
      </p:pic>
      <p:grpSp>
        <p:nvGrpSpPr>
          <p:cNvPr id="1251" name=""/>
          <p:cNvGrpSpPr/>
          <p:nvPr/>
        </p:nvGrpSpPr>
        <p:grpSpPr>
          <a:xfrm>
            <a:off x="2286000" y="2906640"/>
            <a:ext cx="2769480" cy="1891080"/>
            <a:chOff x="2286000" y="2906640"/>
            <a:chExt cx="2769480" cy="1891080"/>
          </a:xfrm>
        </p:grpSpPr>
        <p:sp>
          <p:nvSpPr>
            <p:cNvPr id="1252" name=""/>
            <p:cNvSpPr/>
            <p:nvPr/>
          </p:nvSpPr>
          <p:spPr>
            <a:xfrm>
              <a:off x="2286000" y="2906640"/>
              <a:ext cx="2769480" cy="1891080"/>
            </a:xfrm>
            <a:prstGeom prst="rect">
              <a:avLst/>
            </a:prstGeom>
            <a:noFill/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F_n=0 ; F_n_1=2; F_n_2=1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n=5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for  in range(n):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  </a:t>
              </a: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 =  F_n_1 + F_n_2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  </a:t>
              </a: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F_n_2=F_n_1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  </a:t>
              </a: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F_n_1=F_n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b="0" lang="en-US" sz="1600" spc="-1" strike="noStrike">
                  <a:solidFill>
                    <a:srgbClr val="ffffff"/>
                  </a:solidFill>
                  <a:latin typeface="Arial"/>
                  <a:ea typeface="DejaVu Sans"/>
                </a:rPr>
                <a:t>print(F_n)</a:t>
              </a:r>
              <a:endParaRPr b="0" lang="en-US" sz="16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53" name=""/>
            <p:cNvSpPr/>
            <p:nvPr/>
          </p:nvSpPr>
          <p:spPr>
            <a:xfrm>
              <a:off x="4377600" y="4286520"/>
              <a:ext cx="677880" cy="511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r>
                <a:rPr b="1" lang="en-US" sz="1800" spc="-1" strike="noStrike">
                  <a:solidFill>
                    <a:srgbClr val="c9211e"/>
                  </a:solidFill>
                  <a:latin typeface="Arial"/>
                  <a:ea typeface="DejaVu Sans"/>
                </a:rPr>
                <a:t>O(n)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1.2 - Where classical software ends and ML systems begin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5" name="" descr=""/>
          <p:cNvPicPr/>
          <p:nvPr/>
        </p:nvPicPr>
        <p:blipFill>
          <a:blip r:embed="rId1"/>
          <a:stretch/>
        </p:blipFill>
        <p:spPr>
          <a:xfrm>
            <a:off x="779040" y="680760"/>
            <a:ext cx="10629720" cy="5796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1.2 - Where classical software ends and ML systems begin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7" name=""/>
          <p:cNvSpPr/>
          <p:nvPr/>
        </p:nvSpPr>
        <p:spPr>
          <a:xfrm>
            <a:off x="457200" y="1143000"/>
            <a:ext cx="11426040" cy="228204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Solving problems with Classical Software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Analyze the problem mathematically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Read previous works and try to generalize the previous solutions to cover your problem.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Test your solution on various input/output data of the problem.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lang="en-US" sz="2400" spc="-1" strike="noStrike">
                <a:solidFill>
                  <a:srgbClr val="ffffff"/>
                </a:solidFill>
                <a:latin typeface="Arial"/>
              </a:rPr>
              <a:t>Analytical proof exists BUT can not be easily generalized !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"/>
          <p:cNvSpPr/>
          <p:nvPr/>
        </p:nvSpPr>
        <p:spPr>
          <a:xfrm>
            <a:off x="457200" y="3663000"/>
            <a:ext cx="11426040" cy="228204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Solving problems with ML/DL 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Collect real data for the problem.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Choose the ML/DL Architecture to use. ( SVM, CNN, Transformer, …. 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Train, Validate and Test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Good generalization BUT no analytical proof and DEPENDS ON THE DATA QUALITY !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1.3 – Why ML is “data + optimization + models”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0" name=""/>
          <p:cNvSpPr/>
          <p:nvPr/>
        </p:nvSpPr>
        <p:spPr>
          <a:xfrm>
            <a:off x="142200" y="1661040"/>
            <a:ext cx="2740320" cy="36547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DATA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Provides examples for learning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Contains patterns and relationships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%90 of ML Project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Example: Images, text, audio, sensor readings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"/>
          <p:cNvSpPr/>
          <p:nvPr/>
        </p:nvSpPr>
        <p:spPr>
          <a:xfrm>
            <a:off x="4658400" y="1661040"/>
            <a:ext cx="2968920" cy="29689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 mathematical function with adjustable parameters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Learns to represent patterns in the data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Example: Linear regression, neural networks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"/>
          <p:cNvSpPr/>
          <p:nvPr/>
        </p:nvSpPr>
        <p:spPr>
          <a:xfrm>
            <a:off x="9001800" y="1661040"/>
            <a:ext cx="2968920" cy="29689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OPTIMIZATION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Adjusts the model parameters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Reduces prediction errors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Example: Gradient Descent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"/>
          <p:cNvSpPr/>
          <p:nvPr/>
        </p:nvSpPr>
        <p:spPr>
          <a:xfrm>
            <a:off x="7675200" y="3265200"/>
            <a:ext cx="18259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Adjust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Parameters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(Weights)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4" name=""/>
          <p:cNvSpPr/>
          <p:nvPr/>
        </p:nvSpPr>
        <p:spPr>
          <a:xfrm>
            <a:off x="7629840" y="1829160"/>
            <a:ext cx="205452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Loss Value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( Predicted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- Real)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5" name=""/>
          <p:cNvSpPr/>
          <p:nvPr/>
        </p:nvSpPr>
        <p:spPr>
          <a:xfrm>
            <a:off x="2971800" y="1661040"/>
            <a:ext cx="1826280" cy="91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Input and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Corresponding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Outputs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6" name=""/>
          <p:cNvSpPr/>
          <p:nvPr/>
        </p:nvSpPr>
        <p:spPr>
          <a:xfrm>
            <a:off x="2885040" y="2971800"/>
            <a:ext cx="177336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7" name=""/>
          <p:cNvSpPr/>
          <p:nvPr/>
        </p:nvSpPr>
        <p:spPr>
          <a:xfrm>
            <a:off x="7629840" y="3886200"/>
            <a:ext cx="1371960" cy="360"/>
          </a:xfrm>
          <a:prstGeom prst="line">
            <a:avLst/>
          </a:prstGeom>
          <a:ln w="0">
            <a:solidFill>
              <a:srgbClr val="ffffff"/>
            </a:solidFill>
            <a:head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8" name=""/>
          <p:cNvSpPr/>
          <p:nvPr/>
        </p:nvSpPr>
        <p:spPr>
          <a:xfrm>
            <a:off x="7630200" y="2806200"/>
            <a:ext cx="137196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1.3 – Why ML is “data + optimization + models”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"/>
          <p:cNvSpPr/>
          <p:nvPr/>
        </p:nvSpPr>
        <p:spPr>
          <a:xfrm>
            <a:off x="685800" y="2286000"/>
            <a:ext cx="7541280" cy="27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Data provides training examples.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The model makes predictions.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The loss measures prediction error.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Optimization updates the model parameters.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The process repeats until the error is minimized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325800" y="914400"/>
            <a:ext cx="2283480" cy="683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DATA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"/>
          <p:cNvSpPr/>
          <p:nvPr/>
        </p:nvSpPr>
        <p:spPr>
          <a:xfrm>
            <a:off x="3205800" y="914400"/>
            <a:ext cx="2283480" cy="683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PREDICTS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"/>
          <p:cNvSpPr/>
          <p:nvPr/>
        </p:nvSpPr>
        <p:spPr>
          <a:xfrm>
            <a:off x="6085800" y="914400"/>
            <a:ext cx="2283480" cy="683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COMPARE WITH TRUTH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"/>
          <p:cNvSpPr/>
          <p:nvPr/>
        </p:nvSpPr>
        <p:spPr>
          <a:xfrm>
            <a:off x="8965800" y="914400"/>
            <a:ext cx="2283480" cy="683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COMPUTE THE LOSS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"/>
          <p:cNvSpPr/>
          <p:nvPr/>
        </p:nvSpPr>
        <p:spPr>
          <a:xfrm>
            <a:off x="2611800" y="1198800"/>
            <a:ext cx="58860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6" name=""/>
          <p:cNvSpPr/>
          <p:nvPr/>
        </p:nvSpPr>
        <p:spPr>
          <a:xfrm>
            <a:off x="5491800" y="1198800"/>
            <a:ext cx="58860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7" name=""/>
          <p:cNvSpPr/>
          <p:nvPr/>
        </p:nvSpPr>
        <p:spPr>
          <a:xfrm>
            <a:off x="8371800" y="1198800"/>
            <a:ext cx="588600" cy="36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"/>
          <p:cNvSpPr/>
          <p:nvPr/>
        </p:nvSpPr>
        <p:spPr>
          <a:xfrm>
            <a:off x="8965800" y="2235600"/>
            <a:ext cx="2283480" cy="10720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OPTIMIZATION UPDATES THE MODEL PARAMETERS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8965800" y="3992400"/>
            <a:ext cx="2283480" cy="6832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BETTER MODEL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"/>
          <p:cNvSpPr/>
          <p:nvPr/>
        </p:nvSpPr>
        <p:spPr>
          <a:xfrm>
            <a:off x="10094400" y="1623960"/>
            <a:ext cx="360" cy="58860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"/>
          <p:cNvSpPr/>
          <p:nvPr/>
        </p:nvSpPr>
        <p:spPr>
          <a:xfrm>
            <a:off x="10094760" y="3359160"/>
            <a:ext cx="360" cy="588600"/>
          </a:xfrm>
          <a:prstGeom prst="line">
            <a:avLst/>
          </a:prstGeom>
          <a:ln w="0">
            <a:solidFill>
              <a:srgbClr val="ffffff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1.3 – Why ML is “data + optimization + models”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3" name=""/>
          <p:cNvSpPr/>
          <p:nvPr/>
        </p:nvSpPr>
        <p:spPr>
          <a:xfrm>
            <a:off x="477720" y="3835080"/>
            <a:ext cx="6481080" cy="27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Data</a:t>
            </a: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 tells the algorithm what to learn.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Model</a:t>
            </a: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 defines how knowledge is represented.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</a:rPr>
              <a:t>Optimization</a:t>
            </a: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 determines how the model improves.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284" name=""/>
          <p:cNvGraphicFramePr/>
          <p:nvPr/>
        </p:nvGraphicFramePr>
        <p:xfrm>
          <a:off x="514800" y="1168920"/>
          <a:ext cx="8171640" cy="2260080"/>
        </p:xfrm>
        <a:graphic>
          <a:graphicData uri="http://schemas.openxmlformats.org/drawingml/2006/table">
            <a:tbl>
              <a:tblPr/>
              <a:tblGrid>
                <a:gridCol w="2148120"/>
                <a:gridCol w="6023880"/>
              </a:tblGrid>
              <a:tr h="5648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Without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648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38"/>
                          </a:solidFill>
                          <a:latin typeface="Arial"/>
                        </a:rPr>
                        <a:t>Data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38"/>
                          </a:solidFill>
                          <a:latin typeface="Arial"/>
                        </a:rPr>
                        <a:t>No Information to learn from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6484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No function to represent the solution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655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Optimization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Model parameters never improve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85" name=""/>
          <p:cNvSpPr/>
          <p:nvPr/>
        </p:nvSpPr>
        <p:spPr>
          <a:xfrm>
            <a:off x="9144000" y="685800"/>
            <a:ext cx="2741040" cy="5484240"/>
          </a:xfrm>
          <a:prstGeom prst="rect">
            <a:avLst/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"/>
          <p:cNvSpPr/>
          <p:nvPr/>
        </p:nvSpPr>
        <p:spPr>
          <a:xfrm>
            <a:off x="9514800" y="1143000"/>
            <a:ext cx="20552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Cat Images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"/>
          <p:cNvSpPr/>
          <p:nvPr/>
        </p:nvSpPr>
        <p:spPr>
          <a:xfrm>
            <a:off x="9514800" y="1863000"/>
            <a:ext cx="20552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Neural Network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9514800" y="2583000"/>
            <a:ext cx="20552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Prediction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"/>
          <p:cNvSpPr/>
          <p:nvPr/>
        </p:nvSpPr>
        <p:spPr>
          <a:xfrm>
            <a:off x="9514800" y="3303000"/>
            <a:ext cx="20552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Error Loss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"/>
          <p:cNvSpPr/>
          <p:nvPr/>
        </p:nvSpPr>
        <p:spPr>
          <a:xfrm>
            <a:off x="9514800" y="4023000"/>
            <a:ext cx="2055240" cy="4550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Gradient Descent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"/>
          <p:cNvSpPr/>
          <p:nvPr/>
        </p:nvSpPr>
        <p:spPr>
          <a:xfrm>
            <a:off x="9514800" y="4743000"/>
            <a:ext cx="2055240" cy="74124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Improved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Neural Network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"/>
          <p:cNvSpPr/>
          <p:nvPr/>
        </p:nvSpPr>
        <p:spPr>
          <a:xfrm>
            <a:off x="9907200" y="347760"/>
            <a:ext cx="131508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EXAMPLE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3" name=""/>
          <p:cNvSpPr/>
          <p:nvPr/>
        </p:nvSpPr>
        <p:spPr>
          <a:xfrm>
            <a:off x="10515600" y="160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10515600" y="232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5" name=""/>
          <p:cNvSpPr/>
          <p:nvPr/>
        </p:nvSpPr>
        <p:spPr>
          <a:xfrm>
            <a:off x="10515600" y="304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10515600" y="376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7" name=""/>
          <p:cNvSpPr/>
          <p:nvPr/>
        </p:nvSpPr>
        <p:spPr>
          <a:xfrm>
            <a:off x="10515600" y="4480200"/>
            <a:ext cx="360" cy="26280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2 - How ML Systems Actually Work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9" name="Text 2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Dataset → training → model → inference pipeline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Train/test split, overfitting (intuition, not math-heavy)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Loss function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Feature vs representation learning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ML Model Evaluation : False Positive, Precision, Recall, Accuracy, Cross Correlation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2.1 - Dataset → training → model → inference pipeline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1" name=""/>
          <p:cNvSpPr/>
          <p:nvPr/>
        </p:nvSpPr>
        <p:spPr>
          <a:xfrm>
            <a:off x="1143000" y="137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"/>
          <p:cNvSpPr/>
          <p:nvPr/>
        </p:nvSpPr>
        <p:spPr>
          <a:xfrm>
            <a:off x="685800" y="137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PROBLEM DEFINITION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3" name=""/>
          <p:cNvSpPr/>
          <p:nvPr/>
        </p:nvSpPr>
        <p:spPr>
          <a:xfrm>
            <a:off x="1143000" y="209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"/>
          <p:cNvSpPr/>
          <p:nvPr/>
        </p:nvSpPr>
        <p:spPr>
          <a:xfrm>
            <a:off x="685800" y="209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DATA COLLECTION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1143000" y="281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"/>
          <p:cNvSpPr/>
          <p:nvPr/>
        </p:nvSpPr>
        <p:spPr>
          <a:xfrm>
            <a:off x="685800" y="281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DATA CLEANING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" name=""/>
          <p:cNvSpPr/>
          <p:nvPr/>
        </p:nvSpPr>
        <p:spPr>
          <a:xfrm>
            <a:off x="1143000" y="353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"/>
          <p:cNvSpPr/>
          <p:nvPr/>
        </p:nvSpPr>
        <p:spPr>
          <a:xfrm>
            <a:off x="685800" y="353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FEATURE EXTRACTION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" name=""/>
          <p:cNvSpPr/>
          <p:nvPr/>
        </p:nvSpPr>
        <p:spPr>
          <a:xfrm>
            <a:off x="1143000" y="425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"/>
          <p:cNvSpPr/>
          <p:nvPr/>
        </p:nvSpPr>
        <p:spPr>
          <a:xfrm>
            <a:off x="685800" y="425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TRAINING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1143000" y="497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"/>
          <p:cNvSpPr/>
          <p:nvPr/>
        </p:nvSpPr>
        <p:spPr>
          <a:xfrm>
            <a:off x="685800" y="497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VALIDATION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3" name=""/>
          <p:cNvSpPr/>
          <p:nvPr/>
        </p:nvSpPr>
        <p:spPr>
          <a:xfrm>
            <a:off x="1143000" y="497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"/>
          <p:cNvSpPr/>
          <p:nvPr/>
        </p:nvSpPr>
        <p:spPr>
          <a:xfrm>
            <a:off x="685800" y="497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VALIDATION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5" name=""/>
          <p:cNvSpPr/>
          <p:nvPr/>
        </p:nvSpPr>
        <p:spPr>
          <a:xfrm>
            <a:off x="1143000" y="569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</a:rPr>
              <a:t>TESTING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" name=""/>
          <p:cNvSpPr/>
          <p:nvPr/>
        </p:nvSpPr>
        <p:spPr>
          <a:xfrm>
            <a:off x="5463000" y="245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"/>
          <p:cNvSpPr/>
          <p:nvPr/>
        </p:nvSpPr>
        <p:spPr>
          <a:xfrm>
            <a:off x="5005800" y="245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DATA VISUALIZATION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5463000" y="5331600"/>
            <a:ext cx="4107600" cy="39564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"/>
          <p:cNvSpPr/>
          <p:nvPr/>
        </p:nvSpPr>
        <p:spPr>
          <a:xfrm>
            <a:off x="5005800" y="5331600"/>
            <a:ext cx="502200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</a:rPr>
              <a:t>REPORT GENERATION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2.1 - Dataset → training → model → inference pipeline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21" name="" descr=""/>
          <p:cNvPicPr/>
          <p:nvPr/>
        </p:nvPicPr>
        <p:blipFill>
          <a:blip r:embed="rId1"/>
          <a:stretch/>
        </p:blipFill>
        <p:spPr>
          <a:xfrm>
            <a:off x="457200" y="592200"/>
            <a:ext cx="10890000" cy="593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2.2 - Train/test split, overfitting (intuition, not math-heavy)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23" name="" descr=""/>
          <p:cNvPicPr/>
          <p:nvPr/>
        </p:nvPicPr>
        <p:blipFill>
          <a:blip r:embed="rId1"/>
          <a:stretch/>
        </p:blipFill>
        <p:spPr>
          <a:xfrm>
            <a:off x="795600" y="703440"/>
            <a:ext cx="10598400" cy="577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2.2 - Train/test split, overfitting (intuition, not math-heavy)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25" name="" descr=""/>
          <p:cNvPicPr/>
          <p:nvPr/>
        </p:nvPicPr>
        <p:blipFill>
          <a:blip r:embed="rId1"/>
          <a:stretch/>
        </p:blipFill>
        <p:spPr>
          <a:xfrm>
            <a:off x="2665080" y="685800"/>
            <a:ext cx="6859440" cy="5714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2.2 - Preventing overfitting 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7" name=""/>
          <p:cNvSpPr/>
          <p:nvPr/>
        </p:nvSpPr>
        <p:spPr>
          <a:xfrm>
            <a:off x="339120" y="1024920"/>
            <a:ext cx="11317320" cy="334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Regularization : Constraining the Model, L1, L2, Dropout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Modifying the Data : Collect More Data, Augmentation, Feature Selection/Reduction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Adjusting Training Process : Early Stopping, Cross-Validation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5185"/>
              </a:spcBef>
              <a:buClr>
                <a:srgbClr val="ffffff"/>
              </a:buClr>
              <a:buFont typeface="OpenSymbol"/>
              <a:buAutoNum type="arabicPeriod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Architectural Control and Ensembling : Reduce Model Capacity,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Ensemble Methods (Multiple Small models instead of 1 big model)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2.3 – Loss Function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329" name=""/>
          <p:cNvGraphicFramePr/>
          <p:nvPr/>
        </p:nvGraphicFramePr>
        <p:xfrm>
          <a:off x="246960" y="1210680"/>
          <a:ext cx="2963880" cy="2552760"/>
        </p:xfrm>
        <a:graphic>
          <a:graphicData uri="http://schemas.openxmlformats.org/drawingml/2006/table">
            <a:tbl>
              <a:tblPr/>
              <a:tblGrid>
                <a:gridCol w="383400"/>
                <a:gridCol w="546120"/>
                <a:gridCol w="504720"/>
                <a:gridCol w="765000"/>
                <a:gridCol w="765000"/>
              </a:tblGrid>
              <a:tr h="364680">
                <a:tc gridSpan="3"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X3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Y2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25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41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42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43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44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45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30" name=""/>
          <p:cNvSpPr/>
          <p:nvPr/>
        </p:nvSpPr>
        <p:spPr>
          <a:xfrm>
            <a:off x="4800600" y="1828800"/>
            <a:ext cx="68400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"/>
          <p:cNvSpPr/>
          <p:nvPr/>
        </p:nvSpPr>
        <p:spPr>
          <a:xfrm>
            <a:off x="4800600" y="2549160"/>
            <a:ext cx="68436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"/>
          <p:cNvSpPr/>
          <p:nvPr/>
        </p:nvSpPr>
        <p:spPr>
          <a:xfrm>
            <a:off x="4800600" y="3269160"/>
            <a:ext cx="68436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X3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273960" y="1829160"/>
            <a:ext cx="455400" cy="45540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"/>
          <p:cNvSpPr/>
          <p:nvPr/>
        </p:nvSpPr>
        <p:spPr>
          <a:xfrm>
            <a:off x="634320" y="1829520"/>
            <a:ext cx="455400" cy="45540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5" name=""/>
          <p:cNvSpPr/>
          <p:nvPr/>
        </p:nvSpPr>
        <p:spPr>
          <a:xfrm>
            <a:off x="1210320" y="1829520"/>
            <a:ext cx="455400" cy="455400"/>
          </a:xfrm>
          <a:prstGeom prst="ellipse">
            <a:avLst/>
          </a:prstGeom>
          <a:noFill/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"/>
          <p:cNvSpPr/>
          <p:nvPr/>
        </p:nvSpPr>
        <p:spPr>
          <a:xfrm>
            <a:off x="1930680" y="1829880"/>
            <a:ext cx="455400" cy="455400"/>
          </a:xfrm>
          <a:prstGeom prst="ellipse">
            <a:avLst/>
          </a:prstGeom>
          <a:noFill/>
          <a:ln w="0">
            <a:solidFill>
              <a:srgbClr val="e6e90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7" name=""/>
          <p:cNvSpPr/>
          <p:nvPr/>
        </p:nvSpPr>
        <p:spPr>
          <a:xfrm>
            <a:off x="2650680" y="1829880"/>
            <a:ext cx="455400" cy="455400"/>
          </a:xfrm>
          <a:prstGeom prst="ellipse">
            <a:avLst/>
          </a:prstGeom>
          <a:noFill/>
          <a:ln w="0">
            <a:solidFill>
              <a:srgbClr val="e6e90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338" name=""/>
          <p:cNvCxnSpPr>
            <a:stCxn id="1333" idx="0"/>
            <a:endCxn id="1330" idx="2"/>
          </p:cNvCxnSpPr>
          <p:nvPr/>
        </p:nvCxnSpPr>
        <p:spPr>
          <a:xfrm flipH="1" rot="16200000">
            <a:off x="2537280" y="-206640"/>
            <a:ext cx="227880" cy="4299120"/>
          </a:xfrm>
          <a:prstGeom prst="bentConnector4">
            <a:avLst>
              <a:gd name="adj1" fmla="val 303797"/>
              <a:gd name="adj2" fmla="val 70756"/>
            </a:avLst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339" name=""/>
          <p:cNvCxnSpPr>
            <a:stCxn id="1334" idx="4"/>
            <a:endCxn id="1331" idx="2"/>
          </p:cNvCxnSpPr>
          <p:nvPr/>
        </p:nvCxnSpPr>
        <p:spPr>
          <a:xfrm flipH="1" rot="16200000">
            <a:off x="2585520" y="561600"/>
            <a:ext cx="492480" cy="3938760"/>
          </a:xfrm>
          <a:prstGeom prst="bentConnector2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cxnSp>
        <p:nvCxnSpPr>
          <p:cNvPr id="1340" name=""/>
          <p:cNvCxnSpPr>
            <a:stCxn id="1335" idx="4"/>
            <a:endCxn id="1332" idx="2"/>
          </p:cNvCxnSpPr>
          <p:nvPr/>
        </p:nvCxnSpPr>
        <p:spPr>
          <a:xfrm flipH="1" rot="16200000">
            <a:off x="2513520" y="1209600"/>
            <a:ext cx="1212480" cy="3362760"/>
          </a:xfrm>
          <a:prstGeom prst="bentConnector2">
            <a:avLst/>
          </a:prstGeom>
          <a:ln w="0">
            <a:solidFill>
              <a:srgbClr val="ff0000"/>
            </a:solidFill>
            <a:tailEnd len="med" type="triangle" w="med"/>
          </a:ln>
        </p:spPr>
      </p:cxnSp>
      <p:sp>
        <p:nvSpPr>
          <p:cNvPr id="1341" name=""/>
          <p:cNvSpPr/>
          <p:nvPr/>
        </p:nvSpPr>
        <p:spPr>
          <a:xfrm>
            <a:off x="6109560" y="1829160"/>
            <a:ext cx="45540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"/>
          <p:cNvSpPr/>
          <p:nvPr/>
        </p:nvSpPr>
        <p:spPr>
          <a:xfrm>
            <a:off x="6109560" y="2549160"/>
            <a:ext cx="45540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"/>
          <p:cNvSpPr/>
          <p:nvPr/>
        </p:nvSpPr>
        <p:spPr>
          <a:xfrm>
            <a:off x="6109560" y="3269160"/>
            <a:ext cx="45540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"/>
          <p:cNvSpPr/>
          <p:nvPr/>
        </p:nvSpPr>
        <p:spPr>
          <a:xfrm>
            <a:off x="7189560" y="2189160"/>
            <a:ext cx="45540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"/>
          <p:cNvSpPr/>
          <p:nvPr/>
        </p:nvSpPr>
        <p:spPr>
          <a:xfrm>
            <a:off x="7189920" y="2909520"/>
            <a:ext cx="455400" cy="4554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"/>
          <p:cNvSpPr/>
          <p:nvPr/>
        </p:nvSpPr>
        <p:spPr>
          <a:xfrm>
            <a:off x="5486400" y="2057400"/>
            <a:ext cx="6231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7" name=""/>
          <p:cNvSpPr/>
          <p:nvPr/>
        </p:nvSpPr>
        <p:spPr>
          <a:xfrm>
            <a:off x="5486400" y="2057400"/>
            <a:ext cx="6231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" name=""/>
          <p:cNvSpPr/>
          <p:nvPr/>
        </p:nvSpPr>
        <p:spPr>
          <a:xfrm>
            <a:off x="5486400" y="2057400"/>
            <a:ext cx="685800" cy="1211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9" name=""/>
          <p:cNvSpPr/>
          <p:nvPr/>
        </p:nvSpPr>
        <p:spPr>
          <a:xfrm flipV="1">
            <a:off x="5486400" y="2057400"/>
            <a:ext cx="68580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5486400" y="2743200"/>
            <a:ext cx="62316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1" name=""/>
          <p:cNvSpPr/>
          <p:nvPr/>
        </p:nvSpPr>
        <p:spPr>
          <a:xfrm>
            <a:off x="5486400" y="2743200"/>
            <a:ext cx="685800" cy="5259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2" name=""/>
          <p:cNvSpPr/>
          <p:nvPr/>
        </p:nvSpPr>
        <p:spPr>
          <a:xfrm flipV="1">
            <a:off x="5486760" y="2057400"/>
            <a:ext cx="685440" cy="1371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3" name=""/>
          <p:cNvSpPr/>
          <p:nvPr/>
        </p:nvSpPr>
        <p:spPr>
          <a:xfrm>
            <a:off x="5486760" y="3429000"/>
            <a:ext cx="6228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4" name=""/>
          <p:cNvSpPr/>
          <p:nvPr/>
        </p:nvSpPr>
        <p:spPr>
          <a:xfrm flipV="1">
            <a:off x="5486400" y="2743200"/>
            <a:ext cx="623160" cy="685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5" name=""/>
          <p:cNvSpPr/>
          <p:nvPr/>
        </p:nvSpPr>
        <p:spPr>
          <a:xfrm>
            <a:off x="6566760" y="205740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6" name=""/>
          <p:cNvSpPr/>
          <p:nvPr/>
        </p:nvSpPr>
        <p:spPr>
          <a:xfrm flipV="1">
            <a:off x="6566760" y="251460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7" name=""/>
          <p:cNvSpPr/>
          <p:nvPr/>
        </p:nvSpPr>
        <p:spPr>
          <a:xfrm flipV="1">
            <a:off x="6400800" y="3200400"/>
            <a:ext cx="78912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8" name=""/>
          <p:cNvSpPr/>
          <p:nvPr/>
        </p:nvSpPr>
        <p:spPr>
          <a:xfrm>
            <a:off x="6566760" y="2743200"/>
            <a:ext cx="74844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9" name=""/>
          <p:cNvSpPr/>
          <p:nvPr/>
        </p:nvSpPr>
        <p:spPr>
          <a:xfrm>
            <a:off x="6566760" y="2057400"/>
            <a:ext cx="748440" cy="852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0" name=""/>
          <p:cNvSpPr/>
          <p:nvPr/>
        </p:nvSpPr>
        <p:spPr>
          <a:xfrm flipH="1">
            <a:off x="6400800" y="2514600"/>
            <a:ext cx="914400" cy="9144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1" name=""/>
          <p:cNvSpPr/>
          <p:nvPr/>
        </p:nvSpPr>
        <p:spPr>
          <a:xfrm>
            <a:off x="7646760" y="2417400"/>
            <a:ext cx="58284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" name=""/>
          <p:cNvSpPr/>
          <p:nvPr/>
        </p:nvSpPr>
        <p:spPr>
          <a:xfrm>
            <a:off x="7647120" y="3137400"/>
            <a:ext cx="582840" cy="360"/>
          </a:xfrm>
          <a:prstGeom prst="line">
            <a:avLst/>
          </a:prstGeom>
          <a:ln w="0">
            <a:solidFill>
              <a:srgbClr val="3465a4"/>
            </a:solidFill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" name=""/>
          <p:cNvSpPr/>
          <p:nvPr/>
        </p:nvSpPr>
        <p:spPr>
          <a:xfrm>
            <a:off x="8229600" y="2286000"/>
            <a:ext cx="68436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Noto Sans CJK SC"/>
              </a:rPr>
              <a:t>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" name=""/>
          <p:cNvSpPr/>
          <p:nvPr/>
        </p:nvSpPr>
        <p:spPr>
          <a:xfrm>
            <a:off x="8229600" y="2971800"/>
            <a:ext cx="68436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"/>
          <p:cNvSpPr/>
          <p:nvPr/>
        </p:nvSpPr>
        <p:spPr>
          <a:xfrm>
            <a:off x="228600" y="4114800"/>
            <a:ext cx="11962080" cy="29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Some of Loss Functions   n = output vector length (in this case 2):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Minkowski Distance :                                     ,  L</a:t>
            </a:r>
            <a:r>
              <a:rPr b="0" lang="en-US" sz="1800" spc="-1" strike="noStrike" baseline="-8000">
                <a:solidFill>
                  <a:srgbClr val="ffffff"/>
                </a:solidFill>
                <a:latin typeface="Arial"/>
              </a:rPr>
              <a:t>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= Manhattan Distance  ,   L</a:t>
            </a:r>
            <a:r>
              <a:rPr b="0" lang="en-US" sz="1600" spc="-1" strike="noStrike" baseline="-8000">
                <a:solidFill>
                  <a:srgbClr val="ffffff"/>
                </a:solidFill>
                <a:latin typeface="Arial"/>
              </a:rPr>
              <a:t>2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= Euclidean Distance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Cross Entropy :                                    ,  Softmax ,  Log Loss ,  n=number of classes  ,  output is one-hot encoded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6" name=""/>
          <p:cNvSpPr/>
          <p:nvPr/>
        </p:nvSpPr>
        <p:spPr>
          <a:xfrm>
            <a:off x="3962520" y="685800"/>
            <a:ext cx="8228160" cy="145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Loss Function = Distance Function = Metric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Loss = Error = Distance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7" name=""/>
          <p:cNvSpPr/>
          <p:nvPr/>
        </p:nvSpPr>
        <p:spPr>
          <a:xfrm>
            <a:off x="8914320" y="2286000"/>
            <a:ext cx="3732480" cy="168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L</a:t>
            </a:r>
            <a:r>
              <a:rPr b="0" lang="en-US" sz="1200" spc="-1" strike="noStrike" baseline="-8000">
                <a:solidFill>
                  <a:srgbClr val="ffffff"/>
                </a:solidFill>
                <a:latin typeface="Arial"/>
                <a:ea typeface="Noto Sans CJK SC"/>
              </a:rPr>
              <a:t>1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= 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1 – 4| +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 – 5|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L</a:t>
            </a:r>
            <a:r>
              <a:rPr b="0" lang="en-US" sz="1200" spc="-1" strike="noStrike" baseline="-8000">
                <a:solidFill>
                  <a:srgbClr val="ffffff"/>
                </a:solidFill>
                <a:latin typeface="Arial"/>
                <a:ea typeface="Noto Sans CJK SC"/>
              </a:rPr>
              <a:t>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=  sqrt(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1 – 4|</a:t>
            </a:r>
            <a:r>
              <a:rPr b="0" lang="en-US" sz="1200" spc="-1" strike="noStrike" baseline="33000">
                <a:solidFill>
                  <a:srgbClr val="ffffff"/>
                </a:solidFill>
                <a:latin typeface="Arial"/>
                <a:ea typeface="Noto Sans CJK SC"/>
              </a:rPr>
              <a:t>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 + |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 – 5|</a:t>
            </a:r>
            <a:r>
              <a:rPr b="0" lang="en-US" sz="1200" spc="-1" strike="noStrike" baseline="33000">
                <a:solidFill>
                  <a:srgbClr val="ffffff"/>
                </a:solidFill>
                <a:latin typeface="Arial"/>
                <a:ea typeface="Noto Sans CJK SC"/>
              </a:rPr>
              <a:t>2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L = -( 4 log(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1) + 5 log(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Ŷ</a:t>
            </a: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Noto Sans CJK SC"/>
              </a:rPr>
              <a:t>2) 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68" name="" descr=""/>
          <p:cNvPicPr/>
          <p:nvPr/>
        </p:nvPicPr>
        <p:blipFill>
          <a:blip r:embed="rId1"/>
          <a:stretch/>
        </p:blipFill>
        <p:spPr>
          <a:xfrm>
            <a:off x="2971800" y="4521600"/>
            <a:ext cx="1999440" cy="735840"/>
          </a:xfrm>
          <a:prstGeom prst="rect">
            <a:avLst/>
          </a:prstGeom>
          <a:ln w="0">
            <a:noFill/>
          </a:ln>
        </p:spPr>
      </p:pic>
      <p:pic>
        <p:nvPicPr>
          <p:cNvPr id="1369" name="" descr=""/>
          <p:cNvPicPr/>
          <p:nvPr/>
        </p:nvPicPr>
        <p:blipFill>
          <a:blip r:embed="rId2"/>
          <a:stretch/>
        </p:blipFill>
        <p:spPr>
          <a:xfrm>
            <a:off x="2446920" y="5329440"/>
            <a:ext cx="1896120" cy="698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2.3 – Loss Function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>
            <a:off x="228600" y="1143000"/>
            <a:ext cx="11657160" cy="39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MAE : Mean Absolute Error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RMSE : Root Mean Squared Error ( A type of Euclidean Distance)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Cosine Distance : Used in LLMs, comparing two vectors  X.Y / |X| . |Y| = cos between X and Y vectors.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KL Divergence : VAE, GAN ( Besides normal loss, the distance from distribution is added to loss)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Mahalonobis Distance :  Distance to a group of data points ( 1-N)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Hinge Loss :  Used in SVMs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SSIM ( Structural Similarity ) : Used to compare images, sound, …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PINN : Loss functions in physics informed neural network is physical formula like  wave equation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Dice, Perceptual, Total Variations,  …… ( Any Metric corresponding to problem nature)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2.3 – Loss Function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3" name=""/>
          <p:cNvSpPr/>
          <p:nvPr/>
        </p:nvSpPr>
        <p:spPr>
          <a:xfrm>
            <a:off x="228600" y="1143000"/>
            <a:ext cx="11657160" cy="290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74" name="" descr=""/>
          <p:cNvPicPr/>
          <p:nvPr/>
        </p:nvPicPr>
        <p:blipFill>
          <a:blip r:embed="rId1"/>
          <a:stretch/>
        </p:blipFill>
        <p:spPr>
          <a:xfrm>
            <a:off x="950400" y="785880"/>
            <a:ext cx="10289520" cy="5611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228600" y="914400"/>
            <a:ext cx="1097280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Feature Learning (Extraction)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	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Learn useful predictors.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Representation Learning 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	</a:t>
            </a:r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Learn a useful encoding of data.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1377" name=""/>
          <p:cNvGraphicFramePr/>
          <p:nvPr/>
        </p:nvGraphicFramePr>
        <p:xfrm>
          <a:off x="228600" y="2194920"/>
          <a:ext cx="11657880" cy="3721680"/>
        </p:xfrm>
        <a:graphic>
          <a:graphicData uri="http://schemas.openxmlformats.org/drawingml/2006/table">
            <a:tbl>
              <a:tblPr/>
              <a:tblGrid>
                <a:gridCol w="1589760"/>
                <a:gridCol w="3701880"/>
                <a:gridCol w="63666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Aspect</a:t>
                      </a:r>
                      <a:endParaRPr b="1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Feature </a:t>
                      </a: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Learning</a:t>
                      </a:r>
                      <a:endParaRPr b="1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Representatio</a:t>
                      </a:r>
                      <a:r>
                        <a:rPr b="1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n Learning</a:t>
                      </a:r>
                      <a:endParaRPr b="1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Goal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Learn useful </a:t>
                      </a: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features from </a:t>
                      </a: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raw data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Learn a </a:t>
                      </a: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meaningful </a:t>
                      </a: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representation </a:t>
                      </a: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of the data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Scope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Narrower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Broader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Output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Features for a specific task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Embeddings or latent representations that capture data structure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Typical Use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Classification, regression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Transfer learning, generation, clustering, downstream tasks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Relationship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A subset of representation learning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Times New Roman"/>
                        </a:rPr>
                        <a:t>Includes feature learning and more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Times New Roman"/>
                        <a:ea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9" name=""/>
          <p:cNvSpPr txBox="1"/>
          <p:nvPr/>
        </p:nvSpPr>
        <p:spPr>
          <a:xfrm>
            <a:off x="228600" y="986760"/>
            <a:ext cx="11658600" cy="17564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Traditional approach: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Human designs features such as edges, corners, texture descriptors (e.g., SIFT or HOG).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Feature learning: 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 neural network learns filters that detect edges, textures, object parts, etc., during training.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Representation learning: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  Aims to learn a transformation of the data into a representation that captures important underlying structure.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228600" y="2971800"/>
            <a:ext cx="5257800" cy="3429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A good representation should ideally: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Preserve relevant information. 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Discard irrelevant variation (noise). 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Be useful for multiple downstream tasks. 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Capture semantic relationships.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5715000" y="2971800"/>
            <a:ext cx="6172200" cy="34290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1" lang="en-US" sz="1800" spc="-1" strike="noStrike">
                <a:solidFill>
                  <a:srgbClr val="ffffff"/>
                </a:solidFill>
                <a:latin typeface="Arial"/>
              </a:rPr>
              <a:t>Examples include: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Latent vectors from autoencoders 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Word embeddings (e.g., Word2Vec) 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Contextual embeddings from BERT 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Vision embeddings from contrastive learning models</a:t>
            </a:r>
            <a:endParaRPr b="0" lang="en-US" sz="18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3" name="" descr=""/>
          <p:cNvPicPr/>
          <p:nvPr/>
        </p:nvPicPr>
        <p:blipFill>
          <a:blip r:embed="rId1"/>
          <a:stretch/>
        </p:blipFill>
        <p:spPr>
          <a:xfrm>
            <a:off x="835920" y="687600"/>
            <a:ext cx="10519920" cy="5772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2.4 -  Feature vs representation learning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85" name="" descr=""/>
          <p:cNvPicPr/>
          <p:nvPr/>
        </p:nvPicPr>
        <p:blipFill>
          <a:blip r:embed="rId1"/>
          <a:stretch/>
        </p:blipFill>
        <p:spPr>
          <a:xfrm>
            <a:off x="930240" y="731880"/>
            <a:ext cx="10331280" cy="56689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64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2 -  ML Model Evaluation : False Positive, Precision, Recall, Accuracy, Cross Correlation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7" name="Text 10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Dataset → training → model → inference pipeline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Train/test split, overfitting (intuition, not math-heavy)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Loss function intuition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Feature vs representation learning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ML Model Evaluation : False Positive, Precision, Recall, Accuracy, Cross Correlation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3 - Core ML Types (practical framing)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9" name="Text 4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Supervised learning (classification/regression)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Unsupervised learning (clustering, embeddings idea)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Reinforcement learning (high-level only)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ML Techniques : Regression, KNN, SVM, Decision Tree, Random Forest, PCA, XGBoost, Ensemble Learning, K-Means clustering DBScan Clustering,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4 - Neural Networks Intuition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Text 5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Neurons, layers, activations (ReLU, softmax conceptually)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Why deep learning works better for perception/language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Classical DL Techniques : CNN, RNN, LSTM, GNN, RBM,  VAE, GAN, KAN, Transformers, Diffusion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Preventing Overfitting (Memorization) : Early Stop, Dropout, Weight Regularization, Data Augmentation (**Very important), Simplify Model, Batch Normalization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Preventing Vanishing Gradient : Residuals (Skip Connections), Use RELU/LaekyRELU Activation Fn., Batch Normalization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Bias/Vairance problem, Regularization and smooth learning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Cross Entropy, Learning Rate Momentum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5480" cy="414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75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3200" spc="-1" strike="noStrike">
                <a:solidFill>
                  <a:schemeClr val="lt1"/>
                </a:solidFill>
                <a:latin typeface="Arial Black"/>
              </a:rPr>
              <a:t>Hands-on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3" name="Text 6"/>
          <p:cNvSpPr/>
          <p:nvPr/>
        </p:nvSpPr>
        <p:spPr>
          <a:xfrm>
            <a:off x="457200" y="831600"/>
            <a:ext cx="11422800" cy="547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kk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4" name="Rectangle 8"/>
          <p:cNvSpPr/>
          <p:nvPr/>
        </p:nvSpPr>
        <p:spPr>
          <a:xfrm>
            <a:off x="1786680" y="705240"/>
            <a:ext cx="10074600" cy="704520"/>
          </a:xfrm>
          <a:prstGeom prst="rect">
            <a:avLst/>
          </a:prstGeom>
          <a:solidFill>
            <a:srgbClr val="00b0f0">
              <a:alpha val="1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395" name="Rectangle 21"/>
          <p:cNvSpPr/>
          <p:nvPr/>
        </p:nvSpPr>
        <p:spPr>
          <a:xfrm>
            <a:off x="1786680" y="4240800"/>
            <a:ext cx="2087280" cy="1220760"/>
          </a:xfrm>
          <a:prstGeom prst="rect">
            <a:avLst/>
          </a:prstGeom>
          <a:solidFill>
            <a:schemeClr val="accent1">
              <a:alpha val="2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396" name="Rectangle 25"/>
          <p:cNvSpPr/>
          <p:nvPr/>
        </p:nvSpPr>
        <p:spPr>
          <a:xfrm>
            <a:off x="1786680" y="725760"/>
            <a:ext cx="2087280" cy="3364200"/>
          </a:xfrm>
          <a:prstGeom prst="rect">
            <a:avLst/>
          </a:prstGeom>
          <a:solidFill>
            <a:schemeClr val="accent1">
              <a:alpha val="2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397" name="PlaceHolder 1"/>
          <p:cNvSpPr>
            <a:spLocks noGrp="1"/>
          </p:cNvSpPr>
          <p:nvPr>
            <p:ph/>
          </p:nvPr>
        </p:nvSpPr>
        <p:spPr>
          <a:xfrm>
            <a:off x="254160" y="323640"/>
            <a:ext cx="2964600" cy="29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A R I – </a:t>
            </a:r>
            <a:r>
              <a:rPr b="1" lang="en-GB" sz="1600" spc="-1" strike="noStrike">
                <a:solidFill>
                  <a:schemeClr val="lt1"/>
                </a:solidFill>
                <a:latin typeface="Arial Black"/>
              </a:rPr>
              <a:t>ARCHITECTURE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8" name="Rectangle 28"/>
          <p:cNvSpPr/>
          <p:nvPr/>
        </p:nvSpPr>
        <p:spPr>
          <a:xfrm>
            <a:off x="415800" y="2967120"/>
            <a:ext cx="1207440" cy="8218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PLANNER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(AGENTIC WORKFLOW)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9" name="Rectangle 30"/>
          <p:cNvSpPr/>
          <p:nvPr/>
        </p:nvSpPr>
        <p:spPr>
          <a:xfrm>
            <a:off x="2210040" y="824040"/>
            <a:ext cx="1476000" cy="51300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00" name="Straight Arrow Connector 1"/>
          <p:cNvCxnSpPr>
            <a:endCxn id="1398" idx="1"/>
          </p:cNvCxnSpPr>
          <p:nvPr/>
        </p:nvCxnSpPr>
        <p:spPr>
          <a:xfrm flipV="1">
            <a:off x="92160" y="3377880"/>
            <a:ext cx="324000" cy="1044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01" name="Elbow Connector 1"/>
          <p:cNvCxnSpPr>
            <a:stCxn id="1398" idx="3"/>
            <a:endCxn id="1399" idx="1"/>
          </p:cNvCxnSpPr>
          <p:nvPr/>
        </p:nvCxnSpPr>
        <p:spPr>
          <a:xfrm flipV="1">
            <a:off x="1623240" y="1080360"/>
            <a:ext cx="587160" cy="2297880"/>
          </a:xfrm>
          <a:prstGeom prst="bentConnector3">
            <a:avLst>
              <a:gd name="adj1" fmla="val 100122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02" name="Straight Connector 1"/>
          <p:cNvCxnSpPr/>
          <p:nvPr/>
        </p:nvCxnSpPr>
        <p:spPr>
          <a:xfrm>
            <a:off x="2946960" y="1431720"/>
            <a:ext cx="11520" cy="2098440"/>
          </a:xfrm>
          <a:prstGeom prst="straightConnector1">
            <a:avLst/>
          </a:prstGeom>
          <a:ln w="0">
            <a:solidFill>
              <a:srgbClr val="ffffff"/>
            </a:solidFill>
            <a:prstDash val="dash"/>
          </a:ln>
        </p:spPr>
      </p:cxnSp>
      <p:cxnSp>
        <p:nvCxnSpPr>
          <p:cNvPr id="1403" name="Elbow Connector 2"/>
          <p:cNvCxnSpPr>
            <a:stCxn id="1398" idx="3"/>
          </p:cNvCxnSpPr>
          <p:nvPr/>
        </p:nvCxnSpPr>
        <p:spPr>
          <a:xfrm>
            <a:off x="1623240" y="3377880"/>
            <a:ext cx="594000" cy="371880"/>
          </a:xfrm>
          <a:prstGeom prst="bentConnector3">
            <a:avLst>
              <a:gd name="adj1" fmla="val 100060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404" name="TextBox 12"/>
          <p:cNvSpPr/>
          <p:nvPr/>
        </p:nvSpPr>
        <p:spPr>
          <a:xfrm>
            <a:off x="1920240" y="2036880"/>
            <a:ext cx="190476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Agents for each CSCI (</a:t>
            </a:r>
            <a:r>
              <a:rPr b="0" lang="en-GB" sz="2000" spc="-1" strike="noStrike">
                <a:solidFill>
                  <a:schemeClr val="lt1"/>
                </a:solidFill>
                <a:latin typeface="Open Sans"/>
              </a:rPr>
              <a:t>~</a:t>
            </a: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180)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05" name="Elbow Connector 3"/>
          <p:cNvCxnSpPr>
            <a:stCxn id="1398" idx="3"/>
          </p:cNvCxnSpPr>
          <p:nvPr/>
        </p:nvCxnSpPr>
        <p:spPr>
          <a:xfrm>
            <a:off x="1623240" y="3377880"/>
            <a:ext cx="594000" cy="1451520"/>
          </a:xfrm>
          <a:prstGeom prst="bentConnector3">
            <a:avLst>
              <a:gd name="adj1" fmla="val 100060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406" name="Rectangle 31"/>
          <p:cNvSpPr/>
          <p:nvPr/>
        </p:nvSpPr>
        <p:spPr>
          <a:xfrm>
            <a:off x="341640" y="5981400"/>
            <a:ext cx="11519640" cy="49536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GENERATIVE WORLD (VECTOR DB and MODELS)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07" name="Straight Arrow Connector 2"/>
          <p:cNvCxnSpPr/>
          <p:nvPr/>
        </p:nvCxnSpPr>
        <p:spPr>
          <a:xfrm flipH="1">
            <a:off x="960480" y="3962520"/>
            <a:ext cx="16200" cy="1918800"/>
          </a:xfrm>
          <a:prstGeom prst="straightConnector1">
            <a:avLst/>
          </a:prstGeom>
          <a:ln w="25400">
            <a:solidFill>
              <a:srgbClr val="ffffff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408" name="Straight Arrow Connector 3"/>
          <p:cNvCxnSpPr/>
          <p:nvPr/>
        </p:nvCxnSpPr>
        <p:spPr>
          <a:xfrm flipH="1">
            <a:off x="2946960" y="5575320"/>
            <a:ext cx="11520" cy="398160"/>
          </a:xfrm>
          <a:prstGeom prst="straightConnector1">
            <a:avLst/>
          </a:prstGeom>
          <a:ln w="25400">
            <a:solidFill>
              <a:srgbClr val="ffffff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409" name="Rectangle 32"/>
          <p:cNvSpPr/>
          <p:nvPr/>
        </p:nvSpPr>
        <p:spPr>
          <a:xfrm>
            <a:off x="4094640" y="824040"/>
            <a:ext cx="1273680" cy="51300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TOOLS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0" name="Rectangle 33"/>
          <p:cNvSpPr/>
          <p:nvPr/>
        </p:nvSpPr>
        <p:spPr>
          <a:xfrm>
            <a:off x="5776920" y="824040"/>
            <a:ext cx="1273680" cy="51300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MCP CLIENT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1" name="Rectangle 34"/>
          <p:cNvSpPr/>
          <p:nvPr/>
        </p:nvSpPr>
        <p:spPr>
          <a:xfrm>
            <a:off x="7459560" y="824040"/>
            <a:ext cx="1273680" cy="51300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MCP SERVER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2" name="Rectangle 35"/>
          <p:cNvSpPr/>
          <p:nvPr/>
        </p:nvSpPr>
        <p:spPr>
          <a:xfrm>
            <a:off x="9141840" y="824040"/>
            <a:ext cx="1273680" cy="51300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ADAPTERS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413" name="Straight Arrow Connector 4"/>
          <p:cNvCxnSpPr>
            <a:stCxn id="1399" idx="3"/>
            <a:endCxn id="1409" idx="1"/>
          </p:cNvCxnSpPr>
          <p:nvPr/>
        </p:nvCxnSpPr>
        <p:spPr>
          <a:xfrm>
            <a:off x="3686040" y="1080360"/>
            <a:ext cx="40896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14" name="Straight Arrow Connector 6"/>
          <p:cNvCxnSpPr>
            <a:stCxn id="1409" idx="3"/>
            <a:endCxn id="1410" idx="1"/>
          </p:cNvCxnSpPr>
          <p:nvPr/>
        </p:nvCxnSpPr>
        <p:spPr>
          <a:xfrm>
            <a:off x="5368320" y="1080360"/>
            <a:ext cx="40896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15" name="Straight Arrow Connector 7"/>
          <p:cNvCxnSpPr>
            <a:stCxn id="1410" idx="3"/>
            <a:endCxn id="1411" idx="1"/>
          </p:cNvCxnSpPr>
          <p:nvPr/>
        </p:nvCxnSpPr>
        <p:spPr>
          <a:xfrm>
            <a:off x="7050600" y="1080360"/>
            <a:ext cx="40932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416" name="Straight Arrow Connector 8"/>
          <p:cNvCxnSpPr>
            <a:stCxn id="1411" idx="3"/>
            <a:endCxn id="1412" idx="1"/>
          </p:cNvCxnSpPr>
          <p:nvPr/>
        </p:nvCxnSpPr>
        <p:spPr>
          <a:xfrm>
            <a:off x="8733240" y="1080360"/>
            <a:ext cx="40896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417" name="Right Arrow 1"/>
          <p:cNvSpPr/>
          <p:nvPr/>
        </p:nvSpPr>
        <p:spPr>
          <a:xfrm>
            <a:off x="33120" y="3214800"/>
            <a:ext cx="380880" cy="3265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418" name="TextBox 13"/>
          <p:cNvSpPr/>
          <p:nvPr/>
        </p:nvSpPr>
        <p:spPr>
          <a:xfrm>
            <a:off x="10440360" y="723960"/>
            <a:ext cx="152784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GB" sz="1000" spc="-1" strike="noStrike">
                <a:solidFill>
                  <a:schemeClr val="accent5">
                    <a:lumMod val="75000"/>
                  </a:schemeClr>
                </a:solidFill>
                <a:latin typeface="Open Sans"/>
              </a:rPr>
              <a:t>TRACK MANAGEMENT DEV. TEAM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GB" sz="1000" spc="-1" strike="noStrike">
                <a:solidFill>
                  <a:schemeClr val="accent5">
                    <a:lumMod val="75000"/>
                  </a:schemeClr>
                </a:solidFill>
                <a:latin typeface="Open Sans"/>
              </a:rPr>
              <a:t>RESPONSIBILITY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419" name="Group 1"/>
          <p:cNvGrpSpPr/>
          <p:nvPr/>
        </p:nvGrpSpPr>
        <p:grpSpPr>
          <a:xfrm>
            <a:off x="1786680" y="4473360"/>
            <a:ext cx="10168920" cy="1002960"/>
            <a:chOff x="1786680" y="4473360"/>
            <a:chExt cx="10168920" cy="1002960"/>
          </a:xfrm>
        </p:grpSpPr>
        <p:sp>
          <p:nvSpPr>
            <p:cNvPr id="1420" name="Rectangle 36"/>
            <p:cNvSpPr/>
            <p:nvPr/>
          </p:nvSpPr>
          <p:spPr>
            <a:xfrm>
              <a:off x="1786680" y="4473360"/>
              <a:ext cx="10074600" cy="1002960"/>
            </a:xfrm>
            <a:prstGeom prst="rect">
              <a:avLst/>
            </a:prstGeom>
            <a:solidFill>
              <a:srgbClr val="00b0f0">
                <a:alpha val="1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1" name="Rectangle 37"/>
            <p:cNvSpPr/>
            <p:nvPr/>
          </p:nvSpPr>
          <p:spPr>
            <a:xfrm>
              <a:off x="2210040" y="4642200"/>
              <a:ext cx="1476000" cy="7308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AGENTS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2" name="Rectangle 38"/>
            <p:cNvSpPr/>
            <p:nvPr/>
          </p:nvSpPr>
          <p:spPr>
            <a:xfrm>
              <a:off x="4094640" y="4642200"/>
              <a:ext cx="1273680" cy="7308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TOOLS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3" name="Rectangle 40"/>
            <p:cNvSpPr/>
            <p:nvPr/>
          </p:nvSpPr>
          <p:spPr>
            <a:xfrm>
              <a:off x="5776920" y="4642200"/>
              <a:ext cx="1273680" cy="7308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CLIENT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4" name="Rectangle 41"/>
            <p:cNvSpPr/>
            <p:nvPr/>
          </p:nvSpPr>
          <p:spPr>
            <a:xfrm>
              <a:off x="7459560" y="4642200"/>
              <a:ext cx="1273680" cy="7308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SERVER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5" name="Rectangle 42"/>
            <p:cNvSpPr/>
            <p:nvPr/>
          </p:nvSpPr>
          <p:spPr>
            <a:xfrm>
              <a:off x="9141840" y="4642200"/>
              <a:ext cx="1273680" cy="7308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ADAPTERS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426" name="Straight Arrow Connector 9"/>
            <p:cNvCxnSpPr>
              <a:stCxn id="1421" idx="3"/>
              <a:endCxn id="1422" idx="1"/>
            </p:cNvCxnSpPr>
            <p:nvPr/>
          </p:nvCxnSpPr>
          <p:spPr>
            <a:xfrm>
              <a:off x="3686040" y="5007600"/>
              <a:ext cx="40896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427" name="Straight Arrow Connector 10"/>
            <p:cNvCxnSpPr>
              <a:stCxn id="1422" idx="3"/>
              <a:endCxn id="1423" idx="1"/>
            </p:cNvCxnSpPr>
            <p:nvPr/>
          </p:nvCxnSpPr>
          <p:spPr>
            <a:xfrm>
              <a:off x="5368320" y="5007600"/>
              <a:ext cx="40896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428" name="Straight Arrow Connector 11"/>
            <p:cNvCxnSpPr>
              <a:stCxn id="1423" idx="3"/>
              <a:endCxn id="1424" idx="1"/>
            </p:cNvCxnSpPr>
            <p:nvPr/>
          </p:nvCxnSpPr>
          <p:spPr>
            <a:xfrm>
              <a:off x="7050600" y="5007600"/>
              <a:ext cx="40932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429" name="Straight Arrow Connector 12"/>
            <p:cNvCxnSpPr>
              <a:stCxn id="1424" idx="3"/>
              <a:endCxn id="1425" idx="1"/>
            </p:cNvCxnSpPr>
            <p:nvPr/>
          </p:nvCxnSpPr>
          <p:spPr>
            <a:xfrm>
              <a:off x="8733240" y="5007600"/>
              <a:ext cx="40896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sp>
          <p:nvSpPr>
            <p:cNvPr id="1430" name="TextBox 14"/>
            <p:cNvSpPr/>
            <p:nvPr/>
          </p:nvSpPr>
          <p:spPr>
            <a:xfrm>
              <a:off x="10427760" y="4721760"/>
              <a:ext cx="152784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BLUEVISION DEV. TEAM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RESPONSIBILITY 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31" name="Group 2"/>
          <p:cNvGrpSpPr/>
          <p:nvPr/>
        </p:nvGrpSpPr>
        <p:grpSpPr>
          <a:xfrm>
            <a:off x="1786680" y="3373560"/>
            <a:ext cx="10181520" cy="704520"/>
            <a:chOff x="1786680" y="3373560"/>
            <a:chExt cx="10181520" cy="704520"/>
          </a:xfrm>
        </p:grpSpPr>
        <p:sp>
          <p:nvSpPr>
            <p:cNvPr id="1432" name="Rectangle 43"/>
            <p:cNvSpPr/>
            <p:nvPr/>
          </p:nvSpPr>
          <p:spPr>
            <a:xfrm>
              <a:off x="1786680" y="3373560"/>
              <a:ext cx="10074600" cy="704520"/>
            </a:xfrm>
            <a:prstGeom prst="rect">
              <a:avLst/>
            </a:prstGeom>
            <a:solidFill>
              <a:srgbClr val="00b0f0">
                <a:alpha val="1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33" name="Rectangle 44"/>
            <p:cNvSpPr/>
            <p:nvPr/>
          </p:nvSpPr>
          <p:spPr>
            <a:xfrm>
              <a:off x="2210040" y="3492360"/>
              <a:ext cx="1476000" cy="5130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AGENT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34" name="Rectangle 45"/>
            <p:cNvSpPr/>
            <p:nvPr/>
          </p:nvSpPr>
          <p:spPr>
            <a:xfrm>
              <a:off x="4094640" y="3492360"/>
              <a:ext cx="1273680" cy="5130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TOOLS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35" name="Rectangle 46"/>
            <p:cNvSpPr/>
            <p:nvPr/>
          </p:nvSpPr>
          <p:spPr>
            <a:xfrm>
              <a:off x="5776920" y="3492360"/>
              <a:ext cx="1273680" cy="5130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  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CLIENT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36" name="Rectangle 47"/>
            <p:cNvSpPr/>
            <p:nvPr/>
          </p:nvSpPr>
          <p:spPr>
            <a:xfrm>
              <a:off x="7459560" y="3492360"/>
              <a:ext cx="1273680" cy="5130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  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SERVER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37" name="Rectangle 48"/>
            <p:cNvSpPr/>
            <p:nvPr/>
          </p:nvSpPr>
          <p:spPr>
            <a:xfrm>
              <a:off x="9141840" y="3492360"/>
              <a:ext cx="1273680" cy="51300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ADAPTERS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438" name="Straight Arrow Connector 13"/>
            <p:cNvCxnSpPr>
              <a:stCxn id="1433" idx="3"/>
              <a:endCxn id="1434" idx="1"/>
            </p:cNvCxnSpPr>
            <p:nvPr/>
          </p:nvCxnSpPr>
          <p:spPr>
            <a:xfrm>
              <a:off x="3686040" y="3748680"/>
              <a:ext cx="40896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439" name="Straight Arrow Connector 14"/>
            <p:cNvCxnSpPr>
              <a:stCxn id="1434" idx="3"/>
              <a:endCxn id="1435" idx="1"/>
            </p:cNvCxnSpPr>
            <p:nvPr/>
          </p:nvCxnSpPr>
          <p:spPr>
            <a:xfrm>
              <a:off x="5368320" y="3748680"/>
              <a:ext cx="40896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440" name="Straight Arrow Connector 15"/>
            <p:cNvCxnSpPr>
              <a:stCxn id="1435" idx="3"/>
              <a:endCxn id="1436" idx="1"/>
            </p:cNvCxnSpPr>
            <p:nvPr/>
          </p:nvCxnSpPr>
          <p:spPr>
            <a:xfrm>
              <a:off x="7050600" y="3748680"/>
              <a:ext cx="40932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441" name="Straight Arrow Connector 16"/>
            <p:cNvCxnSpPr>
              <a:stCxn id="1436" idx="3"/>
              <a:endCxn id="1437" idx="1"/>
            </p:cNvCxnSpPr>
            <p:nvPr/>
          </p:nvCxnSpPr>
          <p:spPr>
            <a:xfrm>
              <a:off x="8733240" y="3748680"/>
              <a:ext cx="40896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sp>
          <p:nvSpPr>
            <p:cNvPr id="1442" name="TextBox 15"/>
            <p:cNvSpPr/>
            <p:nvPr/>
          </p:nvSpPr>
          <p:spPr>
            <a:xfrm>
              <a:off x="10440360" y="3475440"/>
              <a:ext cx="152784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RADAR SMARTS DEV. TEAM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RESPONSIBILITY 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5137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2026-07-02T00:40:45Z</dcterms:modified>
  <cp:revision>143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