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45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35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12.png" ContentType="image/png"/>
  <Override PartName="/ppt/media/image3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22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17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30.xml" ContentType="application/vnd.openxmlformats-officedocument.presentationml.slide+xml"/>
  <Override PartName="/ppt/slides/slide4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notesSlides/_rels/notesSlide41.xml.rels" ContentType="application/vnd.openxmlformats-package.relationships+xml"/>
  <Override PartName="/ppt/notesSlides/notesSlide4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</p:sldMasterIdLst>
  <p:notesMasterIdLst>
    <p:notesMasterId r:id="rId46"/>
  </p:notesMasterIdLst>
  <p:sldIdLst>
    <p:sldId id="256" r:id="rId47"/>
    <p:sldId id="257" r:id="rId48"/>
    <p:sldId id="258" r:id="rId49"/>
    <p:sldId id="259" r:id="rId50"/>
    <p:sldId id="260" r:id="rId51"/>
    <p:sldId id="261" r:id="rId52"/>
    <p:sldId id="262" r:id="rId53"/>
    <p:sldId id="263" r:id="rId54"/>
    <p:sldId id="264" r:id="rId55"/>
    <p:sldId id="265" r:id="rId56"/>
    <p:sldId id="266" r:id="rId57"/>
    <p:sldId id="267" r:id="rId58"/>
    <p:sldId id="268" r:id="rId59"/>
    <p:sldId id="269" r:id="rId60"/>
    <p:sldId id="270" r:id="rId61"/>
    <p:sldId id="271" r:id="rId62"/>
    <p:sldId id="272" r:id="rId63"/>
    <p:sldId id="273" r:id="rId64"/>
    <p:sldId id="274" r:id="rId65"/>
    <p:sldId id="275" r:id="rId66"/>
    <p:sldId id="276" r:id="rId67"/>
    <p:sldId id="277" r:id="rId68"/>
    <p:sldId id="278" r:id="rId69"/>
    <p:sldId id="279" r:id="rId70"/>
    <p:sldId id="280" r:id="rId71"/>
    <p:sldId id="281" r:id="rId72"/>
    <p:sldId id="282" r:id="rId73"/>
    <p:sldId id="283" r:id="rId74"/>
    <p:sldId id="284" r:id="rId75"/>
    <p:sldId id="285" r:id="rId76"/>
    <p:sldId id="286" r:id="rId77"/>
    <p:sldId id="287" r:id="rId78"/>
    <p:sldId id="288" r:id="rId79"/>
    <p:sldId id="289" r:id="rId80"/>
    <p:sldId id="290" r:id="rId81"/>
    <p:sldId id="291" r:id="rId82"/>
    <p:sldId id="292" r:id="rId83"/>
    <p:sldId id="293" r:id="rId84"/>
    <p:sldId id="294" r:id="rId85"/>
    <p:sldId id="295" r:id="rId86"/>
    <p:sldId id="296" r:id="rId87"/>
    <p:sldId id="297" r:id="rId8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notesMaster" Target="notesMasters/notesMaster1.xml"/><Relationship Id="rId47" Type="http://schemas.openxmlformats.org/officeDocument/2006/relationships/slide" Target="slides/slide1.xml"/><Relationship Id="rId48" Type="http://schemas.openxmlformats.org/officeDocument/2006/relationships/slide" Target="slides/slide2.xml"/><Relationship Id="rId49" Type="http://schemas.openxmlformats.org/officeDocument/2006/relationships/slide" Target="slides/slide3.xml"/><Relationship Id="rId50" Type="http://schemas.openxmlformats.org/officeDocument/2006/relationships/slide" Target="slides/slide4.xml"/><Relationship Id="rId51" Type="http://schemas.openxmlformats.org/officeDocument/2006/relationships/slide" Target="slides/slide5.xml"/><Relationship Id="rId52" Type="http://schemas.openxmlformats.org/officeDocument/2006/relationships/slide" Target="slides/slide6.xml"/><Relationship Id="rId53" Type="http://schemas.openxmlformats.org/officeDocument/2006/relationships/slide" Target="slides/slide7.xml"/><Relationship Id="rId54" Type="http://schemas.openxmlformats.org/officeDocument/2006/relationships/slide" Target="slides/slide8.xml"/><Relationship Id="rId55" Type="http://schemas.openxmlformats.org/officeDocument/2006/relationships/slide" Target="slides/slide9.xml"/><Relationship Id="rId56" Type="http://schemas.openxmlformats.org/officeDocument/2006/relationships/slide" Target="slides/slide10.xml"/><Relationship Id="rId57" Type="http://schemas.openxmlformats.org/officeDocument/2006/relationships/slide" Target="slides/slide11.xml"/><Relationship Id="rId58" Type="http://schemas.openxmlformats.org/officeDocument/2006/relationships/slide" Target="slides/slide12.xml"/><Relationship Id="rId59" Type="http://schemas.openxmlformats.org/officeDocument/2006/relationships/slide" Target="slides/slide13.xml"/><Relationship Id="rId60" Type="http://schemas.openxmlformats.org/officeDocument/2006/relationships/slide" Target="slides/slide14.xml"/><Relationship Id="rId61" Type="http://schemas.openxmlformats.org/officeDocument/2006/relationships/slide" Target="slides/slide15.xml"/><Relationship Id="rId62" Type="http://schemas.openxmlformats.org/officeDocument/2006/relationships/slide" Target="slides/slide16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0.xml"/><Relationship Id="rId67" Type="http://schemas.openxmlformats.org/officeDocument/2006/relationships/slide" Target="slides/slide21.xml"/><Relationship Id="rId68" Type="http://schemas.openxmlformats.org/officeDocument/2006/relationships/slide" Target="slides/slide22.xml"/><Relationship Id="rId69" Type="http://schemas.openxmlformats.org/officeDocument/2006/relationships/slide" Target="slides/slide23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Relationship Id="rId73" Type="http://schemas.openxmlformats.org/officeDocument/2006/relationships/slide" Target="slides/slide27.xml"/><Relationship Id="rId74" Type="http://schemas.openxmlformats.org/officeDocument/2006/relationships/slide" Target="slides/slide28.xml"/><Relationship Id="rId75" Type="http://schemas.openxmlformats.org/officeDocument/2006/relationships/slide" Target="slides/slide29.xml"/><Relationship Id="rId76" Type="http://schemas.openxmlformats.org/officeDocument/2006/relationships/slide" Target="slides/slide30.xml"/><Relationship Id="rId77" Type="http://schemas.openxmlformats.org/officeDocument/2006/relationships/slide" Target="slides/slide31.xml"/><Relationship Id="rId78" Type="http://schemas.openxmlformats.org/officeDocument/2006/relationships/slide" Target="slides/slide32.xml"/><Relationship Id="rId79" Type="http://schemas.openxmlformats.org/officeDocument/2006/relationships/slide" Target="slides/slide33.xml"/><Relationship Id="rId80" Type="http://schemas.openxmlformats.org/officeDocument/2006/relationships/slide" Target="slides/slide34.xml"/><Relationship Id="rId81" Type="http://schemas.openxmlformats.org/officeDocument/2006/relationships/slide" Target="slides/slide35.xml"/><Relationship Id="rId82" Type="http://schemas.openxmlformats.org/officeDocument/2006/relationships/slide" Target="slides/slide36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42.xml"/><Relationship Id="rId8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353974623143"/>
          <c:y val="0.0483663493696939"/>
          <c:w val="0.590174601453205"/>
          <c:h val="0.93079495755081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8EE04F1-78CC-4A8C-A191-F8FCC3C673B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PlaceHolder 1"/>
          <p:cNvSpPr>
            <a:spLocks noGrp="1"/>
          </p:cNvSpPr>
          <p:nvPr>
            <p:ph type="sldImg"/>
          </p:nvPr>
        </p:nvSpPr>
        <p:spPr>
          <a:xfrm>
            <a:off x="573120" y="1336680"/>
            <a:ext cx="6405480" cy="3600360"/>
          </a:xfrm>
          <a:prstGeom prst="rect">
            <a:avLst/>
          </a:prstGeom>
          <a:ln w="0">
            <a:noFill/>
          </a:ln>
        </p:spPr>
      </p:sp>
      <p:sp>
        <p:nvSpPr>
          <p:cNvPr id="1534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0440" cy="420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PlaceHolder 3"/>
          <p:cNvSpPr>
            <a:spLocks noGrp="1"/>
          </p:cNvSpPr>
          <p:nvPr>
            <p:ph type="sldNum" idx="7"/>
          </p:nvPr>
        </p:nvSpPr>
        <p:spPr>
          <a:xfrm>
            <a:off x="4281480" y="10155240"/>
            <a:ext cx="3268800" cy="52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778700-0939-4B3D-81AD-D6A85C3FE85C}" type="slidenum">
              <a:rPr b="0" lang="en-GB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A08954-06F0-4974-8C11-4C5C8A9EE6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032AF9B-88EA-4326-8795-6C52F18C701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3440" cy="1511280"/>
          </a:xfrm>
          <a:custGeom>
            <a:avLst/>
            <a:gdLst>
              <a:gd name="textAreaLeft" fmla="*/ 0 w 6463440"/>
              <a:gd name="textAreaRight" fmla="*/ 6474600 w 6463440"/>
              <a:gd name="textAreaTop" fmla="*/ 0 h 1511280"/>
              <a:gd name="textAreaBottom" fmla="*/ 1522440 h 151128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699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28920" cy="2603880"/>
          </a:xfrm>
          <a:custGeom>
            <a:avLst/>
            <a:gdLst>
              <a:gd name="textAreaLeft" fmla="*/ 0 w 2428920"/>
              <a:gd name="textAreaRight" fmla="*/ 2440080 w 2428920"/>
              <a:gd name="textAreaTop" fmla="*/ 0 h 2603880"/>
              <a:gd name="textAreaBottom" fmla="*/ 2615040 h 260388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75600" cy="9756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3720" cy="902880"/>
            <a:chOff x="4008600" y="3031920"/>
            <a:chExt cx="4113720" cy="90288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27680" cy="854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2560" cy="854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2480" cy="4845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896760" cy="190080"/>
            <a:chOff x="1717560" y="6498720"/>
            <a:chExt cx="896760" cy="19008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79680" cy="179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0880" cy="17928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24800" cy="24876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CB9953E-E232-47CB-A526-66F1E31CDB4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2800" cy="3700440"/>
          </a:xfrm>
          <a:custGeom>
            <a:avLst/>
            <a:gdLst>
              <a:gd name="textAreaLeft" fmla="*/ 0 w 1342800"/>
              <a:gd name="textAreaRight" fmla="*/ 1353960 w 1342800"/>
              <a:gd name="textAreaTop" fmla="*/ 0 h 3700440"/>
              <a:gd name="textAreaBottom" fmla="*/ 3711600 h 370044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0000" cy="3700440"/>
          </a:xfrm>
          <a:custGeom>
            <a:avLst/>
            <a:gdLst>
              <a:gd name="textAreaLeft" fmla="*/ 0 w 1350000"/>
              <a:gd name="textAreaRight" fmla="*/ 1361160 w 1350000"/>
              <a:gd name="textAreaTop" fmla="*/ 0 h 3700440"/>
              <a:gd name="textAreaBottom" fmla="*/ 3711600 h 370044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1360" cy="3700440"/>
          </a:xfrm>
          <a:custGeom>
            <a:avLst/>
            <a:gdLst>
              <a:gd name="textAreaLeft" fmla="*/ 0 w 1341360"/>
              <a:gd name="textAreaRight" fmla="*/ 1352520 w 1341360"/>
              <a:gd name="textAreaTop" fmla="*/ 0 h 3700440"/>
              <a:gd name="textAreaBottom" fmla="*/ 3711600 h 370044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1440" cy="3700440"/>
          </a:xfrm>
          <a:custGeom>
            <a:avLst/>
            <a:gdLst>
              <a:gd name="textAreaLeft" fmla="*/ 0 w 1351440"/>
              <a:gd name="textAreaRight" fmla="*/ 1362600 w 1351440"/>
              <a:gd name="textAreaTop" fmla="*/ 0 h 3700440"/>
              <a:gd name="textAreaBottom" fmla="*/ 3711600 h 370044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3680" cy="1093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3680" cy="1093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3680" cy="1093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3680" cy="1093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0752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7400" y="671868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38080" y="-1067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688CC61-6D05-4AF8-8E6C-23B36217FB4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49320" cy="3378240"/>
            <a:chOff x="877320" y="2252880"/>
            <a:chExt cx="49320" cy="337824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49320" cy="3378600"/>
            <a:chOff x="3442320" y="2233800"/>
            <a:chExt cx="49320" cy="337860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49320" cy="3378240"/>
            <a:chOff x="6006960" y="2252880"/>
            <a:chExt cx="49320" cy="337824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49320" cy="3378600"/>
            <a:chOff x="8574480" y="2233800"/>
            <a:chExt cx="49320" cy="337860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49320" cy="3378240"/>
            <a:chOff x="11136960" y="2252880"/>
            <a:chExt cx="49320" cy="337824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49320" cy="3373560"/>
            </a:xfrm>
            <a:custGeom>
              <a:avLst/>
              <a:gdLst>
                <a:gd name="textAreaLeft" fmla="*/ 0 w 49320"/>
                <a:gd name="textAreaRight" fmla="*/ 60480 w 49320"/>
                <a:gd name="textAreaTop" fmla="*/ 0 h 3373560"/>
                <a:gd name="textAreaBottom" fmla="*/ 3384720 h 337356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275AF95-8D29-44A4-A705-E2396DC78D6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1440" cy="5325840"/>
            <a:chOff x="6215040" y="801720"/>
            <a:chExt cx="4681440" cy="532584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1440" cy="5325840"/>
            </a:xfrm>
            <a:custGeom>
              <a:avLst/>
              <a:gdLst>
                <a:gd name="textAreaLeft" fmla="*/ 0 w 4681440"/>
                <a:gd name="textAreaRight" fmla="*/ 4692600 w 4681440"/>
                <a:gd name="textAreaTop" fmla="*/ 0 h 5325840"/>
                <a:gd name="textAreaBottom" fmla="*/ 5337000 h 532584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1440" cy="5325840"/>
            </a:xfrm>
            <a:custGeom>
              <a:avLst/>
              <a:gdLst>
                <a:gd name="textAreaLeft" fmla="*/ 0 w 4681440"/>
                <a:gd name="textAreaRight" fmla="*/ 4692600 w 4681440"/>
                <a:gd name="textAreaTop" fmla="*/ 0 h 5325840"/>
                <a:gd name="textAreaBottom" fmla="*/ 5337000 h 532584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7080" y="-951480"/>
            <a:ext cx="7392960" cy="6136560"/>
          </a:xfrm>
          <a:custGeom>
            <a:avLst/>
            <a:gdLst>
              <a:gd name="textAreaLeft" fmla="*/ 0 w 7392960"/>
              <a:gd name="textAreaRight" fmla="*/ 7404120 w 7392960"/>
              <a:gd name="textAreaTop" fmla="*/ 0 h 6136560"/>
              <a:gd name="textAreaBottom" fmla="*/ 6147720 h 61365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3880" cy="532584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2C312CC-D850-4B8F-965B-0C62F81AE6E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1920" cy="2314080"/>
            <a:chOff x="9316080" y="1022400"/>
            <a:chExt cx="2311920" cy="231408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1920" cy="2314080"/>
            <a:chOff x="6627960" y="1022400"/>
            <a:chExt cx="2311920" cy="231408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1920" cy="2314080"/>
            <a:chOff x="9316080" y="3486960"/>
            <a:chExt cx="2311920" cy="231408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1920" cy="2314080"/>
            <a:chOff x="6627960" y="3486960"/>
            <a:chExt cx="2311920" cy="231408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1920" cy="2314080"/>
            </a:xfrm>
            <a:custGeom>
              <a:avLst/>
              <a:gdLst>
                <a:gd name="textAreaLeft" fmla="*/ 0 w 2311920"/>
                <a:gd name="textAreaRight" fmla="*/ 2323080 w 2311920"/>
                <a:gd name="textAreaTop" fmla="*/ 0 h 2314080"/>
                <a:gd name="textAreaBottom" fmla="*/ 2325240 h 23140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0200" y="-680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76840" cy="4781160"/>
            <a:chOff x="581400" y="1022400"/>
            <a:chExt cx="4776840" cy="478116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76840" cy="4781160"/>
            </a:xfrm>
            <a:custGeom>
              <a:avLst/>
              <a:gdLst>
                <a:gd name="textAreaLeft" fmla="*/ 0 w 4776840"/>
                <a:gd name="textAreaRight" fmla="*/ 4788000 w 4776840"/>
                <a:gd name="textAreaTop" fmla="*/ 0 h 4781160"/>
                <a:gd name="textAreaBottom" fmla="*/ 4792320 h 4781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76840" cy="4781160"/>
            </a:xfrm>
            <a:custGeom>
              <a:avLst/>
              <a:gdLst>
                <a:gd name="textAreaLeft" fmla="*/ 0 w 4776840"/>
                <a:gd name="textAreaRight" fmla="*/ 4788000 w 4776840"/>
                <a:gd name="textAreaTop" fmla="*/ 0 h 4781160"/>
                <a:gd name="textAreaBottom" fmla="*/ 4792320 h 47811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06680" cy="426888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ED9F341-FEC3-4C50-B269-B22F50AD6AD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0800" cy="280800"/>
            <a:chOff x="1853640" y="3183480"/>
            <a:chExt cx="280800" cy="28080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0800" cy="280800"/>
            <a:chOff x="3190320" y="3183480"/>
            <a:chExt cx="280800" cy="28080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0800" cy="280800"/>
            <a:chOff x="4525560" y="3183480"/>
            <a:chExt cx="280800" cy="28080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0800" cy="280800"/>
            <a:chOff x="5863680" y="3183480"/>
            <a:chExt cx="280800" cy="28080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0800" cy="280800"/>
            <a:chOff x="7198920" y="3183480"/>
            <a:chExt cx="280800" cy="28080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0800" cy="280800"/>
            <a:chOff x="8547480" y="3183480"/>
            <a:chExt cx="280800" cy="28080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0800" cy="280800"/>
            <a:chOff x="9884880" y="3183480"/>
            <a:chExt cx="280800" cy="28080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0800" cy="2808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29960" cy="128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07360" cy="1260360"/>
            <a:chOff x="8135280" y="1762920"/>
            <a:chExt cx="1107360" cy="126036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1600" cy="126036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0360"/>
                <a:gd name="textAreaBottom" fmla="*/ 1271520 h 126036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1600" cy="126036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0360"/>
                <a:gd name="textAreaBottom" fmla="*/ 1271520 h 126036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07360" cy="1260360"/>
            <a:chOff x="5445720" y="1762920"/>
            <a:chExt cx="1107360" cy="126036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1600" cy="126036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0360"/>
                <a:gd name="textAreaBottom" fmla="*/ 1271520 h 126036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1600" cy="126036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0360"/>
                <a:gd name="textAreaBottom" fmla="*/ 1271520 h 126036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1600" cy="1265040"/>
            <a:chOff x="6789240" y="3629520"/>
            <a:chExt cx="1101600" cy="126504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1600" cy="1265040"/>
            <a:chOff x="1449000" y="3629520"/>
            <a:chExt cx="1101600" cy="126504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1600" cy="1265040"/>
            <a:chOff x="4109400" y="3629520"/>
            <a:chExt cx="1101600" cy="126504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07360" cy="1260360"/>
            <a:chOff x="2772000" y="1762920"/>
            <a:chExt cx="1107360" cy="126036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1600" cy="126036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0360"/>
                <a:gd name="textAreaBottom" fmla="*/ 1271520 h 126036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1600" cy="126036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0360"/>
                <a:gd name="textAreaBottom" fmla="*/ 1271520 h 126036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1600" cy="1265040"/>
            <a:chOff x="9475200" y="3629520"/>
            <a:chExt cx="1101600" cy="126504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1600" cy="1265040"/>
            </a:xfrm>
            <a:custGeom>
              <a:avLst/>
              <a:gdLst>
                <a:gd name="textAreaLeft" fmla="*/ 0 w 1101600"/>
                <a:gd name="textAreaRight" fmla="*/ 1112760 w 1101600"/>
                <a:gd name="textAreaTop" fmla="*/ 0 h 1265040"/>
                <a:gd name="textAreaBottom" fmla="*/ 1276200 h 126504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E18B8DD-7314-4A4E-B5EF-0FC1AD95CDC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2000" cy="1552680"/>
          </a:xfrm>
          <a:custGeom>
            <a:avLst/>
            <a:gdLst>
              <a:gd name="textAreaLeft" fmla="*/ 0 w 1962000"/>
              <a:gd name="textAreaRight" fmla="*/ 1973160 w 1962000"/>
              <a:gd name="textAreaTop" fmla="*/ 0 h 1552680"/>
              <a:gd name="textAreaBottom" fmla="*/ 1563840 h 155268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74880" cy="1324080"/>
          </a:xfrm>
          <a:custGeom>
            <a:avLst/>
            <a:gdLst>
              <a:gd name="textAreaLeft" fmla="*/ 0 w 1874880"/>
              <a:gd name="textAreaRight" fmla="*/ 1886040 w 1874880"/>
              <a:gd name="textAreaTop" fmla="*/ 0 h 1324080"/>
              <a:gd name="textAreaBottom" fmla="*/ 1335240 h 132408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74720" cy="2252520"/>
          </a:xfrm>
          <a:custGeom>
            <a:avLst/>
            <a:gdLst>
              <a:gd name="textAreaLeft" fmla="*/ 0 w 1674720"/>
              <a:gd name="textAreaRight" fmla="*/ 1685880 w 1674720"/>
              <a:gd name="textAreaTop" fmla="*/ 0 h 2252520"/>
              <a:gd name="textAreaBottom" fmla="*/ 2263680 h 225252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4000" cy="2218680"/>
            <a:chOff x="5927400" y="580320"/>
            <a:chExt cx="2214000" cy="221868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4000" cy="2218680"/>
            <a:chOff x="8552520" y="3053520"/>
            <a:chExt cx="2214000" cy="221868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4000" cy="2218680"/>
            <a:chOff x="4307040" y="4130640"/>
            <a:chExt cx="2214000" cy="221868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4000" cy="2218680"/>
            <a:chOff x="970200" y="1405440"/>
            <a:chExt cx="2214000" cy="221868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44BE968-8643-4325-8954-174563E9216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2000" cy="1552680"/>
          </a:xfrm>
          <a:custGeom>
            <a:avLst/>
            <a:gdLst>
              <a:gd name="textAreaLeft" fmla="*/ 0 w 1962000"/>
              <a:gd name="textAreaRight" fmla="*/ 1973160 w 1962000"/>
              <a:gd name="textAreaTop" fmla="*/ 0 h 1552680"/>
              <a:gd name="textAreaBottom" fmla="*/ 1563840 h 155268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74880" cy="1324080"/>
          </a:xfrm>
          <a:custGeom>
            <a:avLst/>
            <a:gdLst>
              <a:gd name="textAreaLeft" fmla="*/ 0 w 1874880"/>
              <a:gd name="textAreaRight" fmla="*/ 1886040 w 1874880"/>
              <a:gd name="textAreaTop" fmla="*/ 0 h 1324080"/>
              <a:gd name="textAreaBottom" fmla="*/ 1335240 h 132408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74720" cy="2252520"/>
          </a:xfrm>
          <a:custGeom>
            <a:avLst/>
            <a:gdLst>
              <a:gd name="textAreaLeft" fmla="*/ 0 w 1674720"/>
              <a:gd name="textAreaRight" fmla="*/ 1685880 w 1674720"/>
              <a:gd name="textAreaTop" fmla="*/ 0 h 2252520"/>
              <a:gd name="textAreaBottom" fmla="*/ 2263680 h 225252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4000" cy="2218680"/>
            <a:chOff x="5955120" y="495360"/>
            <a:chExt cx="2214000" cy="221868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4000" cy="2218680"/>
            <a:chOff x="8549280" y="3029760"/>
            <a:chExt cx="2214000" cy="221868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4000" cy="2218680"/>
            <a:chOff x="4201200" y="4067280"/>
            <a:chExt cx="2214000" cy="221868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68480" cy="199224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68480" cy="199224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68480" cy="199224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88800" y="-122040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4000" cy="2218680"/>
            <a:chOff x="970200" y="1238040"/>
            <a:chExt cx="2214000" cy="221868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4000" cy="2218680"/>
            </a:xfrm>
            <a:custGeom>
              <a:avLst/>
              <a:gdLst>
                <a:gd name="textAreaLeft" fmla="*/ 0 w 2214000"/>
                <a:gd name="textAreaRight" fmla="*/ 2225160 w 2214000"/>
                <a:gd name="textAreaTop" fmla="*/ 0 h 2218680"/>
                <a:gd name="textAreaBottom" fmla="*/ 2229840 h 2218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68480" cy="199224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0F8CBD0-3CEB-41B9-811B-45065F69ADD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29080" cy="1639800"/>
            <a:chOff x="5057280" y="834120"/>
            <a:chExt cx="1729080" cy="163980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2240" cy="1639800"/>
            </a:xfrm>
            <a:custGeom>
              <a:avLst/>
              <a:gdLst>
                <a:gd name="textAreaLeft" fmla="*/ 0 w 1722240"/>
                <a:gd name="textAreaRight" fmla="*/ 1733400 w 1722240"/>
                <a:gd name="textAreaTop" fmla="*/ 0 h 1639800"/>
                <a:gd name="textAreaBottom" fmla="*/ 1650960 h 16398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2240" cy="1639800"/>
            </a:xfrm>
            <a:custGeom>
              <a:avLst/>
              <a:gdLst>
                <a:gd name="textAreaLeft" fmla="*/ 0 w 1722240"/>
                <a:gd name="textAreaRight" fmla="*/ 1733400 w 1722240"/>
                <a:gd name="textAreaTop" fmla="*/ 0 h 1639800"/>
                <a:gd name="textAreaBottom" fmla="*/ 1650960 h 16398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24760" cy="1635120"/>
            <a:chOff x="6671520" y="2019960"/>
            <a:chExt cx="1724760" cy="163512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17560" cy="1635120"/>
            </a:xfrm>
            <a:custGeom>
              <a:avLst/>
              <a:gdLst>
                <a:gd name="textAreaLeft" fmla="*/ 0 w 1717560"/>
                <a:gd name="textAreaRight" fmla="*/ 1728720 w 1717560"/>
                <a:gd name="textAreaTop" fmla="*/ 0 h 1635120"/>
                <a:gd name="textAreaBottom" fmla="*/ 1646280 h 163512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17560" cy="1635120"/>
            </a:xfrm>
            <a:custGeom>
              <a:avLst/>
              <a:gdLst>
                <a:gd name="textAreaLeft" fmla="*/ 0 w 1717560"/>
                <a:gd name="textAreaRight" fmla="*/ 1728720 w 1717560"/>
                <a:gd name="textAreaTop" fmla="*/ 0 h 1635120"/>
                <a:gd name="textAreaBottom" fmla="*/ 1646280 h 163512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27640" cy="1635120"/>
            <a:chOff x="3398400" y="2019960"/>
            <a:chExt cx="1727640" cy="163512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0800" cy="1635120"/>
            </a:xfrm>
            <a:custGeom>
              <a:avLst/>
              <a:gdLst>
                <a:gd name="textAreaLeft" fmla="*/ 0 w 1720800"/>
                <a:gd name="textAreaRight" fmla="*/ 1731960 w 1720800"/>
                <a:gd name="textAreaTop" fmla="*/ 0 h 1635120"/>
                <a:gd name="textAreaBottom" fmla="*/ 1646280 h 163512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0800" cy="1635120"/>
            </a:xfrm>
            <a:custGeom>
              <a:avLst/>
              <a:gdLst>
                <a:gd name="textAreaLeft" fmla="*/ 0 w 1720800"/>
                <a:gd name="textAreaRight" fmla="*/ 1731960 w 1720800"/>
                <a:gd name="textAreaTop" fmla="*/ 0 h 1635120"/>
                <a:gd name="textAreaBottom" fmla="*/ 1646280 h 163512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27640" cy="1638360"/>
            <a:chOff x="4038120" y="3927960"/>
            <a:chExt cx="1727640" cy="163836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0800" cy="1638360"/>
            </a:xfrm>
            <a:custGeom>
              <a:avLst/>
              <a:gdLst>
                <a:gd name="textAreaLeft" fmla="*/ 0 w 1720800"/>
                <a:gd name="textAreaRight" fmla="*/ 1731960 w 1720800"/>
                <a:gd name="textAreaTop" fmla="*/ 0 h 1638360"/>
                <a:gd name="textAreaBottom" fmla="*/ 1649520 h 16383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0800" cy="1638360"/>
            </a:xfrm>
            <a:custGeom>
              <a:avLst/>
              <a:gdLst>
                <a:gd name="textAreaLeft" fmla="*/ 0 w 1720800"/>
                <a:gd name="textAreaRight" fmla="*/ 1731960 w 1720800"/>
                <a:gd name="textAreaTop" fmla="*/ 0 h 1638360"/>
                <a:gd name="textAreaBottom" fmla="*/ 1649520 h 16383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28000" cy="1638360"/>
            <a:chOff x="6055560" y="3927960"/>
            <a:chExt cx="1728000" cy="163836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0800" cy="1638360"/>
            </a:xfrm>
            <a:custGeom>
              <a:avLst/>
              <a:gdLst>
                <a:gd name="textAreaLeft" fmla="*/ 0 w 1720800"/>
                <a:gd name="textAreaRight" fmla="*/ 1731960 w 1720800"/>
                <a:gd name="textAreaTop" fmla="*/ 0 h 1638360"/>
                <a:gd name="textAreaBottom" fmla="*/ 1649520 h 16383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0800" cy="1638360"/>
            </a:xfrm>
            <a:custGeom>
              <a:avLst/>
              <a:gdLst>
                <a:gd name="textAreaLeft" fmla="*/ 0 w 1720800"/>
                <a:gd name="textAreaRight" fmla="*/ 1731960 w 1720800"/>
                <a:gd name="textAreaTop" fmla="*/ 0 h 1638360"/>
                <a:gd name="textAreaBottom" fmla="*/ 1649520 h 163836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27880" cy="99072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EAC3623-063E-49FC-8EA9-751780AE8AC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5400" y="-131472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2160" cy="1893960"/>
          </a:xfrm>
          <a:custGeom>
            <a:avLst/>
            <a:gdLst>
              <a:gd name="textAreaLeft" fmla="*/ 0 w 1892160"/>
              <a:gd name="textAreaRight" fmla="*/ 1903320 w 1892160"/>
              <a:gd name="textAreaTop" fmla="*/ 0 h 1893960"/>
              <a:gd name="textAreaBottom" fmla="*/ 1905120 h 189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899000" cy="1893960"/>
            <a:chOff x="6915960" y="1239120"/>
            <a:chExt cx="1899000" cy="189396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899720" cy="1894680"/>
            <a:chOff x="9161280" y="3479760"/>
            <a:chExt cx="1899720" cy="189468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2160" cy="1893960"/>
          </a:xfrm>
          <a:custGeom>
            <a:avLst/>
            <a:gdLst>
              <a:gd name="textAreaLeft" fmla="*/ 0 w 1892160"/>
              <a:gd name="textAreaRight" fmla="*/ 1903320 w 1892160"/>
              <a:gd name="textAreaTop" fmla="*/ 0 h 1893960"/>
              <a:gd name="textAreaBottom" fmla="*/ 1905120 h 189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3600" cy="4417200"/>
          </a:xfrm>
          <a:custGeom>
            <a:avLst/>
            <a:gdLst>
              <a:gd name="textAreaLeft" fmla="*/ 0 w 4413600"/>
              <a:gd name="textAreaRight" fmla="*/ 4424760 w 4413600"/>
              <a:gd name="textAreaTop" fmla="*/ 0 h 4417200"/>
              <a:gd name="textAreaBottom" fmla="*/ 4428360 h 44172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3240" cy="441792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C2C21AD-13EE-4291-AD2A-2AA84D9FF96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4560" y="-156312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2160" cy="1893960"/>
          </a:xfrm>
          <a:custGeom>
            <a:avLst/>
            <a:gdLst>
              <a:gd name="textAreaLeft" fmla="*/ 0 w 1892160"/>
              <a:gd name="textAreaRight" fmla="*/ 1903320 w 1892160"/>
              <a:gd name="textAreaTop" fmla="*/ 0 h 1893960"/>
              <a:gd name="textAreaBottom" fmla="*/ 1905120 h 189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899000" cy="1893960"/>
            <a:chOff x="6915960" y="1239120"/>
            <a:chExt cx="1899000" cy="189396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899720" cy="1894680"/>
            <a:chOff x="9161280" y="3479760"/>
            <a:chExt cx="1899720" cy="189468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2160" cy="1893960"/>
            </a:xfrm>
            <a:custGeom>
              <a:avLst/>
              <a:gdLst>
                <a:gd name="textAreaLeft" fmla="*/ 0 w 1892160"/>
                <a:gd name="textAreaRight" fmla="*/ 1903320 w 1892160"/>
                <a:gd name="textAreaTop" fmla="*/ 0 h 1893960"/>
                <a:gd name="textAreaBottom" fmla="*/ 1905120 h 189396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2160" cy="1893960"/>
          </a:xfrm>
          <a:custGeom>
            <a:avLst/>
            <a:gdLst>
              <a:gd name="textAreaLeft" fmla="*/ 0 w 1892160"/>
              <a:gd name="textAreaRight" fmla="*/ 1903320 w 1892160"/>
              <a:gd name="textAreaTop" fmla="*/ 0 h 1893960"/>
              <a:gd name="textAreaBottom" fmla="*/ 1905120 h 18939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3600" cy="4417200"/>
          </a:xfrm>
          <a:custGeom>
            <a:avLst/>
            <a:gdLst>
              <a:gd name="textAreaLeft" fmla="*/ 0 w 4413600"/>
              <a:gd name="textAreaRight" fmla="*/ 4424760 w 4413600"/>
              <a:gd name="textAreaTop" fmla="*/ 0 h 4417200"/>
              <a:gd name="textAreaBottom" fmla="*/ 4428360 h 44172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3240" cy="441792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D0F4AA7-0C42-4F79-9839-D05805E0FD1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0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3440" cy="1511280"/>
          </a:xfrm>
          <a:custGeom>
            <a:avLst/>
            <a:gdLst>
              <a:gd name="textAreaLeft" fmla="*/ 0 w 6463440"/>
              <a:gd name="textAreaRight" fmla="*/ 6474600 w 6463440"/>
              <a:gd name="textAreaTop" fmla="*/ 0 h 1511280"/>
              <a:gd name="textAreaBottom" fmla="*/ 1522440 h 151128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28920" cy="2603880"/>
          </a:xfrm>
          <a:custGeom>
            <a:avLst/>
            <a:gdLst>
              <a:gd name="textAreaLeft" fmla="*/ 0 w 2428920"/>
              <a:gd name="textAreaRight" fmla="*/ 2440080 w 2428920"/>
              <a:gd name="textAreaTop" fmla="*/ 0 h 2603880"/>
              <a:gd name="textAreaBottom" fmla="*/ 2615040 h 260388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75600" cy="9756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779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896760" cy="190080"/>
            <a:chOff x="1717560" y="6498720"/>
            <a:chExt cx="896760" cy="19008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79680" cy="179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0880" cy="17928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4800" cy="24876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699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2480" cy="4845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382AB13-0270-4DD7-9973-FE6AA25D896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ADA286A-238D-4420-B28F-82824A3563E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25400" cy="1420920"/>
          </a:xfrm>
          <a:custGeom>
            <a:avLst/>
            <a:gdLst>
              <a:gd name="textAreaLeft" fmla="*/ 0 w 1625400"/>
              <a:gd name="textAreaRight" fmla="*/ 1636560 w 1625400"/>
              <a:gd name="textAreaTop" fmla="*/ 0 h 1420920"/>
              <a:gd name="textAreaBottom" fmla="*/ 1432080 h 142092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25400" cy="1420920"/>
          </a:xfrm>
          <a:custGeom>
            <a:avLst/>
            <a:gdLst>
              <a:gd name="textAreaLeft" fmla="*/ 0 w 1625400"/>
              <a:gd name="textAreaRight" fmla="*/ 1636560 w 1625400"/>
              <a:gd name="textAreaTop" fmla="*/ 0 h 1420920"/>
              <a:gd name="textAreaBottom" fmla="*/ 1432080 h 142092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25400" cy="1420920"/>
          </a:xfrm>
          <a:custGeom>
            <a:avLst/>
            <a:gdLst>
              <a:gd name="textAreaLeft" fmla="*/ 0 w 1625400"/>
              <a:gd name="textAreaRight" fmla="*/ 1636560 w 1625400"/>
              <a:gd name="textAreaTop" fmla="*/ 0 h 1420920"/>
              <a:gd name="textAreaBottom" fmla="*/ 1432080 h 142092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25400" cy="1420920"/>
          </a:xfrm>
          <a:custGeom>
            <a:avLst/>
            <a:gdLst>
              <a:gd name="textAreaLeft" fmla="*/ 0 w 1625400"/>
              <a:gd name="textAreaRight" fmla="*/ 1636560 w 1625400"/>
              <a:gd name="textAreaTop" fmla="*/ 0 h 1420920"/>
              <a:gd name="textAreaBottom" fmla="*/ 1432080 h 142092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25400" cy="1420920"/>
          </a:xfrm>
          <a:custGeom>
            <a:avLst/>
            <a:gdLst>
              <a:gd name="textAreaLeft" fmla="*/ 0 w 1625400"/>
              <a:gd name="textAreaRight" fmla="*/ 1636560 w 1625400"/>
              <a:gd name="textAreaTop" fmla="*/ 0 h 1420920"/>
              <a:gd name="textAreaBottom" fmla="*/ 1432080 h 142092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10240" cy="210240"/>
            <a:chOff x="1544400" y="2684880"/>
            <a:chExt cx="210240" cy="21024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10240" cy="21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96120" cy="94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480" bIns="33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10240" cy="210240"/>
            <a:chOff x="3807720" y="3997800"/>
            <a:chExt cx="210240" cy="21024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10240" cy="21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96120" cy="94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480" bIns="33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10240" cy="210240"/>
            <a:chOff x="6057360" y="2685960"/>
            <a:chExt cx="210240" cy="21024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10240" cy="21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96120" cy="94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480" bIns="33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10240" cy="210240"/>
            <a:chOff x="8325360" y="3995280"/>
            <a:chExt cx="210240" cy="21024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10240" cy="21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96120" cy="94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480" bIns="33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10240" cy="210240"/>
            <a:chOff x="10582560" y="2683080"/>
            <a:chExt cx="210240" cy="21024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10240" cy="2102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96120" cy="94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480" bIns="334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25200" cy="925200"/>
            <a:chOff x="10225080" y="2946600"/>
            <a:chExt cx="925200" cy="92520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25200" cy="925200"/>
            <a:chOff x="1195560" y="2946600"/>
            <a:chExt cx="925200" cy="92520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25200" cy="925200"/>
            <a:chOff x="3443400" y="2946600"/>
            <a:chExt cx="925200" cy="92520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25200" cy="925200"/>
            <a:chOff x="5710320" y="2946600"/>
            <a:chExt cx="925200" cy="92520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25200" cy="925200"/>
            <a:chOff x="7970400" y="2946600"/>
            <a:chExt cx="925200" cy="92520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25200" cy="92520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7105BFD-180D-4EAC-AFF1-B376A24A6F5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17600" cy="1319040"/>
            <a:chOff x="8416800" y="2606400"/>
            <a:chExt cx="1317600" cy="131904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17600" cy="1319040"/>
            </a:xfrm>
            <a:custGeom>
              <a:avLst/>
              <a:gdLst>
                <a:gd name="textAreaLeft" fmla="*/ 0 w 1317600"/>
                <a:gd name="textAreaRight" fmla="*/ 1328760 w 1317600"/>
                <a:gd name="textAreaTop" fmla="*/ 0 h 1319040"/>
                <a:gd name="textAreaBottom" fmla="*/ 1330200 h 1319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17600" cy="1319040"/>
            </a:xfrm>
            <a:custGeom>
              <a:avLst/>
              <a:gdLst>
                <a:gd name="textAreaLeft" fmla="*/ 0 w 1317600"/>
                <a:gd name="textAreaRight" fmla="*/ 1328760 w 1317600"/>
                <a:gd name="textAreaTop" fmla="*/ 0 h 1319040"/>
                <a:gd name="textAreaBottom" fmla="*/ 1330200 h 1319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30200" cy="1331640"/>
            <a:chOff x="6778800" y="986040"/>
            <a:chExt cx="1330200" cy="133164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30200" cy="1331640"/>
            <a:chOff x="8404200" y="986040"/>
            <a:chExt cx="1330200" cy="133164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30200" cy="1331640"/>
            <a:chOff x="10012320" y="986040"/>
            <a:chExt cx="1330200" cy="133164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30200" cy="1331640"/>
            <a:chOff x="6778800" y="4192920"/>
            <a:chExt cx="1330200" cy="133164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30200" cy="1331640"/>
            <a:chOff x="8404200" y="4192920"/>
            <a:chExt cx="1330200" cy="133164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30200" cy="1331640"/>
            <a:chOff x="10012320" y="4192920"/>
            <a:chExt cx="1330200" cy="133164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30200" cy="1331640"/>
            <a:chOff x="6778800" y="2602440"/>
            <a:chExt cx="1330200" cy="133164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30200" cy="1331640"/>
            <a:chOff x="10012320" y="2602440"/>
            <a:chExt cx="1330200" cy="133164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30200" cy="1331640"/>
            </a:xfrm>
            <a:custGeom>
              <a:avLst/>
              <a:gdLst>
                <a:gd name="textAreaLeft" fmla="*/ 0 w 1330200"/>
                <a:gd name="textAreaRight" fmla="*/ 1341360 w 1330200"/>
                <a:gd name="textAreaTop" fmla="*/ 0 h 1331640"/>
                <a:gd name="textAreaBottom" fmla="*/ 1342800 h 13316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27880" cy="99072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16C55D8-66FF-494E-84AB-51ED8C8C253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2440" y="4887360"/>
            <a:ext cx="7436880" cy="2418840"/>
          </a:xfrm>
          <a:custGeom>
            <a:avLst/>
            <a:gdLst>
              <a:gd name="textAreaLeft" fmla="*/ 0 w 7436880"/>
              <a:gd name="textAreaRight" fmla="*/ 7448040 w 7436880"/>
              <a:gd name="textAreaTop" fmla="*/ 0 h 2418840"/>
              <a:gd name="textAreaBottom" fmla="*/ 2430000 h 241884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7120" y="924480"/>
            <a:ext cx="6383520" cy="2339640"/>
          </a:xfrm>
          <a:custGeom>
            <a:avLst/>
            <a:gdLst>
              <a:gd name="textAreaLeft" fmla="*/ 0 w 6383520"/>
              <a:gd name="textAreaRight" fmla="*/ 6394680 w 6383520"/>
              <a:gd name="textAreaTop" fmla="*/ 0 h 2339640"/>
              <a:gd name="textAreaBottom" fmla="*/ 2350800 h 233964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298640" cy="733500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7FAA877-37F2-4BE0-9794-57771CDB080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61400" y="-120528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48520" cy="1204920"/>
          </a:xfrm>
          <a:custGeom>
            <a:avLst/>
            <a:gdLst>
              <a:gd name="textAreaLeft" fmla="*/ 0 w 8048520"/>
              <a:gd name="textAreaRight" fmla="*/ 8059680 w 8048520"/>
              <a:gd name="textAreaTop" fmla="*/ 0 h 1204920"/>
              <a:gd name="textAreaBottom" fmla="*/ 1216080 h 120492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69200" cy="1789200"/>
          </a:xfrm>
          <a:custGeom>
            <a:avLst/>
            <a:gdLst>
              <a:gd name="textAreaLeft" fmla="*/ 0 w 8269200"/>
              <a:gd name="textAreaRight" fmla="*/ 8280360 w 8269200"/>
              <a:gd name="textAreaTop" fmla="*/ 0 h 1789200"/>
              <a:gd name="textAreaBottom" fmla="*/ 1800360 h 178920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19880" cy="1525680"/>
          </a:xfrm>
          <a:custGeom>
            <a:avLst/>
            <a:gdLst>
              <a:gd name="textAreaLeft" fmla="*/ 0 w 8219880"/>
              <a:gd name="textAreaRight" fmla="*/ 8231040 w 8219880"/>
              <a:gd name="textAreaTop" fmla="*/ 0 h 1525680"/>
              <a:gd name="textAreaBottom" fmla="*/ 1536840 h 152568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294480" cy="294480"/>
            <a:chOff x="3841200" y="4700880"/>
            <a:chExt cx="294480" cy="29448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294480" cy="294480"/>
            <a:chOff x="5922360" y="4700880"/>
            <a:chExt cx="294480" cy="29448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294480" cy="294480"/>
            <a:chOff x="7984080" y="4700880"/>
            <a:chExt cx="294480" cy="29448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294480" cy="294480"/>
            <a:chOff x="10055520" y="3793320"/>
            <a:chExt cx="294480" cy="29448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294480" cy="294480"/>
            <a:chOff x="3847680" y="2889360"/>
            <a:chExt cx="294480" cy="29448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294480" cy="294480"/>
            <a:chOff x="5912640" y="2895480"/>
            <a:chExt cx="294480" cy="29448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294480" cy="294480"/>
            <a:chOff x="7974360" y="2895480"/>
            <a:chExt cx="294480" cy="29448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294480" cy="294480"/>
            <a:chOff x="3847680" y="1094760"/>
            <a:chExt cx="294480" cy="29448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294480" cy="294480"/>
            <a:chOff x="5912640" y="1101240"/>
            <a:chExt cx="294480" cy="29448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294480" cy="294480"/>
            <a:chOff x="7974360" y="1101240"/>
            <a:chExt cx="294480" cy="29448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294480" cy="294480"/>
            <a:chOff x="1781280" y="1999080"/>
            <a:chExt cx="294480" cy="29448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294480" cy="294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36800" cy="1350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0D69C5A-77FD-4243-AC48-436491C5DC9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697480" cy="2700000"/>
            <a:chOff x="278280" y="1993320"/>
            <a:chExt cx="2697480" cy="270000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697480" cy="2700000"/>
            <a:chOff x="3215520" y="1993320"/>
            <a:chExt cx="2697480" cy="270000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697480" cy="2700000"/>
            <a:chOff x="6266880" y="1993320"/>
            <a:chExt cx="2697480" cy="270000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697480" cy="2700000"/>
            <a:chOff x="9318240" y="1993320"/>
            <a:chExt cx="2697480" cy="270000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697480" cy="2700000"/>
            </a:xfrm>
            <a:custGeom>
              <a:avLst/>
              <a:gdLst>
                <a:gd name="textAreaLeft" fmla="*/ 0 w 2697480"/>
                <a:gd name="textAreaRight" fmla="*/ 2708640 w 2697480"/>
                <a:gd name="textAreaTop" fmla="*/ 0 h 2700000"/>
                <a:gd name="textAreaBottom" fmla="*/ 2711160 h 2700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C59F1CC-01F2-45B4-98D0-E6171C42165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76920" y="-152316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23760" cy="3590280"/>
            <a:chOff x="228600" y="1959840"/>
            <a:chExt cx="11723760" cy="359028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77720" cy="3590280"/>
              <a:chOff x="228600" y="1959840"/>
              <a:chExt cx="2277720" cy="359028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77720" cy="3590280"/>
                <a:chOff x="228600" y="1959840"/>
                <a:chExt cx="2277720" cy="359028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77720" cy="3590280"/>
                </a:xfrm>
                <a:custGeom>
                  <a:avLst/>
                  <a:gdLst>
                    <a:gd name="textAreaLeft" fmla="*/ 0 w 2277720"/>
                    <a:gd name="textAreaRight" fmla="*/ 2288880 w 227772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77720" cy="3590280"/>
                </a:xfrm>
                <a:custGeom>
                  <a:avLst/>
                  <a:gdLst>
                    <a:gd name="textAreaLeft" fmla="*/ 0 w 2277720"/>
                    <a:gd name="textAreaRight" fmla="*/ 2288880 w 227772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32080" cy="143208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81680" cy="3590280"/>
              <a:chOff x="3373200" y="1959840"/>
              <a:chExt cx="2281680" cy="359028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81680" cy="3590280"/>
                <a:chOff x="3373200" y="1959840"/>
                <a:chExt cx="2281680" cy="359028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81680" cy="3590280"/>
                </a:xfrm>
                <a:custGeom>
                  <a:avLst/>
                  <a:gdLst>
                    <a:gd name="textAreaLeft" fmla="*/ 0 w 2281680"/>
                    <a:gd name="textAreaRight" fmla="*/ 2292840 w 228168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81680" cy="3590280"/>
                </a:xfrm>
                <a:custGeom>
                  <a:avLst/>
                  <a:gdLst>
                    <a:gd name="textAreaLeft" fmla="*/ 0 w 2281680"/>
                    <a:gd name="textAreaRight" fmla="*/ 2292840 w 228168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32080" cy="143208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79880" cy="3590280"/>
              <a:chOff x="6523920" y="1959840"/>
              <a:chExt cx="2279880" cy="359028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79880" cy="3590280"/>
                <a:chOff x="6523920" y="1959840"/>
                <a:chExt cx="2279880" cy="359028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79880" cy="3590280"/>
                </a:xfrm>
                <a:custGeom>
                  <a:avLst/>
                  <a:gdLst>
                    <a:gd name="textAreaLeft" fmla="*/ 0 w 2279880"/>
                    <a:gd name="textAreaRight" fmla="*/ 2291040 w 227988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79880" cy="3590280"/>
                </a:xfrm>
                <a:custGeom>
                  <a:avLst/>
                  <a:gdLst>
                    <a:gd name="textAreaLeft" fmla="*/ 0 w 2279880"/>
                    <a:gd name="textAreaRight" fmla="*/ 2291040 w 227988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32080" cy="143208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79880" cy="3590280"/>
              <a:chOff x="9672480" y="1959840"/>
              <a:chExt cx="2279880" cy="359028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79880" cy="3590280"/>
                <a:chOff x="9672480" y="1959840"/>
                <a:chExt cx="2279880" cy="359028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79880" cy="3590280"/>
                </a:xfrm>
                <a:custGeom>
                  <a:avLst/>
                  <a:gdLst>
                    <a:gd name="textAreaLeft" fmla="*/ 0 w 2279880"/>
                    <a:gd name="textAreaRight" fmla="*/ 2291040 w 227988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79880" cy="3590280"/>
                </a:xfrm>
                <a:custGeom>
                  <a:avLst/>
                  <a:gdLst>
                    <a:gd name="textAreaLeft" fmla="*/ 0 w 2279880"/>
                    <a:gd name="textAreaRight" fmla="*/ 2291040 w 2279880"/>
                    <a:gd name="textAreaTop" fmla="*/ 0 h 3590280"/>
                    <a:gd name="textAreaBottom" fmla="*/ 3601440 h 359028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32080" cy="143208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204F397-1C39-4994-BF93-03C0359C8FA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87200" cy="4023720"/>
            <a:chOff x="811800" y="1545120"/>
            <a:chExt cx="2887200" cy="402372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87200" cy="4023720"/>
            </a:xfrm>
            <a:custGeom>
              <a:avLst/>
              <a:gdLst>
                <a:gd name="textAreaLeft" fmla="*/ 0 w 2887200"/>
                <a:gd name="textAreaRight" fmla="*/ 2898360 w 2887200"/>
                <a:gd name="textAreaTop" fmla="*/ 0 h 4023720"/>
                <a:gd name="textAreaBottom" fmla="*/ 4034880 h 402372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87200" cy="4023720"/>
            </a:xfrm>
            <a:custGeom>
              <a:avLst/>
              <a:gdLst>
                <a:gd name="textAreaLeft" fmla="*/ 0 w 2887200"/>
                <a:gd name="textAreaRight" fmla="*/ 2898360 w 2887200"/>
                <a:gd name="textAreaTop" fmla="*/ 0 h 4023720"/>
                <a:gd name="textAreaBottom" fmla="*/ 4034880 h 402372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87200" cy="402372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87200" cy="4023720"/>
            <a:chOff x="4573440" y="1545120"/>
            <a:chExt cx="2887200" cy="402372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87200" cy="4023720"/>
            </a:xfrm>
            <a:custGeom>
              <a:avLst/>
              <a:gdLst>
                <a:gd name="textAreaLeft" fmla="*/ 0 w 2887200"/>
                <a:gd name="textAreaRight" fmla="*/ 2898360 w 2887200"/>
                <a:gd name="textAreaTop" fmla="*/ 0 h 4023720"/>
                <a:gd name="textAreaBottom" fmla="*/ 4034880 h 402372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87200" cy="4023720"/>
            </a:xfrm>
            <a:custGeom>
              <a:avLst/>
              <a:gdLst>
                <a:gd name="textAreaLeft" fmla="*/ 0 w 2887200"/>
                <a:gd name="textAreaRight" fmla="*/ 2898360 w 2887200"/>
                <a:gd name="textAreaTop" fmla="*/ 0 h 4023720"/>
                <a:gd name="textAreaBottom" fmla="*/ 4034880 h 402372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87200" cy="402372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87200" cy="4023720"/>
            <a:chOff x="8362080" y="1545120"/>
            <a:chExt cx="2887200" cy="402372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87200" cy="4023720"/>
            </a:xfrm>
            <a:custGeom>
              <a:avLst/>
              <a:gdLst>
                <a:gd name="textAreaLeft" fmla="*/ 0 w 2887200"/>
                <a:gd name="textAreaRight" fmla="*/ 2898360 w 2887200"/>
                <a:gd name="textAreaTop" fmla="*/ 0 h 4023720"/>
                <a:gd name="textAreaBottom" fmla="*/ 4034880 h 402372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87200" cy="4023720"/>
            </a:xfrm>
            <a:custGeom>
              <a:avLst/>
              <a:gdLst>
                <a:gd name="textAreaLeft" fmla="*/ 0 w 2887200"/>
                <a:gd name="textAreaRight" fmla="*/ 2898360 w 2887200"/>
                <a:gd name="textAreaTop" fmla="*/ 0 h 4023720"/>
                <a:gd name="textAreaBottom" fmla="*/ 4034880 h 402372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87200" cy="402372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00247A6-1E86-4EB1-B4EF-56C64A3F7F7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41280" cy="346680"/>
            <a:chOff x="10181520" y="3993840"/>
            <a:chExt cx="341280" cy="34668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54080" cy="15408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41280" cy="34668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41280" cy="346680"/>
            <a:chOff x="7273080" y="3992760"/>
            <a:chExt cx="341280" cy="34668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59480" cy="15408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41280" cy="34668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46680" cy="346680"/>
            <a:chOff x="4402440" y="3992760"/>
            <a:chExt cx="346680" cy="34668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54080" cy="15408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46680" cy="34668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46680" cy="346680"/>
            <a:chOff x="1364760" y="3992760"/>
            <a:chExt cx="346680" cy="34668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55880" cy="15408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46680" cy="34668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59760" cy="844560"/>
          </a:xfrm>
          <a:custGeom>
            <a:avLst/>
            <a:gdLst>
              <a:gd name="textAreaLeft" fmla="*/ 0 w 59760"/>
              <a:gd name="textAreaRight" fmla="*/ 70920 w 59760"/>
              <a:gd name="textAreaTop" fmla="*/ 0 h 844560"/>
              <a:gd name="textAreaBottom" fmla="*/ 855720 h 84456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59760" cy="844560"/>
          </a:xfrm>
          <a:custGeom>
            <a:avLst/>
            <a:gdLst>
              <a:gd name="textAreaLeft" fmla="*/ 0 w 59760"/>
              <a:gd name="textAreaRight" fmla="*/ 70920 w 59760"/>
              <a:gd name="textAreaTop" fmla="*/ 0 h 844560"/>
              <a:gd name="textAreaBottom" fmla="*/ 855720 h 84456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57960" cy="844560"/>
          </a:xfrm>
          <a:custGeom>
            <a:avLst/>
            <a:gdLst>
              <a:gd name="textAreaLeft" fmla="*/ 0 w 57960"/>
              <a:gd name="textAreaRight" fmla="*/ 69120 w 57960"/>
              <a:gd name="textAreaTop" fmla="*/ 0 h 844560"/>
              <a:gd name="textAreaBottom" fmla="*/ 855720 h 84456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57960" cy="844560"/>
          </a:xfrm>
          <a:custGeom>
            <a:avLst/>
            <a:gdLst>
              <a:gd name="textAreaLeft" fmla="*/ 0 w 57960"/>
              <a:gd name="textAreaRight" fmla="*/ 69120 w 57960"/>
              <a:gd name="textAreaTop" fmla="*/ 0 h 844560"/>
              <a:gd name="textAreaBottom" fmla="*/ 855720 h 84456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65400" cy="2167200"/>
            <a:chOff x="524520" y="986040"/>
            <a:chExt cx="2165400" cy="216720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65400" cy="2167200"/>
            <a:chOff x="3493080" y="979920"/>
            <a:chExt cx="2165400" cy="216720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65400" cy="2167200"/>
            <a:chOff x="6459120" y="979920"/>
            <a:chExt cx="2165400" cy="216720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65400" cy="2167200"/>
            <a:chOff x="9425160" y="979920"/>
            <a:chExt cx="2165400" cy="216720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65400" cy="2167200"/>
            </a:xfrm>
            <a:custGeom>
              <a:avLst/>
              <a:gdLst>
                <a:gd name="textAreaLeft" fmla="*/ 0 w 2165400"/>
                <a:gd name="textAreaRight" fmla="*/ 2176560 w 2165400"/>
                <a:gd name="textAreaTop" fmla="*/ 0 h 2167200"/>
                <a:gd name="textAreaBottom" fmla="*/ 2178360 h 2167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DF224A5-D7C9-4B78-8C81-5BBE70942F5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3920" y="-153108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73080" cy="87120"/>
          </a:xfrm>
          <a:custGeom>
            <a:avLst/>
            <a:gdLst>
              <a:gd name="textAreaLeft" fmla="*/ 0 w 973080"/>
              <a:gd name="textAreaRight" fmla="*/ 984240 w 973080"/>
              <a:gd name="textAreaTop" fmla="*/ 0 h 87120"/>
              <a:gd name="textAreaBottom" fmla="*/ 98280 h 8712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58480" cy="1068480"/>
            <a:chOff x="1744560" y="2349360"/>
            <a:chExt cx="1158480" cy="106848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77840" cy="976320"/>
            </a:xfrm>
            <a:custGeom>
              <a:avLst/>
              <a:gdLst>
                <a:gd name="textAreaLeft" fmla="*/ 0 w 1077840"/>
                <a:gd name="textAreaRight" fmla="*/ 1089000 w 107784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59480" cy="159480"/>
              <a:chOff x="2743560" y="2349360"/>
              <a:chExt cx="159480" cy="15948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63160" cy="1068480"/>
            <a:chOff x="3921120" y="2349360"/>
            <a:chExt cx="1163160" cy="106848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77840" cy="976320"/>
            </a:xfrm>
            <a:custGeom>
              <a:avLst/>
              <a:gdLst>
                <a:gd name="textAreaLeft" fmla="*/ 0 w 1077840"/>
                <a:gd name="textAreaRight" fmla="*/ 1089000 w 107784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59480" cy="159480"/>
              <a:chOff x="4924800" y="2349360"/>
              <a:chExt cx="159480" cy="15948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54520" cy="1068480"/>
            <a:chOff x="6097680" y="2349360"/>
            <a:chExt cx="1154520" cy="106848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77840" cy="976320"/>
            </a:xfrm>
            <a:custGeom>
              <a:avLst/>
              <a:gdLst>
                <a:gd name="textAreaLeft" fmla="*/ 0 w 1077840"/>
                <a:gd name="textAreaRight" fmla="*/ 1089000 w 107784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59480" cy="159480"/>
              <a:chOff x="7092720" y="2349360"/>
              <a:chExt cx="159480" cy="15948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52360" cy="1068480"/>
            <a:chOff x="8273880" y="2349360"/>
            <a:chExt cx="1152360" cy="106848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77840" cy="976320"/>
            </a:xfrm>
            <a:custGeom>
              <a:avLst/>
              <a:gdLst>
                <a:gd name="textAreaLeft" fmla="*/ 0 w 1077840"/>
                <a:gd name="textAreaRight" fmla="*/ 1089000 w 107784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59480" cy="159480"/>
              <a:chOff x="9266760" y="2349360"/>
              <a:chExt cx="159480" cy="15948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57320" cy="1058760"/>
            <a:chOff x="758880" y="3429000"/>
            <a:chExt cx="1057320" cy="105876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74520" cy="979560"/>
            </a:xfrm>
            <a:custGeom>
              <a:avLst/>
              <a:gdLst>
                <a:gd name="textAreaLeft" fmla="*/ 0 w 974520"/>
                <a:gd name="textAreaRight" fmla="*/ 985680 w 974520"/>
                <a:gd name="textAreaTop" fmla="*/ 0 h 979560"/>
                <a:gd name="textAreaBottom" fmla="*/ 990720 h 97956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59480" cy="159480"/>
              <a:chOff x="1656720" y="4328280"/>
              <a:chExt cx="159480" cy="15948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63880" cy="1055520"/>
            <a:chOff x="2833560" y="3432240"/>
            <a:chExt cx="1163880" cy="105552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76400" cy="976320"/>
            </a:xfrm>
            <a:custGeom>
              <a:avLst/>
              <a:gdLst>
                <a:gd name="textAreaLeft" fmla="*/ 0 w 1076400"/>
                <a:gd name="textAreaRight" fmla="*/ 1087560 w 107640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59480" cy="159480"/>
              <a:chOff x="3837960" y="4328280"/>
              <a:chExt cx="159480" cy="15948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54880" cy="1055520"/>
            <a:chOff x="5010120" y="3432240"/>
            <a:chExt cx="1154880" cy="105552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76400" cy="976320"/>
            </a:xfrm>
            <a:custGeom>
              <a:avLst/>
              <a:gdLst>
                <a:gd name="textAreaLeft" fmla="*/ 0 w 1076400"/>
                <a:gd name="textAreaRight" fmla="*/ 1087560 w 107640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59480" cy="159480"/>
              <a:chOff x="6005520" y="4328280"/>
              <a:chExt cx="159480" cy="15948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52360" cy="1055520"/>
            <a:chOff x="7186680" y="3432240"/>
            <a:chExt cx="1152360" cy="105552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76400" cy="976320"/>
            </a:xfrm>
            <a:custGeom>
              <a:avLst/>
              <a:gdLst>
                <a:gd name="textAreaLeft" fmla="*/ 0 w 1076400"/>
                <a:gd name="textAreaRight" fmla="*/ 1087560 w 107640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59480" cy="159480"/>
              <a:chOff x="8179560" y="4328280"/>
              <a:chExt cx="159480" cy="15948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59480" cy="159480"/>
            <a:chOff x="1656720" y="3344760"/>
            <a:chExt cx="159480" cy="15948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59480" cy="159480"/>
            <a:chOff x="2746800" y="3344760"/>
            <a:chExt cx="159480" cy="15948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59480" cy="159480"/>
            <a:chOff x="3832200" y="3344760"/>
            <a:chExt cx="159480" cy="15948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59480" cy="159480"/>
            <a:chOff x="4921200" y="3344760"/>
            <a:chExt cx="159480" cy="15948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59480" cy="159480"/>
            <a:chOff x="6014880" y="3344760"/>
            <a:chExt cx="159480" cy="15948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59480" cy="159480"/>
            <a:chOff x="7098840" y="3344760"/>
            <a:chExt cx="159480" cy="15948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59480" cy="159480"/>
            <a:chOff x="8182800" y="3344760"/>
            <a:chExt cx="159480" cy="15948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55960" cy="1055520"/>
            <a:chOff x="9363240" y="3432240"/>
            <a:chExt cx="1155960" cy="105552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77840" cy="976320"/>
            </a:xfrm>
            <a:custGeom>
              <a:avLst/>
              <a:gdLst>
                <a:gd name="textAreaLeft" fmla="*/ 0 w 1077840"/>
                <a:gd name="textAreaRight" fmla="*/ 1089000 w 1077840"/>
                <a:gd name="textAreaTop" fmla="*/ 0 h 976320"/>
                <a:gd name="textAreaBottom" fmla="*/ 987480 h 97632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59480" cy="159480"/>
              <a:chOff x="10359720" y="4328280"/>
              <a:chExt cx="159480" cy="15948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59480" cy="15948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71280" cy="7056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59480" cy="159480"/>
            <a:chOff x="9272880" y="3344760"/>
            <a:chExt cx="159480" cy="15948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59480" cy="159480"/>
            <a:chOff x="10358640" y="3344760"/>
            <a:chExt cx="159480" cy="15948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59480" cy="159480"/>
            <a:chOff x="11351880" y="3344760"/>
            <a:chExt cx="159480" cy="15948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59480" cy="159480"/>
            <a:chOff x="673560" y="3344760"/>
            <a:chExt cx="159480" cy="15948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59480" cy="15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71280" cy="70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9302E52-F935-46D8-9A16-5D766DD3264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70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63440" cy="1511280"/>
          </a:xfrm>
          <a:custGeom>
            <a:avLst/>
            <a:gdLst>
              <a:gd name="textAreaLeft" fmla="*/ 0 w 6463440"/>
              <a:gd name="textAreaRight" fmla="*/ 6474600 w 6463440"/>
              <a:gd name="textAreaTop" fmla="*/ 0 h 1511280"/>
              <a:gd name="textAreaBottom" fmla="*/ 1522440 h 151128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28920" cy="2603880"/>
          </a:xfrm>
          <a:custGeom>
            <a:avLst/>
            <a:gdLst>
              <a:gd name="textAreaLeft" fmla="*/ 0 w 2428920"/>
              <a:gd name="textAreaRight" fmla="*/ 2440080 w 2428920"/>
              <a:gd name="textAreaTop" fmla="*/ 0 h 2603880"/>
              <a:gd name="textAreaBottom" fmla="*/ 2615040 h 260388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75600" cy="9756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3937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896760" cy="190080"/>
            <a:chOff x="1717560" y="6498720"/>
            <a:chExt cx="896760" cy="19008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79680" cy="179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0880" cy="17928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4800" cy="24876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699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B775E4C-EC89-49DF-AE03-FC588BB2C93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4998960" cy="1190160"/>
            <a:chOff x="837360" y="1394280"/>
            <a:chExt cx="4998960" cy="119016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4998960" cy="1187280"/>
            </a:xfrm>
            <a:custGeom>
              <a:avLst/>
              <a:gdLst>
                <a:gd name="textAreaLeft" fmla="*/ 0 w 4998960"/>
                <a:gd name="textAreaRight" fmla="*/ 5010120 w 4998960"/>
                <a:gd name="textAreaTop" fmla="*/ 0 h 1187280"/>
                <a:gd name="textAreaBottom" fmla="*/ 1198440 h 118728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4998960" cy="1187280"/>
            </a:xfrm>
            <a:custGeom>
              <a:avLst/>
              <a:gdLst>
                <a:gd name="textAreaLeft" fmla="*/ 0 w 4998960"/>
                <a:gd name="textAreaRight" fmla="*/ 5010120 w 4998960"/>
                <a:gd name="textAreaTop" fmla="*/ 0 h 1187280"/>
                <a:gd name="textAreaBottom" fmla="*/ 1198440 h 118728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4998960" cy="1190160"/>
            <a:chOff x="837360" y="2912040"/>
            <a:chExt cx="4998960" cy="119016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4998960" cy="1187280"/>
            </a:xfrm>
            <a:custGeom>
              <a:avLst/>
              <a:gdLst>
                <a:gd name="textAreaLeft" fmla="*/ 0 w 4998960"/>
                <a:gd name="textAreaRight" fmla="*/ 5010120 w 4998960"/>
                <a:gd name="textAreaTop" fmla="*/ 0 h 1187280"/>
                <a:gd name="textAreaBottom" fmla="*/ 1198440 h 118728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4998960" cy="1187280"/>
            </a:xfrm>
            <a:custGeom>
              <a:avLst/>
              <a:gdLst>
                <a:gd name="textAreaLeft" fmla="*/ 0 w 4998960"/>
                <a:gd name="textAreaRight" fmla="*/ 5010120 w 4998960"/>
                <a:gd name="textAreaTop" fmla="*/ 0 h 1187280"/>
                <a:gd name="textAreaBottom" fmla="*/ 1198440 h 118728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4998960" cy="1190520"/>
            <a:chOff x="837360" y="4462200"/>
            <a:chExt cx="4998960" cy="119052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4998960" cy="1187280"/>
            </a:xfrm>
            <a:custGeom>
              <a:avLst/>
              <a:gdLst>
                <a:gd name="textAreaLeft" fmla="*/ 0 w 4998960"/>
                <a:gd name="textAreaRight" fmla="*/ 5010120 w 4998960"/>
                <a:gd name="textAreaTop" fmla="*/ 0 h 1187280"/>
                <a:gd name="textAreaBottom" fmla="*/ 1198440 h 118728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4998960" cy="1187280"/>
            </a:xfrm>
            <a:custGeom>
              <a:avLst/>
              <a:gdLst>
                <a:gd name="textAreaLeft" fmla="*/ 0 w 4998960"/>
                <a:gd name="textAreaRight" fmla="*/ 5010120 w 4998960"/>
                <a:gd name="textAreaTop" fmla="*/ 0 h 1187280"/>
                <a:gd name="textAreaBottom" fmla="*/ 1198440 h 118728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81440" cy="4297320"/>
            <a:chOff x="6685200" y="1352160"/>
            <a:chExt cx="4681440" cy="429732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81440" cy="4297320"/>
            </a:xfrm>
            <a:custGeom>
              <a:avLst/>
              <a:gdLst>
                <a:gd name="textAreaLeft" fmla="*/ 0 w 4681440"/>
                <a:gd name="textAreaRight" fmla="*/ 4692600 w 4681440"/>
                <a:gd name="textAreaTop" fmla="*/ 0 h 4297320"/>
                <a:gd name="textAreaBottom" fmla="*/ 4308480 h 429732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81440" cy="4297320"/>
            </a:xfrm>
            <a:custGeom>
              <a:avLst/>
              <a:gdLst>
                <a:gd name="textAreaLeft" fmla="*/ 0 w 4681440"/>
                <a:gd name="textAreaRight" fmla="*/ 4692600 w 4681440"/>
                <a:gd name="textAreaTop" fmla="*/ 0 h 4297320"/>
                <a:gd name="textAreaBottom" fmla="*/ 4308480 h 429732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81440" cy="429732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CCDB51C-34DE-4E41-B00B-617D990458A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44440" cy="244440"/>
            <a:chOff x="2272320" y="3737520"/>
            <a:chExt cx="244440" cy="24444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44440" cy="244440"/>
            <a:chOff x="4667040" y="3737520"/>
            <a:chExt cx="244440" cy="24444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44440" cy="244440"/>
            <a:chOff x="7063200" y="3737520"/>
            <a:chExt cx="244440" cy="24444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44440" cy="244440"/>
            <a:chOff x="9452520" y="3737520"/>
            <a:chExt cx="244440" cy="24444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86040" cy="1888200"/>
            <a:chOff x="1460880" y="1296720"/>
            <a:chExt cx="1886040" cy="188820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86040" cy="1888200"/>
            <a:chOff x="3823920" y="1296720"/>
            <a:chExt cx="1886040" cy="188820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86040" cy="1888200"/>
            <a:chOff x="6215760" y="1296720"/>
            <a:chExt cx="1886040" cy="188820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86040" cy="1888200"/>
            <a:chOff x="8571240" y="1296720"/>
            <a:chExt cx="1886040" cy="188820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85320" cy="163656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85320" cy="163656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85320" cy="163656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85320" cy="163656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E7D69B8-5EA7-41F2-A515-FBAB1031E83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61000" y="-133056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44440" cy="244440"/>
            <a:chOff x="2378160" y="5424480"/>
            <a:chExt cx="244440" cy="24444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44440" cy="244440"/>
            <a:chOff x="4772880" y="5424480"/>
            <a:chExt cx="244440" cy="24444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44440" cy="244440"/>
            <a:chOff x="7169040" y="5424480"/>
            <a:chExt cx="244440" cy="24444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44440" cy="244440"/>
            <a:chOff x="9558360" y="5424480"/>
            <a:chExt cx="244440" cy="24444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44440" cy="2444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12320" cy="111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240" bIns="392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86040" cy="1888200"/>
            <a:chOff x="1566720" y="2983680"/>
            <a:chExt cx="1886040" cy="188820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86040" cy="1888200"/>
            <a:chOff x="3929760" y="2983680"/>
            <a:chExt cx="1886040" cy="188820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86040" cy="1888200"/>
            <a:chOff x="6321600" y="2983680"/>
            <a:chExt cx="1886040" cy="188820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86040" cy="1888200"/>
            <a:chOff x="8677080" y="2983680"/>
            <a:chExt cx="1886040" cy="188820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86040" cy="1888200"/>
            </a:xfrm>
            <a:custGeom>
              <a:avLst/>
              <a:gdLst>
                <a:gd name="textAreaLeft" fmla="*/ 0 w 1886040"/>
                <a:gd name="textAreaRight" fmla="*/ 1897200 w 1886040"/>
                <a:gd name="textAreaTop" fmla="*/ 0 h 1888200"/>
                <a:gd name="textAreaBottom" fmla="*/ 1899360 h 188820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86040" cy="188748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86040" cy="188748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86040" cy="188748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86040" cy="188748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6619B7C-B5D5-4E17-9663-170CEEFBE77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17600" y="-101772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13240" cy="4439520"/>
          </a:xfrm>
          <a:custGeom>
            <a:avLst/>
            <a:gdLst>
              <a:gd name="textAreaLeft" fmla="*/ 0 w 4413240"/>
              <a:gd name="textAreaRight" fmla="*/ 4424400 w 4413240"/>
              <a:gd name="textAreaTop" fmla="*/ 0 h 4439520"/>
              <a:gd name="textAreaBottom" fmla="*/ 4450680 h 44395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13600" cy="4417200"/>
          </a:xfrm>
          <a:custGeom>
            <a:avLst/>
            <a:gdLst>
              <a:gd name="textAreaLeft" fmla="*/ 0 w 4413600"/>
              <a:gd name="textAreaRight" fmla="*/ 4424760 w 4413600"/>
              <a:gd name="textAreaTop" fmla="*/ 0 h 4417200"/>
              <a:gd name="textAreaBottom" fmla="*/ 4428360 h 44172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65720" cy="441792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33C1CE5-17F8-4B9F-BAB0-5B0714B2D38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63440" cy="1511280"/>
          </a:xfrm>
          <a:custGeom>
            <a:avLst/>
            <a:gdLst>
              <a:gd name="textAreaLeft" fmla="*/ 0 w 6463440"/>
              <a:gd name="textAreaRight" fmla="*/ 6474600 w 6463440"/>
              <a:gd name="textAreaTop" fmla="*/ 0 h 1511280"/>
              <a:gd name="textAreaBottom" fmla="*/ 1522440 h 151128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28920" cy="2603880"/>
          </a:xfrm>
          <a:custGeom>
            <a:avLst/>
            <a:gdLst>
              <a:gd name="textAreaLeft" fmla="*/ 0 w 2428920"/>
              <a:gd name="textAreaRight" fmla="*/ 2440080 w 2428920"/>
              <a:gd name="textAreaTop" fmla="*/ 0 h 2603880"/>
              <a:gd name="textAreaBottom" fmla="*/ 2615040 h 260388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75600" cy="9756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13720" cy="902880"/>
            <a:chOff x="4008600" y="3031920"/>
            <a:chExt cx="4113720" cy="90288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27680" cy="854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2560" cy="854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72480" cy="4845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896760" cy="190080"/>
            <a:chOff x="1527120" y="6498720"/>
            <a:chExt cx="896760" cy="19008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79680" cy="179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0880" cy="179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699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48400" cy="28044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F252F6F-52AA-416C-97E3-44029148630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70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63440" cy="1511280"/>
          </a:xfrm>
          <a:custGeom>
            <a:avLst/>
            <a:gdLst>
              <a:gd name="textAreaLeft" fmla="*/ 0 w 6463440"/>
              <a:gd name="textAreaRight" fmla="*/ 6474600 w 6463440"/>
              <a:gd name="textAreaTop" fmla="*/ 0 h 1511280"/>
              <a:gd name="textAreaBottom" fmla="*/ 1522440 h 151128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28920" cy="2603880"/>
          </a:xfrm>
          <a:custGeom>
            <a:avLst/>
            <a:gdLst>
              <a:gd name="textAreaLeft" fmla="*/ 0 w 2428920"/>
              <a:gd name="textAreaRight" fmla="*/ 2440080 w 2428920"/>
              <a:gd name="textAreaTop" fmla="*/ 0 h 2603880"/>
              <a:gd name="textAreaBottom" fmla="*/ 2615040 h 260388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75600" cy="9756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779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896760" cy="190080"/>
            <a:chOff x="1527120" y="6498720"/>
            <a:chExt cx="896760" cy="19008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79680" cy="179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0880" cy="179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36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699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48400" cy="28044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ED9B8A3-B7BE-4ADC-834A-34F232EA5F7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69280" cy="4774320"/>
            <a:chOff x="5942880" y="1173240"/>
            <a:chExt cx="4769280" cy="477432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69280" cy="477432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3999240" cy="3999240"/>
              <a:chOff x="6314040" y="1564200"/>
              <a:chExt cx="3999240" cy="399924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3999240" cy="39992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3999240" cy="39992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38760" cy="419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0752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07400" y="671868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63666CE-F420-4BDD-A889-60AA271ACFC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35080" cy="2938320"/>
            <a:chOff x="4579920" y="1447920"/>
            <a:chExt cx="2935080" cy="293832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35080" cy="293832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60600" cy="2460600"/>
              <a:chOff x="4808880" y="1688760"/>
              <a:chExt cx="2460600" cy="246060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60600" cy="24606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60600" cy="24606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35080" cy="2938320"/>
            <a:chOff x="1096920" y="1447920"/>
            <a:chExt cx="2935080" cy="293832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35080" cy="293832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60600" cy="2460600"/>
              <a:chOff x="1325880" y="1688760"/>
              <a:chExt cx="2460600" cy="246060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60600" cy="24606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60600" cy="24606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84920" cy="2581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84920" cy="2581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76520" cy="438120"/>
          </a:xfrm>
          <a:custGeom>
            <a:avLst/>
            <a:gdLst>
              <a:gd name="textAreaLeft" fmla="*/ 0 w 1676520"/>
              <a:gd name="textAreaRight" fmla="*/ 1687680 w 1676520"/>
              <a:gd name="textAreaTop" fmla="*/ 0 h 438120"/>
              <a:gd name="textAreaBottom" fmla="*/ 449280 h 43812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74720" cy="438120"/>
          </a:xfrm>
          <a:custGeom>
            <a:avLst/>
            <a:gdLst>
              <a:gd name="textAreaLeft" fmla="*/ 0 w 1674720"/>
              <a:gd name="textAreaRight" fmla="*/ 1685880 w 1674720"/>
              <a:gd name="textAreaTop" fmla="*/ 0 h 438120"/>
              <a:gd name="textAreaBottom" fmla="*/ 449280 h 43812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74720" cy="438120"/>
          </a:xfrm>
          <a:custGeom>
            <a:avLst/>
            <a:gdLst>
              <a:gd name="textAreaLeft" fmla="*/ 0 w 1674720"/>
              <a:gd name="textAreaRight" fmla="*/ 1685880 w 1674720"/>
              <a:gd name="textAreaTop" fmla="*/ 0 h 438120"/>
              <a:gd name="textAreaBottom" fmla="*/ 449280 h 43812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7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91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77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35080" cy="2938320"/>
            <a:chOff x="8104680" y="1447920"/>
            <a:chExt cx="2935080" cy="293832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35080" cy="293832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60600" cy="2460600"/>
              <a:chOff x="8333640" y="1688760"/>
              <a:chExt cx="2460600" cy="246060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60600" cy="24606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60600" cy="246060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84920" cy="2581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0752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07400" y="671868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41720" y="-918720"/>
            <a:ext cx="7392960" cy="6136560"/>
          </a:xfrm>
          <a:custGeom>
            <a:avLst/>
            <a:gdLst>
              <a:gd name="textAreaLeft" fmla="*/ 0 w 7392960"/>
              <a:gd name="textAreaRight" fmla="*/ 7404120 w 7392960"/>
              <a:gd name="textAreaTop" fmla="*/ 0 h 6136560"/>
              <a:gd name="textAreaBottom" fmla="*/ 6147720 h 61365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CCE3098-A524-4886-A8EA-F06F7C07B78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33520" cy="4592520"/>
          </a:xfrm>
          <a:custGeom>
            <a:avLst/>
            <a:gdLst>
              <a:gd name="textAreaLeft" fmla="*/ 0 w 533520"/>
              <a:gd name="textAreaRight" fmla="*/ 544680 w 533520"/>
              <a:gd name="textAreaTop" fmla="*/ 0 h 4592520"/>
              <a:gd name="textAreaBottom" fmla="*/ 4603680 h 459252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33520" cy="2290680"/>
          </a:xfrm>
          <a:custGeom>
            <a:avLst/>
            <a:gdLst>
              <a:gd name="textAreaLeft" fmla="*/ 0 w 533520"/>
              <a:gd name="textAreaRight" fmla="*/ 544680 w 533520"/>
              <a:gd name="textAreaTop" fmla="*/ 0 h 2290680"/>
              <a:gd name="textAreaBottom" fmla="*/ 2301840 h 229068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28480" cy="4592520"/>
          </a:xfrm>
          <a:custGeom>
            <a:avLst/>
            <a:gdLst>
              <a:gd name="textAreaLeft" fmla="*/ 0 w 528480"/>
              <a:gd name="textAreaRight" fmla="*/ 539640 w 528480"/>
              <a:gd name="textAreaTop" fmla="*/ 0 h 4592520"/>
              <a:gd name="textAreaBottom" fmla="*/ 4603680 h 459252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28480" cy="2832120"/>
          </a:xfrm>
          <a:custGeom>
            <a:avLst/>
            <a:gdLst>
              <a:gd name="textAreaLeft" fmla="*/ 0 w 528480"/>
              <a:gd name="textAreaRight" fmla="*/ 539640 w 528480"/>
              <a:gd name="textAreaTop" fmla="*/ 0 h 2832120"/>
              <a:gd name="textAreaBottom" fmla="*/ 2843280 h 283212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33520" cy="4592520"/>
          </a:xfrm>
          <a:custGeom>
            <a:avLst/>
            <a:gdLst>
              <a:gd name="textAreaLeft" fmla="*/ 0 w 533520"/>
              <a:gd name="textAreaRight" fmla="*/ 544680 w 533520"/>
              <a:gd name="textAreaTop" fmla="*/ 0 h 4592520"/>
              <a:gd name="textAreaBottom" fmla="*/ 4603680 h 459252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33520" cy="1906560"/>
          </a:xfrm>
          <a:custGeom>
            <a:avLst/>
            <a:gdLst>
              <a:gd name="textAreaLeft" fmla="*/ 0 w 533520"/>
              <a:gd name="textAreaRight" fmla="*/ 544680 w 533520"/>
              <a:gd name="textAreaTop" fmla="*/ 0 h 1906560"/>
              <a:gd name="textAreaBottom" fmla="*/ 1917720 h 190656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33520" cy="4592520"/>
          </a:xfrm>
          <a:custGeom>
            <a:avLst/>
            <a:gdLst>
              <a:gd name="textAreaLeft" fmla="*/ 0 w 533520"/>
              <a:gd name="textAreaRight" fmla="*/ 544680 w 533520"/>
              <a:gd name="textAreaTop" fmla="*/ 0 h 4592520"/>
              <a:gd name="textAreaBottom" fmla="*/ 4603680 h 459252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33520" cy="2832120"/>
          </a:xfrm>
          <a:custGeom>
            <a:avLst/>
            <a:gdLst>
              <a:gd name="textAreaLeft" fmla="*/ 0 w 533520"/>
              <a:gd name="textAreaRight" fmla="*/ 544680 w 533520"/>
              <a:gd name="textAreaTop" fmla="*/ 0 h 2832120"/>
              <a:gd name="textAreaBottom" fmla="*/ 2843280 h 283212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30280" cy="4592520"/>
          </a:xfrm>
          <a:custGeom>
            <a:avLst/>
            <a:gdLst>
              <a:gd name="textAreaLeft" fmla="*/ 0 w 530280"/>
              <a:gd name="textAreaRight" fmla="*/ 541440 w 530280"/>
              <a:gd name="textAreaTop" fmla="*/ 0 h 4592520"/>
              <a:gd name="textAreaBottom" fmla="*/ 4603680 h 459252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30280" cy="4108320"/>
          </a:xfrm>
          <a:custGeom>
            <a:avLst/>
            <a:gdLst>
              <a:gd name="textAreaLeft" fmla="*/ 0 w 530280"/>
              <a:gd name="textAreaRight" fmla="*/ 541440 w 530280"/>
              <a:gd name="textAreaTop" fmla="*/ 0 h 4108320"/>
              <a:gd name="textAreaBottom" fmla="*/ 4119480 h 410832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0752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07400" y="671868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56520" y="-110448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853C45D-DF8B-4726-934A-164C1F0B73C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92520" cy="4576680"/>
            <a:chOff x="5370480" y="955800"/>
            <a:chExt cx="92520" cy="457668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87840" cy="4576680"/>
            </a:xfrm>
            <a:custGeom>
              <a:avLst/>
              <a:gdLst>
                <a:gd name="textAreaLeft" fmla="*/ 0 w 87840"/>
                <a:gd name="textAreaRight" fmla="*/ 99000 w 87840"/>
                <a:gd name="textAreaTop" fmla="*/ 0 h 4576680"/>
                <a:gd name="textAreaBottom" fmla="*/ 4587840 h 457668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92520" cy="1299960"/>
            </a:xfrm>
            <a:custGeom>
              <a:avLst/>
              <a:gdLst>
                <a:gd name="textAreaLeft" fmla="*/ 0 w 92520"/>
                <a:gd name="textAreaRight" fmla="*/ 103680 w 92520"/>
                <a:gd name="textAreaTop" fmla="*/ 0 h 1299960"/>
                <a:gd name="textAreaBottom" fmla="*/ 1311120 h 129996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99360" cy="4576320"/>
            <a:chOff x="6394320" y="955800"/>
            <a:chExt cx="99360" cy="457632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99360" cy="4534200"/>
            </a:xfrm>
            <a:custGeom>
              <a:avLst/>
              <a:gdLst>
                <a:gd name="textAreaLeft" fmla="*/ 0 w 99360"/>
                <a:gd name="textAreaRight" fmla="*/ 110520 w 99360"/>
                <a:gd name="textAreaTop" fmla="*/ 0 h 4534200"/>
                <a:gd name="textAreaBottom" fmla="*/ 4545360 h 453420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99360" cy="1778760"/>
            </a:xfrm>
            <a:custGeom>
              <a:avLst/>
              <a:gdLst>
                <a:gd name="textAreaLeft" fmla="*/ 0 w 99360"/>
                <a:gd name="textAreaRight" fmla="*/ 110520 w 99360"/>
                <a:gd name="textAreaTop" fmla="*/ 0 h 1778760"/>
                <a:gd name="textAreaBottom" fmla="*/ 1789920 h 177876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74520" cy="4576680"/>
            <a:chOff x="7423200" y="955800"/>
            <a:chExt cx="74520" cy="457668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74520" cy="4576680"/>
            </a:xfrm>
            <a:custGeom>
              <a:avLst/>
              <a:gdLst>
                <a:gd name="textAreaLeft" fmla="*/ 0 w 74520"/>
                <a:gd name="textAreaRight" fmla="*/ 85680 w 74520"/>
                <a:gd name="textAreaTop" fmla="*/ 0 h 4576680"/>
                <a:gd name="textAreaBottom" fmla="*/ 4587840 h 457668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74520" cy="2848320"/>
            </a:xfrm>
            <a:custGeom>
              <a:avLst/>
              <a:gdLst>
                <a:gd name="textAreaLeft" fmla="*/ 0 w 74520"/>
                <a:gd name="textAreaRight" fmla="*/ 85680 w 74520"/>
                <a:gd name="textAreaTop" fmla="*/ 0 h 2848320"/>
                <a:gd name="textAreaBottom" fmla="*/ 2859480 h 284832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75600" cy="4576680"/>
            <a:chOff x="8447040" y="955800"/>
            <a:chExt cx="75600" cy="457668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75600" cy="4412520"/>
            </a:xfrm>
            <a:custGeom>
              <a:avLst/>
              <a:gdLst>
                <a:gd name="textAreaLeft" fmla="*/ 0 w 75600"/>
                <a:gd name="textAreaRight" fmla="*/ 86760 w 75600"/>
                <a:gd name="textAreaTop" fmla="*/ 0 h 4412520"/>
                <a:gd name="textAreaBottom" fmla="*/ 4423680 h 441252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75600" cy="3227760"/>
            </a:xfrm>
            <a:custGeom>
              <a:avLst/>
              <a:gdLst>
                <a:gd name="textAreaLeft" fmla="*/ 0 w 75600"/>
                <a:gd name="textAreaRight" fmla="*/ 86760 w 75600"/>
                <a:gd name="textAreaTop" fmla="*/ 0 h 3227760"/>
                <a:gd name="textAreaBottom" fmla="*/ 3238920 h 322776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81000" cy="4576320"/>
            <a:chOff x="9474120" y="955800"/>
            <a:chExt cx="81000" cy="457632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81000" cy="4333680"/>
            </a:xfrm>
            <a:custGeom>
              <a:avLst/>
              <a:gdLst>
                <a:gd name="textAreaLeft" fmla="*/ 0 w 81000"/>
                <a:gd name="textAreaRight" fmla="*/ 92160 w 81000"/>
                <a:gd name="textAreaTop" fmla="*/ 0 h 4333680"/>
                <a:gd name="textAreaBottom" fmla="*/ 4344840 h 433368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81000" cy="1459800"/>
            </a:xfrm>
            <a:custGeom>
              <a:avLst/>
              <a:gdLst>
                <a:gd name="textAreaLeft" fmla="*/ 0 w 81000"/>
                <a:gd name="textAreaRight" fmla="*/ 92160 w 81000"/>
                <a:gd name="textAreaTop" fmla="*/ 0 h 1459800"/>
                <a:gd name="textAreaBottom" fmla="*/ 1470960 h 145980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79200" cy="4576680"/>
            <a:chOff x="10503000" y="955800"/>
            <a:chExt cx="79200" cy="457668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79200" cy="4452480"/>
            </a:xfrm>
            <a:custGeom>
              <a:avLst/>
              <a:gdLst>
                <a:gd name="textAreaLeft" fmla="*/ 0 w 79200"/>
                <a:gd name="textAreaRight" fmla="*/ 90360 w 79200"/>
                <a:gd name="textAreaTop" fmla="*/ 0 h 4452480"/>
                <a:gd name="textAreaBottom" fmla="*/ 4463640 h 445248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79200" cy="2222640"/>
            </a:xfrm>
            <a:custGeom>
              <a:avLst/>
              <a:gdLst>
                <a:gd name="textAreaLeft" fmla="*/ 0 w 79200"/>
                <a:gd name="textAreaRight" fmla="*/ 90360 w 79200"/>
                <a:gd name="textAreaTop" fmla="*/ 0 h 2222640"/>
                <a:gd name="textAreaBottom" fmla="*/ 2233800 h 222264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68000" cy="4680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68000" cy="4680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68000" cy="4680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68000" cy="4680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68000" cy="4680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68000" cy="4680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0752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07400" y="671868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18520" cy="3796200"/>
          </a:xfrm>
          <a:custGeom>
            <a:avLst/>
            <a:gdLst>
              <a:gd name="textAreaLeft" fmla="*/ 0 w 7418520"/>
              <a:gd name="textAreaRight" fmla="*/ 7429680 w 7418520"/>
              <a:gd name="textAreaTop" fmla="*/ 0 h 3796200"/>
              <a:gd name="textAreaBottom" fmla="*/ 3807360 h 379620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0F27597-D2DD-4C21-BD18-947C8E110E6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F594551-4E9B-4BFC-9540-AB3BD1A8614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6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7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8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9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0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11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12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3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E8E6CDB-3155-4A33-9AE4-2C6094B012F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23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2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6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8D540B7-8702-4FFB-A10D-D37C243F7BC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2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3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4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5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6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3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9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CE266AC-F177-4398-8B83-AC56B75355D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5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6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7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8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9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50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51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2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5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B744C79-F502-4C50-9A12-6D0AA5DDEEF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8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9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0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1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62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63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6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65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0B3484C-B837-44C9-98CC-6FB79CD5582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1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2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3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4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75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76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77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78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TextBox 6"/>
          <p:cNvSpPr/>
          <p:nvPr/>
        </p:nvSpPr>
        <p:spPr>
          <a:xfrm>
            <a:off x="41400" y="6539040"/>
            <a:ext cx="5149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chemeClr val="dk1"/>
                </a:solidFill>
                <a:latin typeface="Calibri"/>
                <a:ea typeface="DejaVu Sans"/>
              </a:rPr>
              <a:t>ENG 346 – Data Structures and Algorithms for Artificial Intelligence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2" name="Picture 4" descr="Gebze Technical University"/>
          <p:cNvPicPr/>
          <p:nvPr/>
        </p:nvPicPr>
        <p:blipFill>
          <a:blip r:embed="rId2"/>
          <a:stretch/>
        </p:blipFill>
        <p:spPr>
          <a:xfrm>
            <a:off x="10150560" y="-89640"/>
            <a:ext cx="2150280" cy="1004400"/>
          </a:xfrm>
          <a:prstGeom prst="rect">
            <a:avLst/>
          </a:prstGeom>
          <a:ln w="0">
            <a:noFill/>
          </a:ln>
        </p:spPr>
      </p:pic>
      <p:sp>
        <p:nvSpPr>
          <p:cNvPr id="10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508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PlaceHolder 4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348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357E246-BD91-4E2D-AFEF-41E0E5D812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PlaceHolder 5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3480" cy="35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3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4597F03-4BEA-44C0-ACBC-65A3F5A3981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93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4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5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6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97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098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99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00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8FC5E88-4793-4964-8907-6AC21676A01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06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7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8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9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10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111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12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13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Oval 6"/>
          <p:cNvSpPr/>
          <p:nvPr/>
        </p:nvSpPr>
        <p:spPr>
          <a:xfrm>
            <a:off x="11513880" y="273600"/>
            <a:ext cx="338040" cy="33624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BB0F0B4-F31E-4AEC-8793-161AD496277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" name="Freeform 13"/>
          <p:cNvSpPr/>
          <p:nvPr/>
        </p:nvSpPr>
        <p:spPr>
          <a:xfrm rot="370200">
            <a:off x="-1919880" y="-905040"/>
            <a:ext cx="12062880" cy="5601240"/>
          </a:xfrm>
          <a:custGeom>
            <a:avLst/>
            <a:gdLst>
              <a:gd name="textAreaLeft" fmla="*/ 0 w 12062880"/>
              <a:gd name="textAreaRight" fmla="*/ 12074040 w 12062880"/>
              <a:gd name="textAreaTop" fmla="*/ 0 h 5601240"/>
              <a:gd name="textAreaBottom" fmla="*/ 5612400 h 560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19" name="object 384"/>
          <p:cNvSpPr/>
          <p:nvPr/>
        </p:nvSpPr>
        <p:spPr>
          <a:xfrm flipV="1">
            <a:off x="356760" y="6697440"/>
            <a:ext cx="5700960" cy="34560"/>
          </a:xfrm>
          <a:custGeom>
            <a:avLst/>
            <a:gdLst>
              <a:gd name="textAreaLeft" fmla="*/ 0 w 5700960"/>
              <a:gd name="textAreaRight" fmla="*/ 5712120 w 570096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0" name="object 4"/>
          <p:cNvSpPr/>
          <p:nvPr/>
        </p:nvSpPr>
        <p:spPr>
          <a:xfrm>
            <a:off x="10477800" y="6621120"/>
            <a:ext cx="1382760" cy="163080"/>
          </a:xfrm>
          <a:custGeom>
            <a:avLst/>
            <a:gdLst>
              <a:gd name="textAreaLeft" fmla="*/ 0 w 1382760"/>
              <a:gd name="textAreaRight" fmla="*/ 1393920 w 1382760"/>
              <a:gd name="textAreaTop" fmla="*/ 0 h 163080"/>
              <a:gd name="textAreaBottom" fmla="*/ 174240 h 16308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1" name="object 384"/>
          <p:cNvSpPr/>
          <p:nvPr/>
        </p:nvSpPr>
        <p:spPr>
          <a:xfrm flipV="1" rot="10800000">
            <a:off x="6107400" y="6708600"/>
            <a:ext cx="4307040" cy="34560"/>
          </a:xfrm>
          <a:custGeom>
            <a:avLst/>
            <a:gdLst>
              <a:gd name="textAreaLeft" fmla="*/ 0 w 4307040"/>
              <a:gd name="textAreaRight" fmla="*/ 4318200 w 4307040"/>
              <a:gd name="textAreaTop" fmla="*/ 5760 h 34560"/>
              <a:gd name="textAreaBottom" fmla="*/ 51480 h 3456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2" name="object 386"/>
          <p:cNvSpPr/>
          <p:nvPr/>
        </p:nvSpPr>
        <p:spPr>
          <a:xfrm>
            <a:off x="5927400" y="6507720"/>
            <a:ext cx="325800" cy="310680"/>
          </a:xfrm>
          <a:custGeom>
            <a:avLst/>
            <a:gdLst>
              <a:gd name="textAreaLeft" fmla="*/ 0 w 325800"/>
              <a:gd name="textAreaRight" fmla="*/ 336960 w 325800"/>
              <a:gd name="textAreaTop" fmla="*/ 0 h 310680"/>
              <a:gd name="textAreaBottom" fmla="*/ 321840 h 31068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23" name="Group 9"/>
          <p:cNvGrpSpPr/>
          <p:nvPr/>
        </p:nvGrpSpPr>
        <p:grpSpPr>
          <a:xfrm>
            <a:off x="558360" y="565200"/>
            <a:ext cx="1468440" cy="44640"/>
            <a:chOff x="558360" y="565200"/>
            <a:chExt cx="1468440" cy="44640"/>
          </a:xfrm>
        </p:grpSpPr>
        <p:sp>
          <p:nvSpPr>
            <p:cNvPr id="1124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25" name="Freeform 7"/>
            <p:cNvSpPr/>
            <p:nvPr/>
          </p:nvSpPr>
          <p:spPr>
            <a:xfrm flipV="1" rot="16200000">
              <a:off x="1270080" y="-146520"/>
              <a:ext cx="44640" cy="1468440"/>
            </a:xfrm>
            <a:custGeom>
              <a:avLst/>
              <a:gdLst>
                <a:gd name="textAreaLeft" fmla="*/ 0 w 44640"/>
                <a:gd name="textAreaRight" fmla="*/ 55800 w 44640"/>
                <a:gd name="textAreaTop" fmla="*/ -5760 h 1468440"/>
                <a:gd name="textAreaBottom" fmla="*/ 1473840 h 146844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26" name="Rectangle 14"/>
          <p:cNvSpPr/>
          <p:nvPr/>
        </p:nvSpPr>
        <p:spPr>
          <a:xfrm>
            <a:off x="11441880" y="168480"/>
            <a:ext cx="506160" cy="530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40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TextBox 1"/>
          <p:cNvSpPr/>
          <p:nvPr/>
        </p:nvSpPr>
        <p:spPr>
          <a:xfrm>
            <a:off x="5482080" y="6479640"/>
            <a:ext cx="90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" name="Text Placeholder 10"/>
          <p:cNvSpPr/>
          <p:nvPr/>
        </p:nvSpPr>
        <p:spPr>
          <a:xfrm>
            <a:off x="228600" y="4454640"/>
            <a:ext cx="11957040" cy="12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7777"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Core AI + Machine Learning Foundations (Engineer-Oriented)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Breakthrough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" name="Text 13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Text 1"/>
          <p:cNvSpPr/>
          <p:nvPr/>
        </p:nvSpPr>
        <p:spPr>
          <a:xfrm>
            <a:off x="45648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1" i="1" lang="en-US" sz="2800" spc="-1" strike="noStrike">
                <a:solidFill>
                  <a:srgbClr val="ffffff"/>
                </a:solidFill>
                <a:latin typeface="arial"/>
                <a:ea typeface="Calibri"/>
              </a:rPr>
              <a:t>AlexNET - 2012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Alex Krizhevsky, Ilya Sutskever and Geoffrey Hinton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8 Layer CNN Architecture with 60M parameters,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Used GPU to calculate the results faster.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1800" spc="-1" strike="noStrike">
                <a:solidFill>
                  <a:srgbClr val="ffffff"/>
                </a:solidFill>
                <a:latin typeface="arial"/>
                <a:ea typeface="Calibri"/>
              </a:rPr>
              <a:t>More than 10.8% above the runner-up in ImageNet Large Scale Visual Recognition Challenge (ILSVRC)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Text 18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landscape for engineers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ML systems actually work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Core ML types (practical framing) 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Neural networks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Hands-on (important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PlaceHolder 9"/>
          <p:cNvSpPr/>
          <p:nvPr/>
        </p:nvSpPr>
        <p:spPr>
          <a:xfrm>
            <a:off x="255600" y="228960"/>
            <a:ext cx="1162476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5000"/>
          </a:bodyPr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Core AI + Machine Learning Foundations (Engineer-Oriented)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1 - AI Landscape for Engineers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Text 3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vs ML vs Deep Learning vs Generative AI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Where classical software ends and ML systems begin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Why ML is “data + optimization + models”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1.1 - AI vs ML vs Deep Learning vs Generative AI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5" name="Text 7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3600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91440" y="68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"/>
          <p:cNvSpPr/>
          <p:nvPr/>
        </p:nvSpPr>
        <p:spPr>
          <a:xfrm>
            <a:off x="6211440" y="68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91440" y="356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"/>
          <p:cNvSpPr/>
          <p:nvPr/>
        </p:nvSpPr>
        <p:spPr>
          <a:xfrm>
            <a:off x="6211440" y="356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"/>
          <p:cNvSpPr/>
          <p:nvPr/>
        </p:nvSpPr>
        <p:spPr>
          <a:xfrm>
            <a:off x="91440" y="685800"/>
            <a:ext cx="81720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AI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"/>
          <p:cNvSpPr/>
          <p:nvPr/>
        </p:nvSpPr>
        <p:spPr>
          <a:xfrm>
            <a:off x="1828800" y="1371600"/>
            <a:ext cx="1823040" cy="11372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"/>
          <p:cNvSpPr/>
          <p:nvPr/>
        </p:nvSpPr>
        <p:spPr>
          <a:xfrm>
            <a:off x="72288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3" name=""/>
          <p:cNvSpPr/>
          <p:nvPr/>
        </p:nvSpPr>
        <p:spPr>
          <a:xfrm>
            <a:off x="412704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"/>
          <p:cNvSpPr/>
          <p:nvPr/>
        </p:nvSpPr>
        <p:spPr>
          <a:xfrm>
            <a:off x="265680" y="162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"/>
          <p:cNvSpPr/>
          <p:nvPr/>
        </p:nvSpPr>
        <p:spPr>
          <a:xfrm>
            <a:off x="1600200" y="914400"/>
            <a:ext cx="2509200" cy="22806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Rule Based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Coded Human Experience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Directly Explainable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"/>
          <p:cNvSpPr/>
          <p:nvPr/>
        </p:nvSpPr>
        <p:spPr>
          <a:xfrm>
            <a:off x="72324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" name=""/>
          <p:cNvSpPr/>
          <p:nvPr/>
        </p:nvSpPr>
        <p:spPr>
          <a:xfrm>
            <a:off x="412740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"/>
          <p:cNvSpPr/>
          <p:nvPr/>
        </p:nvSpPr>
        <p:spPr>
          <a:xfrm>
            <a:off x="4198680" y="162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"/>
          <p:cNvSpPr/>
          <p:nvPr/>
        </p:nvSpPr>
        <p:spPr>
          <a:xfrm>
            <a:off x="6211440" y="685800"/>
            <a:ext cx="81720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ML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"/>
          <p:cNvSpPr/>
          <p:nvPr/>
        </p:nvSpPr>
        <p:spPr>
          <a:xfrm>
            <a:off x="7949160" y="1371600"/>
            <a:ext cx="1823040" cy="11372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"/>
          <p:cNvSpPr/>
          <p:nvPr/>
        </p:nvSpPr>
        <p:spPr>
          <a:xfrm>
            <a:off x="684324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"/>
          <p:cNvSpPr/>
          <p:nvPr/>
        </p:nvSpPr>
        <p:spPr>
          <a:xfrm>
            <a:off x="1024740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"/>
          <p:cNvSpPr/>
          <p:nvPr/>
        </p:nvSpPr>
        <p:spPr>
          <a:xfrm>
            <a:off x="6386040" y="162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"/>
          <p:cNvSpPr/>
          <p:nvPr/>
        </p:nvSpPr>
        <p:spPr>
          <a:xfrm>
            <a:off x="7720560" y="914400"/>
            <a:ext cx="2509200" cy="22806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Parameter Based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Train Model Parameters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Python / SkLearn / ...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Human Experience +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Easy to Explain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"/>
          <p:cNvSpPr/>
          <p:nvPr/>
        </p:nvSpPr>
        <p:spPr>
          <a:xfrm>
            <a:off x="684360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"/>
          <p:cNvSpPr/>
          <p:nvPr/>
        </p:nvSpPr>
        <p:spPr>
          <a:xfrm>
            <a:off x="1024776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"/>
          <p:cNvSpPr/>
          <p:nvPr/>
        </p:nvSpPr>
        <p:spPr>
          <a:xfrm>
            <a:off x="10319040" y="162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"/>
          <p:cNvSpPr/>
          <p:nvPr/>
        </p:nvSpPr>
        <p:spPr>
          <a:xfrm>
            <a:off x="91440" y="356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"/>
          <p:cNvSpPr/>
          <p:nvPr/>
        </p:nvSpPr>
        <p:spPr>
          <a:xfrm>
            <a:off x="91440" y="3565800"/>
            <a:ext cx="81720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DL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1828800" y="4251600"/>
            <a:ext cx="1823040" cy="11372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"/>
          <p:cNvSpPr/>
          <p:nvPr/>
        </p:nvSpPr>
        <p:spPr>
          <a:xfrm>
            <a:off x="72288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"/>
          <p:cNvSpPr/>
          <p:nvPr/>
        </p:nvSpPr>
        <p:spPr>
          <a:xfrm>
            <a:off x="41270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" name=""/>
          <p:cNvSpPr/>
          <p:nvPr/>
        </p:nvSpPr>
        <p:spPr>
          <a:xfrm>
            <a:off x="265680" y="450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1600200" y="3794400"/>
            <a:ext cx="2509200" cy="22806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No Code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Train Model Parameters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Python / Torch / TensorFlow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Full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Hard to Explain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"/>
          <p:cNvSpPr/>
          <p:nvPr/>
        </p:nvSpPr>
        <p:spPr>
          <a:xfrm>
            <a:off x="7232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>
            <a:off x="412740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"/>
          <p:cNvSpPr/>
          <p:nvPr/>
        </p:nvSpPr>
        <p:spPr>
          <a:xfrm>
            <a:off x="4198680" y="450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"/>
          <p:cNvSpPr/>
          <p:nvPr/>
        </p:nvSpPr>
        <p:spPr>
          <a:xfrm>
            <a:off x="6211440" y="356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"/>
          <p:cNvSpPr/>
          <p:nvPr/>
        </p:nvSpPr>
        <p:spPr>
          <a:xfrm>
            <a:off x="6211440" y="3565800"/>
            <a:ext cx="5846400" cy="273744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"/>
          <p:cNvSpPr/>
          <p:nvPr/>
        </p:nvSpPr>
        <p:spPr>
          <a:xfrm>
            <a:off x="6211440" y="3565800"/>
            <a:ext cx="109836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GEN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1" name=""/>
          <p:cNvSpPr/>
          <p:nvPr/>
        </p:nvSpPr>
        <p:spPr>
          <a:xfrm>
            <a:off x="7948800" y="4251600"/>
            <a:ext cx="1823040" cy="11372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684288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3" name=""/>
          <p:cNvSpPr/>
          <p:nvPr/>
        </p:nvSpPr>
        <p:spPr>
          <a:xfrm>
            <a:off x="102470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"/>
          <p:cNvSpPr/>
          <p:nvPr/>
        </p:nvSpPr>
        <p:spPr>
          <a:xfrm>
            <a:off x="6385680" y="450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" name=""/>
          <p:cNvSpPr/>
          <p:nvPr/>
        </p:nvSpPr>
        <p:spPr>
          <a:xfrm>
            <a:off x="7720200" y="3794400"/>
            <a:ext cx="2509200" cy="22806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No Code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Train Model Parameters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Python / Torch / TensorFlow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Full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Very Hard to Explain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"/>
          <p:cNvSpPr/>
          <p:nvPr/>
        </p:nvSpPr>
        <p:spPr>
          <a:xfrm>
            <a:off x="68432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1024740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"/>
          <p:cNvSpPr/>
          <p:nvPr/>
        </p:nvSpPr>
        <p:spPr>
          <a:xfrm>
            <a:off x="10318680" y="450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"/>
          <p:cNvSpPr/>
          <p:nvPr/>
        </p:nvSpPr>
        <p:spPr>
          <a:xfrm>
            <a:off x="6843240" y="530208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0" name=""/>
          <p:cNvSpPr/>
          <p:nvPr/>
        </p:nvSpPr>
        <p:spPr>
          <a:xfrm>
            <a:off x="6385680" y="5229000"/>
            <a:ext cx="11372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Random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Numbers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1.1 - AI vs ML vs Deep Learning vs Generative AI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" name="Text 12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"/>
          <p:cNvSpPr/>
          <p:nvPr/>
        </p:nvSpPr>
        <p:spPr>
          <a:xfrm>
            <a:off x="228600" y="1143000"/>
            <a:ext cx="11647080" cy="5246280"/>
          </a:xfrm>
          <a:prstGeom prst="rect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"/>
          <p:cNvSpPr/>
          <p:nvPr/>
        </p:nvSpPr>
        <p:spPr>
          <a:xfrm>
            <a:off x="4343400" y="1143000"/>
            <a:ext cx="387468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ARTIFICIAL INTELLIGENCE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"/>
          <p:cNvSpPr/>
          <p:nvPr/>
        </p:nvSpPr>
        <p:spPr>
          <a:xfrm>
            <a:off x="457200" y="1828800"/>
            <a:ext cx="8680680" cy="44798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"/>
          <p:cNvSpPr/>
          <p:nvPr/>
        </p:nvSpPr>
        <p:spPr>
          <a:xfrm>
            <a:off x="905760" y="1854360"/>
            <a:ext cx="318888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MACHINE LEARNING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"/>
          <p:cNvSpPr/>
          <p:nvPr/>
        </p:nvSpPr>
        <p:spPr>
          <a:xfrm>
            <a:off x="685800" y="2514600"/>
            <a:ext cx="5251680" cy="365148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1834200" y="2520000"/>
            <a:ext cx="318888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NEURAL NETWORKS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"/>
          <p:cNvSpPr/>
          <p:nvPr/>
        </p:nvSpPr>
        <p:spPr>
          <a:xfrm>
            <a:off x="787320" y="2977200"/>
            <a:ext cx="240696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787320" y="2977200"/>
            <a:ext cx="24069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Fully Connected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"/>
          <p:cNvSpPr/>
          <p:nvPr/>
        </p:nvSpPr>
        <p:spPr>
          <a:xfrm>
            <a:off x="796680" y="4572000"/>
            <a:ext cx="5023080" cy="13654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2" name=""/>
          <p:cNvSpPr/>
          <p:nvPr/>
        </p:nvSpPr>
        <p:spPr>
          <a:xfrm>
            <a:off x="6221160" y="2514600"/>
            <a:ext cx="264168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"/>
          <p:cNvSpPr/>
          <p:nvPr/>
        </p:nvSpPr>
        <p:spPr>
          <a:xfrm>
            <a:off x="6172200" y="251460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SVM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"/>
          <p:cNvSpPr/>
          <p:nvPr/>
        </p:nvSpPr>
        <p:spPr>
          <a:xfrm>
            <a:off x="6221880" y="3009960"/>
            <a:ext cx="264168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"/>
          <p:cNvSpPr/>
          <p:nvPr/>
        </p:nvSpPr>
        <p:spPr>
          <a:xfrm>
            <a:off x="6172920" y="300996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DECISION TREE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>
            <a:off x="6222600" y="3522240"/>
            <a:ext cx="264168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"/>
          <p:cNvSpPr/>
          <p:nvPr/>
        </p:nvSpPr>
        <p:spPr>
          <a:xfrm>
            <a:off x="6173640" y="352224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KNN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"/>
          <p:cNvSpPr/>
          <p:nvPr/>
        </p:nvSpPr>
        <p:spPr>
          <a:xfrm>
            <a:off x="6223320" y="4029840"/>
            <a:ext cx="264132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"/>
          <p:cNvSpPr/>
          <p:nvPr/>
        </p:nvSpPr>
        <p:spPr>
          <a:xfrm>
            <a:off x="6174000" y="402984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PCA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6223680" y="4537440"/>
            <a:ext cx="264168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"/>
          <p:cNvSpPr/>
          <p:nvPr/>
        </p:nvSpPr>
        <p:spPr>
          <a:xfrm>
            <a:off x="6174360" y="4537440"/>
            <a:ext cx="264168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RANDOM FOREST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2" name=""/>
          <p:cNvSpPr/>
          <p:nvPr/>
        </p:nvSpPr>
        <p:spPr>
          <a:xfrm>
            <a:off x="6224400" y="5045040"/>
            <a:ext cx="264132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"/>
          <p:cNvSpPr/>
          <p:nvPr/>
        </p:nvSpPr>
        <p:spPr>
          <a:xfrm>
            <a:off x="6175080" y="5045040"/>
            <a:ext cx="264168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CLUSTERING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4" name=""/>
          <p:cNvSpPr/>
          <p:nvPr/>
        </p:nvSpPr>
        <p:spPr>
          <a:xfrm>
            <a:off x="6225120" y="5518800"/>
            <a:ext cx="264132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"/>
          <p:cNvSpPr/>
          <p:nvPr/>
        </p:nvSpPr>
        <p:spPr>
          <a:xfrm>
            <a:off x="6225120" y="551880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Reinforcement L.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6" name=""/>
          <p:cNvSpPr/>
          <p:nvPr/>
        </p:nvSpPr>
        <p:spPr>
          <a:xfrm>
            <a:off x="9416880" y="2514600"/>
            <a:ext cx="2378880" cy="39132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"/>
          <p:cNvSpPr/>
          <p:nvPr/>
        </p:nvSpPr>
        <p:spPr>
          <a:xfrm>
            <a:off x="9372600" y="2514600"/>
            <a:ext cx="2378880" cy="39132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Comp. Vision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"/>
          <p:cNvSpPr/>
          <p:nvPr/>
        </p:nvSpPr>
        <p:spPr>
          <a:xfrm>
            <a:off x="9417600" y="3009960"/>
            <a:ext cx="2378880" cy="39132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"/>
          <p:cNvSpPr/>
          <p:nvPr/>
        </p:nvSpPr>
        <p:spPr>
          <a:xfrm>
            <a:off x="9373320" y="3009960"/>
            <a:ext cx="2378880" cy="39132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Automation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"/>
          <p:cNvSpPr/>
          <p:nvPr/>
        </p:nvSpPr>
        <p:spPr>
          <a:xfrm>
            <a:off x="9417960" y="3522240"/>
            <a:ext cx="2379240" cy="39132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9373680" y="3522240"/>
            <a:ext cx="2378880" cy="39132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Robotics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"/>
          <p:cNvSpPr/>
          <p:nvPr/>
        </p:nvSpPr>
        <p:spPr>
          <a:xfrm>
            <a:off x="9418680" y="4029840"/>
            <a:ext cx="2378520" cy="39132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"/>
          <p:cNvSpPr/>
          <p:nvPr/>
        </p:nvSpPr>
        <p:spPr>
          <a:xfrm>
            <a:off x="9374400" y="4029840"/>
            <a:ext cx="2378520" cy="39132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NLP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"/>
          <p:cNvSpPr/>
          <p:nvPr/>
        </p:nvSpPr>
        <p:spPr>
          <a:xfrm>
            <a:off x="9419400" y="4537440"/>
            <a:ext cx="2378520" cy="39132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"/>
          <p:cNvSpPr/>
          <p:nvPr/>
        </p:nvSpPr>
        <p:spPr>
          <a:xfrm>
            <a:off x="9374760" y="4537440"/>
            <a:ext cx="2378880" cy="39132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...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6225480" y="2003400"/>
            <a:ext cx="2641320" cy="3913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"/>
          <p:cNvSpPr/>
          <p:nvPr/>
        </p:nvSpPr>
        <p:spPr>
          <a:xfrm>
            <a:off x="6172200" y="200736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REGRESSION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"/>
          <p:cNvSpPr/>
          <p:nvPr/>
        </p:nvSpPr>
        <p:spPr>
          <a:xfrm>
            <a:off x="9417600" y="1983600"/>
            <a:ext cx="2378880" cy="39132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"/>
          <p:cNvSpPr/>
          <p:nvPr/>
        </p:nvSpPr>
        <p:spPr>
          <a:xfrm>
            <a:off x="9373320" y="1983600"/>
            <a:ext cx="2378880" cy="39132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Prolog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"/>
          <p:cNvSpPr/>
          <p:nvPr/>
        </p:nvSpPr>
        <p:spPr>
          <a:xfrm>
            <a:off x="787320" y="3518640"/>
            <a:ext cx="80928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"/>
          <p:cNvSpPr/>
          <p:nvPr/>
        </p:nvSpPr>
        <p:spPr>
          <a:xfrm>
            <a:off x="787320" y="3518640"/>
            <a:ext cx="80928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CNN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"/>
          <p:cNvSpPr/>
          <p:nvPr/>
        </p:nvSpPr>
        <p:spPr>
          <a:xfrm>
            <a:off x="3288240" y="2977200"/>
            <a:ext cx="102996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3" name=""/>
          <p:cNvSpPr/>
          <p:nvPr/>
        </p:nvSpPr>
        <p:spPr>
          <a:xfrm>
            <a:off x="3288240" y="2977200"/>
            <a:ext cx="10353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4" name=""/>
          <p:cNvSpPr/>
          <p:nvPr/>
        </p:nvSpPr>
        <p:spPr>
          <a:xfrm>
            <a:off x="4417560" y="2977200"/>
            <a:ext cx="103536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5" name=""/>
          <p:cNvSpPr/>
          <p:nvPr/>
        </p:nvSpPr>
        <p:spPr>
          <a:xfrm>
            <a:off x="4417560" y="2977200"/>
            <a:ext cx="10353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LSTM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6" name=""/>
          <p:cNvSpPr/>
          <p:nvPr/>
        </p:nvSpPr>
        <p:spPr>
          <a:xfrm>
            <a:off x="1690920" y="3518640"/>
            <a:ext cx="82188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7" name=""/>
          <p:cNvSpPr/>
          <p:nvPr/>
        </p:nvSpPr>
        <p:spPr>
          <a:xfrm>
            <a:off x="1690920" y="3518640"/>
            <a:ext cx="82188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GAN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8" name=""/>
          <p:cNvSpPr/>
          <p:nvPr/>
        </p:nvSpPr>
        <p:spPr>
          <a:xfrm>
            <a:off x="2658600" y="3518640"/>
            <a:ext cx="82440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" name=""/>
          <p:cNvSpPr/>
          <p:nvPr/>
        </p:nvSpPr>
        <p:spPr>
          <a:xfrm>
            <a:off x="2658600" y="3518640"/>
            <a:ext cx="82440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DBN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0" name=""/>
          <p:cNvSpPr/>
          <p:nvPr/>
        </p:nvSpPr>
        <p:spPr>
          <a:xfrm>
            <a:off x="3562200" y="3518640"/>
            <a:ext cx="77580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1" name=""/>
          <p:cNvSpPr/>
          <p:nvPr/>
        </p:nvSpPr>
        <p:spPr>
          <a:xfrm>
            <a:off x="3468600" y="3518640"/>
            <a:ext cx="83700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VAE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" name=""/>
          <p:cNvSpPr/>
          <p:nvPr/>
        </p:nvSpPr>
        <p:spPr>
          <a:xfrm>
            <a:off x="787320" y="4019760"/>
            <a:ext cx="103536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3" name=""/>
          <p:cNvSpPr/>
          <p:nvPr/>
        </p:nvSpPr>
        <p:spPr>
          <a:xfrm>
            <a:off x="787320" y="4019760"/>
            <a:ext cx="10353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RBM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4" name=""/>
          <p:cNvSpPr/>
          <p:nvPr/>
        </p:nvSpPr>
        <p:spPr>
          <a:xfrm>
            <a:off x="1907640" y="4019760"/>
            <a:ext cx="103536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" name=""/>
          <p:cNvSpPr/>
          <p:nvPr/>
        </p:nvSpPr>
        <p:spPr>
          <a:xfrm>
            <a:off x="1907640" y="4019760"/>
            <a:ext cx="10353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GNN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6" name=""/>
          <p:cNvSpPr/>
          <p:nvPr/>
        </p:nvSpPr>
        <p:spPr>
          <a:xfrm>
            <a:off x="3038040" y="4019760"/>
            <a:ext cx="103536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7" name=""/>
          <p:cNvSpPr/>
          <p:nvPr/>
        </p:nvSpPr>
        <p:spPr>
          <a:xfrm>
            <a:off x="3038040" y="4019760"/>
            <a:ext cx="10353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PINN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8" name=""/>
          <p:cNvSpPr/>
          <p:nvPr/>
        </p:nvSpPr>
        <p:spPr>
          <a:xfrm>
            <a:off x="4188600" y="4019760"/>
            <a:ext cx="152028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9" name=""/>
          <p:cNvSpPr/>
          <p:nvPr/>
        </p:nvSpPr>
        <p:spPr>
          <a:xfrm>
            <a:off x="4178520" y="4019760"/>
            <a:ext cx="153036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Diffusion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0" name=""/>
          <p:cNvSpPr/>
          <p:nvPr/>
        </p:nvSpPr>
        <p:spPr>
          <a:xfrm>
            <a:off x="1834200" y="4559040"/>
            <a:ext cx="3188880" cy="46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TRANSFORMERS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1" name=""/>
          <p:cNvSpPr/>
          <p:nvPr/>
        </p:nvSpPr>
        <p:spPr>
          <a:xfrm>
            <a:off x="2971800" y="4964040"/>
            <a:ext cx="2737080" cy="902880"/>
          </a:xfrm>
          <a:prstGeom prst="roundRect">
            <a:avLst>
              <a:gd name="adj" fmla="val 16667"/>
            </a:avLst>
          </a:prstGeom>
          <a:solidFill>
            <a:srgbClr val="3333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GPT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</a:rPr>
              <a:t>DEC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" name=""/>
          <p:cNvSpPr/>
          <p:nvPr/>
        </p:nvSpPr>
        <p:spPr>
          <a:xfrm>
            <a:off x="3657600" y="5089680"/>
            <a:ext cx="2000880" cy="619200"/>
          </a:xfrm>
          <a:prstGeom prst="roundRect">
            <a:avLst>
              <a:gd name="adj" fmla="val 16667"/>
            </a:avLst>
          </a:prstGeom>
          <a:solidFill>
            <a:srgbClr val="1c1c1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LLM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3" name=""/>
          <p:cNvSpPr/>
          <p:nvPr/>
        </p:nvSpPr>
        <p:spPr>
          <a:xfrm>
            <a:off x="1946520" y="4968720"/>
            <a:ext cx="908280" cy="908280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</a:rPr>
              <a:t>ENC-DEC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4" name=""/>
          <p:cNvSpPr/>
          <p:nvPr/>
        </p:nvSpPr>
        <p:spPr>
          <a:xfrm>
            <a:off x="6225120" y="5518800"/>
            <a:ext cx="26413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Reinforcement L.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5" name=""/>
          <p:cNvSpPr/>
          <p:nvPr/>
        </p:nvSpPr>
        <p:spPr>
          <a:xfrm>
            <a:off x="6222600" y="5994000"/>
            <a:ext cx="1822680" cy="22248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……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"/>
          <p:cNvSpPr/>
          <p:nvPr/>
        </p:nvSpPr>
        <p:spPr>
          <a:xfrm>
            <a:off x="4323240" y="5197320"/>
            <a:ext cx="115704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AGENTIC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7" name=""/>
          <p:cNvSpPr/>
          <p:nvPr/>
        </p:nvSpPr>
        <p:spPr>
          <a:xfrm>
            <a:off x="927360" y="4969080"/>
            <a:ext cx="908280" cy="908280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BERT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</a:rPr>
              <a:t>ENC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4469760" y="3519000"/>
            <a:ext cx="775800" cy="44568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9" name=""/>
          <p:cNvSpPr/>
          <p:nvPr/>
        </p:nvSpPr>
        <p:spPr>
          <a:xfrm>
            <a:off x="4376160" y="3519000"/>
            <a:ext cx="83700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KAN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1.2 - Where classical software ends and ML systems begin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1" name="PlaceHolder 5"/>
          <p:cNvSpPr/>
          <p:nvPr/>
        </p:nvSpPr>
        <p:spPr>
          <a:xfrm>
            <a:off x="304920" y="685800"/>
            <a:ext cx="11883600" cy="58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Example : Fibonacci Numbers :  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n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=a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n-1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+a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n-2         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100000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=?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Math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: Binet’s Formula (Generating Functions) 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(De Moivre 1730)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Algorithm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: 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Machine Learning :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  Generate 1000 data points , train model using these data, try to guess  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100000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 (test the model).  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2" name="" descr=""/>
          <p:cNvPicPr/>
          <p:nvPr/>
        </p:nvPicPr>
        <p:blipFill>
          <a:blip r:embed="rId1"/>
          <a:stretch/>
        </p:blipFill>
        <p:spPr>
          <a:xfrm>
            <a:off x="5865840" y="1735560"/>
            <a:ext cx="2131560" cy="863640"/>
          </a:xfrm>
          <a:prstGeom prst="rect">
            <a:avLst/>
          </a:prstGeom>
          <a:ln w="0">
            <a:noFill/>
          </a:ln>
        </p:spPr>
      </p:pic>
      <p:pic>
        <p:nvPicPr>
          <p:cNvPr id="1263" name="" descr=""/>
          <p:cNvPicPr/>
          <p:nvPr/>
        </p:nvPicPr>
        <p:blipFill>
          <a:blip r:embed="rId2"/>
          <a:stretch/>
        </p:blipFill>
        <p:spPr>
          <a:xfrm>
            <a:off x="1590840" y="1706040"/>
            <a:ext cx="3206160" cy="895320"/>
          </a:xfrm>
          <a:prstGeom prst="rect">
            <a:avLst/>
          </a:prstGeom>
          <a:ln w="0">
            <a:noFill/>
          </a:ln>
        </p:spPr>
      </p:pic>
      <p:grpSp>
        <p:nvGrpSpPr>
          <p:cNvPr id="1264" name=""/>
          <p:cNvGrpSpPr/>
          <p:nvPr/>
        </p:nvGrpSpPr>
        <p:grpSpPr>
          <a:xfrm>
            <a:off x="2286000" y="2906640"/>
            <a:ext cx="2768760" cy="1890360"/>
            <a:chOff x="2286000" y="2906640"/>
            <a:chExt cx="2768760" cy="1890360"/>
          </a:xfrm>
        </p:grpSpPr>
        <p:sp>
          <p:nvSpPr>
            <p:cNvPr id="1265" name=""/>
            <p:cNvSpPr/>
            <p:nvPr/>
          </p:nvSpPr>
          <p:spPr>
            <a:xfrm>
              <a:off x="2286000" y="2906640"/>
              <a:ext cx="2768760" cy="1890360"/>
            </a:xfrm>
            <a:prstGeom prst="rect">
              <a:avLst/>
            </a:prstGeom>
            <a:noFill/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F_n=0 ; F_n_1=2; F_n_2=1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n=5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for  in range(n):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  </a:t>
              </a: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 =  F_n_1 + F_n_2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  </a:t>
              </a: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F_n_2=F_n_1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  </a:t>
              </a: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F_n_1=F_n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print(F_n)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66" name=""/>
            <p:cNvSpPr/>
            <p:nvPr/>
          </p:nvSpPr>
          <p:spPr>
            <a:xfrm>
              <a:off x="4377600" y="4286520"/>
              <a:ext cx="677160" cy="51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1" lang="en-US" sz="1800" spc="-1" strike="noStrike">
                  <a:solidFill>
                    <a:srgbClr val="c9211e"/>
                  </a:solidFill>
                  <a:latin typeface="Arial"/>
                  <a:ea typeface="DejaVu Sans"/>
                </a:rPr>
                <a:t>O(n)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1.2 - Where classical software ends and ML systems begin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68" name="" descr=""/>
          <p:cNvPicPr/>
          <p:nvPr/>
        </p:nvPicPr>
        <p:blipFill>
          <a:blip r:embed="rId1"/>
          <a:stretch/>
        </p:blipFill>
        <p:spPr>
          <a:xfrm>
            <a:off x="779040" y="680760"/>
            <a:ext cx="10629000" cy="5795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1.2 - Where classical software ends and ML systems begin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"/>
          <p:cNvSpPr/>
          <p:nvPr/>
        </p:nvSpPr>
        <p:spPr>
          <a:xfrm>
            <a:off x="457200" y="1143000"/>
            <a:ext cx="11425320" cy="228132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Solving problems with Classical Software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Analyze the problem mathematically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Read previous works and try to generalize the previous solutions to cover your problem.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Test your solution on various input/output data of the problem.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Analytical proof exists BUT can not be easily generalized !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457200" y="3663000"/>
            <a:ext cx="11425320" cy="228132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Solving problems with ML/DL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Collect real data for the problem.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Choose the ML/DL Architecture to use. ( SVM, CNN, Transformer, …. 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Train, Validate and Test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Good generalization BUT no analytical proof and DEPENDS ON THE DATA QUALITY !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1.3 – Why ML is “data + optimization + models”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142200" y="1661040"/>
            <a:ext cx="2739600" cy="3654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DATA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Provides examples for learning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Contains patterns and relationships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%90 of ML Project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Example: Images, text, audio, sensor readings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"/>
          <p:cNvSpPr/>
          <p:nvPr/>
        </p:nvSpPr>
        <p:spPr>
          <a:xfrm>
            <a:off x="4658400" y="1661040"/>
            <a:ext cx="2968200" cy="2968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 mathematical function with adjustable parameters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Learns to represent patterns in the data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Example: Linear regression, neural networks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"/>
          <p:cNvSpPr/>
          <p:nvPr/>
        </p:nvSpPr>
        <p:spPr>
          <a:xfrm>
            <a:off x="9001800" y="1661040"/>
            <a:ext cx="2968200" cy="2968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OPTIMIZATION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Adjusts the model parameters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Reduces prediction errors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Example: Gradient Descent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"/>
          <p:cNvSpPr/>
          <p:nvPr/>
        </p:nvSpPr>
        <p:spPr>
          <a:xfrm>
            <a:off x="7675200" y="3265200"/>
            <a:ext cx="18252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Adjust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Parameters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(Weights)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"/>
          <p:cNvSpPr/>
          <p:nvPr/>
        </p:nvSpPr>
        <p:spPr>
          <a:xfrm>
            <a:off x="7629840" y="1829160"/>
            <a:ext cx="20538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Loss Value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( Predicted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- Real)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"/>
          <p:cNvSpPr/>
          <p:nvPr/>
        </p:nvSpPr>
        <p:spPr>
          <a:xfrm>
            <a:off x="2971800" y="1661040"/>
            <a:ext cx="18255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 and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Corresponding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2885040" y="2971800"/>
            <a:ext cx="177336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"/>
          <p:cNvSpPr/>
          <p:nvPr/>
        </p:nvSpPr>
        <p:spPr>
          <a:xfrm>
            <a:off x="7629840" y="3886200"/>
            <a:ext cx="1371960" cy="360"/>
          </a:xfrm>
          <a:prstGeom prst="line">
            <a:avLst/>
          </a:prstGeom>
          <a:ln w="0">
            <a:solidFill>
              <a:srgbClr val="ffffff"/>
            </a:solidFill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"/>
          <p:cNvSpPr/>
          <p:nvPr/>
        </p:nvSpPr>
        <p:spPr>
          <a:xfrm>
            <a:off x="7630200" y="2806200"/>
            <a:ext cx="137196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1.3 – Why ML is “data + optimization + models”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"/>
          <p:cNvSpPr/>
          <p:nvPr/>
        </p:nvSpPr>
        <p:spPr>
          <a:xfrm>
            <a:off x="685800" y="2286000"/>
            <a:ext cx="754056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Data provides training examples.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The model makes predictions.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The loss measures prediction error.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Optimization updates the model parameters.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The process repeats until the error is minimized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"/>
          <p:cNvSpPr/>
          <p:nvPr/>
        </p:nvSpPr>
        <p:spPr>
          <a:xfrm>
            <a:off x="325800" y="914400"/>
            <a:ext cx="2282760" cy="682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DATA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"/>
          <p:cNvSpPr/>
          <p:nvPr/>
        </p:nvSpPr>
        <p:spPr>
          <a:xfrm>
            <a:off x="3205800" y="914400"/>
            <a:ext cx="2282760" cy="682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PREDICTS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6085800" y="914400"/>
            <a:ext cx="2282760" cy="682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COMPARE WITH TRUTH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"/>
          <p:cNvSpPr/>
          <p:nvPr/>
        </p:nvSpPr>
        <p:spPr>
          <a:xfrm>
            <a:off x="8965800" y="914400"/>
            <a:ext cx="2282760" cy="682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COMPUTE THE LOSS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2611800" y="1198800"/>
            <a:ext cx="58860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" name=""/>
          <p:cNvSpPr/>
          <p:nvPr/>
        </p:nvSpPr>
        <p:spPr>
          <a:xfrm>
            <a:off x="5491800" y="1198800"/>
            <a:ext cx="58860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0" name=""/>
          <p:cNvSpPr/>
          <p:nvPr/>
        </p:nvSpPr>
        <p:spPr>
          <a:xfrm>
            <a:off x="8371800" y="1198800"/>
            <a:ext cx="58860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1" name=""/>
          <p:cNvSpPr/>
          <p:nvPr/>
        </p:nvSpPr>
        <p:spPr>
          <a:xfrm>
            <a:off x="8965800" y="2235600"/>
            <a:ext cx="2282760" cy="10713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OPTIMIZATION UPDATES THE MODEL PARAMETERS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"/>
          <p:cNvSpPr/>
          <p:nvPr/>
        </p:nvSpPr>
        <p:spPr>
          <a:xfrm>
            <a:off x="8965800" y="3992400"/>
            <a:ext cx="2282760" cy="6825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BETTER 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"/>
          <p:cNvSpPr/>
          <p:nvPr/>
        </p:nvSpPr>
        <p:spPr>
          <a:xfrm>
            <a:off x="10094400" y="1623960"/>
            <a:ext cx="360" cy="58860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10094760" y="3359160"/>
            <a:ext cx="360" cy="58860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1.3 – Why ML is “data + optimization + models”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477720" y="3835080"/>
            <a:ext cx="6480360" cy="27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Data</a:t>
            </a: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 tells the algorithm what to learn.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Model</a:t>
            </a: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 defines how knowledge is represented.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Optimization</a:t>
            </a: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 determines how the model improves.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297" name=""/>
          <p:cNvGraphicFramePr/>
          <p:nvPr/>
        </p:nvGraphicFramePr>
        <p:xfrm>
          <a:off x="514800" y="1168920"/>
          <a:ext cx="8171640" cy="2260080"/>
        </p:xfrm>
        <a:graphic>
          <a:graphicData uri="http://schemas.openxmlformats.org/drawingml/2006/table">
            <a:tbl>
              <a:tblPr/>
              <a:tblGrid>
                <a:gridCol w="2148120"/>
                <a:gridCol w="6023880"/>
              </a:tblGrid>
              <a:tr h="5648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648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38"/>
                          </a:solidFill>
                          <a:latin typeface="Arial"/>
                        </a:rPr>
                        <a:t>Data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38"/>
                          </a:solidFill>
                          <a:latin typeface="Arial"/>
                        </a:rPr>
                        <a:t>No Information to learn from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648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No function to represent the solution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655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Optimization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Model parameters never improve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98" name=""/>
          <p:cNvSpPr/>
          <p:nvPr/>
        </p:nvSpPr>
        <p:spPr>
          <a:xfrm>
            <a:off x="9144000" y="685800"/>
            <a:ext cx="2740320" cy="5483520"/>
          </a:xfrm>
          <a:prstGeom prst="rect">
            <a:avLst/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"/>
          <p:cNvSpPr/>
          <p:nvPr/>
        </p:nvSpPr>
        <p:spPr>
          <a:xfrm>
            <a:off x="9514800" y="1143000"/>
            <a:ext cx="20545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Cat Images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"/>
          <p:cNvSpPr/>
          <p:nvPr/>
        </p:nvSpPr>
        <p:spPr>
          <a:xfrm>
            <a:off x="9514800" y="1863000"/>
            <a:ext cx="20545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Neural Network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"/>
          <p:cNvSpPr/>
          <p:nvPr/>
        </p:nvSpPr>
        <p:spPr>
          <a:xfrm>
            <a:off x="9514800" y="2583000"/>
            <a:ext cx="20545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Prediction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"/>
          <p:cNvSpPr/>
          <p:nvPr/>
        </p:nvSpPr>
        <p:spPr>
          <a:xfrm>
            <a:off x="9514800" y="3303000"/>
            <a:ext cx="20545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Error Loss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9514800" y="4023000"/>
            <a:ext cx="2054520" cy="454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Gradient Descent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"/>
          <p:cNvSpPr/>
          <p:nvPr/>
        </p:nvSpPr>
        <p:spPr>
          <a:xfrm>
            <a:off x="9514800" y="4743000"/>
            <a:ext cx="2054520" cy="7405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Improved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Neural Network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9907200" y="347760"/>
            <a:ext cx="131436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EXAMPLE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6" name=""/>
          <p:cNvSpPr/>
          <p:nvPr/>
        </p:nvSpPr>
        <p:spPr>
          <a:xfrm>
            <a:off x="10515600" y="160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"/>
          <p:cNvSpPr/>
          <p:nvPr/>
        </p:nvSpPr>
        <p:spPr>
          <a:xfrm>
            <a:off x="10515600" y="232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" name=""/>
          <p:cNvSpPr/>
          <p:nvPr/>
        </p:nvSpPr>
        <p:spPr>
          <a:xfrm>
            <a:off x="10515600" y="304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"/>
          <p:cNvSpPr/>
          <p:nvPr/>
        </p:nvSpPr>
        <p:spPr>
          <a:xfrm>
            <a:off x="10515600" y="376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"/>
          <p:cNvSpPr/>
          <p:nvPr/>
        </p:nvSpPr>
        <p:spPr>
          <a:xfrm>
            <a:off x="10515600" y="448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2 - How ML Systems Actually Work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Text 2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Dataset → training → model → inference pipeline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Train/test split, overfitting (intuition, not math-heavy)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Loss function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Feature vs representation learning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ML Model Evaluation : False Positive, Precision, Recall, Accuracy, Confusion Matrix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2.1 - Dataset → training → model → inference pipeline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4" name=""/>
          <p:cNvSpPr/>
          <p:nvPr/>
        </p:nvSpPr>
        <p:spPr>
          <a:xfrm>
            <a:off x="1143000" y="137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"/>
          <p:cNvSpPr/>
          <p:nvPr/>
        </p:nvSpPr>
        <p:spPr>
          <a:xfrm>
            <a:off x="685800" y="137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PROBLEM DEFINITION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6" name=""/>
          <p:cNvSpPr/>
          <p:nvPr/>
        </p:nvSpPr>
        <p:spPr>
          <a:xfrm>
            <a:off x="1143000" y="209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"/>
          <p:cNvSpPr/>
          <p:nvPr/>
        </p:nvSpPr>
        <p:spPr>
          <a:xfrm>
            <a:off x="685800" y="209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DATA COLLECTION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1143000" y="281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"/>
          <p:cNvSpPr/>
          <p:nvPr/>
        </p:nvSpPr>
        <p:spPr>
          <a:xfrm>
            <a:off x="685800" y="281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DATA CLEANING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0" name=""/>
          <p:cNvSpPr/>
          <p:nvPr/>
        </p:nvSpPr>
        <p:spPr>
          <a:xfrm>
            <a:off x="1143000" y="353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"/>
          <p:cNvSpPr/>
          <p:nvPr/>
        </p:nvSpPr>
        <p:spPr>
          <a:xfrm>
            <a:off x="685800" y="353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FEATURE EXTRACTION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2" name=""/>
          <p:cNvSpPr/>
          <p:nvPr/>
        </p:nvSpPr>
        <p:spPr>
          <a:xfrm>
            <a:off x="1143000" y="425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"/>
          <p:cNvSpPr/>
          <p:nvPr/>
        </p:nvSpPr>
        <p:spPr>
          <a:xfrm>
            <a:off x="685800" y="425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TRAINING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4" name=""/>
          <p:cNvSpPr/>
          <p:nvPr/>
        </p:nvSpPr>
        <p:spPr>
          <a:xfrm>
            <a:off x="1143000" y="497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"/>
          <p:cNvSpPr/>
          <p:nvPr/>
        </p:nvSpPr>
        <p:spPr>
          <a:xfrm>
            <a:off x="685800" y="497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VALIDATION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6" name=""/>
          <p:cNvSpPr/>
          <p:nvPr/>
        </p:nvSpPr>
        <p:spPr>
          <a:xfrm>
            <a:off x="1143000" y="497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685800" y="497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VALIDATION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8" name=""/>
          <p:cNvSpPr/>
          <p:nvPr/>
        </p:nvSpPr>
        <p:spPr>
          <a:xfrm>
            <a:off x="1143000" y="569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TESTING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"/>
          <p:cNvSpPr/>
          <p:nvPr/>
        </p:nvSpPr>
        <p:spPr>
          <a:xfrm>
            <a:off x="5463000" y="245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"/>
          <p:cNvSpPr/>
          <p:nvPr/>
        </p:nvSpPr>
        <p:spPr>
          <a:xfrm>
            <a:off x="5005800" y="245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DATA VISUALIZATION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5463000" y="5331600"/>
            <a:ext cx="4106880" cy="394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"/>
          <p:cNvSpPr/>
          <p:nvPr/>
        </p:nvSpPr>
        <p:spPr>
          <a:xfrm>
            <a:off x="5005800" y="5331600"/>
            <a:ext cx="50212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REPORT GENERATION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2.1 - Dataset → training → model → inference pipeline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4" name="" descr=""/>
          <p:cNvPicPr/>
          <p:nvPr/>
        </p:nvPicPr>
        <p:blipFill>
          <a:blip r:embed="rId1"/>
          <a:stretch/>
        </p:blipFill>
        <p:spPr>
          <a:xfrm>
            <a:off x="457200" y="592200"/>
            <a:ext cx="10889280" cy="593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2.2 - Train/test split, overfitting (intuition, not math-heavy)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6" name="" descr=""/>
          <p:cNvPicPr/>
          <p:nvPr/>
        </p:nvPicPr>
        <p:blipFill>
          <a:blip r:embed="rId1"/>
          <a:stretch/>
        </p:blipFill>
        <p:spPr>
          <a:xfrm>
            <a:off x="795600" y="703440"/>
            <a:ext cx="10597680" cy="5779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2.2 - Train/test split, overfitting (intuition, not math-heavy)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38" name="" descr=""/>
          <p:cNvPicPr/>
          <p:nvPr/>
        </p:nvPicPr>
        <p:blipFill>
          <a:blip r:embed="rId1"/>
          <a:stretch/>
        </p:blipFill>
        <p:spPr>
          <a:xfrm>
            <a:off x="2665080" y="685800"/>
            <a:ext cx="6858720" cy="5713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2.2 - Preventing overfitting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0" name=""/>
          <p:cNvSpPr/>
          <p:nvPr/>
        </p:nvSpPr>
        <p:spPr>
          <a:xfrm>
            <a:off x="339120" y="1024920"/>
            <a:ext cx="11316600" cy="334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Regularization : Constraining the Model, L1, L2, Dropout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Modifying the Data : Collect More Data, Augmentation, Feature Selection/Reduction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Adjusting Training Process : Early Stopping, Cross-Validation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Architectural Control and Ensembling : Reduce Model Capacity,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Ensemble Methods (Multiple Small models instead of 1 big model)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2.3 – Loss Function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342" name=""/>
          <p:cNvGraphicFramePr/>
          <p:nvPr/>
        </p:nvGraphicFramePr>
        <p:xfrm>
          <a:off x="246960" y="1210680"/>
          <a:ext cx="2963880" cy="2552760"/>
        </p:xfrm>
        <a:graphic>
          <a:graphicData uri="http://schemas.openxmlformats.org/drawingml/2006/table">
            <a:tbl>
              <a:tblPr/>
              <a:tblGrid>
                <a:gridCol w="383400"/>
                <a:gridCol w="546120"/>
                <a:gridCol w="504720"/>
                <a:gridCol w="765000"/>
                <a:gridCol w="765000"/>
              </a:tblGrid>
              <a:tr h="364680">
                <a:tc gridSpan="3"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43" name=""/>
          <p:cNvSpPr/>
          <p:nvPr/>
        </p:nvSpPr>
        <p:spPr>
          <a:xfrm>
            <a:off x="4800600" y="1828800"/>
            <a:ext cx="6832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4800600" y="2549160"/>
            <a:ext cx="68364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"/>
          <p:cNvSpPr/>
          <p:nvPr/>
        </p:nvSpPr>
        <p:spPr>
          <a:xfrm>
            <a:off x="4800600" y="3269160"/>
            <a:ext cx="68364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273960" y="1829160"/>
            <a:ext cx="454680" cy="45468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"/>
          <p:cNvSpPr/>
          <p:nvPr/>
        </p:nvSpPr>
        <p:spPr>
          <a:xfrm>
            <a:off x="634320" y="1829520"/>
            <a:ext cx="454680" cy="45468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>
            <a:off x="1210320" y="1829520"/>
            <a:ext cx="454680" cy="45468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9" name=""/>
          <p:cNvSpPr/>
          <p:nvPr/>
        </p:nvSpPr>
        <p:spPr>
          <a:xfrm>
            <a:off x="1930680" y="1829880"/>
            <a:ext cx="454680" cy="454680"/>
          </a:xfrm>
          <a:prstGeom prst="ellipse">
            <a:avLst/>
          </a:prstGeom>
          <a:noFill/>
          <a:ln w="0">
            <a:solidFill>
              <a:srgbClr val="e6e90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2650680" y="1829880"/>
            <a:ext cx="454680" cy="454680"/>
          </a:xfrm>
          <a:prstGeom prst="ellipse">
            <a:avLst/>
          </a:prstGeom>
          <a:noFill/>
          <a:ln w="0">
            <a:solidFill>
              <a:srgbClr val="e6e90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351" name=""/>
          <p:cNvCxnSpPr>
            <a:stCxn id="1346" idx="0"/>
            <a:endCxn id="1343" idx="2"/>
          </p:cNvCxnSpPr>
          <p:nvPr/>
        </p:nvCxnSpPr>
        <p:spPr>
          <a:xfrm flipH="1" rot="16200000">
            <a:off x="2537640" y="-207000"/>
            <a:ext cx="227520" cy="4299480"/>
          </a:xfrm>
          <a:prstGeom prst="bentConnector4">
            <a:avLst>
              <a:gd name="adj1" fmla="val 305229"/>
              <a:gd name="adj2" fmla="val 70758"/>
            </a:avLst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352" name=""/>
          <p:cNvCxnSpPr>
            <a:stCxn id="1347" idx="4"/>
            <a:endCxn id="1344" idx="2"/>
          </p:cNvCxnSpPr>
          <p:nvPr/>
        </p:nvCxnSpPr>
        <p:spPr>
          <a:xfrm flipH="1" rot="16200000">
            <a:off x="2584800" y="560880"/>
            <a:ext cx="492840" cy="3939120"/>
          </a:xfrm>
          <a:prstGeom prst="bentConnector2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353" name=""/>
          <p:cNvCxnSpPr>
            <a:stCxn id="1348" idx="4"/>
            <a:endCxn id="1345" idx="2"/>
          </p:cNvCxnSpPr>
          <p:nvPr/>
        </p:nvCxnSpPr>
        <p:spPr>
          <a:xfrm flipH="1" rot="16200000">
            <a:off x="2512800" y="1208880"/>
            <a:ext cx="1212840" cy="3363120"/>
          </a:xfrm>
          <a:prstGeom prst="bentConnector2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sp>
        <p:nvSpPr>
          <p:cNvPr id="1354" name=""/>
          <p:cNvSpPr/>
          <p:nvPr/>
        </p:nvSpPr>
        <p:spPr>
          <a:xfrm>
            <a:off x="6109560" y="182916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6109560" y="254916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"/>
          <p:cNvSpPr/>
          <p:nvPr/>
        </p:nvSpPr>
        <p:spPr>
          <a:xfrm>
            <a:off x="6109560" y="326916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>
            <a:off x="7189560" y="218916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"/>
          <p:cNvSpPr/>
          <p:nvPr/>
        </p:nvSpPr>
        <p:spPr>
          <a:xfrm>
            <a:off x="7189920" y="290952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5486400" y="2057400"/>
            <a:ext cx="6231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0" name=""/>
          <p:cNvSpPr/>
          <p:nvPr/>
        </p:nvSpPr>
        <p:spPr>
          <a:xfrm>
            <a:off x="5486400" y="2057400"/>
            <a:ext cx="6231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5486400" y="2057400"/>
            <a:ext cx="685800" cy="1211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" name=""/>
          <p:cNvSpPr/>
          <p:nvPr/>
        </p:nvSpPr>
        <p:spPr>
          <a:xfrm flipV="1">
            <a:off x="5486400" y="2057400"/>
            <a:ext cx="68580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" name=""/>
          <p:cNvSpPr/>
          <p:nvPr/>
        </p:nvSpPr>
        <p:spPr>
          <a:xfrm>
            <a:off x="5486400" y="2743200"/>
            <a:ext cx="6231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" name=""/>
          <p:cNvSpPr/>
          <p:nvPr/>
        </p:nvSpPr>
        <p:spPr>
          <a:xfrm>
            <a:off x="5486400" y="2743200"/>
            <a:ext cx="685800" cy="5259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"/>
          <p:cNvSpPr/>
          <p:nvPr/>
        </p:nvSpPr>
        <p:spPr>
          <a:xfrm flipV="1">
            <a:off x="5486760" y="2057400"/>
            <a:ext cx="685440" cy="1371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6" name=""/>
          <p:cNvSpPr/>
          <p:nvPr/>
        </p:nvSpPr>
        <p:spPr>
          <a:xfrm>
            <a:off x="5486760" y="3429000"/>
            <a:ext cx="6228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"/>
          <p:cNvSpPr/>
          <p:nvPr/>
        </p:nvSpPr>
        <p:spPr>
          <a:xfrm flipV="1">
            <a:off x="5486400" y="2743200"/>
            <a:ext cx="6231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8" name=""/>
          <p:cNvSpPr/>
          <p:nvPr/>
        </p:nvSpPr>
        <p:spPr>
          <a:xfrm>
            <a:off x="6566760" y="205740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" name=""/>
          <p:cNvSpPr/>
          <p:nvPr/>
        </p:nvSpPr>
        <p:spPr>
          <a:xfrm flipV="1">
            <a:off x="6566760" y="251460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0" name=""/>
          <p:cNvSpPr/>
          <p:nvPr/>
        </p:nvSpPr>
        <p:spPr>
          <a:xfrm flipV="1">
            <a:off x="6400800" y="3200400"/>
            <a:ext cx="78912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>
            <a:off x="6566760" y="274320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2" name=""/>
          <p:cNvSpPr/>
          <p:nvPr/>
        </p:nvSpPr>
        <p:spPr>
          <a:xfrm>
            <a:off x="6566760" y="2057400"/>
            <a:ext cx="748440" cy="852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"/>
          <p:cNvSpPr/>
          <p:nvPr/>
        </p:nvSpPr>
        <p:spPr>
          <a:xfrm flipH="1">
            <a:off x="6400800" y="2514600"/>
            <a:ext cx="914400" cy="914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4" name=""/>
          <p:cNvSpPr/>
          <p:nvPr/>
        </p:nvSpPr>
        <p:spPr>
          <a:xfrm>
            <a:off x="7646760" y="2417400"/>
            <a:ext cx="58284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5" name=""/>
          <p:cNvSpPr/>
          <p:nvPr/>
        </p:nvSpPr>
        <p:spPr>
          <a:xfrm>
            <a:off x="7647120" y="3137400"/>
            <a:ext cx="58284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6" name=""/>
          <p:cNvSpPr/>
          <p:nvPr/>
        </p:nvSpPr>
        <p:spPr>
          <a:xfrm>
            <a:off x="8229600" y="2286000"/>
            <a:ext cx="68364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7" name=""/>
          <p:cNvSpPr/>
          <p:nvPr/>
        </p:nvSpPr>
        <p:spPr>
          <a:xfrm>
            <a:off x="8229600" y="2971800"/>
            <a:ext cx="68364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8" name=""/>
          <p:cNvSpPr/>
          <p:nvPr/>
        </p:nvSpPr>
        <p:spPr>
          <a:xfrm>
            <a:off x="228600" y="4114800"/>
            <a:ext cx="11961360" cy="29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Some of Loss Functions   n = output vector length (in this case 2):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Minkowski Distance :                                     ,  L</a:t>
            </a:r>
            <a:r>
              <a:rPr b="0" lang="en-US" sz="1800" spc="-1" strike="noStrike" baseline="-8000">
                <a:solidFill>
                  <a:srgbClr val="ffffff"/>
                </a:solidFill>
                <a:latin typeface="Arial"/>
              </a:rPr>
              <a:t>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= Manhattan Distance  ,   L</a:t>
            </a:r>
            <a:r>
              <a:rPr b="0" lang="en-US" sz="1600" spc="-1" strike="noStrike" baseline="-8000">
                <a:solidFill>
                  <a:srgbClr val="ffffff"/>
                </a:solidFill>
                <a:latin typeface="Arial"/>
              </a:rPr>
              <a:t>2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= Euclidean Distance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Cross Entropy :                                    ,  Softmax ,  Log Loss ,  n=number of classes  ,  output is one-hot encoded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9" name=""/>
          <p:cNvSpPr/>
          <p:nvPr/>
        </p:nvSpPr>
        <p:spPr>
          <a:xfrm>
            <a:off x="3962520" y="685800"/>
            <a:ext cx="8227440" cy="14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Loss Function = Distance Function = Metric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Loss = Error = Distance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0" name=""/>
          <p:cNvSpPr/>
          <p:nvPr/>
        </p:nvSpPr>
        <p:spPr>
          <a:xfrm>
            <a:off x="8914320" y="2286000"/>
            <a:ext cx="3731760" cy="168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L</a:t>
            </a:r>
            <a:r>
              <a:rPr b="0" lang="en-US" sz="1200" spc="-1" strike="noStrike" baseline="-8000">
                <a:solidFill>
                  <a:srgbClr val="ffffff"/>
                </a:solidFill>
                <a:latin typeface="Arial"/>
                <a:ea typeface="Noto Sans CJK SC"/>
              </a:rPr>
              <a:t>1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= 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1 – 4| +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 – 5|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L</a:t>
            </a:r>
            <a:r>
              <a:rPr b="0" lang="en-US" sz="1200" spc="-1" strike="noStrike" baseline="-8000">
                <a:solidFill>
                  <a:srgbClr val="ffffff"/>
                </a:solidFill>
                <a:latin typeface="Arial"/>
                <a:ea typeface="Noto Sans CJK SC"/>
              </a:rPr>
              <a:t>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=  sqrt(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1 – 4|</a:t>
            </a:r>
            <a:r>
              <a:rPr b="0" lang="en-US" sz="1200" spc="-1" strike="noStrike" baseline="33000">
                <a:solidFill>
                  <a:srgbClr val="ffffff"/>
                </a:solidFill>
                <a:latin typeface="Arial"/>
                <a:ea typeface="Noto Sans CJK SC"/>
              </a:rPr>
              <a:t>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 +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 – 5|</a:t>
            </a:r>
            <a:r>
              <a:rPr b="0" lang="en-US" sz="1200" spc="-1" strike="noStrike" baseline="33000">
                <a:solidFill>
                  <a:srgbClr val="ffffff"/>
                </a:solidFill>
                <a:latin typeface="Arial"/>
                <a:ea typeface="Noto Sans CJK SC"/>
              </a:rPr>
              <a:t>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L = -( 4 log(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1) + 5 log(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2) 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1" name="" descr=""/>
          <p:cNvPicPr/>
          <p:nvPr/>
        </p:nvPicPr>
        <p:blipFill>
          <a:blip r:embed="rId1"/>
          <a:stretch/>
        </p:blipFill>
        <p:spPr>
          <a:xfrm>
            <a:off x="2971800" y="4521600"/>
            <a:ext cx="1998720" cy="735120"/>
          </a:xfrm>
          <a:prstGeom prst="rect">
            <a:avLst/>
          </a:prstGeom>
          <a:ln w="0">
            <a:noFill/>
          </a:ln>
        </p:spPr>
      </p:pic>
      <p:pic>
        <p:nvPicPr>
          <p:cNvPr id="1382" name="" descr=""/>
          <p:cNvPicPr/>
          <p:nvPr/>
        </p:nvPicPr>
        <p:blipFill>
          <a:blip r:embed="rId2"/>
          <a:stretch/>
        </p:blipFill>
        <p:spPr>
          <a:xfrm>
            <a:off x="2446920" y="5329440"/>
            <a:ext cx="1895400" cy="697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2.3 – Loss Function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4" name=""/>
          <p:cNvSpPr/>
          <p:nvPr/>
        </p:nvSpPr>
        <p:spPr>
          <a:xfrm>
            <a:off x="228600" y="1143000"/>
            <a:ext cx="11656440" cy="39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MAE : Mean Absolute Error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RMSE : Root Mean Squared Error ( A type of Euclidean Distance)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Cosine Distance : Used in LLMs, comparing two vectors  X.Y / |X| . |Y| = cos between X and Y vectors.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KL Divergence : VAE, GAN ( Besides normal loss, the distance from distribution is added to loss)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Mahalonobis Distance :  Distance to a group of data points ( 1-N)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Hinge Loss :  Used in SVMs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SSIM ( Structural Similarity ) : Used to compare images, sound, …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PINN : Loss functions in physics informed neural network is physical formula like  wave equation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Dice, Perceptual, Total Variations,  …… ( Any Metric corresponding to problem nature)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2.3 – Loss Function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6" name=""/>
          <p:cNvSpPr/>
          <p:nvPr/>
        </p:nvSpPr>
        <p:spPr>
          <a:xfrm>
            <a:off x="228600" y="1143000"/>
            <a:ext cx="11656440" cy="29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7" name="" descr=""/>
          <p:cNvPicPr/>
          <p:nvPr/>
        </p:nvPicPr>
        <p:blipFill>
          <a:blip r:embed="rId1"/>
          <a:stretch/>
        </p:blipFill>
        <p:spPr>
          <a:xfrm>
            <a:off x="950400" y="785880"/>
            <a:ext cx="10288800" cy="5610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9" name=""/>
          <p:cNvSpPr/>
          <p:nvPr/>
        </p:nvSpPr>
        <p:spPr>
          <a:xfrm>
            <a:off x="228600" y="914400"/>
            <a:ext cx="109720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Feature Learning (Extraction)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	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Learn useful predictors.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Representation Learning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	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Learn a useful encoding of data.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390" name=""/>
          <p:cNvGraphicFramePr/>
          <p:nvPr/>
        </p:nvGraphicFramePr>
        <p:xfrm>
          <a:off x="228600" y="2194920"/>
          <a:ext cx="11657880" cy="2070720"/>
        </p:xfrm>
        <a:graphic>
          <a:graphicData uri="http://schemas.openxmlformats.org/drawingml/2006/table">
            <a:tbl>
              <a:tblPr/>
              <a:tblGrid>
                <a:gridCol w="1589760"/>
                <a:gridCol w="3701880"/>
                <a:gridCol w="6366600"/>
              </a:tblGrid>
              <a:tr h="34632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Aspect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Feature Learning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Representation Learning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Goal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Learn useful features from raw data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Learn a meaningful representation of the data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Scope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Narrower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Broader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Output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Features for a specific task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Embeddings or latent representations that capture data structure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Typical Use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Classification, regression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Transfer learning, generation, clustering, downstream tasks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Relationship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A subset of representation learning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Includes feature learning and more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2" name=""/>
          <p:cNvSpPr/>
          <p:nvPr/>
        </p:nvSpPr>
        <p:spPr>
          <a:xfrm>
            <a:off x="228600" y="986760"/>
            <a:ext cx="11657880" cy="175572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Traditional approach: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Human designs features such as edges, corners, texture descriptors (e.g., SIFT or HOG).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Feature learning: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 neural network learns filters that detect edges, textures, object parts, etc., during training.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Representation learning: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Aims to learn a transformation of the data into a representation that captures important underlying structure.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3" name=""/>
          <p:cNvSpPr/>
          <p:nvPr/>
        </p:nvSpPr>
        <p:spPr>
          <a:xfrm>
            <a:off x="228600" y="2971800"/>
            <a:ext cx="5257080" cy="34282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A good representation should ideally: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Preserve relevant information.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Discard irrelevant variation (noise).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Be useful for multiple downstream tasks.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Capture semantic relationships.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4" name=""/>
          <p:cNvSpPr/>
          <p:nvPr/>
        </p:nvSpPr>
        <p:spPr>
          <a:xfrm>
            <a:off x="5715000" y="2971800"/>
            <a:ext cx="6171480" cy="342828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Examples include: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Latent vectors from autoencoders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Word embeddings (e.g., Word2Vec)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Contextual embeddings from BERT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Vision embeddings from contrastive learning models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96" name="" descr=""/>
          <p:cNvPicPr/>
          <p:nvPr/>
        </p:nvPicPr>
        <p:blipFill>
          <a:blip r:embed="rId1"/>
          <a:stretch/>
        </p:blipFill>
        <p:spPr>
          <a:xfrm>
            <a:off x="835920" y="687600"/>
            <a:ext cx="10519200" cy="5771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98" name="" descr=""/>
          <p:cNvPicPr/>
          <p:nvPr/>
        </p:nvPicPr>
        <p:blipFill>
          <a:blip r:embed="rId1"/>
          <a:stretch/>
        </p:blipFill>
        <p:spPr>
          <a:xfrm>
            <a:off x="930240" y="731880"/>
            <a:ext cx="10330560" cy="566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222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2.5 -  ML Model Evaluation : False Positive, Precision, Recall, Accuracy, Confusion Matrix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00" name=""/>
          <p:cNvGraphicFramePr/>
          <p:nvPr/>
        </p:nvGraphicFramePr>
        <p:xfrm>
          <a:off x="2689560" y="3886200"/>
          <a:ext cx="6812640" cy="2279160"/>
        </p:xfrm>
        <a:graphic>
          <a:graphicData uri="http://schemas.openxmlformats.org/drawingml/2006/table">
            <a:tbl>
              <a:tblPr/>
              <a:tblGrid>
                <a:gridCol w="2270520"/>
                <a:gridCol w="2284560"/>
                <a:gridCol w="2257920"/>
              </a:tblGrid>
              <a:tr h="75960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Predicted Positive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Predicted Negative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960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Actual Positive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Number of 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True Positives (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TP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Number of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False Negatives (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FN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99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Actual Negative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Number of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False Positives (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FP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Number of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True Negatives (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TN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1" name=""/>
          <p:cNvSpPr txBox="1"/>
          <p:nvPr/>
        </p:nvSpPr>
        <p:spPr>
          <a:xfrm>
            <a:off x="228600" y="914400"/>
            <a:ext cx="11658600" cy="216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Suppose we have a “machine learning model” that predicts if a track is friend or foe (IFF):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/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FOE=POSITIVE, FRIEND=NEGATIVE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648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If the track is ACTUALLY FRIEND and the model PREDICTED as FRIEND : count as TRUE NEGATIVE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If the track is ACTUALLY FRIEND and the model PREDICTED as FOE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	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count as FALSE POSITIVE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If the track is ACTUALLY FOE and the model PREDICTED as FRIEND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	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count as FALSE NEGATIVE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If the track is ACTUALLY FOE and the model PREDICTED as FOE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	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count as TRUE POSITIVE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868840" y="3382920"/>
            <a:ext cx="6454440" cy="1189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Confusion Matrix For Binary Classification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222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2.5 -  ML Model Evaluation : False Positive, Precision, Recall, Accuracy, Confusion Matrix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04" name=""/>
          <p:cNvGraphicFramePr/>
          <p:nvPr/>
        </p:nvGraphicFramePr>
        <p:xfrm>
          <a:off x="3886200" y="709560"/>
          <a:ext cx="7570080" cy="1112040"/>
        </p:xfrm>
        <a:graphic>
          <a:graphicData uri="http://schemas.openxmlformats.org/drawingml/2006/table">
            <a:tbl>
              <a:tblPr/>
              <a:tblGrid>
                <a:gridCol w="2054880"/>
                <a:gridCol w="2565720"/>
                <a:gridCol w="2949480"/>
              </a:tblGrid>
              <a:tr h="37152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Predicted Positive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Predicted Negative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15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Actual Positive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True Positives (TP)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False Negatives (FN)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93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Actual Negative</a:t>
                      </a:r>
                      <a:endParaRPr b="1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False Positives (FP)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True Negatives (TN)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05" name="" descr=""/>
          <p:cNvPicPr/>
          <p:nvPr/>
        </p:nvPicPr>
        <p:blipFill>
          <a:blip r:embed="rId1"/>
          <a:stretch/>
        </p:blipFill>
        <p:spPr>
          <a:xfrm>
            <a:off x="228600" y="2057400"/>
            <a:ext cx="3476160" cy="4257360"/>
          </a:xfrm>
          <a:prstGeom prst="rect">
            <a:avLst/>
          </a:prstGeom>
          <a:ln w="0">
            <a:noFill/>
          </a:ln>
        </p:spPr>
      </p:pic>
      <p:sp>
        <p:nvSpPr>
          <p:cNvPr id="1406" name=""/>
          <p:cNvSpPr txBox="1"/>
          <p:nvPr/>
        </p:nvSpPr>
        <p:spPr>
          <a:xfrm>
            <a:off x="3886200" y="2057400"/>
            <a:ext cx="7543800" cy="465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HIGH PRECISION :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</a:rPr>
              <a:t> Model should not miss any FOE, but some of the FOES may be FRIEND actually.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HIGH RECALL :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</a:rPr>
              <a:t> Model may miss some FOEs, but should be sure that no actual FRIEND may be reported as FOE.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HIGH ACCURACY :</a:t>
            </a:r>
            <a:r>
              <a:rPr b="0" lang="en-US" sz="1600" spc="-1" strike="noStrike">
                <a:solidFill>
                  <a:srgbClr val="ffffff"/>
                </a:solidFill>
                <a:latin typeface="Arial"/>
              </a:rPr>
              <a:t>  Model should not miss any FOE, and also should be sure that no actual FRIEND may be reported as FOE.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F1 :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</a:rPr>
              <a:t>Completely ignores True Negatives (TN).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</a:rPr>
              <a:t>This metric is used in lieu of ACCURACY, when the data is heavily imbalanced.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</a:rPr>
              <a:t>Balance between catching positives and being right about them.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222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2.5 -  ML Model Evaluation : False Positive, Precision, Recall, Accuracy, Confusion Matrix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228600" y="3750840"/>
            <a:ext cx="5029200" cy="2649960"/>
          </a:xfrm>
          <a:prstGeom prst="rect">
            <a:avLst/>
          </a:prstGeom>
          <a:noFill/>
          <a:ln w="0">
            <a:solidFill>
              <a:srgbClr val="dee6ef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Suppose our model will classify the vessels on the sea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We suppose that it is sufficient to classify the vessels into 3 classes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Naval Vessel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Cargo Vessel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Passenger Vessel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228600" y="914400"/>
            <a:ext cx="5029200" cy="2514600"/>
          </a:xfrm>
          <a:prstGeom prst="rect">
            <a:avLst/>
          </a:prstGeom>
          <a:noFill/>
          <a:ln w="0">
            <a:solidFill>
              <a:srgbClr val="dee6ef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Confusion Matrix 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A confusion matrix is a table used to evaluate the performance of a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classification model.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Each X-Y-Cell Filled By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How many of detected Class X was actually Class Y ?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10" name=""/>
          <p:cNvGraphicFramePr/>
          <p:nvPr/>
        </p:nvGraphicFramePr>
        <p:xfrm>
          <a:off x="5715000" y="914400"/>
          <a:ext cx="5738400" cy="3429000"/>
        </p:xfrm>
        <a:graphic>
          <a:graphicData uri="http://schemas.openxmlformats.org/drawingml/2006/table">
            <a:tbl>
              <a:tblPr/>
              <a:tblGrid>
                <a:gridCol w="1434240"/>
                <a:gridCol w="1434240"/>
                <a:gridCol w="1434240"/>
                <a:gridCol w="1436040"/>
              </a:tblGrid>
              <a:tr h="85680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Naval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Cargo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Passenger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5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Naval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80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16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4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Cargo Vessel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30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650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20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34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Passenger Vessel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190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11" name=""/>
          <p:cNvSpPr txBox="1"/>
          <p:nvPr/>
        </p:nvSpPr>
        <p:spPr>
          <a:xfrm>
            <a:off x="5715000" y="3750840"/>
            <a:ext cx="5715000" cy="2649960"/>
          </a:xfrm>
          <a:prstGeom prst="rect">
            <a:avLst/>
          </a:prstGeom>
          <a:noFill/>
          <a:ln w="0">
            <a:solidFill>
              <a:srgbClr val="dee6ef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Suppose we made 1000 experiments, 100 were said to be Naval Vessel but actually only 80 of them we Naval, 16 of them were cargo, 4 of them were Passenger ship. For the cargo and the passenger vessels, the numbers are shown above.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222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2.5 -  ML Model Evaluation : False Positive, Precision, Recall, Accuracy, Confusion Matrix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866960" y="914400"/>
            <a:ext cx="8458200" cy="2057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CONFUSION MATRIX  != CORRELATION MATRIX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14" name=""/>
          <p:cNvGraphicFramePr/>
          <p:nvPr/>
        </p:nvGraphicFramePr>
        <p:xfrm>
          <a:off x="198360" y="3429000"/>
          <a:ext cx="5507640" cy="3200400"/>
        </p:xfrm>
        <a:graphic>
          <a:graphicData uri="http://schemas.openxmlformats.org/drawingml/2006/table">
            <a:tbl>
              <a:tblPr/>
              <a:tblGrid>
                <a:gridCol w="1376640"/>
                <a:gridCol w="1376640"/>
                <a:gridCol w="1376640"/>
                <a:gridCol w="1378080"/>
              </a:tblGrid>
              <a:tr h="100440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Naval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Cargo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Passenger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47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Naval Vessel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80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16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4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47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Cargo Vessel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30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650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20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65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Passenger Vessel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190</a:t>
                      </a:r>
                      <a:endParaRPr b="0" lang="en-US" sz="18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15" name=""/>
          <p:cNvSpPr txBox="1"/>
          <p:nvPr/>
        </p:nvSpPr>
        <p:spPr>
          <a:xfrm>
            <a:off x="198360" y="1534320"/>
            <a:ext cx="5745240" cy="2809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A confusion matrix evaluates the performance of a classification model by comparing predicted classes to actual, ground-truth classes.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172200" y="1534320"/>
            <a:ext cx="5745240" cy="2809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A correlation matrix measures and visualizes the statistical relationships (how they move together) between numerical variables in an ACTUAL dataset.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17" name=""/>
          <p:cNvGraphicFramePr/>
          <p:nvPr/>
        </p:nvGraphicFramePr>
        <p:xfrm>
          <a:off x="6056280" y="3466440"/>
          <a:ext cx="5830920" cy="3207240"/>
        </p:xfrm>
        <a:graphic>
          <a:graphicData uri="http://schemas.openxmlformats.org/drawingml/2006/table">
            <a:tbl>
              <a:tblPr/>
              <a:tblGrid>
                <a:gridCol w="1213920"/>
                <a:gridCol w="1213920"/>
                <a:gridCol w="983160"/>
                <a:gridCol w="1095480"/>
                <a:gridCol w="1072800"/>
              </a:tblGrid>
              <a:tr h="85680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gun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radar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rooms  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portholes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58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gun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1.0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0.8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radar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0.8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1.0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34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rooms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1.0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0.9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34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Vessel has portholes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0.1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0.9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400" spc="-1" strike="noStrike">
                          <a:solidFill>
                            <a:srgbClr val="2a6099"/>
                          </a:solidFill>
                          <a:latin typeface="Arial"/>
                        </a:rPr>
                        <a:t>1.0</a:t>
                      </a:r>
                      <a:endParaRPr b="0" lang="en-US" sz="1400" spc="-1" strike="noStrike">
                        <a:solidFill>
                          <a:srgbClr val="2a6099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666666"/>
                      </a:solidFill>
                      <a:prstDash val="solid"/>
                    </a:lnL>
                    <a:lnR w="7200">
                      <a:solidFill>
                        <a:srgbClr val="666666"/>
                      </a:solidFill>
                      <a:prstDash val="solid"/>
                    </a:lnR>
                    <a:lnT w="7200">
                      <a:solidFill>
                        <a:srgbClr val="666666"/>
                      </a:solidFill>
                      <a:prstDash val="solid"/>
                    </a:lnT>
                    <a:lnB w="7200">
                      <a:solidFill>
                        <a:srgbClr val="66666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2222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2.5 -  ML Model Evaluation : False Positive, Precision, Recall, Accuracy, Confusion Matrix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457200" y="1371600"/>
            <a:ext cx="11430000" cy="212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CONFUSION MATRIX  USED IN THE MODEL EVALUATION PHASE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/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/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/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/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CORRELATION MATRIX USED IN THE DATA CLEANING/FEATURE EXTRACTION PHASES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3 - Core ML Types (practical framing)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1" name="Text 4"/>
          <p:cNvSpPr/>
          <p:nvPr/>
        </p:nvSpPr>
        <p:spPr>
          <a:xfrm>
            <a:off x="465120" y="923760"/>
            <a:ext cx="11422080" cy="250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Supervised learning (classification/regression)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Unsupervised learning (clustering, embeddings idea)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Reinforcement learning (high-level only)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3.1 – Supervised Learning (Classification/Regression)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423" name=""/>
          <p:cNvGraphicFramePr/>
          <p:nvPr/>
        </p:nvGraphicFramePr>
        <p:xfrm>
          <a:off x="243720" y="1481040"/>
          <a:ext cx="2963880" cy="2552760"/>
        </p:xfrm>
        <a:graphic>
          <a:graphicData uri="http://schemas.openxmlformats.org/drawingml/2006/table">
            <a:tbl>
              <a:tblPr/>
              <a:tblGrid>
                <a:gridCol w="383400"/>
                <a:gridCol w="546120"/>
                <a:gridCol w="504720"/>
                <a:gridCol w="765000"/>
                <a:gridCol w="765000"/>
              </a:tblGrid>
              <a:tr h="364680">
                <a:tc gridSpan="3"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 (input)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 </a:t>
                      </a: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(labels</a:t>
                      </a: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)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24" name=""/>
          <p:cNvSpPr/>
          <p:nvPr/>
        </p:nvSpPr>
        <p:spPr>
          <a:xfrm>
            <a:off x="4797360" y="2099160"/>
            <a:ext cx="6832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"/>
          <p:cNvSpPr/>
          <p:nvPr/>
        </p:nvSpPr>
        <p:spPr>
          <a:xfrm>
            <a:off x="4797360" y="2819520"/>
            <a:ext cx="68364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"/>
          <p:cNvSpPr/>
          <p:nvPr/>
        </p:nvSpPr>
        <p:spPr>
          <a:xfrm>
            <a:off x="4797360" y="3539520"/>
            <a:ext cx="68364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"/>
          <p:cNvSpPr/>
          <p:nvPr/>
        </p:nvSpPr>
        <p:spPr>
          <a:xfrm>
            <a:off x="270720" y="2099520"/>
            <a:ext cx="454680" cy="45468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8" name=""/>
          <p:cNvSpPr/>
          <p:nvPr/>
        </p:nvSpPr>
        <p:spPr>
          <a:xfrm>
            <a:off x="631080" y="2099880"/>
            <a:ext cx="454680" cy="45468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9" name=""/>
          <p:cNvSpPr/>
          <p:nvPr/>
        </p:nvSpPr>
        <p:spPr>
          <a:xfrm>
            <a:off x="1207080" y="2099880"/>
            <a:ext cx="454680" cy="45468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0" name=""/>
          <p:cNvSpPr/>
          <p:nvPr/>
        </p:nvSpPr>
        <p:spPr>
          <a:xfrm>
            <a:off x="1927440" y="2100240"/>
            <a:ext cx="454680" cy="454680"/>
          </a:xfrm>
          <a:prstGeom prst="ellipse">
            <a:avLst/>
          </a:prstGeom>
          <a:noFill/>
          <a:ln w="0">
            <a:solidFill>
              <a:srgbClr val="e6e90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1" name=""/>
          <p:cNvSpPr/>
          <p:nvPr/>
        </p:nvSpPr>
        <p:spPr>
          <a:xfrm>
            <a:off x="2647440" y="2100240"/>
            <a:ext cx="454680" cy="454680"/>
          </a:xfrm>
          <a:prstGeom prst="ellipse">
            <a:avLst/>
          </a:prstGeom>
          <a:noFill/>
          <a:ln w="0">
            <a:solidFill>
              <a:srgbClr val="e6e90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32" name=""/>
          <p:cNvCxnSpPr>
            <a:stCxn id="1427" idx="0"/>
            <a:endCxn id="1424" idx="2"/>
          </p:cNvCxnSpPr>
          <p:nvPr/>
        </p:nvCxnSpPr>
        <p:spPr>
          <a:xfrm flipH="1" rot="16200000">
            <a:off x="2534400" y="63360"/>
            <a:ext cx="227520" cy="4299480"/>
          </a:xfrm>
          <a:prstGeom prst="bentConnector4">
            <a:avLst>
              <a:gd name="adj1" fmla="val 305229"/>
              <a:gd name="adj2" fmla="val 70758"/>
            </a:avLst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433" name=""/>
          <p:cNvCxnSpPr>
            <a:stCxn id="1428" idx="4"/>
            <a:endCxn id="1425" idx="2"/>
          </p:cNvCxnSpPr>
          <p:nvPr/>
        </p:nvCxnSpPr>
        <p:spPr>
          <a:xfrm flipH="1" rot="16200000">
            <a:off x="2581560" y="831240"/>
            <a:ext cx="492840" cy="3939120"/>
          </a:xfrm>
          <a:prstGeom prst="bentConnector2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434" name=""/>
          <p:cNvCxnSpPr>
            <a:stCxn id="1429" idx="4"/>
            <a:endCxn id="1426" idx="2"/>
          </p:cNvCxnSpPr>
          <p:nvPr/>
        </p:nvCxnSpPr>
        <p:spPr>
          <a:xfrm flipH="1" rot="16200000">
            <a:off x="2509560" y="1479240"/>
            <a:ext cx="1212840" cy="3363120"/>
          </a:xfrm>
          <a:prstGeom prst="bentConnector2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sp>
        <p:nvSpPr>
          <p:cNvPr id="1435" name=""/>
          <p:cNvSpPr/>
          <p:nvPr/>
        </p:nvSpPr>
        <p:spPr>
          <a:xfrm>
            <a:off x="6106320" y="209952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"/>
          <p:cNvSpPr/>
          <p:nvPr/>
        </p:nvSpPr>
        <p:spPr>
          <a:xfrm>
            <a:off x="6106320" y="281952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"/>
          <p:cNvSpPr/>
          <p:nvPr/>
        </p:nvSpPr>
        <p:spPr>
          <a:xfrm>
            <a:off x="6106320" y="353952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"/>
          <p:cNvSpPr/>
          <p:nvPr/>
        </p:nvSpPr>
        <p:spPr>
          <a:xfrm>
            <a:off x="7186320" y="245952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"/>
          <p:cNvSpPr/>
          <p:nvPr/>
        </p:nvSpPr>
        <p:spPr>
          <a:xfrm>
            <a:off x="7186680" y="3179880"/>
            <a:ext cx="454680" cy="454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"/>
          <p:cNvSpPr/>
          <p:nvPr/>
        </p:nvSpPr>
        <p:spPr>
          <a:xfrm>
            <a:off x="5483160" y="2327760"/>
            <a:ext cx="6231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1" name=""/>
          <p:cNvSpPr/>
          <p:nvPr/>
        </p:nvSpPr>
        <p:spPr>
          <a:xfrm>
            <a:off x="5483160" y="2327760"/>
            <a:ext cx="6231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2" name=""/>
          <p:cNvSpPr/>
          <p:nvPr/>
        </p:nvSpPr>
        <p:spPr>
          <a:xfrm>
            <a:off x="5483160" y="2327760"/>
            <a:ext cx="685800" cy="1211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3" name=""/>
          <p:cNvSpPr/>
          <p:nvPr/>
        </p:nvSpPr>
        <p:spPr>
          <a:xfrm flipV="1">
            <a:off x="5483160" y="2327760"/>
            <a:ext cx="68580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4" name=""/>
          <p:cNvSpPr/>
          <p:nvPr/>
        </p:nvSpPr>
        <p:spPr>
          <a:xfrm>
            <a:off x="5483160" y="3013560"/>
            <a:ext cx="6231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5" name=""/>
          <p:cNvSpPr/>
          <p:nvPr/>
        </p:nvSpPr>
        <p:spPr>
          <a:xfrm>
            <a:off x="5483160" y="3013560"/>
            <a:ext cx="685800" cy="5259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6" name=""/>
          <p:cNvSpPr/>
          <p:nvPr/>
        </p:nvSpPr>
        <p:spPr>
          <a:xfrm flipV="1">
            <a:off x="5483520" y="2327760"/>
            <a:ext cx="685440" cy="1371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7" name=""/>
          <p:cNvSpPr/>
          <p:nvPr/>
        </p:nvSpPr>
        <p:spPr>
          <a:xfrm>
            <a:off x="5483520" y="3699360"/>
            <a:ext cx="6228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8" name=""/>
          <p:cNvSpPr/>
          <p:nvPr/>
        </p:nvSpPr>
        <p:spPr>
          <a:xfrm flipV="1">
            <a:off x="5483160" y="3013560"/>
            <a:ext cx="6231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9" name=""/>
          <p:cNvSpPr/>
          <p:nvPr/>
        </p:nvSpPr>
        <p:spPr>
          <a:xfrm>
            <a:off x="6563520" y="232776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0" name=""/>
          <p:cNvSpPr/>
          <p:nvPr/>
        </p:nvSpPr>
        <p:spPr>
          <a:xfrm flipV="1">
            <a:off x="6563520" y="278496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1" name=""/>
          <p:cNvSpPr/>
          <p:nvPr/>
        </p:nvSpPr>
        <p:spPr>
          <a:xfrm flipV="1">
            <a:off x="6397560" y="3470760"/>
            <a:ext cx="78912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2" name=""/>
          <p:cNvSpPr/>
          <p:nvPr/>
        </p:nvSpPr>
        <p:spPr>
          <a:xfrm>
            <a:off x="6563520" y="301356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3" name=""/>
          <p:cNvSpPr/>
          <p:nvPr/>
        </p:nvSpPr>
        <p:spPr>
          <a:xfrm>
            <a:off x="6563520" y="2327760"/>
            <a:ext cx="748440" cy="852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4" name=""/>
          <p:cNvSpPr/>
          <p:nvPr/>
        </p:nvSpPr>
        <p:spPr>
          <a:xfrm flipH="1">
            <a:off x="6397560" y="2784960"/>
            <a:ext cx="914400" cy="914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5" name=""/>
          <p:cNvSpPr/>
          <p:nvPr/>
        </p:nvSpPr>
        <p:spPr>
          <a:xfrm>
            <a:off x="7643520" y="2687760"/>
            <a:ext cx="58284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6" name=""/>
          <p:cNvSpPr/>
          <p:nvPr/>
        </p:nvSpPr>
        <p:spPr>
          <a:xfrm>
            <a:off x="7643880" y="3407760"/>
            <a:ext cx="58284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7" name=""/>
          <p:cNvSpPr/>
          <p:nvPr/>
        </p:nvSpPr>
        <p:spPr>
          <a:xfrm>
            <a:off x="8226360" y="2556360"/>
            <a:ext cx="68364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8" name=""/>
          <p:cNvSpPr/>
          <p:nvPr/>
        </p:nvSpPr>
        <p:spPr>
          <a:xfrm>
            <a:off x="8226360" y="3242160"/>
            <a:ext cx="683640" cy="60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9" name=""/>
          <p:cNvSpPr/>
          <p:nvPr/>
        </p:nvSpPr>
        <p:spPr>
          <a:xfrm>
            <a:off x="9144000" y="2784600"/>
            <a:ext cx="297180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LOSS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=  |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1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– 4| + |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 –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5|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-457200" y="955800"/>
            <a:ext cx="4800600" cy="883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! </a:t>
            </a: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LABELED </a:t>
            </a: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REAL </a:t>
            </a: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DATA !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58000" y="2057400"/>
            <a:ext cx="3429000" cy="883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PREDICTIONS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2" name=""/>
          <p:cNvSpPr/>
          <p:nvPr/>
        </p:nvSpPr>
        <p:spPr>
          <a:xfrm flipV="1">
            <a:off x="8686800" y="1143000"/>
            <a:ext cx="1371600" cy="1600200"/>
          </a:xfrm>
          <a:prstGeom prst="line">
            <a:avLst/>
          </a:prstGeom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3" name=""/>
          <p:cNvSpPr/>
          <p:nvPr/>
        </p:nvSpPr>
        <p:spPr>
          <a:xfrm flipV="1">
            <a:off x="2286000" y="1143000"/>
            <a:ext cx="7543800" cy="685800"/>
          </a:xfrm>
          <a:prstGeom prst="line">
            <a:avLst/>
          </a:prstGeom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9601200" y="457200"/>
            <a:ext cx="2286000" cy="114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These two values are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304920" y="5715000"/>
            <a:ext cx="11887200" cy="883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SUPERVISED LEARNING = DATA IS LABELED AND THE MODEL IS LEARNING THOSE LABELS</a:t>
            </a:r>
            <a:endParaRPr b="1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"/>
          <p:cNvSpPr/>
          <p:nvPr/>
        </p:nvSpPr>
        <p:spPr>
          <a:xfrm>
            <a:off x="9372600" y="4343400"/>
            <a:ext cx="2286000" cy="9144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OPTIMIZER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/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(E.G. SGD)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"/>
          <p:cNvSpPr/>
          <p:nvPr/>
        </p:nvSpPr>
        <p:spPr>
          <a:xfrm>
            <a:off x="10287000" y="3429000"/>
            <a:ext cx="0" cy="68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"/>
          <p:cNvSpPr/>
          <p:nvPr/>
        </p:nvSpPr>
        <p:spPr>
          <a:xfrm flipH="1" flipV="1">
            <a:off x="7543800" y="4114800"/>
            <a:ext cx="1828800" cy="68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6858000" y="4426920"/>
            <a:ext cx="27432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LEARNING =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WEIGHT ADJUSTMENT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3.1 – Supervised Learning (Classification/Regression)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1" name=""/>
          <p:cNvSpPr/>
          <p:nvPr/>
        </p:nvSpPr>
        <p:spPr>
          <a:xfrm>
            <a:off x="111960" y="888120"/>
            <a:ext cx="1154628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ML Techniques : Regression, KNN, SVM, Decision Tree, Random Forest, PCA, XGBoost, Ensemble Learning, K-Means clustering DBScan Clustering,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3.1 – Supervised Learning (Classification/Regression)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3" name=""/>
          <p:cNvSpPr/>
          <p:nvPr/>
        </p:nvSpPr>
        <p:spPr>
          <a:xfrm>
            <a:off x="111960" y="888120"/>
            <a:ext cx="1154628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ML Techniques : Regression, KNN, SVM, Decision Tree, Random Forest, PCA, XGBoost, Ensemble Learning, K-Means clustering DBScan Clustering,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3.1 – Supervised Learning (Classification/Regression)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5" name=""/>
          <p:cNvSpPr/>
          <p:nvPr/>
        </p:nvSpPr>
        <p:spPr>
          <a:xfrm>
            <a:off x="111960" y="888120"/>
            <a:ext cx="1154628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ML Techniques : Regression, KNN, SVM, Decision Tree, Random Forest, PCA, XGBoost, Ensemble Learning, K-Means clustering DBScan Clustering,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3.1 – Supervised Learning (Classification/Regression)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7" name=""/>
          <p:cNvSpPr/>
          <p:nvPr/>
        </p:nvSpPr>
        <p:spPr>
          <a:xfrm>
            <a:off x="111960" y="888120"/>
            <a:ext cx="11546280" cy="94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ML Techniques : Regression, KNN, SVM, Decision Tree, Random Forest, PCA, XGBoost, Ensemble Learning, K-Means clustering DBScan Clustering,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3.2 – Unsupervised Learning (Clustering, Embeddings Idea)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3.3 – Reinforcement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4 - Neural Networks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" name="Text 5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Neurons, layers, activations (ReLU, softmax conceptually)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Why deep learning works better for perception/language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DL Techniques : CNN, RNN, LSTM, GNN, RBM,  VAE, GAN, KAN, Transformers, Diffusion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Preventing Overfitting (Memorization) : Early Stop, Dropout, Weight Regularization, Data Augmentation (**Very important), Simplify Model, Batch Normalization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Preventing Vanishing Gradient : Residuals (Skip Connections), Use RELU/LaekyRELU Activation Fn., Batch Normalization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Bias/Vairance problem, Regularization and smooth learning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Cross Entropy, Learning Rate Momentum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4760" cy="41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Hands-on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3" name="Text 6"/>
          <p:cNvSpPr/>
          <p:nvPr/>
        </p:nvSpPr>
        <p:spPr>
          <a:xfrm>
            <a:off x="457200" y="831600"/>
            <a:ext cx="11422080" cy="547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kk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Rectangle 8"/>
          <p:cNvSpPr/>
          <p:nvPr/>
        </p:nvSpPr>
        <p:spPr>
          <a:xfrm>
            <a:off x="1786680" y="705240"/>
            <a:ext cx="10073880" cy="703800"/>
          </a:xfrm>
          <a:prstGeom prst="rect">
            <a:avLst/>
          </a:prstGeom>
          <a:solidFill>
            <a:srgbClr val="00b0f0">
              <a:alpha val="1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485" name="Rectangle 21"/>
          <p:cNvSpPr/>
          <p:nvPr/>
        </p:nvSpPr>
        <p:spPr>
          <a:xfrm>
            <a:off x="1786680" y="4240800"/>
            <a:ext cx="2086560" cy="1220040"/>
          </a:xfrm>
          <a:prstGeom prst="rect">
            <a:avLst/>
          </a:prstGeom>
          <a:solidFill>
            <a:schemeClr val="accent1">
              <a:alpha val="2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486" name="Rectangle 25"/>
          <p:cNvSpPr/>
          <p:nvPr/>
        </p:nvSpPr>
        <p:spPr>
          <a:xfrm>
            <a:off x="1786680" y="725760"/>
            <a:ext cx="2086560" cy="3363480"/>
          </a:xfrm>
          <a:prstGeom prst="rect">
            <a:avLst/>
          </a:prstGeom>
          <a:solidFill>
            <a:schemeClr val="accent1">
              <a:alpha val="2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487" name="PlaceHolder 1"/>
          <p:cNvSpPr>
            <a:spLocks noGrp="1"/>
          </p:cNvSpPr>
          <p:nvPr>
            <p:ph/>
          </p:nvPr>
        </p:nvSpPr>
        <p:spPr>
          <a:xfrm>
            <a:off x="254160" y="323640"/>
            <a:ext cx="2963880" cy="29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A R I – </a:t>
            </a:r>
            <a:r>
              <a:rPr b="1" lang="en-GB" sz="1600" spc="-1" strike="noStrike">
                <a:solidFill>
                  <a:schemeClr val="lt1"/>
                </a:solidFill>
                <a:latin typeface="Arial Black"/>
              </a:rPr>
              <a:t>ARCHITECTURE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8" name="Rectangle 28"/>
          <p:cNvSpPr/>
          <p:nvPr/>
        </p:nvSpPr>
        <p:spPr>
          <a:xfrm>
            <a:off x="415800" y="2967120"/>
            <a:ext cx="1206720" cy="82116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PLANNER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(AGENTIC WORKFLOW)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9" name="Rectangle 30"/>
          <p:cNvSpPr/>
          <p:nvPr/>
        </p:nvSpPr>
        <p:spPr>
          <a:xfrm>
            <a:off x="2210040" y="824040"/>
            <a:ext cx="1475280" cy="5122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90" name="Straight Arrow Connector 1"/>
          <p:cNvCxnSpPr>
            <a:endCxn id="1488" idx="1"/>
          </p:cNvCxnSpPr>
          <p:nvPr/>
        </p:nvCxnSpPr>
        <p:spPr>
          <a:xfrm flipV="1">
            <a:off x="92160" y="3377520"/>
            <a:ext cx="324000" cy="1152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91" name="Elbow Connector 1"/>
          <p:cNvCxnSpPr>
            <a:stCxn id="1488" idx="3"/>
            <a:endCxn id="1489" idx="1"/>
          </p:cNvCxnSpPr>
          <p:nvPr/>
        </p:nvCxnSpPr>
        <p:spPr>
          <a:xfrm flipV="1">
            <a:off x="1622520" y="1080000"/>
            <a:ext cx="587880" cy="2297880"/>
          </a:xfrm>
          <a:prstGeom prst="bentConnector3">
            <a:avLst>
              <a:gd name="adj1" fmla="val 100183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92" name="Straight Connector 1"/>
          <p:cNvCxnSpPr/>
          <p:nvPr/>
        </p:nvCxnSpPr>
        <p:spPr>
          <a:xfrm>
            <a:off x="2946960" y="1431720"/>
            <a:ext cx="12240" cy="2099160"/>
          </a:xfrm>
          <a:prstGeom prst="straightConnector1">
            <a:avLst/>
          </a:prstGeom>
          <a:ln w="0">
            <a:solidFill>
              <a:srgbClr val="ffffff"/>
            </a:solidFill>
            <a:prstDash val="dash"/>
          </a:ln>
        </p:spPr>
      </p:cxnSp>
      <p:cxnSp>
        <p:nvCxnSpPr>
          <p:cNvPr id="1493" name="Elbow Connector 2"/>
          <p:cNvCxnSpPr>
            <a:stCxn id="1488" idx="3"/>
          </p:cNvCxnSpPr>
          <p:nvPr/>
        </p:nvCxnSpPr>
        <p:spPr>
          <a:xfrm>
            <a:off x="1622520" y="3377520"/>
            <a:ext cx="595440" cy="372960"/>
          </a:xfrm>
          <a:prstGeom prst="bentConnector3">
            <a:avLst>
              <a:gd name="adj1" fmla="val 100060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494" name="TextBox 12"/>
          <p:cNvSpPr/>
          <p:nvPr/>
        </p:nvSpPr>
        <p:spPr>
          <a:xfrm>
            <a:off x="1920240" y="2036880"/>
            <a:ext cx="190404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Agents for each CSCI (</a:t>
            </a:r>
            <a:r>
              <a:rPr b="0" lang="en-GB" sz="2000" spc="-1" strike="noStrike">
                <a:solidFill>
                  <a:schemeClr val="lt1"/>
                </a:solidFill>
                <a:latin typeface="Open Sans"/>
              </a:rPr>
              <a:t>~</a:t>
            </a: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180)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95" name="Elbow Connector 3"/>
          <p:cNvCxnSpPr>
            <a:stCxn id="1488" idx="3"/>
          </p:cNvCxnSpPr>
          <p:nvPr/>
        </p:nvCxnSpPr>
        <p:spPr>
          <a:xfrm>
            <a:off x="1622520" y="3377520"/>
            <a:ext cx="595440" cy="1452600"/>
          </a:xfrm>
          <a:prstGeom prst="bentConnector3">
            <a:avLst>
              <a:gd name="adj1" fmla="val 100060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496" name="Rectangle 31"/>
          <p:cNvSpPr/>
          <p:nvPr/>
        </p:nvSpPr>
        <p:spPr>
          <a:xfrm>
            <a:off x="341640" y="5981400"/>
            <a:ext cx="11518920" cy="49464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GENERATIVE WORLD (VECTOR DB and MODELS)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97" name="Straight Arrow Connector 2"/>
          <p:cNvCxnSpPr/>
          <p:nvPr/>
        </p:nvCxnSpPr>
        <p:spPr>
          <a:xfrm flipH="1">
            <a:off x="960480" y="3962520"/>
            <a:ext cx="16920" cy="1919520"/>
          </a:xfrm>
          <a:prstGeom prst="straightConnector1">
            <a:avLst/>
          </a:prstGeom>
          <a:ln w="25400">
            <a:solidFill>
              <a:srgbClr val="ffffff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498" name="Straight Arrow Connector 3"/>
          <p:cNvCxnSpPr/>
          <p:nvPr/>
        </p:nvCxnSpPr>
        <p:spPr>
          <a:xfrm flipH="1">
            <a:off x="2946960" y="5575320"/>
            <a:ext cx="12240" cy="398880"/>
          </a:xfrm>
          <a:prstGeom prst="straightConnector1">
            <a:avLst/>
          </a:prstGeom>
          <a:ln w="25400">
            <a:solidFill>
              <a:srgbClr val="ffffff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499" name="Rectangle 32"/>
          <p:cNvSpPr/>
          <p:nvPr/>
        </p:nvSpPr>
        <p:spPr>
          <a:xfrm>
            <a:off x="4094640" y="824040"/>
            <a:ext cx="1272960" cy="5122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TOOLS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0" name="Rectangle 33"/>
          <p:cNvSpPr/>
          <p:nvPr/>
        </p:nvSpPr>
        <p:spPr>
          <a:xfrm>
            <a:off x="5776920" y="824040"/>
            <a:ext cx="1272960" cy="5122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MCP CLIENT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1" name="Rectangle 34"/>
          <p:cNvSpPr/>
          <p:nvPr/>
        </p:nvSpPr>
        <p:spPr>
          <a:xfrm>
            <a:off x="7459560" y="824040"/>
            <a:ext cx="1272960" cy="5122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MCP SERVER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2" name="Rectangle 35"/>
          <p:cNvSpPr/>
          <p:nvPr/>
        </p:nvSpPr>
        <p:spPr>
          <a:xfrm>
            <a:off x="9141840" y="824040"/>
            <a:ext cx="1272960" cy="5122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ADAPTERS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503" name="Straight Arrow Connector 4"/>
          <p:cNvCxnSpPr>
            <a:stCxn id="1489" idx="3"/>
            <a:endCxn id="1499" idx="1"/>
          </p:cNvCxnSpPr>
          <p:nvPr/>
        </p:nvCxnSpPr>
        <p:spPr>
          <a:xfrm>
            <a:off x="3685320" y="1080000"/>
            <a:ext cx="40968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504" name="Straight Arrow Connector 6"/>
          <p:cNvCxnSpPr>
            <a:stCxn id="1499" idx="3"/>
            <a:endCxn id="1500" idx="1"/>
          </p:cNvCxnSpPr>
          <p:nvPr/>
        </p:nvCxnSpPr>
        <p:spPr>
          <a:xfrm>
            <a:off x="5367600" y="1080000"/>
            <a:ext cx="40968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505" name="Straight Arrow Connector 7"/>
          <p:cNvCxnSpPr>
            <a:stCxn id="1500" idx="3"/>
            <a:endCxn id="1501" idx="1"/>
          </p:cNvCxnSpPr>
          <p:nvPr/>
        </p:nvCxnSpPr>
        <p:spPr>
          <a:xfrm>
            <a:off x="7049880" y="1080000"/>
            <a:ext cx="41004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506" name="Straight Arrow Connector 8"/>
          <p:cNvCxnSpPr>
            <a:stCxn id="1501" idx="3"/>
            <a:endCxn id="1502" idx="1"/>
          </p:cNvCxnSpPr>
          <p:nvPr/>
        </p:nvCxnSpPr>
        <p:spPr>
          <a:xfrm>
            <a:off x="8732520" y="1080000"/>
            <a:ext cx="40968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507" name="Right Arrow 1"/>
          <p:cNvSpPr/>
          <p:nvPr/>
        </p:nvSpPr>
        <p:spPr>
          <a:xfrm>
            <a:off x="33120" y="3214800"/>
            <a:ext cx="380160" cy="325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508" name="TextBox 13"/>
          <p:cNvSpPr/>
          <p:nvPr/>
        </p:nvSpPr>
        <p:spPr>
          <a:xfrm>
            <a:off x="10440360" y="723960"/>
            <a:ext cx="15271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GB" sz="1000" spc="-1" strike="noStrike">
                <a:solidFill>
                  <a:schemeClr val="accent5">
                    <a:lumMod val="75000"/>
                  </a:schemeClr>
                </a:solidFill>
                <a:latin typeface="Open Sans"/>
              </a:rPr>
              <a:t>TRACK MANAGEMENT DEV. TEAM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GB" sz="1000" spc="-1" strike="noStrike">
                <a:solidFill>
                  <a:schemeClr val="accent5">
                    <a:lumMod val="75000"/>
                  </a:schemeClr>
                </a:solidFill>
                <a:latin typeface="Open Sans"/>
              </a:rPr>
              <a:t>RESPONSIBILITY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509" name="Group 1"/>
          <p:cNvGrpSpPr/>
          <p:nvPr/>
        </p:nvGrpSpPr>
        <p:grpSpPr>
          <a:xfrm>
            <a:off x="1786680" y="4473360"/>
            <a:ext cx="10168200" cy="1002240"/>
            <a:chOff x="1786680" y="4473360"/>
            <a:chExt cx="10168200" cy="1002240"/>
          </a:xfrm>
        </p:grpSpPr>
        <p:sp>
          <p:nvSpPr>
            <p:cNvPr id="1510" name="Rectangle 36"/>
            <p:cNvSpPr/>
            <p:nvPr/>
          </p:nvSpPr>
          <p:spPr>
            <a:xfrm>
              <a:off x="1786680" y="4473360"/>
              <a:ext cx="10073880" cy="1002240"/>
            </a:xfrm>
            <a:prstGeom prst="rect">
              <a:avLst/>
            </a:prstGeom>
            <a:solidFill>
              <a:srgbClr val="00b0f0">
                <a:alpha val="1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1" name="Rectangle 37"/>
            <p:cNvSpPr/>
            <p:nvPr/>
          </p:nvSpPr>
          <p:spPr>
            <a:xfrm>
              <a:off x="2210040" y="4642200"/>
              <a:ext cx="1475280" cy="7300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AGENTS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12" name="Rectangle 38"/>
            <p:cNvSpPr/>
            <p:nvPr/>
          </p:nvSpPr>
          <p:spPr>
            <a:xfrm>
              <a:off x="4094640" y="4642200"/>
              <a:ext cx="1272960" cy="7300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TOOLS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13" name="Rectangle 40"/>
            <p:cNvSpPr/>
            <p:nvPr/>
          </p:nvSpPr>
          <p:spPr>
            <a:xfrm>
              <a:off x="5776920" y="4642200"/>
              <a:ext cx="1272960" cy="7300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CLIENT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14" name="Rectangle 41"/>
            <p:cNvSpPr/>
            <p:nvPr/>
          </p:nvSpPr>
          <p:spPr>
            <a:xfrm>
              <a:off x="7459560" y="4642200"/>
              <a:ext cx="1272960" cy="7300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SERVER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15" name="Rectangle 42"/>
            <p:cNvSpPr/>
            <p:nvPr/>
          </p:nvSpPr>
          <p:spPr>
            <a:xfrm>
              <a:off x="9141840" y="4642200"/>
              <a:ext cx="1272960" cy="7300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ADAPTERS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516" name="Straight Arrow Connector 9"/>
            <p:cNvCxnSpPr>
              <a:stCxn id="1511" idx="3"/>
              <a:endCxn id="1512" idx="1"/>
            </p:cNvCxnSpPr>
            <p:nvPr/>
          </p:nvCxnSpPr>
          <p:spPr>
            <a:xfrm>
              <a:off x="3685320" y="5007240"/>
              <a:ext cx="40968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517" name="Straight Arrow Connector 10"/>
            <p:cNvCxnSpPr>
              <a:stCxn id="1512" idx="3"/>
              <a:endCxn id="1513" idx="1"/>
            </p:cNvCxnSpPr>
            <p:nvPr/>
          </p:nvCxnSpPr>
          <p:spPr>
            <a:xfrm>
              <a:off x="5367600" y="5007240"/>
              <a:ext cx="40968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518" name="Straight Arrow Connector 11"/>
            <p:cNvCxnSpPr>
              <a:stCxn id="1513" idx="3"/>
              <a:endCxn id="1514" idx="1"/>
            </p:cNvCxnSpPr>
            <p:nvPr/>
          </p:nvCxnSpPr>
          <p:spPr>
            <a:xfrm>
              <a:off x="7049880" y="5007240"/>
              <a:ext cx="4100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519" name="Straight Arrow Connector 12"/>
            <p:cNvCxnSpPr>
              <a:stCxn id="1514" idx="3"/>
              <a:endCxn id="1515" idx="1"/>
            </p:cNvCxnSpPr>
            <p:nvPr/>
          </p:nvCxnSpPr>
          <p:spPr>
            <a:xfrm>
              <a:off x="8732520" y="5007240"/>
              <a:ext cx="40968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sp>
          <p:nvSpPr>
            <p:cNvPr id="1520" name="TextBox 14"/>
            <p:cNvSpPr/>
            <p:nvPr/>
          </p:nvSpPr>
          <p:spPr>
            <a:xfrm>
              <a:off x="10427760" y="4721760"/>
              <a:ext cx="152712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BLUEVISION DEV. TEAM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RESPONSIBILITY 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521" name="Group 2"/>
          <p:cNvGrpSpPr/>
          <p:nvPr/>
        </p:nvGrpSpPr>
        <p:grpSpPr>
          <a:xfrm>
            <a:off x="1786680" y="3373560"/>
            <a:ext cx="10180800" cy="703800"/>
            <a:chOff x="1786680" y="3373560"/>
            <a:chExt cx="10180800" cy="703800"/>
          </a:xfrm>
        </p:grpSpPr>
        <p:sp>
          <p:nvSpPr>
            <p:cNvPr id="1522" name="Rectangle 43"/>
            <p:cNvSpPr/>
            <p:nvPr/>
          </p:nvSpPr>
          <p:spPr>
            <a:xfrm>
              <a:off x="1786680" y="3373560"/>
              <a:ext cx="10073880" cy="703800"/>
            </a:xfrm>
            <a:prstGeom prst="rect">
              <a:avLst/>
            </a:prstGeom>
            <a:solidFill>
              <a:srgbClr val="00b0f0">
                <a:alpha val="1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23" name="Rectangle 44"/>
            <p:cNvSpPr/>
            <p:nvPr/>
          </p:nvSpPr>
          <p:spPr>
            <a:xfrm>
              <a:off x="2210040" y="3492360"/>
              <a:ext cx="1475280" cy="5122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AGENT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24" name="Rectangle 45"/>
            <p:cNvSpPr/>
            <p:nvPr/>
          </p:nvSpPr>
          <p:spPr>
            <a:xfrm>
              <a:off x="4094640" y="3492360"/>
              <a:ext cx="1272960" cy="5122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TOOLS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25" name="Rectangle 46"/>
            <p:cNvSpPr/>
            <p:nvPr/>
          </p:nvSpPr>
          <p:spPr>
            <a:xfrm>
              <a:off x="5776920" y="3492360"/>
              <a:ext cx="1272960" cy="5122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  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CLIENT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26" name="Rectangle 47"/>
            <p:cNvSpPr/>
            <p:nvPr/>
          </p:nvSpPr>
          <p:spPr>
            <a:xfrm>
              <a:off x="7459560" y="3492360"/>
              <a:ext cx="1272960" cy="5122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  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SERVER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27" name="Rectangle 48"/>
            <p:cNvSpPr/>
            <p:nvPr/>
          </p:nvSpPr>
          <p:spPr>
            <a:xfrm>
              <a:off x="9141840" y="3492360"/>
              <a:ext cx="1272960" cy="51228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ADAPTERS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528" name="Straight Arrow Connector 13"/>
            <p:cNvCxnSpPr>
              <a:stCxn id="1523" idx="3"/>
              <a:endCxn id="1524" idx="1"/>
            </p:cNvCxnSpPr>
            <p:nvPr/>
          </p:nvCxnSpPr>
          <p:spPr>
            <a:xfrm>
              <a:off x="3685320" y="3748320"/>
              <a:ext cx="40968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529" name="Straight Arrow Connector 14"/>
            <p:cNvCxnSpPr>
              <a:stCxn id="1524" idx="3"/>
              <a:endCxn id="1525" idx="1"/>
            </p:cNvCxnSpPr>
            <p:nvPr/>
          </p:nvCxnSpPr>
          <p:spPr>
            <a:xfrm>
              <a:off x="5367600" y="3748320"/>
              <a:ext cx="40968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530" name="Straight Arrow Connector 15"/>
            <p:cNvCxnSpPr>
              <a:stCxn id="1525" idx="3"/>
              <a:endCxn id="1526" idx="1"/>
            </p:cNvCxnSpPr>
            <p:nvPr/>
          </p:nvCxnSpPr>
          <p:spPr>
            <a:xfrm>
              <a:off x="7049880" y="3748320"/>
              <a:ext cx="4100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531" name="Straight Arrow Connector 16"/>
            <p:cNvCxnSpPr>
              <a:stCxn id="1526" idx="3"/>
              <a:endCxn id="1527" idx="1"/>
            </p:cNvCxnSpPr>
            <p:nvPr/>
          </p:nvCxnSpPr>
          <p:spPr>
            <a:xfrm>
              <a:off x="8732520" y="3748320"/>
              <a:ext cx="40968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sp>
          <p:nvSpPr>
            <p:cNvPr id="1532" name="TextBox 15"/>
            <p:cNvSpPr/>
            <p:nvPr/>
          </p:nvSpPr>
          <p:spPr>
            <a:xfrm>
              <a:off x="10440360" y="3475440"/>
              <a:ext cx="152712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RADAR SMARTS DEV. TEAM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RESPONSIBILITY 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5232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2026-07-03T16:53:58Z</dcterms:modified>
  <cp:revision>162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